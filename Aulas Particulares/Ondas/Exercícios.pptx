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ink/ink1.xml" ContentType="application/inkml+xml"/>
  <Override PartName="/ppt/ink/ink2.xml" ContentType="application/inkml+xml"/>
  <Override PartName="/ppt/ink/ink3.xml" ContentType="application/inkml+xml"/>
  <Override PartName="/ppt/ink/ink4.xml" ContentType="application/inkml+xml"/>
  <Override PartName="/ppt/ink/ink5.xml" ContentType="application/inkml+xml"/>
  <Override PartName="/ppt/ink/ink6.xml" ContentType="application/inkml+xml"/>
  <Override PartName="/ppt/ink/ink7.xml" ContentType="application/inkml+xml"/>
  <Override PartName="/ppt/ink/ink8.xml" ContentType="application/inkml+xml"/>
  <Override PartName="/ppt/ink/ink9.xml" ContentType="application/inkml+xml"/>
  <Override PartName="/ppt/ink/ink10.xml" ContentType="application/inkml+xml"/>
  <Override PartName="/ppt/ink/ink11.xml" ContentType="application/inkml+xml"/>
  <Override PartName="/ppt/ink/ink12.xml" ContentType="application/inkml+xml"/>
  <Override PartName="/ppt/ink/ink13.xml" ContentType="application/inkml+xml"/>
  <Override PartName="/ppt/ink/ink14.xml" ContentType="application/inkml+xml"/>
  <Override PartName="/ppt/ink/ink15.xml" ContentType="application/inkml+xml"/>
  <Override PartName="/ppt/ink/ink16.xml" ContentType="application/inkml+xml"/>
  <Override PartName="/ppt/ink/ink17.xml" ContentType="application/inkml+xml"/>
  <Override PartName="/ppt/ink/ink18.xml" ContentType="application/inkml+xml"/>
  <Override PartName="/ppt/ink/ink19.xml" ContentType="application/inkml+xml"/>
  <Override PartName="/ppt/ink/ink20.xml" ContentType="application/inkml+xml"/>
  <Override PartName="/ppt/ink/ink21.xml" ContentType="application/inkml+xml"/>
  <Override PartName="/ppt/ink/ink22.xml" ContentType="application/inkml+xml"/>
  <Override PartName="/ppt/ink/ink23.xml" ContentType="application/inkml+xml"/>
  <Override PartName="/ppt/ink/ink24.xml" ContentType="application/inkml+xml"/>
  <Override PartName="/ppt/ink/ink25.xml" ContentType="application/inkml+xml"/>
  <Override PartName="/ppt/ink/ink26.xml" ContentType="application/inkml+xml"/>
  <Override PartName="/ppt/ink/ink27.xml" ContentType="application/inkml+xml"/>
  <Override PartName="/ppt/ink/ink28.xml" ContentType="application/inkml+xml"/>
  <Override PartName="/ppt/ink/ink29.xml" ContentType="application/inkml+xml"/>
  <Override PartName="/ppt/ink/ink30.xml" ContentType="application/inkml+xml"/>
  <Override PartName="/ppt/ink/ink31.xml" ContentType="application/inkml+xml"/>
  <Override PartName="/ppt/ink/ink32.xml" ContentType="application/inkml+xml"/>
  <Override PartName="/ppt/ink/ink33.xml" ContentType="application/inkml+xml"/>
  <Override PartName="/ppt/ink/ink34.xml" ContentType="application/inkml+xml"/>
  <Override PartName="/ppt/ink/ink35.xml" ContentType="application/inkml+xml"/>
  <Override PartName="/ppt/ink/ink36.xml" ContentType="application/inkml+xml"/>
  <Override PartName="/ppt/ink/ink37.xml" ContentType="application/inkml+xml"/>
  <Override PartName="/ppt/ink/ink38.xml" ContentType="application/inkml+xml"/>
  <Override PartName="/ppt/ink/ink39.xml" ContentType="application/inkml+xml"/>
  <Override PartName="/ppt/ink/ink40.xml" ContentType="application/inkml+xml"/>
  <Override PartName="/ppt/ink/ink41.xml" ContentType="application/inkml+xml"/>
  <Override PartName="/ppt/ink/ink42.xml" ContentType="application/inkml+xml"/>
  <Override PartName="/ppt/ink/ink43.xml" ContentType="application/inkml+xml"/>
  <Override PartName="/ppt/ink/ink44.xml" ContentType="application/inkml+xml"/>
  <Override PartName="/ppt/ink/ink45.xml" ContentType="application/inkml+xml"/>
  <Override PartName="/ppt/ink/ink46.xml" ContentType="application/inkml+xml"/>
  <Override PartName="/ppt/ink/ink47.xml" ContentType="application/inkml+xml"/>
  <Override PartName="/ppt/ink/ink48.xml" ContentType="application/inkml+xml"/>
  <Override PartName="/ppt/ink/ink49.xml" ContentType="application/inkml+xml"/>
  <Override PartName="/ppt/ink/ink50.xml" ContentType="application/inkml+xml"/>
  <Override PartName="/ppt/ink/ink51.xml" ContentType="application/inkml+xml"/>
  <Override PartName="/ppt/ink/ink52.xml" ContentType="application/inkml+xml"/>
  <Override PartName="/ppt/ink/ink53.xml" ContentType="application/inkml+xml"/>
  <Override PartName="/ppt/ink/ink54.xml" ContentType="application/inkml+xml"/>
  <Override PartName="/ppt/ink/ink55.xml" ContentType="application/inkml+xml"/>
  <Override PartName="/ppt/ink/ink56.xml" ContentType="application/inkml+xml"/>
  <Override PartName="/ppt/ink/ink57.xml" ContentType="application/inkml+xml"/>
  <Override PartName="/ppt/ink/ink58.xml" ContentType="application/inkml+xml"/>
  <Override PartName="/ppt/ink/ink59.xml" ContentType="application/inkml+xml"/>
  <Override PartName="/ppt/ink/ink60.xml" ContentType="application/inkml+xml"/>
  <Override PartName="/ppt/ink/ink61.xml" ContentType="application/inkml+xml"/>
  <Override PartName="/ppt/ink/ink62.xml" ContentType="application/inkml+xml"/>
  <Override PartName="/ppt/ink/ink63.xml" ContentType="application/inkml+xml"/>
  <Override PartName="/ppt/ink/ink64.xml" ContentType="application/inkml+xml"/>
  <Override PartName="/ppt/ink/ink65.xml" ContentType="application/inkml+xml"/>
  <Override PartName="/ppt/ink/ink66.xml" ContentType="application/inkml+xml"/>
  <Override PartName="/ppt/ink/ink67.xml" ContentType="application/inkml+xml"/>
  <Override PartName="/ppt/ink/ink68.xml" ContentType="application/inkml+xml"/>
  <Override PartName="/ppt/ink/ink69.xml" ContentType="application/inkml+xml"/>
  <Override PartName="/ppt/ink/ink70.xml" ContentType="application/inkml+xml"/>
  <Override PartName="/ppt/ink/ink71.xml" ContentType="application/inkml+xml"/>
  <Override PartName="/ppt/ink/ink72.xml" ContentType="application/inkml+xml"/>
  <Override PartName="/ppt/ink/ink73.xml" ContentType="application/inkml+xml"/>
  <Override PartName="/ppt/ink/ink74.xml" ContentType="application/inkml+xml"/>
  <Override PartName="/ppt/ink/ink75.xml" ContentType="application/inkml+xml"/>
  <Override PartName="/ppt/ink/ink76.xml" ContentType="application/inkml+xml"/>
  <Override PartName="/ppt/ink/ink77.xml" ContentType="application/inkml+xml"/>
  <Override PartName="/ppt/ink/ink78.xml" ContentType="application/inkml+xml"/>
  <Override PartName="/ppt/ink/ink79.xml" ContentType="application/inkml+xml"/>
  <Override PartName="/ppt/ink/ink80.xml" ContentType="application/inkml+xml"/>
  <Override PartName="/ppt/ink/ink81.xml" ContentType="application/inkml+xml"/>
  <Override PartName="/ppt/ink/ink82.xml" ContentType="application/inkml+xml"/>
  <Override PartName="/ppt/ink/ink83.xml" ContentType="application/inkml+xml"/>
  <Override PartName="/ppt/ink/ink84.xml" ContentType="application/inkml+xml"/>
  <Override PartName="/ppt/ink/ink85.xml" ContentType="application/inkml+xml"/>
  <Override PartName="/ppt/ink/ink86.xml" ContentType="application/inkml+xml"/>
  <Override PartName="/ppt/ink/ink87.xml" ContentType="application/inkml+xml"/>
  <Override PartName="/ppt/ink/ink88.xml" ContentType="application/inkml+xml"/>
  <Override PartName="/ppt/ink/ink89.xml" ContentType="application/inkml+xml"/>
  <Override PartName="/ppt/ink/ink90.xml" ContentType="application/inkml+xml"/>
  <Override PartName="/ppt/ink/ink91.xml" ContentType="application/inkml+xml"/>
  <Override PartName="/ppt/ink/ink92.xml" ContentType="application/inkml+xml"/>
  <Override PartName="/ppt/ink/ink93.xml" ContentType="application/inkml+xml"/>
  <Override PartName="/ppt/ink/ink94.xml" ContentType="application/inkml+xml"/>
  <Override PartName="/ppt/ink/ink95.xml" ContentType="application/inkml+xml"/>
  <Override PartName="/ppt/ink/ink96.xml" ContentType="application/inkml+xml"/>
  <Override PartName="/ppt/ink/ink97.xml" ContentType="application/inkml+xml"/>
  <Override PartName="/ppt/ink/ink98.xml" ContentType="application/inkml+xml"/>
  <Override PartName="/ppt/ink/ink99.xml" ContentType="application/inkml+xml"/>
  <Override PartName="/ppt/ink/ink100.xml" ContentType="application/inkml+xml"/>
  <Override PartName="/ppt/ink/ink101.xml" ContentType="application/inkml+xml"/>
  <Override PartName="/ppt/ink/ink102.xml" ContentType="application/inkml+xml"/>
  <Override PartName="/ppt/ink/ink103.xml" ContentType="application/inkml+xml"/>
  <Override PartName="/ppt/ink/ink104.xml" ContentType="application/inkml+xml"/>
  <Override PartName="/ppt/ink/ink105.xml" ContentType="application/inkml+xml"/>
  <Override PartName="/ppt/ink/ink106.xml" ContentType="application/inkml+xml"/>
  <Override PartName="/ppt/ink/ink107.xml" ContentType="application/inkml+xml"/>
  <Override PartName="/ppt/ink/ink108.xml" ContentType="application/inkml+xml"/>
  <Override PartName="/ppt/ink/ink109.xml" ContentType="application/inkml+xml"/>
  <Override PartName="/ppt/ink/ink110.xml" ContentType="application/inkml+xml"/>
  <Override PartName="/ppt/ink/ink111.xml" ContentType="application/inkml+xml"/>
  <Override PartName="/ppt/ink/ink112.xml" ContentType="application/inkml+xml"/>
  <Override PartName="/ppt/ink/ink113.xml" ContentType="application/inkml+xml"/>
  <Override PartName="/ppt/ink/ink114.xml" ContentType="application/inkml+xml"/>
  <Override PartName="/ppt/ink/ink115.xml" ContentType="application/inkml+xml"/>
  <Override PartName="/ppt/ink/ink116.xml" ContentType="application/inkml+xml"/>
  <Override PartName="/ppt/ink/ink117.xml" ContentType="application/inkml+xml"/>
  <Override PartName="/ppt/ink/ink118.xml" ContentType="application/inkml+xml"/>
  <Override PartName="/ppt/ink/ink119.xml" ContentType="application/inkml+xml"/>
  <Override PartName="/ppt/ink/ink120.xml" ContentType="application/inkml+xml"/>
  <Override PartName="/ppt/ink/ink121.xml" ContentType="application/inkml+xml"/>
  <Override PartName="/ppt/ink/ink122.xml" ContentType="application/inkml+xml"/>
  <Override PartName="/ppt/ink/ink123.xml" ContentType="application/inkml+xml"/>
  <Override PartName="/ppt/ink/ink124.xml" ContentType="application/inkml+xml"/>
  <Override PartName="/ppt/ink/ink125.xml" ContentType="application/inkml+xml"/>
  <Override PartName="/ppt/ink/ink126.xml" ContentType="application/inkml+xml"/>
  <Override PartName="/ppt/ink/ink127.xml" ContentType="application/inkml+xml"/>
  <Override PartName="/ppt/ink/ink128.xml" ContentType="application/inkml+xml"/>
  <Override PartName="/ppt/ink/ink129.xml" ContentType="application/inkml+xml"/>
  <Override PartName="/ppt/ink/ink130.xml" ContentType="application/inkml+xml"/>
  <Override PartName="/ppt/ink/ink131.xml" ContentType="application/inkml+xml"/>
  <Override PartName="/ppt/ink/ink132.xml" ContentType="application/inkml+xml"/>
  <Override PartName="/ppt/ink/ink133.xml" ContentType="application/inkml+xml"/>
  <Override PartName="/ppt/ink/ink134.xml" ContentType="application/inkml+xml"/>
  <Override PartName="/ppt/ink/ink135.xml" ContentType="application/inkml+xml"/>
  <Override PartName="/ppt/ink/ink136.xml" ContentType="application/inkml+xml"/>
  <Override PartName="/ppt/ink/ink137.xml" ContentType="application/inkml+xml"/>
  <Override PartName="/ppt/ink/ink138.xml" ContentType="application/inkml+xml"/>
  <Override PartName="/ppt/ink/ink139.xml" ContentType="application/inkml+xml"/>
  <Override PartName="/ppt/ink/ink140.xml" ContentType="application/inkml+xml"/>
  <Override PartName="/ppt/ink/ink141.xml" ContentType="application/inkml+xml"/>
  <Override PartName="/ppt/ink/ink142.xml" ContentType="application/inkml+xml"/>
  <Override PartName="/ppt/ink/ink143.xml" ContentType="application/inkml+xml"/>
  <Override PartName="/ppt/ink/ink144.xml" ContentType="application/inkml+xml"/>
  <Override PartName="/ppt/ink/ink145.xml" ContentType="application/inkml+xml"/>
  <Override PartName="/ppt/ink/ink146.xml" ContentType="application/inkml+xml"/>
  <Override PartName="/ppt/ink/ink147.xml" ContentType="application/inkml+xml"/>
  <Override PartName="/ppt/ink/ink148.xml" ContentType="application/inkml+xml"/>
  <Override PartName="/ppt/ink/ink149.xml" ContentType="application/inkml+xml"/>
  <Override PartName="/ppt/ink/ink150.xml" ContentType="application/inkml+xml"/>
  <Override PartName="/ppt/ink/ink151.xml" ContentType="application/inkml+xml"/>
  <Override PartName="/ppt/ink/ink152.xml" ContentType="application/inkml+xml"/>
  <Override PartName="/ppt/ink/ink153.xml" ContentType="application/inkml+xml"/>
  <Override PartName="/ppt/ink/ink154.xml" ContentType="application/inkml+xml"/>
  <Override PartName="/ppt/ink/ink155.xml" ContentType="application/inkml+xml"/>
  <Override PartName="/ppt/ink/ink156.xml" ContentType="application/inkml+xml"/>
  <Override PartName="/ppt/ink/ink157.xml" ContentType="application/inkml+xml"/>
  <Override PartName="/ppt/ink/ink158.xml" ContentType="application/inkml+xml"/>
  <Override PartName="/ppt/ink/ink159.xml" ContentType="application/inkml+xml"/>
  <Override PartName="/ppt/ink/ink160.xml" ContentType="application/inkml+xml"/>
  <Override PartName="/ppt/ink/ink161.xml" ContentType="application/inkml+xml"/>
  <Override PartName="/ppt/ink/ink162.xml" ContentType="application/inkml+xml"/>
  <Override PartName="/ppt/ink/ink163.xml" ContentType="application/inkml+xml"/>
  <Override PartName="/ppt/ink/ink164.xml" ContentType="application/inkml+xml"/>
  <Override PartName="/ppt/ink/ink165.xml" ContentType="application/inkml+xml"/>
  <Override PartName="/ppt/ink/ink166.xml" ContentType="application/inkml+xml"/>
  <Override PartName="/ppt/ink/ink167.xml" ContentType="application/inkml+xml"/>
  <Override PartName="/ppt/ink/ink168.xml" ContentType="application/inkml+xml"/>
  <Override PartName="/ppt/ink/ink169.xml" ContentType="application/inkml+xml"/>
  <Override PartName="/ppt/ink/ink170.xml" ContentType="application/inkml+xml"/>
  <Override PartName="/ppt/ink/ink171.xml" ContentType="application/inkml+xml"/>
  <Override PartName="/ppt/ink/ink172.xml" ContentType="application/inkml+xml"/>
  <Override PartName="/ppt/ink/ink173.xml" ContentType="application/inkml+xml"/>
  <Override PartName="/ppt/ink/ink174.xml" ContentType="application/inkml+xml"/>
  <Override PartName="/ppt/ink/ink175.xml" ContentType="application/inkml+xml"/>
  <Override PartName="/ppt/ink/ink176.xml" ContentType="application/inkml+xml"/>
  <Override PartName="/ppt/ink/ink177.xml" ContentType="application/inkml+xml"/>
  <Override PartName="/ppt/ink/ink178.xml" ContentType="application/inkml+xml"/>
  <Override PartName="/ppt/ink/ink179.xml" ContentType="application/inkml+xml"/>
  <Override PartName="/ppt/ink/ink180.xml" ContentType="application/inkml+xml"/>
  <Override PartName="/ppt/ink/ink181.xml" ContentType="application/inkml+xml"/>
  <Override PartName="/ppt/ink/ink182.xml" ContentType="application/inkml+xml"/>
  <Override PartName="/ppt/ink/ink183.xml" ContentType="application/inkml+xml"/>
  <Override PartName="/ppt/ink/ink184.xml" ContentType="application/inkml+xml"/>
  <Override PartName="/ppt/ink/ink185.xml" ContentType="application/inkml+xml"/>
  <Override PartName="/ppt/ink/ink186.xml" ContentType="application/inkml+xml"/>
  <Override PartName="/ppt/ink/ink187.xml" ContentType="application/inkml+xml"/>
  <Override PartName="/ppt/ink/ink188.xml" ContentType="application/inkml+xml"/>
  <Override PartName="/ppt/ink/ink189.xml" ContentType="application/inkml+xml"/>
  <Override PartName="/ppt/ink/ink190.xml" ContentType="application/inkml+xml"/>
  <Override PartName="/ppt/ink/ink191.xml" ContentType="application/inkml+xml"/>
  <Override PartName="/ppt/ink/ink192.xml" ContentType="application/inkml+xml"/>
  <Override PartName="/ppt/ink/ink193.xml" ContentType="application/inkml+xml"/>
  <Override PartName="/ppt/ink/ink194.xml" ContentType="application/inkml+xml"/>
  <Override PartName="/ppt/ink/ink195.xml" ContentType="application/inkml+xml"/>
  <Override PartName="/ppt/ink/ink196.xml" ContentType="application/inkml+xml"/>
  <Override PartName="/ppt/ink/ink197.xml" ContentType="application/inkml+xml"/>
  <Override PartName="/ppt/ink/ink198.xml" ContentType="application/inkml+xml"/>
  <Override PartName="/ppt/ink/ink199.xml" ContentType="application/inkml+xml"/>
  <Override PartName="/ppt/ink/ink200.xml" ContentType="application/inkml+xml"/>
  <Override PartName="/ppt/ink/ink201.xml" ContentType="application/inkml+xml"/>
  <Override PartName="/ppt/ink/ink202.xml" ContentType="application/inkml+xml"/>
  <Override PartName="/ppt/ink/ink203.xml" ContentType="application/inkml+xml"/>
  <Override PartName="/ppt/ink/ink204.xml" ContentType="application/inkml+xml"/>
  <Override PartName="/ppt/ink/ink205.xml" ContentType="application/inkml+xml"/>
  <Override PartName="/ppt/ink/ink206.xml" ContentType="application/inkml+xml"/>
  <Override PartName="/ppt/ink/ink207.xml" ContentType="application/inkml+xml"/>
  <Override PartName="/ppt/ink/ink208.xml" ContentType="application/inkml+xml"/>
  <Override PartName="/ppt/ink/ink209.xml" ContentType="application/inkml+xml"/>
  <Override PartName="/ppt/ink/ink210.xml" ContentType="application/inkml+xml"/>
  <Override PartName="/ppt/ink/ink211.xml" ContentType="application/inkml+xml"/>
  <Override PartName="/ppt/ink/ink212.xml" ContentType="application/inkml+xml"/>
  <Override PartName="/ppt/ink/ink213.xml" ContentType="application/inkml+xml"/>
  <Override PartName="/ppt/ink/ink214.xml" ContentType="application/inkml+xml"/>
  <Override PartName="/ppt/ink/ink215.xml" ContentType="application/inkml+xml"/>
  <Override PartName="/ppt/ink/ink216.xml" ContentType="application/inkml+xml"/>
  <Override PartName="/ppt/ink/ink217.xml" ContentType="application/inkml+xml"/>
  <Override PartName="/ppt/ink/ink218.xml" ContentType="application/inkml+xml"/>
  <Override PartName="/ppt/ink/ink219.xml" ContentType="application/inkml+xml"/>
  <Override PartName="/ppt/ink/ink220.xml" ContentType="application/inkml+xml"/>
  <Override PartName="/ppt/ink/ink221.xml" ContentType="application/inkml+xml"/>
  <Override PartName="/ppt/ink/ink222.xml" ContentType="application/inkml+xml"/>
  <Override PartName="/ppt/ink/ink223.xml" ContentType="application/inkml+xml"/>
  <Override PartName="/ppt/ink/ink224.xml" ContentType="application/inkml+xml"/>
  <Override PartName="/ppt/ink/ink225.xml" ContentType="application/inkml+xml"/>
  <Override PartName="/ppt/ink/ink226.xml" ContentType="application/inkml+xml"/>
  <Override PartName="/ppt/ink/ink227.xml" ContentType="application/inkml+xml"/>
  <Override PartName="/ppt/ink/ink228.xml" ContentType="application/inkml+xml"/>
  <Override PartName="/ppt/ink/ink229.xml" ContentType="application/inkml+xml"/>
  <Override PartName="/ppt/ink/ink230.xml" ContentType="application/inkml+xml"/>
  <Override PartName="/ppt/ink/ink231.xml" ContentType="application/inkml+xml"/>
  <Override PartName="/ppt/ink/ink232.xml" ContentType="application/inkml+xml"/>
  <Override PartName="/ppt/ink/ink233.xml" ContentType="application/inkml+xml"/>
  <Override PartName="/ppt/ink/ink234.xml" ContentType="application/inkml+xml"/>
  <Override PartName="/ppt/ink/ink235.xml" ContentType="application/inkml+xml"/>
  <Override PartName="/ppt/ink/ink236.xml" ContentType="application/inkml+xml"/>
  <Override PartName="/ppt/ink/ink237.xml" ContentType="application/inkml+xml"/>
  <Override PartName="/ppt/ink/ink238.xml" ContentType="application/inkml+xml"/>
  <Override PartName="/ppt/ink/ink239.xml" ContentType="application/inkml+xml"/>
  <Override PartName="/ppt/ink/ink240.xml" ContentType="application/inkml+xml"/>
  <Override PartName="/ppt/ink/ink241.xml" ContentType="application/inkml+xml"/>
  <Override PartName="/ppt/ink/ink242.xml" ContentType="application/inkml+xml"/>
  <Override PartName="/ppt/ink/ink243.xml" ContentType="application/inkml+xml"/>
  <Override PartName="/ppt/ink/ink244.xml" ContentType="application/inkml+xml"/>
  <Override PartName="/ppt/ink/ink245.xml" ContentType="application/inkml+xml"/>
  <Override PartName="/ppt/ink/ink246.xml" ContentType="application/inkml+xml"/>
  <Override PartName="/ppt/ink/ink247.xml" ContentType="application/inkml+xml"/>
  <Override PartName="/ppt/ink/ink248.xml" ContentType="application/inkml+xml"/>
  <Override PartName="/ppt/ink/ink249.xml" ContentType="application/inkml+xml"/>
  <Override PartName="/ppt/ink/ink250.xml" ContentType="application/inkml+xml"/>
  <Override PartName="/ppt/ink/ink251.xml" ContentType="application/inkml+xml"/>
  <Override PartName="/ppt/ink/ink252.xml" ContentType="application/inkml+xml"/>
  <Override PartName="/ppt/ink/ink253.xml" ContentType="application/inkml+xml"/>
  <Override PartName="/ppt/ink/ink254.xml" ContentType="application/inkml+xml"/>
  <Override PartName="/ppt/ink/ink255.xml" ContentType="application/inkml+xml"/>
  <Override PartName="/ppt/ink/ink256.xml" ContentType="application/inkml+xml"/>
  <Override PartName="/ppt/ink/ink257.xml" ContentType="application/inkml+xml"/>
  <Override PartName="/ppt/ink/ink258.xml" ContentType="application/inkml+xml"/>
  <Override PartName="/ppt/ink/ink259.xml" ContentType="application/inkml+xml"/>
  <Override PartName="/ppt/ink/ink260.xml" ContentType="application/inkml+xml"/>
  <Override PartName="/ppt/ink/ink261.xml" ContentType="application/inkml+xml"/>
  <Override PartName="/ppt/ink/ink262.xml" ContentType="application/inkml+xml"/>
  <Override PartName="/ppt/ink/ink263.xml" ContentType="application/inkml+xml"/>
  <Override PartName="/ppt/ink/ink264.xml" ContentType="application/inkml+xml"/>
  <Override PartName="/ppt/ink/ink265.xml" ContentType="application/inkml+xml"/>
  <Override PartName="/ppt/ink/ink266.xml" ContentType="application/inkml+xml"/>
  <Override PartName="/ppt/ink/ink267.xml" ContentType="application/inkml+xml"/>
  <Override PartName="/ppt/ink/ink268.xml" ContentType="application/inkml+xml"/>
  <Override PartName="/ppt/ink/ink269.xml" ContentType="application/inkml+xml"/>
  <Override PartName="/ppt/ink/ink270.xml" ContentType="application/inkml+xml"/>
  <Override PartName="/ppt/ink/ink271.xml" ContentType="application/inkml+xml"/>
  <Override PartName="/ppt/ink/ink272.xml" ContentType="application/inkml+xml"/>
  <Override PartName="/ppt/ink/ink273.xml" ContentType="application/inkml+xml"/>
  <Override PartName="/ppt/ink/ink274.xml" ContentType="application/inkml+xml"/>
  <Override PartName="/ppt/ink/ink275.xml" ContentType="application/inkml+xml"/>
  <Override PartName="/ppt/ink/ink276.xml" ContentType="application/inkml+xml"/>
  <Override PartName="/ppt/ink/ink277.xml" ContentType="application/inkml+xml"/>
  <Override PartName="/ppt/ink/ink278.xml" ContentType="application/inkml+xml"/>
  <Override PartName="/ppt/ink/ink279.xml" ContentType="application/inkml+xml"/>
  <Override PartName="/ppt/ink/ink280.xml" ContentType="application/inkml+xml"/>
  <Override PartName="/ppt/ink/ink281.xml" ContentType="application/inkml+xml"/>
  <Override PartName="/ppt/ink/ink282.xml" ContentType="application/inkml+xml"/>
  <Override PartName="/ppt/ink/ink283.xml" ContentType="application/inkml+xml"/>
  <Override PartName="/ppt/ink/ink284.xml" ContentType="application/inkml+xml"/>
  <Override PartName="/ppt/ink/ink285.xml" ContentType="application/inkml+xml"/>
  <Override PartName="/ppt/ink/ink286.xml" ContentType="application/inkml+xml"/>
  <Override PartName="/ppt/ink/ink287.xml" ContentType="application/inkml+xml"/>
  <Override PartName="/ppt/ink/ink288.xml" ContentType="application/inkml+xml"/>
  <Override PartName="/ppt/ink/ink289.xml" ContentType="application/inkml+xml"/>
  <Override PartName="/ppt/ink/ink290.xml" ContentType="application/inkml+xml"/>
  <Override PartName="/ppt/ink/ink291.xml" ContentType="application/inkml+xml"/>
  <Override PartName="/ppt/ink/ink292.xml" ContentType="application/inkml+xml"/>
  <Override PartName="/ppt/ink/ink293.xml" ContentType="application/inkml+xml"/>
  <Override PartName="/ppt/ink/ink294.xml" ContentType="application/inkml+xml"/>
  <Override PartName="/ppt/ink/ink295.xml" ContentType="application/inkml+xml"/>
  <Override PartName="/ppt/ink/ink296.xml" ContentType="application/inkml+xml"/>
  <Override PartName="/ppt/ink/ink297.xml" ContentType="application/inkml+xml"/>
  <Override PartName="/ppt/ink/ink298.xml" ContentType="application/inkml+xml"/>
  <Override PartName="/ppt/ink/ink299.xml" ContentType="application/inkml+xml"/>
  <Override PartName="/ppt/ink/ink300.xml" ContentType="application/inkml+xml"/>
  <Override PartName="/ppt/ink/ink301.xml" ContentType="application/inkml+xml"/>
  <Override PartName="/ppt/ink/ink302.xml" ContentType="application/inkml+xml"/>
  <Override PartName="/ppt/ink/ink303.xml" ContentType="application/inkml+xml"/>
  <Override PartName="/ppt/ink/ink304.xml" ContentType="application/inkml+xml"/>
  <Override PartName="/ppt/ink/ink305.xml" ContentType="application/inkml+xml"/>
  <Override PartName="/ppt/ink/ink306.xml" ContentType="application/inkml+xml"/>
  <Override PartName="/ppt/ink/ink307.xml" ContentType="application/inkml+xml"/>
  <Override PartName="/ppt/ink/ink308.xml" ContentType="application/inkml+xml"/>
  <Override PartName="/ppt/ink/ink309.xml" ContentType="application/inkml+xml"/>
  <Override PartName="/ppt/ink/ink310.xml" ContentType="application/inkml+xml"/>
  <Override PartName="/ppt/ink/ink311.xml" ContentType="application/inkml+xml"/>
  <Override PartName="/ppt/ink/ink312.xml" ContentType="application/inkml+xml"/>
  <Override PartName="/ppt/ink/ink313.xml" ContentType="application/inkml+xml"/>
  <Override PartName="/ppt/ink/ink314.xml" ContentType="application/inkml+xml"/>
  <Override PartName="/ppt/ink/ink315.xml" ContentType="application/inkml+xml"/>
  <Override PartName="/ppt/ink/ink316.xml" ContentType="application/inkml+xml"/>
  <Override PartName="/ppt/ink/ink317.xml" ContentType="application/inkml+xml"/>
  <Override PartName="/ppt/ink/ink318.xml" ContentType="application/inkml+xml"/>
  <Override PartName="/ppt/ink/ink319.xml" ContentType="application/inkml+xml"/>
  <Override PartName="/ppt/ink/ink320.xml" ContentType="application/inkml+xml"/>
  <Override PartName="/ppt/ink/ink321.xml" ContentType="application/inkml+xml"/>
  <Override PartName="/ppt/ink/ink322.xml" ContentType="application/inkml+xml"/>
  <Override PartName="/ppt/ink/ink323.xml" ContentType="application/inkml+xml"/>
  <Override PartName="/ppt/ink/ink324.xml" ContentType="application/inkml+xml"/>
  <Override PartName="/ppt/ink/ink325.xml" ContentType="application/inkml+xml"/>
  <Override PartName="/ppt/ink/ink326.xml" ContentType="application/inkml+xml"/>
  <Override PartName="/ppt/ink/ink327.xml" ContentType="application/inkml+xml"/>
  <Override PartName="/ppt/ink/ink328.xml" ContentType="application/inkml+xml"/>
  <Override PartName="/ppt/ink/ink329.xml" ContentType="application/inkml+xml"/>
  <Override PartName="/ppt/ink/ink330.xml" ContentType="application/inkml+xml"/>
  <Override PartName="/ppt/ink/ink331.xml" ContentType="application/inkml+xml"/>
  <Override PartName="/ppt/ink/ink332.xml" ContentType="application/inkml+xml"/>
  <Override PartName="/ppt/ink/ink333.xml" ContentType="application/inkml+xml"/>
  <Override PartName="/ppt/ink/ink334.xml" ContentType="application/inkml+xml"/>
  <Override PartName="/ppt/ink/ink335.xml" ContentType="application/inkml+xml"/>
  <Override PartName="/ppt/ink/ink336.xml" ContentType="application/inkml+xml"/>
  <Override PartName="/ppt/ink/ink337.xml" ContentType="application/inkml+xml"/>
  <Override PartName="/ppt/ink/ink338.xml" ContentType="application/inkml+xml"/>
  <Override PartName="/ppt/ink/ink339.xml" ContentType="application/inkml+xml"/>
  <Override PartName="/ppt/ink/ink340.xml" ContentType="application/inkml+xml"/>
  <Override PartName="/ppt/ink/ink341.xml" ContentType="application/inkml+xml"/>
  <Override PartName="/ppt/ink/ink342.xml" ContentType="application/inkml+xml"/>
  <Override PartName="/ppt/ink/ink343.xml" ContentType="application/inkml+xml"/>
  <Override PartName="/ppt/ink/ink344.xml" ContentType="application/inkml+xml"/>
  <Override PartName="/ppt/ink/ink345.xml" ContentType="application/inkml+xml"/>
  <Override PartName="/ppt/ink/ink346.xml" ContentType="application/inkml+xml"/>
  <Override PartName="/ppt/ink/ink347.xml" ContentType="application/inkml+xml"/>
  <Override PartName="/ppt/ink/ink348.xml" ContentType="application/inkml+xml"/>
  <Override PartName="/ppt/ink/ink349.xml" ContentType="application/inkml+xml"/>
  <Override PartName="/ppt/ink/ink350.xml" ContentType="application/inkml+xml"/>
  <Override PartName="/ppt/ink/ink351.xml" ContentType="application/inkml+xml"/>
  <Override PartName="/ppt/ink/ink352.xml" ContentType="application/inkml+xml"/>
  <Override PartName="/ppt/ink/ink353.xml" ContentType="application/inkml+xml"/>
  <Override PartName="/ppt/ink/ink354.xml" ContentType="application/inkml+xml"/>
  <Override PartName="/ppt/ink/ink355.xml" ContentType="application/inkml+xml"/>
  <Override PartName="/ppt/ink/ink356.xml" ContentType="application/inkml+xml"/>
  <Override PartName="/ppt/ink/ink357.xml" ContentType="application/inkml+xml"/>
  <Override PartName="/ppt/ink/ink358.xml" ContentType="application/inkml+xml"/>
  <Override PartName="/ppt/ink/ink359.xml" ContentType="application/inkml+xml"/>
  <Override PartName="/ppt/ink/ink360.xml" ContentType="application/inkml+xml"/>
  <Override PartName="/ppt/ink/ink361.xml" ContentType="application/inkml+xml"/>
  <Override PartName="/ppt/ink/ink362.xml" ContentType="application/inkml+xml"/>
  <Override PartName="/ppt/ink/ink363.xml" ContentType="application/inkml+xml"/>
  <Override PartName="/ppt/ink/ink364.xml" ContentType="application/inkml+xml"/>
  <Override PartName="/ppt/ink/ink365.xml" ContentType="application/inkml+xml"/>
  <Override PartName="/ppt/ink/ink366.xml" ContentType="application/inkml+xml"/>
  <Override PartName="/ppt/ink/ink367.xml" ContentType="application/inkml+xml"/>
  <Override PartName="/ppt/ink/ink368.xml" ContentType="application/inkml+xml"/>
  <Override PartName="/ppt/ink/ink369.xml" ContentType="application/inkml+xml"/>
  <Override PartName="/ppt/ink/ink370.xml" ContentType="application/inkml+xml"/>
  <Override PartName="/ppt/ink/ink371.xml" ContentType="application/inkml+xml"/>
  <Override PartName="/ppt/ink/ink372.xml" ContentType="application/inkml+xml"/>
  <Override PartName="/ppt/ink/ink373.xml" ContentType="application/inkml+xml"/>
  <Override PartName="/ppt/ink/ink374.xml" ContentType="application/inkml+xml"/>
  <Override PartName="/ppt/ink/ink375.xml" ContentType="application/inkml+xml"/>
  <Override PartName="/ppt/ink/ink376.xml" ContentType="application/inkml+xml"/>
  <Override PartName="/ppt/ink/ink377.xml" ContentType="application/inkml+xml"/>
  <Override PartName="/ppt/ink/ink378.xml" ContentType="application/inkml+xml"/>
  <Override PartName="/ppt/ink/ink379.xml" ContentType="application/inkml+xml"/>
  <Override PartName="/ppt/ink/ink380.xml" ContentType="application/inkml+xml"/>
  <Override PartName="/ppt/ink/ink381.xml" ContentType="application/inkml+xml"/>
  <Override PartName="/ppt/ink/ink382.xml" ContentType="application/inkml+xml"/>
  <Override PartName="/ppt/ink/ink383.xml" ContentType="application/inkml+xml"/>
  <Override PartName="/ppt/ink/ink384.xml" ContentType="application/inkml+xml"/>
  <Override PartName="/ppt/ink/ink385.xml" ContentType="application/inkml+xml"/>
  <Override PartName="/ppt/ink/ink386.xml" ContentType="application/inkml+xml"/>
  <Override PartName="/ppt/ink/ink387.xml" ContentType="application/inkml+xml"/>
  <Override PartName="/ppt/ink/ink388.xml" ContentType="application/inkml+xml"/>
  <Override PartName="/ppt/ink/ink389.xml" ContentType="application/inkml+xml"/>
  <Override PartName="/ppt/ink/ink390.xml" ContentType="application/inkml+xml"/>
  <Override PartName="/ppt/ink/ink391.xml" ContentType="application/inkml+xml"/>
  <Override PartName="/ppt/ink/ink392.xml" ContentType="application/inkml+xml"/>
  <Override PartName="/ppt/ink/ink393.xml" ContentType="application/inkml+xml"/>
  <Override PartName="/ppt/ink/ink394.xml" ContentType="application/inkml+xml"/>
  <Override PartName="/ppt/ink/ink395.xml" ContentType="application/inkml+xml"/>
  <Override PartName="/ppt/ink/ink396.xml" ContentType="application/inkml+xml"/>
  <Override PartName="/ppt/ink/ink397.xml" ContentType="application/inkml+xml"/>
  <Override PartName="/ppt/ink/ink398.xml" ContentType="application/inkml+xml"/>
  <Override PartName="/ppt/ink/ink399.xml" ContentType="application/inkml+xml"/>
  <Override PartName="/ppt/ink/ink400.xml" ContentType="application/inkml+xml"/>
  <Override PartName="/ppt/ink/ink401.xml" ContentType="application/inkml+xml"/>
  <Override PartName="/ppt/ink/ink402.xml" ContentType="application/inkml+xml"/>
  <Override PartName="/ppt/ink/ink403.xml" ContentType="application/inkml+xml"/>
  <Override PartName="/ppt/ink/ink404.xml" ContentType="application/inkml+xml"/>
  <Override PartName="/ppt/ink/ink405.xml" ContentType="application/inkml+xml"/>
  <Override PartName="/ppt/ink/ink406.xml" ContentType="application/inkml+xml"/>
  <Override PartName="/ppt/ink/ink407.xml" ContentType="application/inkml+xml"/>
  <Override PartName="/ppt/ink/ink408.xml" ContentType="application/inkml+xml"/>
  <Override PartName="/ppt/ink/ink409.xml" ContentType="application/inkml+xml"/>
  <Override PartName="/ppt/ink/ink410.xml" ContentType="application/inkml+xml"/>
  <Override PartName="/ppt/ink/ink411.xml" ContentType="application/inkml+xml"/>
  <Override PartName="/ppt/ink/ink412.xml" ContentType="application/inkml+xml"/>
  <Override PartName="/ppt/ink/ink413.xml" ContentType="application/inkml+xml"/>
  <Override PartName="/ppt/ink/ink414.xml" ContentType="application/inkml+xml"/>
  <Override PartName="/ppt/ink/ink415.xml" ContentType="application/inkml+xml"/>
  <Override PartName="/ppt/ink/ink416.xml" ContentType="application/inkml+xml"/>
  <Override PartName="/ppt/ink/ink417.xml" ContentType="application/inkml+xml"/>
  <Override PartName="/ppt/ink/ink418.xml" ContentType="application/inkml+xml"/>
  <Override PartName="/ppt/ink/ink419.xml" ContentType="application/inkml+xml"/>
  <Override PartName="/ppt/ink/ink420.xml" ContentType="application/inkml+xml"/>
  <Override PartName="/ppt/ink/ink421.xml" ContentType="application/inkml+xml"/>
  <Override PartName="/ppt/ink/ink422.xml" ContentType="application/inkml+xml"/>
  <Override PartName="/ppt/ink/ink423.xml" ContentType="application/inkml+xml"/>
  <Override PartName="/ppt/ink/ink424.xml" ContentType="application/inkml+xml"/>
  <Override PartName="/ppt/ink/ink425.xml" ContentType="application/inkml+xml"/>
  <Override PartName="/ppt/ink/ink426.xml" ContentType="application/inkml+xml"/>
  <Override PartName="/ppt/ink/ink427.xml" ContentType="application/inkml+xml"/>
  <Override PartName="/ppt/ink/ink428.xml" ContentType="application/inkml+xml"/>
  <Override PartName="/ppt/ink/ink429.xml" ContentType="application/inkml+xml"/>
  <Override PartName="/ppt/ink/ink430.xml" ContentType="application/inkml+xml"/>
  <Override PartName="/ppt/ink/ink431.xml" ContentType="application/inkml+xml"/>
  <Override PartName="/ppt/ink/ink432.xml" ContentType="application/inkml+xml"/>
  <Override PartName="/ppt/ink/ink433.xml" ContentType="application/inkml+xml"/>
  <Override PartName="/ppt/ink/ink434.xml" ContentType="application/inkml+xml"/>
  <Override PartName="/ppt/ink/ink435.xml" ContentType="application/inkml+xml"/>
  <Override PartName="/ppt/ink/ink436.xml" ContentType="application/inkml+xml"/>
  <Override PartName="/ppt/ink/ink437.xml" ContentType="application/inkml+xml"/>
  <Override PartName="/ppt/ink/ink438.xml" ContentType="application/inkml+xml"/>
  <Override PartName="/ppt/ink/ink439.xml" ContentType="application/inkml+xml"/>
  <Override PartName="/ppt/ink/ink440.xml" ContentType="application/inkml+xml"/>
  <Override PartName="/ppt/ink/ink441.xml" ContentType="application/inkml+xml"/>
  <Override PartName="/ppt/ink/ink442.xml" ContentType="application/inkml+xml"/>
  <Override PartName="/ppt/ink/ink443.xml" ContentType="application/inkml+xml"/>
  <Override PartName="/ppt/ink/ink444.xml" ContentType="application/inkml+xml"/>
  <Override PartName="/ppt/ink/ink445.xml" ContentType="application/inkml+xml"/>
  <Override PartName="/ppt/ink/ink446.xml" ContentType="application/inkml+xml"/>
  <Override PartName="/ppt/ink/ink447.xml" ContentType="application/inkml+xml"/>
  <Override PartName="/ppt/ink/ink448.xml" ContentType="application/inkml+xml"/>
  <Override PartName="/ppt/ink/ink449.xml" ContentType="application/inkml+xml"/>
  <Override PartName="/ppt/ink/ink450.xml" ContentType="application/inkml+xml"/>
  <Override PartName="/ppt/ink/ink451.xml" ContentType="application/inkml+xml"/>
  <Override PartName="/ppt/ink/ink452.xml" ContentType="application/inkml+xml"/>
  <Override PartName="/ppt/ink/ink453.xml" ContentType="application/inkml+xml"/>
  <Override PartName="/ppt/ink/ink454.xml" ContentType="application/inkml+xml"/>
  <Override PartName="/ppt/ink/ink455.xml" ContentType="application/inkml+xml"/>
  <Override PartName="/ppt/ink/ink456.xml" ContentType="application/inkml+xml"/>
  <Override PartName="/ppt/ink/ink457.xml" ContentType="application/inkml+xml"/>
  <Override PartName="/ppt/ink/ink458.xml" ContentType="application/inkml+xml"/>
  <Override PartName="/ppt/ink/ink459.xml" ContentType="application/inkml+xml"/>
  <Override PartName="/ppt/ink/ink460.xml" ContentType="application/inkml+xml"/>
  <Override PartName="/ppt/ink/ink461.xml" ContentType="application/inkml+xml"/>
  <Override PartName="/ppt/ink/ink462.xml" ContentType="application/inkml+xml"/>
  <Override PartName="/ppt/ink/ink463.xml" ContentType="application/inkml+xml"/>
  <Override PartName="/ppt/ink/ink464.xml" ContentType="application/inkml+xml"/>
  <Override PartName="/ppt/ink/ink465.xml" ContentType="application/inkml+xml"/>
  <Override PartName="/ppt/ink/ink466.xml" ContentType="application/inkml+xml"/>
  <Override PartName="/ppt/ink/ink467.xml" ContentType="application/inkml+xml"/>
  <Override PartName="/ppt/ink/ink468.xml" ContentType="application/inkml+xml"/>
  <Override PartName="/ppt/ink/ink469.xml" ContentType="application/inkml+xml"/>
  <Override PartName="/ppt/ink/ink470.xml" ContentType="application/inkml+xml"/>
  <Override PartName="/ppt/ink/ink471.xml" ContentType="application/inkml+xml"/>
  <Override PartName="/ppt/ink/ink472.xml" ContentType="application/inkml+xml"/>
  <Override PartName="/ppt/ink/ink473.xml" ContentType="application/inkml+xml"/>
  <Override PartName="/ppt/ink/ink474.xml" ContentType="application/inkml+xml"/>
  <Override PartName="/ppt/ink/ink475.xml" ContentType="application/inkml+xml"/>
  <Override PartName="/ppt/ink/ink476.xml" ContentType="application/inkml+xml"/>
  <Override PartName="/ppt/ink/ink477.xml" ContentType="application/inkml+xml"/>
  <Override PartName="/ppt/ink/ink478.xml" ContentType="application/inkml+xml"/>
  <Override PartName="/ppt/ink/ink479.xml" ContentType="application/inkml+xml"/>
  <Override PartName="/ppt/ink/ink480.xml" ContentType="application/inkml+xml"/>
  <Override PartName="/ppt/ink/ink481.xml" ContentType="application/inkml+xml"/>
  <Override PartName="/ppt/ink/ink482.xml" ContentType="application/inkml+xml"/>
  <Override PartName="/ppt/ink/ink483.xml" ContentType="application/inkml+xml"/>
  <Override PartName="/ppt/ink/ink484.xml" ContentType="application/inkml+xml"/>
  <Override PartName="/ppt/ink/ink485.xml" ContentType="application/inkml+xml"/>
  <Override PartName="/ppt/ink/ink486.xml" ContentType="application/inkml+xml"/>
  <Override PartName="/ppt/ink/ink487.xml" ContentType="application/inkml+xml"/>
  <Override PartName="/ppt/ink/ink488.xml" ContentType="application/inkml+xml"/>
  <Override PartName="/ppt/ink/ink489.xml" ContentType="application/inkml+xml"/>
  <Override PartName="/ppt/ink/ink490.xml" ContentType="application/inkml+xml"/>
  <Override PartName="/ppt/ink/ink491.xml" ContentType="application/inkml+xml"/>
  <Override PartName="/ppt/ink/ink492.xml" ContentType="application/inkml+xml"/>
  <Override PartName="/ppt/ink/ink493.xml" ContentType="application/inkml+xml"/>
  <Override PartName="/ppt/ink/ink494.xml" ContentType="application/inkml+xml"/>
  <Override PartName="/ppt/ink/ink495.xml" ContentType="application/inkml+xml"/>
  <Override PartName="/ppt/ink/ink496.xml" ContentType="application/inkml+xml"/>
  <Override PartName="/ppt/ink/ink497.xml" ContentType="application/inkml+xml"/>
  <Override PartName="/ppt/ink/ink498.xml" ContentType="application/inkml+xml"/>
  <Override PartName="/ppt/ink/ink499.xml" ContentType="application/inkml+xml"/>
  <Override PartName="/ppt/ink/ink500.xml" ContentType="application/inkml+xml"/>
  <Override PartName="/ppt/ink/ink501.xml" ContentType="application/inkml+xml"/>
  <Override PartName="/ppt/ink/ink502.xml" ContentType="application/inkml+xml"/>
  <Override PartName="/ppt/ink/ink503.xml" ContentType="application/inkml+xml"/>
  <Override PartName="/ppt/ink/ink504.xml" ContentType="application/inkml+xml"/>
  <Override PartName="/ppt/ink/ink505.xml" ContentType="application/inkml+xml"/>
  <Override PartName="/ppt/ink/ink506.xml" ContentType="application/inkml+xml"/>
  <Override PartName="/ppt/ink/ink507.xml" ContentType="application/inkml+xml"/>
  <Override PartName="/ppt/ink/ink508.xml" ContentType="application/inkml+xml"/>
  <Override PartName="/ppt/ink/ink509.xml" ContentType="application/inkml+xml"/>
  <Override PartName="/ppt/ink/ink510.xml" ContentType="application/inkml+xml"/>
  <Override PartName="/ppt/ink/ink511.xml" ContentType="application/inkml+xml"/>
  <Override PartName="/ppt/ink/ink512.xml" ContentType="application/inkml+xml"/>
  <Override PartName="/ppt/ink/ink513.xml" ContentType="application/inkml+xml"/>
  <Override PartName="/ppt/ink/ink514.xml" ContentType="application/inkml+xml"/>
  <Override PartName="/ppt/ink/ink515.xml" ContentType="application/inkml+xml"/>
  <Override PartName="/ppt/ink/ink516.xml" ContentType="application/inkml+xml"/>
  <Override PartName="/ppt/ink/ink517.xml" ContentType="application/inkml+xml"/>
  <Override PartName="/ppt/ink/ink518.xml" ContentType="application/inkml+xml"/>
  <Override PartName="/ppt/ink/ink519.xml" ContentType="application/inkml+xml"/>
  <Override PartName="/ppt/ink/ink520.xml" ContentType="application/inkml+xml"/>
  <Override PartName="/ppt/ink/ink521.xml" ContentType="application/inkml+xml"/>
  <Override PartName="/ppt/ink/ink522.xml" ContentType="application/inkml+xml"/>
  <Override PartName="/ppt/ink/ink523.xml" ContentType="application/inkml+xml"/>
  <Override PartName="/ppt/ink/ink524.xml" ContentType="application/inkml+xml"/>
  <Override PartName="/ppt/ink/ink525.xml" ContentType="application/inkml+xml"/>
  <Override PartName="/ppt/ink/ink526.xml" ContentType="application/inkml+xml"/>
  <Override PartName="/ppt/ink/ink527.xml" ContentType="application/inkml+xml"/>
  <Override PartName="/ppt/ink/ink528.xml" ContentType="application/inkml+xml"/>
  <Override PartName="/ppt/ink/ink529.xml" ContentType="application/inkml+xml"/>
  <Override PartName="/ppt/ink/ink530.xml" ContentType="application/inkml+xml"/>
  <Override PartName="/ppt/ink/ink531.xml" ContentType="application/inkml+xml"/>
  <Override PartName="/ppt/ink/ink532.xml" ContentType="application/inkml+xml"/>
  <Override PartName="/ppt/ink/ink533.xml" ContentType="application/inkml+xml"/>
  <Override PartName="/ppt/ink/ink534.xml" ContentType="application/inkml+xml"/>
  <Override PartName="/ppt/ink/ink535.xml" ContentType="application/inkml+xml"/>
  <Override PartName="/ppt/ink/ink536.xml" ContentType="application/inkml+xml"/>
  <Override PartName="/ppt/ink/ink537.xml" ContentType="application/inkml+xml"/>
  <Override PartName="/ppt/ink/ink538.xml" ContentType="application/inkml+xml"/>
  <Override PartName="/ppt/ink/ink539.xml" ContentType="application/inkml+xml"/>
  <Override PartName="/ppt/ink/ink540.xml" ContentType="application/inkml+xml"/>
  <Override PartName="/ppt/ink/ink541.xml" ContentType="application/inkml+xml"/>
  <Override PartName="/ppt/ink/ink542.xml" ContentType="application/inkml+xml"/>
  <Override PartName="/ppt/ink/ink543.xml" ContentType="application/inkml+xml"/>
  <Override PartName="/ppt/ink/ink544.xml" ContentType="application/inkml+xml"/>
  <Override PartName="/ppt/ink/ink545.xml" ContentType="application/inkml+xml"/>
  <Override PartName="/ppt/ink/ink546.xml" ContentType="application/inkml+xml"/>
  <Override PartName="/ppt/ink/ink547.xml" ContentType="application/inkml+xml"/>
  <Override PartName="/ppt/ink/ink548.xml" ContentType="application/inkml+xml"/>
  <Override PartName="/ppt/ink/ink549.xml" ContentType="application/inkml+xml"/>
  <Override PartName="/ppt/ink/ink550.xml" ContentType="application/inkml+xml"/>
  <Override PartName="/ppt/ink/ink551.xml" ContentType="application/inkml+xml"/>
  <Override PartName="/ppt/ink/ink552.xml" ContentType="application/inkml+xml"/>
  <Override PartName="/ppt/ink/ink553.xml" ContentType="application/inkml+xml"/>
  <Override PartName="/ppt/ink/ink554.xml" ContentType="application/inkml+xml"/>
  <Override PartName="/ppt/ink/ink555.xml" ContentType="application/inkml+xml"/>
  <Override PartName="/ppt/ink/ink556.xml" ContentType="application/inkml+xml"/>
  <Override PartName="/ppt/ink/ink557.xml" ContentType="application/inkml+xml"/>
  <Override PartName="/ppt/ink/ink558.xml" ContentType="application/inkml+xml"/>
  <Override PartName="/ppt/ink/ink559.xml" ContentType="application/inkml+xml"/>
  <Override PartName="/ppt/ink/ink560.xml" ContentType="application/inkml+xml"/>
  <Override PartName="/ppt/ink/ink561.xml" ContentType="application/inkml+xml"/>
  <Override PartName="/ppt/ink/ink562.xml" ContentType="application/inkml+xml"/>
  <Override PartName="/ppt/ink/ink563.xml" ContentType="application/inkml+xml"/>
  <Override PartName="/ppt/ink/ink564.xml" ContentType="application/inkml+xml"/>
  <Override PartName="/ppt/ink/ink565.xml" ContentType="application/inkml+xml"/>
  <Override PartName="/ppt/ink/ink566.xml" ContentType="application/inkml+xml"/>
  <Override PartName="/ppt/ink/ink567.xml" ContentType="application/inkml+xml"/>
  <Override PartName="/ppt/ink/ink568.xml" ContentType="application/inkml+xml"/>
  <Override PartName="/ppt/ink/ink569.xml" ContentType="application/inkml+xml"/>
  <Override PartName="/ppt/ink/ink570.xml" ContentType="application/inkml+xml"/>
  <Override PartName="/ppt/ink/ink571.xml" ContentType="application/inkml+xml"/>
  <Override PartName="/ppt/ink/ink572.xml" ContentType="application/inkml+xml"/>
  <Override PartName="/ppt/ink/ink573.xml" ContentType="application/inkml+xml"/>
  <Override PartName="/ppt/ink/ink574.xml" ContentType="application/inkml+xml"/>
  <Override PartName="/ppt/ink/ink575.xml" ContentType="application/inkml+xml"/>
  <Override PartName="/ppt/ink/ink576.xml" ContentType="application/inkml+xml"/>
  <Override PartName="/ppt/ink/ink577.xml" ContentType="application/inkml+xml"/>
  <Override PartName="/ppt/ink/ink578.xml" ContentType="application/inkml+xml"/>
  <Override PartName="/ppt/ink/ink579.xml" ContentType="application/inkml+xml"/>
  <Override PartName="/ppt/ink/ink580.xml" ContentType="application/inkml+xml"/>
  <Override PartName="/ppt/ink/ink581.xml" ContentType="application/inkml+xml"/>
  <Override PartName="/ppt/ink/ink582.xml" ContentType="application/inkml+xml"/>
  <Override PartName="/ppt/ink/ink583.xml" ContentType="application/inkml+xml"/>
  <Override PartName="/ppt/ink/ink584.xml" ContentType="application/inkml+xml"/>
  <Override PartName="/ppt/ink/ink585.xml" ContentType="application/inkml+xml"/>
  <Override PartName="/ppt/ink/ink586.xml" ContentType="application/inkml+xml"/>
  <Override PartName="/ppt/ink/ink587.xml" ContentType="application/inkml+xml"/>
  <Override PartName="/ppt/ink/ink588.xml" ContentType="application/inkml+xml"/>
  <Override PartName="/ppt/ink/ink589.xml" ContentType="application/inkml+xml"/>
  <Override PartName="/ppt/ink/ink590.xml" ContentType="application/inkml+xml"/>
  <Override PartName="/ppt/ink/ink591.xml" ContentType="application/inkml+xml"/>
  <Override PartName="/ppt/ink/ink592.xml" ContentType="application/inkml+xml"/>
  <Override PartName="/ppt/ink/ink593.xml" ContentType="application/inkml+xml"/>
  <Override PartName="/ppt/ink/ink594.xml" ContentType="application/inkml+xml"/>
  <Override PartName="/ppt/ink/ink595.xml" ContentType="application/inkml+xml"/>
  <Override PartName="/ppt/ink/ink596.xml" ContentType="application/inkml+xml"/>
  <Override PartName="/ppt/ink/ink597.xml" ContentType="application/inkml+xml"/>
  <Override PartName="/ppt/ink/ink598.xml" ContentType="application/inkml+xml"/>
  <Override PartName="/ppt/ink/ink599.xml" ContentType="application/inkml+xml"/>
  <Override PartName="/ppt/ink/ink600.xml" ContentType="application/inkml+xml"/>
  <Override PartName="/ppt/ink/ink601.xml" ContentType="application/inkml+xml"/>
  <Override PartName="/ppt/ink/ink602.xml" ContentType="application/inkml+xml"/>
  <Override PartName="/ppt/ink/ink603.xml" ContentType="application/inkml+xml"/>
  <Override PartName="/ppt/ink/ink604.xml" ContentType="application/inkml+xml"/>
  <Override PartName="/ppt/ink/ink605.xml" ContentType="application/inkml+xml"/>
  <Override PartName="/ppt/ink/ink606.xml" ContentType="application/inkml+xml"/>
  <Override PartName="/ppt/ink/ink607.xml" ContentType="application/inkml+xml"/>
  <Override PartName="/ppt/ink/ink608.xml" ContentType="application/inkml+xml"/>
  <Override PartName="/ppt/ink/ink609.xml" ContentType="application/inkml+xml"/>
  <Override PartName="/ppt/ink/ink610.xml" ContentType="application/inkml+xml"/>
  <Override PartName="/ppt/ink/ink611.xml" ContentType="application/inkml+xml"/>
  <Override PartName="/ppt/ink/ink612.xml" ContentType="application/inkml+xml"/>
  <Override PartName="/ppt/ink/ink613.xml" ContentType="application/inkml+xml"/>
  <Override PartName="/ppt/ink/ink614.xml" ContentType="application/inkml+xml"/>
  <Override PartName="/ppt/ink/ink615.xml" ContentType="application/inkml+xml"/>
  <Override PartName="/ppt/ink/ink616.xml" ContentType="application/inkml+xml"/>
  <Override PartName="/ppt/ink/ink617.xml" ContentType="application/inkml+xml"/>
  <Override PartName="/ppt/ink/ink618.xml" ContentType="application/inkml+xml"/>
  <Override PartName="/ppt/ink/ink619.xml" ContentType="application/inkml+xml"/>
  <Override PartName="/ppt/ink/ink620.xml" ContentType="application/inkml+xml"/>
  <Override PartName="/ppt/ink/ink621.xml" ContentType="application/inkml+xml"/>
  <Override PartName="/ppt/ink/ink622.xml" ContentType="application/inkml+xml"/>
  <Override PartName="/ppt/ink/ink623.xml" ContentType="application/inkml+xml"/>
  <Override PartName="/ppt/ink/ink624.xml" ContentType="application/inkml+xml"/>
  <Override PartName="/ppt/ink/ink625.xml" ContentType="application/inkml+xml"/>
  <Override PartName="/ppt/ink/ink626.xml" ContentType="application/inkml+xml"/>
  <Override PartName="/ppt/ink/ink627.xml" ContentType="application/inkml+xml"/>
  <Override PartName="/ppt/ink/ink628.xml" ContentType="application/inkml+xml"/>
  <Override PartName="/ppt/ink/ink629.xml" ContentType="application/inkml+xml"/>
  <Override PartName="/ppt/ink/ink630.xml" ContentType="application/inkml+xml"/>
  <Override PartName="/ppt/ink/ink631.xml" ContentType="application/inkml+xml"/>
  <Override PartName="/ppt/ink/ink632.xml" ContentType="application/inkml+xml"/>
  <Override PartName="/ppt/ink/ink633.xml" ContentType="application/inkml+xml"/>
  <Override PartName="/ppt/ink/ink634.xml" ContentType="application/inkml+xml"/>
  <Override PartName="/ppt/ink/ink635.xml" ContentType="application/inkml+xml"/>
  <Override PartName="/ppt/ink/ink636.xml" ContentType="application/inkml+xml"/>
  <Override PartName="/ppt/ink/ink637.xml" ContentType="application/inkml+xml"/>
  <Override PartName="/ppt/ink/ink638.xml" ContentType="application/inkml+xml"/>
  <Override PartName="/ppt/ink/ink639.xml" ContentType="application/inkml+xml"/>
  <Override PartName="/ppt/ink/ink640.xml" ContentType="application/inkml+xml"/>
  <Override PartName="/ppt/ink/ink641.xml" ContentType="application/inkml+xml"/>
  <Override PartName="/ppt/ink/ink642.xml" ContentType="application/inkml+xml"/>
  <Override PartName="/ppt/ink/ink643.xml" ContentType="application/inkml+xml"/>
  <Override PartName="/ppt/ink/ink644.xml" ContentType="application/inkml+xml"/>
  <Override PartName="/ppt/ink/ink645.xml" ContentType="application/inkml+xml"/>
  <Override PartName="/ppt/ink/ink646.xml" ContentType="application/inkml+xml"/>
  <Override PartName="/ppt/ink/ink647.xml" ContentType="application/inkml+xml"/>
  <Override PartName="/ppt/ink/ink648.xml" ContentType="application/inkml+xml"/>
  <Override PartName="/ppt/ink/ink649.xml" ContentType="application/inkml+xml"/>
  <Override PartName="/ppt/ink/ink650.xml" ContentType="application/inkml+xml"/>
  <Override PartName="/ppt/ink/ink651.xml" ContentType="application/inkml+xml"/>
  <Override PartName="/ppt/ink/ink652.xml" ContentType="application/inkml+xml"/>
  <Override PartName="/ppt/ink/ink653.xml" ContentType="application/inkml+xml"/>
  <Override PartName="/ppt/ink/ink654.xml" ContentType="application/inkml+xml"/>
  <Override PartName="/ppt/ink/ink655.xml" ContentType="application/inkml+xml"/>
  <Override PartName="/ppt/ink/ink656.xml" ContentType="application/inkml+xml"/>
  <Override PartName="/ppt/ink/ink657.xml" ContentType="application/inkml+xml"/>
  <Override PartName="/ppt/ink/ink658.xml" ContentType="application/inkml+xml"/>
  <Override PartName="/ppt/ink/ink659.xml" ContentType="application/inkml+xml"/>
  <Override PartName="/ppt/ink/ink660.xml" ContentType="application/inkml+xml"/>
  <Override PartName="/ppt/ink/ink661.xml" ContentType="application/inkml+xml"/>
  <Override PartName="/ppt/ink/ink662.xml" ContentType="application/inkml+xml"/>
  <Override PartName="/ppt/ink/ink663.xml" ContentType="application/inkml+xml"/>
  <Override PartName="/ppt/ink/ink664.xml" ContentType="application/inkml+xml"/>
  <Override PartName="/ppt/ink/ink665.xml" ContentType="application/inkml+xml"/>
  <Override PartName="/ppt/ink/ink666.xml" ContentType="application/inkml+xml"/>
  <Override PartName="/ppt/ink/ink667.xml" ContentType="application/inkml+xml"/>
  <Override PartName="/ppt/ink/ink668.xml" ContentType="application/inkml+xml"/>
  <Override PartName="/ppt/ink/ink669.xml" ContentType="application/inkml+xml"/>
  <Override PartName="/ppt/ink/ink670.xml" ContentType="application/inkml+xml"/>
  <Override PartName="/ppt/ink/ink671.xml" ContentType="application/inkml+xml"/>
  <Override PartName="/ppt/ink/ink672.xml" ContentType="application/inkml+xml"/>
  <Override PartName="/ppt/ink/ink673.xml" ContentType="application/inkml+xml"/>
  <Override PartName="/ppt/ink/ink674.xml" ContentType="application/inkml+xml"/>
  <Override PartName="/ppt/ink/ink675.xml" ContentType="application/inkml+xml"/>
  <Override PartName="/ppt/ink/ink676.xml" ContentType="application/inkml+xml"/>
  <Override PartName="/ppt/ink/ink677.xml" ContentType="application/inkml+xml"/>
  <Override PartName="/ppt/ink/ink678.xml" ContentType="application/inkml+xml"/>
  <Override PartName="/ppt/ink/ink679.xml" ContentType="application/inkml+xml"/>
  <Override PartName="/ppt/ink/ink680.xml" ContentType="application/inkml+xml"/>
  <Override PartName="/ppt/ink/ink681.xml" ContentType="application/inkml+xml"/>
  <Override PartName="/ppt/ink/ink682.xml" ContentType="application/inkml+xml"/>
  <Override PartName="/ppt/ink/ink683.xml" ContentType="application/inkml+xml"/>
  <Override PartName="/ppt/ink/ink684.xml" ContentType="application/inkml+xml"/>
  <Override PartName="/ppt/ink/ink685.xml" ContentType="application/inkml+xml"/>
  <Override PartName="/ppt/ink/ink686.xml" ContentType="application/inkml+xml"/>
  <Override PartName="/ppt/ink/ink687.xml" ContentType="application/inkml+xml"/>
  <Override PartName="/ppt/ink/ink688.xml" ContentType="application/inkml+xml"/>
  <Override PartName="/ppt/ink/ink689.xml" ContentType="application/inkml+xml"/>
  <Override PartName="/ppt/ink/ink690.xml" ContentType="application/inkml+xml"/>
  <Override PartName="/ppt/ink/ink691.xml" ContentType="application/inkml+xml"/>
  <Override PartName="/ppt/ink/ink692.xml" ContentType="application/inkml+xml"/>
  <Override PartName="/ppt/ink/ink693.xml" ContentType="application/inkml+xml"/>
  <Override PartName="/ppt/ink/ink694.xml" ContentType="application/inkml+xml"/>
  <Override PartName="/ppt/ink/ink695.xml" ContentType="application/inkml+xml"/>
  <Override PartName="/ppt/ink/ink696.xml" ContentType="application/inkml+xml"/>
  <Override PartName="/ppt/ink/ink697.xml" ContentType="application/inkml+xml"/>
  <Override PartName="/ppt/ink/ink698.xml" ContentType="application/inkml+xml"/>
  <Override PartName="/ppt/ink/ink699.xml" ContentType="application/inkml+xml"/>
  <Override PartName="/ppt/ink/ink700.xml" ContentType="application/inkml+xml"/>
  <Override PartName="/ppt/ink/ink701.xml" ContentType="application/inkml+xml"/>
  <Override PartName="/ppt/ink/ink702.xml" ContentType="application/inkml+xml"/>
  <Override PartName="/ppt/ink/ink703.xml" ContentType="application/inkml+xml"/>
  <Override PartName="/ppt/ink/ink704.xml" ContentType="application/inkml+xml"/>
  <Override PartName="/ppt/ink/ink705.xml" ContentType="application/inkml+xml"/>
  <Override PartName="/ppt/ink/ink706.xml" ContentType="application/inkml+xml"/>
  <Override PartName="/ppt/ink/ink707.xml" ContentType="application/inkml+xml"/>
  <Override PartName="/ppt/ink/ink708.xml" ContentType="application/inkml+xml"/>
  <Override PartName="/ppt/ink/ink709.xml" ContentType="application/inkml+xml"/>
  <Override PartName="/ppt/ink/ink710.xml" ContentType="application/inkml+xml"/>
  <Override PartName="/ppt/ink/ink711.xml" ContentType="application/inkml+xml"/>
  <Override PartName="/ppt/ink/ink712.xml" ContentType="application/inkml+xml"/>
  <Override PartName="/ppt/ink/ink713.xml" ContentType="application/inkml+xml"/>
  <Override PartName="/ppt/ink/ink714.xml" ContentType="application/inkml+xml"/>
  <Override PartName="/ppt/ink/ink715.xml" ContentType="application/inkml+xml"/>
  <Override PartName="/ppt/ink/ink716.xml" ContentType="application/inkml+xml"/>
  <Override PartName="/ppt/ink/ink717.xml" ContentType="application/inkml+xml"/>
  <Override PartName="/ppt/ink/ink718.xml" ContentType="application/inkml+xml"/>
  <Override PartName="/ppt/ink/ink719.xml" ContentType="application/inkml+xml"/>
  <Override PartName="/ppt/ink/ink720.xml" ContentType="application/inkml+xml"/>
  <Override PartName="/ppt/ink/ink721.xml" ContentType="application/inkml+xml"/>
  <Override PartName="/ppt/ink/ink722.xml" ContentType="application/inkml+xml"/>
  <Override PartName="/ppt/ink/ink723.xml" ContentType="application/inkml+xml"/>
  <Override PartName="/ppt/ink/ink724.xml" ContentType="application/inkml+xml"/>
  <Override PartName="/ppt/ink/ink725.xml" ContentType="application/inkml+xml"/>
  <Override PartName="/ppt/ink/ink726.xml" ContentType="application/inkml+xml"/>
  <Override PartName="/ppt/ink/ink727.xml" ContentType="application/inkml+xml"/>
  <Override PartName="/ppt/ink/ink728.xml" ContentType="application/inkml+xml"/>
  <Override PartName="/ppt/ink/ink729.xml" ContentType="application/inkml+xml"/>
  <Override PartName="/ppt/ink/ink730.xml" ContentType="application/inkml+xml"/>
  <Override PartName="/ppt/ink/ink731.xml" ContentType="application/inkml+xml"/>
  <Override PartName="/ppt/ink/ink732.xml" ContentType="application/inkml+xml"/>
  <Override PartName="/ppt/ink/ink733.xml" ContentType="application/inkml+xml"/>
  <Override PartName="/ppt/ink/ink734.xml" ContentType="application/inkml+xml"/>
  <Override PartName="/ppt/ink/ink735.xml" ContentType="application/inkml+xml"/>
  <Override PartName="/ppt/ink/ink736.xml" ContentType="application/inkml+xml"/>
  <Override PartName="/ppt/ink/ink737.xml" ContentType="application/inkml+xml"/>
  <Override PartName="/ppt/ink/ink738.xml" ContentType="application/inkml+xml"/>
  <Override PartName="/ppt/ink/ink739.xml" ContentType="application/inkml+xml"/>
  <Override PartName="/ppt/ink/ink740.xml" ContentType="application/inkml+xml"/>
  <Override PartName="/ppt/ink/ink741.xml" ContentType="application/inkml+xml"/>
  <Override PartName="/ppt/ink/ink742.xml" ContentType="application/inkml+xml"/>
  <Override PartName="/ppt/ink/ink743.xml" ContentType="application/inkml+xml"/>
  <Override PartName="/ppt/ink/ink744.xml" ContentType="application/inkml+xml"/>
  <Override PartName="/ppt/ink/ink745.xml" ContentType="application/inkml+xml"/>
  <Override PartName="/ppt/ink/ink746.xml" ContentType="application/inkml+xml"/>
  <Override PartName="/ppt/ink/ink747.xml" ContentType="application/inkml+xml"/>
  <Override PartName="/ppt/ink/ink748.xml" ContentType="application/inkml+xml"/>
  <Override PartName="/ppt/ink/ink749.xml" ContentType="application/inkml+xml"/>
  <Override PartName="/ppt/ink/ink750.xml" ContentType="application/inkml+xml"/>
  <Override PartName="/ppt/ink/ink751.xml" ContentType="application/inkml+xml"/>
  <Override PartName="/ppt/ink/ink752.xml" ContentType="application/inkml+xml"/>
  <Override PartName="/ppt/ink/ink753.xml" ContentType="application/inkml+xml"/>
  <Override PartName="/ppt/ink/ink754.xml" ContentType="application/inkml+xml"/>
  <Override PartName="/ppt/ink/ink755.xml" ContentType="application/inkml+xml"/>
  <Override PartName="/ppt/ink/ink756.xml" ContentType="application/inkml+xml"/>
  <Override PartName="/ppt/ink/ink757.xml" ContentType="application/inkml+xml"/>
  <Override PartName="/ppt/ink/ink758.xml" ContentType="application/inkml+xml"/>
  <Override PartName="/ppt/ink/ink759.xml" ContentType="application/inkml+xml"/>
  <Override PartName="/ppt/ink/ink760.xml" ContentType="application/inkml+xml"/>
  <Override PartName="/ppt/ink/ink761.xml" ContentType="application/inkml+xml"/>
  <Override PartName="/ppt/ink/ink762.xml" ContentType="application/inkml+xml"/>
  <Override PartName="/ppt/ink/ink763.xml" ContentType="application/inkml+xml"/>
  <Override PartName="/ppt/ink/ink764.xml" ContentType="application/inkml+xml"/>
  <Override PartName="/ppt/ink/ink765.xml" ContentType="application/inkml+xml"/>
  <Override PartName="/ppt/ink/ink766.xml" ContentType="application/inkml+xml"/>
  <Override PartName="/ppt/ink/ink767.xml" ContentType="application/inkml+xml"/>
  <Override PartName="/ppt/ink/ink768.xml" ContentType="application/inkml+xml"/>
  <Override PartName="/ppt/ink/ink769.xml" ContentType="application/inkml+xml"/>
  <Override PartName="/ppt/ink/ink770.xml" ContentType="application/inkml+xml"/>
  <Override PartName="/ppt/ink/ink771.xml" ContentType="application/inkml+xml"/>
  <Override PartName="/ppt/ink/ink772.xml" ContentType="application/inkml+xml"/>
  <Override PartName="/ppt/ink/ink773.xml" ContentType="application/inkml+xml"/>
  <Override PartName="/ppt/ink/ink774.xml" ContentType="application/inkml+xml"/>
  <Override PartName="/ppt/ink/ink775.xml" ContentType="application/inkml+xml"/>
  <Override PartName="/ppt/ink/ink776.xml" ContentType="application/inkml+xml"/>
  <Override PartName="/ppt/ink/ink777.xml" ContentType="application/inkml+xml"/>
  <Override PartName="/ppt/ink/ink778.xml" ContentType="application/inkml+xml"/>
  <Override PartName="/ppt/ink/ink779.xml" ContentType="application/inkml+xml"/>
  <Override PartName="/ppt/ink/ink780.xml" ContentType="application/inkml+xml"/>
  <Override PartName="/ppt/ink/ink781.xml" ContentType="application/inkml+xml"/>
  <Override PartName="/ppt/ink/ink782.xml" ContentType="application/inkml+xml"/>
  <Override PartName="/ppt/ink/ink783.xml" ContentType="application/inkml+xml"/>
  <Override PartName="/ppt/ink/ink784.xml" ContentType="application/inkml+xml"/>
  <Override PartName="/ppt/ink/ink785.xml" ContentType="application/inkml+xml"/>
  <Override PartName="/ppt/ink/ink786.xml" ContentType="application/inkml+xml"/>
  <Override PartName="/ppt/ink/ink787.xml" ContentType="application/inkml+xml"/>
  <Override PartName="/ppt/ink/ink788.xml" ContentType="application/inkml+xml"/>
  <Override PartName="/ppt/ink/ink789.xml" ContentType="application/inkml+xml"/>
  <Override PartName="/ppt/ink/ink790.xml" ContentType="application/inkml+xml"/>
  <Override PartName="/ppt/ink/ink791.xml" ContentType="application/inkml+xml"/>
  <Override PartName="/ppt/ink/ink792.xml" ContentType="application/inkml+xml"/>
  <Override PartName="/ppt/ink/ink793.xml" ContentType="application/inkml+xml"/>
  <Override PartName="/ppt/ink/ink794.xml" ContentType="application/inkml+xml"/>
  <Override PartName="/ppt/ink/ink795.xml" ContentType="application/inkml+xml"/>
  <Override PartName="/ppt/ink/ink796.xml" ContentType="application/inkml+xml"/>
  <Override PartName="/ppt/ink/ink797.xml" ContentType="application/inkml+xml"/>
  <Override PartName="/ppt/ink/ink798.xml" ContentType="application/inkml+xml"/>
  <Override PartName="/ppt/ink/ink799.xml" ContentType="application/inkml+xml"/>
  <Override PartName="/ppt/ink/ink800.xml" ContentType="application/inkml+xml"/>
  <Override PartName="/ppt/ink/ink801.xml" ContentType="application/inkml+xml"/>
  <Override PartName="/ppt/ink/ink802.xml" ContentType="application/inkml+xml"/>
  <Override PartName="/ppt/ink/ink803.xml" ContentType="application/inkml+xml"/>
  <Override PartName="/ppt/ink/ink804.xml" ContentType="application/inkml+xml"/>
  <Override PartName="/ppt/ink/ink805.xml" ContentType="application/inkml+xml"/>
  <Override PartName="/ppt/ink/ink806.xml" ContentType="application/inkml+xml"/>
  <Override PartName="/ppt/ink/ink807.xml" ContentType="application/inkml+xml"/>
  <Override PartName="/ppt/ink/ink808.xml" ContentType="application/inkml+xml"/>
  <Override PartName="/ppt/ink/ink809.xml" ContentType="application/inkml+xml"/>
  <Override PartName="/ppt/ink/ink810.xml" ContentType="application/inkml+xml"/>
  <Override PartName="/ppt/ink/ink811.xml" ContentType="application/inkml+xml"/>
  <Override PartName="/ppt/ink/ink812.xml" ContentType="application/inkml+xml"/>
  <Override PartName="/ppt/ink/ink813.xml" ContentType="application/inkml+xml"/>
  <Override PartName="/ppt/ink/ink814.xml" ContentType="application/inkml+xml"/>
  <Override PartName="/ppt/ink/ink815.xml" ContentType="application/inkml+xml"/>
  <Override PartName="/ppt/ink/ink816.xml" ContentType="application/inkml+xml"/>
  <Override PartName="/ppt/ink/ink817.xml" ContentType="application/inkml+xml"/>
  <Override PartName="/ppt/ink/ink818.xml" ContentType="application/inkml+xml"/>
  <Override PartName="/ppt/ink/ink819.xml" ContentType="application/inkml+xml"/>
  <Override PartName="/ppt/ink/ink820.xml" ContentType="application/inkml+xml"/>
  <Override PartName="/ppt/ink/ink821.xml" ContentType="application/inkml+xml"/>
  <Override PartName="/ppt/ink/ink822.xml" ContentType="application/inkml+xml"/>
  <Override PartName="/ppt/ink/ink823.xml" ContentType="application/inkml+xml"/>
  <Override PartName="/ppt/ink/ink824.xml" ContentType="application/inkml+xml"/>
  <Override PartName="/ppt/ink/ink825.xml" ContentType="application/inkml+xml"/>
  <Override PartName="/ppt/ink/ink826.xml" ContentType="application/inkml+xml"/>
  <Override PartName="/ppt/ink/ink827.xml" ContentType="application/inkml+xml"/>
  <Override PartName="/ppt/ink/ink828.xml" ContentType="application/inkml+xml"/>
  <Override PartName="/ppt/ink/ink829.xml" ContentType="application/inkml+xml"/>
  <Override PartName="/ppt/ink/ink830.xml" ContentType="application/inkml+xml"/>
  <Override PartName="/ppt/ink/ink831.xml" ContentType="application/inkml+xml"/>
  <Override PartName="/ppt/ink/ink832.xml" ContentType="application/inkml+xml"/>
  <Override PartName="/ppt/ink/ink833.xml" ContentType="application/inkml+xml"/>
  <Override PartName="/ppt/ink/ink834.xml" ContentType="application/inkml+xml"/>
  <Override PartName="/ppt/ink/ink835.xml" ContentType="application/inkml+xml"/>
  <Override PartName="/ppt/ink/ink836.xml" ContentType="application/inkml+xml"/>
  <Override PartName="/ppt/ink/ink837.xml" ContentType="application/inkml+xml"/>
  <Override PartName="/ppt/ink/ink838.xml" ContentType="application/inkml+xml"/>
  <Override PartName="/ppt/ink/ink839.xml" ContentType="application/inkml+xml"/>
  <Override PartName="/ppt/ink/ink840.xml" ContentType="application/inkml+xml"/>
  <Override PartName="/ppt/ink/ink841.xml" ContentType="application/inkml+xml"/>
  <Override PartName="/ppt/ink/ink842.xml" ContentType="application/inkml+xml"/>
  <Override PartName="/ppt/ink/ink843.xml" ContentType="application/inkml+xml"/>
  <Override PartName="/ppt/ink/ink844.xml" ContentType="application/inkml+xml"/>
  <Override PartName="/ppt/ink/ink845.xml" ContentType="application/inkml+xml"/>
  <Override PartName="/ppt/ink/ink846.xml" ContentType="application/inkml+xml"/>
  <Override PartName="/ppt/ink/ink847.xml" ContentType="application/inkml+xml"/>
  <Override PartName="/ppt/ink/ink848.xml" ContentType="application/inkml+xml"/>
  <Override PartName="/ppt/ink/ink849.xml" ContentType="application/inkml+xml"/>
  <Override PartName="/ppt/ink/ink850.xml" ContentType="application/inkml+xml"/>
  <Override PartName="/ppt/ink/ink851.xml" ContentType="application/inkml+xml"/>
  <Override PartName="/ppt/ink/ink852.xml" ContentType="application/inkml+xml"/>
  <Override PartName="/ppt/ink/ink853.xml" ContentType="application/inkml+xml"/>
  <Override PartName="/ppt/ink/ink854.xml" ContentType="application/inkml+xml"/>
  <Override PartName="/ppt/ink/ink855.xml" ContentType="application/inkml+xml"/>
  <Override PartName="/ppt/ink/ink856.xml" ContentType="application/inkml+xml"/>
  <Override PartName="/ppt/ink/ink857.xml" ContentType="application/inkml+xml"/>
  <Override PartName="/ppt/ink/ink858.xml" ContentType="application/inkml+xml"/>
  <Override PartName="/ppt/ink/ink859.xml" ContentType="application/inkml+xml"/>
  <Override PartName="/ppt/ink/ink860.xml" ContentType="application/inkml+xml"/>
  <Override PartName="/ppt/ink/ink861.xml" ContentType="application/inkml+xml"/>
  <Override PartName="/ppt/ink/ink862.xml" ContentType="application/inkml+xml"/>
  <Override PartName="/ppt/ink/ink863.xml" ContentType="application/inkml+xml"/>
  <Override PartName="/ppt/ink/ink864.xml" ContentType="application/inkml+xml"/>
  <Override PartName="/ppt/ink/ink865.xml" ContentType="application/inkml+xml"/>
  <Override PartName="/ppt/ink/ink866.xml" ContentType="application/inkml+xml"/>
  <Override PartName="/ppt/ink/ink867.xml" ContentType="application/inkml+xml"/>
  <Override PartName="/ppt/ink/ink868.xml" ContentType="application/inkml+xml"/>
  <Override PartName="/ppt/ink/ink869.xml" ContentType="application/inkml+xml"/>
  <Override PartName="/ppt/ink/ink870.xml" ContentType="application/inkml+xml"/>
  <Override PartName="/ppt/ink/ink871.xml" ContentType="application/inkml+xml"/>
  <Override PartName="/ppt/ink/ink872.xml" ContentType="application/inkml+xml"/>
  <Override PartName="/ppt/ink/ink873.xml" ContentType="application/inkml+xml"/>
  <Override PartName="/ppt/ink/ink874.xml" ContentType="application/inkml+xml"/>
  <Override PartName="/ppt/ink/ink875.xml" ContentType="application/inkml+xml"/>
  <Override PartName="/ppt/ink/ink876.xml" ContentType="application/inkml+xml"/>
  <Override PartName="/ppt/ink/ink877.xml" ContentType="application/inkml+xml"/>
  <Override PartName="/ppt/ink/ink878.xml" ContentType="application/inkml+xml"/>
  <Override PartName="/ppt/ink/ink879.xml" ContentType="application/inkml+xml"/>
  <Override PartName="/ppt/ink/ink880.xml" ContentType="application/inkml+xml"/>
  <Override PartName="/ppt/ink/ink881.xml" ContentType="application/inkml+xml"/>
  <Override PartName="/ppt/ink/ink882.xml" ContentType="application/inkml+xml"/>
  <Override PartName="/ppt/ink/ink883.xml" ContentType="application/inkml+xml"/>
  <Override PartName="/ppt/ink/ink884.xml" ContentType="application/inkml+xml"/>
  <Override PartName="/ppt/ink/ink885.xml" ContentType="application/inkml+xml"/>
  <Override PartName="/ppt/ink/ink886.xml" ContentType="application/inkml+xml"/>
  <Override PartName="/ppt/ink/ink887.xml" ContentType="application/inkml+xml"/>
  <Override PartName="/ppt/ink/ink888.xml" ContentType="application/inkml+xml"/>
  <Override PartName="/ppt/ink/ink889.xml" ContentType="application/inkml+xml"/>
  <Override PartName="/ppt/ink/ink890.xml" ContentType="application/inkml+xml"/>
  <Override PartName="/ppt/ink/ink891.xml" ContentType="application/inkml+xml"/>
  <Override PartName="/ppt/ink/ink892.xml" ContentType="application/inkml+xml"/>
  <Override PartName="/ppt/ink/ink893.xml" ContentType="application/inkml+xml"/>
  <Override PartName="/ppt/ink/ink894.xml" ContentType="application/inkml+xml"/>
  <Override PartName="/ppt/ink/ink895.xml" ContentType="application/inkml+xml"/>
  <Override PartName="/ppt/ink/ink896.xml" ContentType="application/inkml+xml"/>
  <Override PartName="/ppt/ink/ink897.xml" ContentType="application/inkml+xml"/>
  <Override PartName="/ppt/ink/ink898.xml" ContentType="application/inkml+xml"/>
  <Override PartName="/ppt/ink/ink899.xml" ContentType="application/inkml+xml"/>
  <Override PartName="/ppt/ink/ink900.xml" ContentType="application/inkml+xml"/>
  <Override PartName="/ppt/ink/ink901.xml" ContentType="application/inkml+xml"/>
  <Override PartName="/ppt/ink/ink902.xml" ContentType="application/inkml+xml"/>
  <Override PartName="/ppt/ink/ink903.xml" ContentType="application/inkml+xml"/>
  <Override PartName="/ppt/ink/ink904.xml" ContentType="application/inkml+xml"/>
  <Override PartName="/ppt/ink/ink905.xml" ContentType="application/inkml+xml"/>
  <Override PartName="/ppt/ink/ink906.xml" ContentType="application/inkml+xml"/>
  <Override PartName="/ppt/ink/ink907.xml" ContentType="application/inkml+xml"/>
  <Override PartName="/ppt/ink/ink908.xml" ContentType="application/inkml+xml"/>
  <Override PartName="/ppt/ink/ink909.xml" ContentType="application/inkml+xml"/>
  <Override PartName="/ppt/ink/ink910.xml" ContentType="application/inkml+xml"/>
  <Override PartName="/ppt/ink/ink911.xml" ContentType="application/inkml+xml"/>
  <Override PartName="/ppt/ink/ink912.xml" ContentType="application/inkml+xml"/>
  <Override PartName="/ppt/ink/ink913.xml" ContentType="application/inkml+xml"/>
  <Override PartName="/ppt/ink/ink914.xml" ContentType="application/inkml+xml"/>
  <Override PartName="/ppt/ink/ink915.xml" ContentType="application/inkml+xml"/>
  <Override PartName="/ppt/ink/ink916.xml" ContentType="application/inkml+xml"/>
  <Override PartName="/ppt/ink/ink917.xml" ContentType="application/inkml+xml"/>
  <Override PartName="/ppt/ink/ink918.xml" ContentType="application/inkml+xml"/>
  <Override PartName="/ppt/ink/ink919.xml" ContentType="application/inkml+xml"/>
  <Override PartName="/ppt/ink/ink920.xml" ContentType="application/inkml+xml"/>
  <Override PartName="/ppt/ink/ink921.xml" ContentType="application/inkml+xml"/>
  <Override PartName="/ppt/ink/ink922.xml" ContentType="application/inkml+xml"/>
  <Override PartName="/ppt/ink/ink923.xml" ContentType="application/inkml+xml"/>
  <Override PartName="/ppt/ink/ink924.xml" ContentType="application/inkml+xml"/>
  <Override PartName="/ppt/ink/ink925.xml" ContentType="application/inkml+xml"/>
  <Override PartName="/ppt/ink/ink926.xml" ContentType="application/inkml+xml"/>
  <Override PartName="/ppt/ink/ink927.xml" ContentType="application/inkml+xml"/>
  <Override PartName="/ppt/ink/ink928.xml" ContentType="application/inkml+xml"/>
  <Override PartName="/ppt/ink/ink929.xml" ContentType="application/inkml+xml"/>
  <Override PartName="/ppt/ink/ink930.xml" ContentType="application/inkml+xml"/>
  <Override PartName="/ppt/ink/ink931.xml" ContentType="application/inkml+xml"/>
  <Override PartName="/ppt/ink/ink932.xml" ContentType="application/inkml+xml"/>
  <Override PartName="/ppt/ink/ink933.xml" ContentType="application/inkml+xml"/>
  <Override PartName="/ppt/ink/ink934.xml" ContentType="application/inkml+xml"/>
  <Override PartName="/ppt/ink/ink935.xml" ContentType="application/inkml+xml"/>
  <Override PartName="/ppt/ink/ink936.xml" ContentType="application/inkml+xml"/>
  <Override PartName="/ppt/ink/ink937.xml" ContentType="application/inkml+xml"/>
  <Override PartName="/ppt/ink/ink938.xml" ContentType="application/inkml+xml"/>
  <Override PartName="/ppt/ink/ink939.xml" ContentType="application/inkml+xml"/>
  <Override PartName="/ppt/ink/ink940.xml" ContentType="application/inkml+xml"/>
  <Override PartName="/ppt/ink/ink941.xml" ContentType="application/inkml+xml"/>
  <Override PartName="/ppt/ink/ink942.xml" ContentType="application/inkml+xml"/>
  <Override PartName="/ppt/ink/ink943.xml" ContentType="application/inkml+xml"/>
  <Override PartName="/ppt/ink/ink944.xml" ContentType="application/inkml+xml"/>
  <Override PartName="/ppt/ink/ink945.xml" ContentType="application/inkml+xml"/>
  <Override PartName="/ppt/ink/ink946.xml" ContentType="application/inkml+xml"/>
  <Override PartName="/ppt/ink/ink947.xml" ContentType="application/inkml+xml"/>
  <Override PartName="/ppt/ink/ink948.xml" ContentType="application/inkml+xml"/>
  <Override PartName="/ppt/ink/ink949.xml" ContentType="application/inkml+xml"/>
  <Override PartName="/ppt/ink/ink950.xml" ContentType="application/inkml+xml"/>
  <Override PartName="/ppt/ink/ink951.xml" ContentType="application/inkml+xml"/>
  <Override PartName="/ppt/ink/ink952.xml" ContentType="application/inkml+xml"/>
  <Override PartName="/ppt/ink/ink953.xml" ContentType="application/inkml+xml"/>
  <Override PartName="/ppt/ink/ink954.xml" ContentType="application/inkml+xml"/>
  <Override PartName="/ppt/ink/ink955.xml" ContentType="application/inkml+xml"/>
  <Override PartName="/ppt/ink/ink956.xml" ContentType="application/inkml+xml"/>
  <Override PartName="/ppt/ink/ink957.xml" ContentType="application/inkml+xml"/>
  <Override PartName="/ppt/ink/ink958.xml" ContentType="application/inkml+xml"/>
  <Override PartName="/ppt/ink/ink959.xml" ContentType="application/inkml+xml"/>
  <Override PartName="/ppt/ink/ink960.xml" ContentType="application/inkml+xml"/>
  <Override PartName="/ppt/ink/ink961.xml" ContentType="application/inkml+xml"/>
  <Override PartName="/ppt/ink/ink962.xml" ContentType="application/inkml+xml"/>
  <Override PartName="/ppt/ink/ink963.xml" ContentType="application/inkml+xml"/>
  <Override PartName="/ppt/ink/ink964.xml" ContentType="application/inkml+xml"/>
  <Override PartName="/ppt/ink/ink965.xml" ContentType="application/inkml+xml"/>
  <Override PartName="/ppt/ink/ink966.xml" ContentType="application/inkml+xml"/>
  <Override PartName="/ppt/ink/ink967.xml" ContentType="application/inkml+xml"/>
  <Override PartName="/ppt/ink/ink968.xml" ContentType="application/inkml+xml"/>
  <Override PartName="/ppt/ink/ink969.xml" ContentType="application/inkml+xml"/>
  <Override PartName="/ppt/ink/ink970.xml" ContentType="application/inkml+xml"/>
  <Override PartName="/ppt/ink/ink971.xml" ContentType="application/inkml+xml"/>
  <Override PartName="/ppt/ink/ink972.xml" ContentType="application/inkml+xml"/>
  <Override PartName="/ppt/ink/ink973.xml" ContentType="application/inkml+xml"/>
  <Override PartName="/ppt/ink/ink974.xml" ContentType="application/inkml+xml"/>
  <Override PartName="/ppt/ink/ink975.xml" ContentType="application/inkml+xml"/>
  <Override PartName="/ppt/ink/ink976.xml" ContentType="application/inkml+xml"/>
  <Override PartName="/ppt/ink/ink977.xml" ContentType="application/inkml+xml"/>
  <Override PartName="/ppt/ink/ink978.xml" ContentType="application/inkml+xml"/>
  <Override PartName="/ppt/ink/ink979.xml" ContentType="application/inkml+xml"/>
  <Override PartName="/ppt/ink/ink980.xml" ContentType="application/inkml+xml"/>
  <Override PartName="/ppt/ink/ink981.xml" ContentType="application/inkml+xml"/>
  <Override PartName="/ppt/ink/ink982.xml" ContentType="application/inkml+xml"/>
  <Override PartName="/ppt/ink/ink983.xml" ContentType="application/inkml+xml"/>
  <Override PartName="/ppt/ink/ink984.xml" ContentType="application/inkml+xml"/>
  <Override PartName="/ppt/ink/ink985.xml" ContentType="application/inkml+xml"/>
  <Override PartName="/ppt/ink/ink986.xml" ContentType="application/inkml+xml"/>
  <Override PartName="/ppt/ink/ink987.xml" ContentType="application/inkml+xml"/>
  <Override PartName="/ppt/ink/ink988.xml" ContentType="application/inkml+xml"/>
  <Override PartName="/ppt/ink/ink989.xml" ContentType="application/inkml+xml"/>
  <Override PartName="/ppt/ink/ink990.xml" ContentType="application/inkml+xml"/>
  <Override PartName="/ppt/ink/ink991.xml" ContentType="application/inkml+xml"/>
  <Override PartName="/ppt/ink/ink992.xml" ContentType="application/inkml+xml"/>
  <Override PartName="/ppt/ink/ink993.xml" ContentType="application/inkml+xml"/>
  <Override PartName="/ppt/ink/ink994.xml" ContentType="application/inkml+xml"/>
  <Override PartName="/ppt/ink/ink995.xml" ContentType="application/inkml+xml"/>
  <Override PartName="/ppt/ink/ink996.xml" ContentType="application/inkml+xml"/>
  <Override PartName="/ppt/ink/ink997.xml" ContentType="application/inkml+xml"/>
  <Override PartName="/ppt/ink/ink998.xml" ContentType="application/inkml+xml"/>
  <Override PartName="/ppt/ink/ink999.xml" ContentType="application/inkml+xml"/>
  <Override PartName="/ppt/ink/ink1000.xml" ContentType="application/inkml+xml"/>
  <Override PartName="/ppt/ink/ink1001.xml" ContentType="application/inkml+xml"/>
  <Override PartName="/ppt/ink/ink1002.xml" ContentType="application/inkml+xml"/>
  <Override PartName="/ppt/ink/ink1003.xml" ContentType="application/inkml+xml"/>
  <Override PartName="/ppt/ink/ink1004.xml" ContentType="application/inkml+xml"/>
  <Override PartName="/ppt/ink/ink1005.xml" ContentType="application/inkml+xml"/>
  <Override PartName="/ppt/ink/ink1006.xml" ContentType="application/inkml+xml"/>
  <Override PartName="/ppt/ink/ink1007.xml" ContentType="application/inkml+xml"/>
  <Override PartName="/ppt/ink/ink1008.xml" ContentType="application/inkml+xml"/>
  <Override PartName="/ppt/ink/ink1009.xml" ContentType="application/inkml+xml"/>
  <Override PartName="/ppt/ink/ink1010.xml" ContentType="application/inkml+xml"/>
  <Override PartName="/ppt/ink/ink1011.xml" ContentType="application/inkml+xml"/>
  <Override PartName="/ppt/ink/ink1012.xml" ContentType="application/inkml+xml"/>
  <Override PartName="/ppt/ink/ink1013.xml" ContentType="application/inkml+xml"/>
  <Override PartName="/ppt/ink/ink1014.xml" ContentType="application/inkml+xml"/>
  <Override PartName="/ppt/ink/ink1015.xml" ContentType="application/inkml+xml"/>
  <Override PartName="/ppt/ink/ink1016.xml" ContentType="application/inkml+xml"/>
  <Override PartName="/ppt/ink/ink1017.xml" ContentType="application/inkml+xml"/>
  <Override PartName="/ppt/ink/ink1018.xml" ContentType="application/inkml+xml"/>
  <Override PartName="/ppt/ink/ink1019.xml" ContentType="application/inkml+xml"/>
  <Override PartName="/ppt/ink/ink1020.xml" ContentType="application/inkml+xml"/>
  <Override PartName="/ppt/ink/ink1021.xml" ContentType="application/inkml+xml"/>
  <Override PartName="/ppt/ink/ink1022.xml" ContentType="application/inkml+xml"/>
  <Override PartName="/ppt/ink/ink1023.xml" ContentType="application/inkml+xml"/>
  <Override PartName="/ppt/ink/ink1024.xml" ContentType="application/inkml+xml"/>
  <Override PartName="/ppt/ink/ink1025.xml" ContentType="application/inkml+xml"/>
  <Override PartName="/ppt/ink/ink1026.xml" ContentType="application/inkml+xml"/>
  <Override PartName="/ppt/ink/ink1027.xml" ContentType="application/inkml+xml"/>
  <Override PartName="/ppt/ink/ink1028.xml" ContentType="application/inkml+xml"/>
  <Override PartName="/ppt/ink/ink1029.xml" ContentType="application/inkml+xml"/>
  <Override PartName="/ppt/ink/ink1030.xml" ContentType="application/inkml+xml"/>
  <Override PartName="/ppt/ink/ink1031.xml" ContentType="application/inkml+xml"/>
  <Override PartName="/ppt/ink/ink1032.xml" ContentType="application/inkml+xml"/>
  <Override PartName="/ppt/ink/ink1033.xml" ContentType="application/inkml+xml"/>
  <Override PartName="/ppt/ink/ink1034.xml" ContentType="application/inkml+xml"/>
  <Override PartName="/ppt/ink/ink1035.xml" ContentType="application/inkml+xml"/>
  <Override PartName="/ppt/ink/ink1036.xml" ContentType="application/inkml+xml"/>
  <Override PartName="/ppt/ink/ink1037.xml" ContentType="application/inkml+xml"/>
  <Override PartName="/ppt/ink/ink1038.xml" ContentType="application/inkml+xml"/>
  <Override PartName="/ppt/ink/ink1039.xml" ContentType="application/inkml+xml"/>
  <Override PartName="/ppt/ink/ink1040.xml" ContentType="application/inkml+xml"/>
  <Override PartName="/ppt/ink/ink1041.xml" ContentType="application/inkml+xml"/>
  <Override PartName="/ppt/ink/ink1042.xml" ContentType="application/inkml+xml"/>
  <Override PartName="/ppt/ink/ink1043.xml" ContentType="application/inkml+xml"/>
  <Override PartName="/ppt/ink/ink1044.xml" ContentType="application/inkml+xml"/>
  <Override PartName="/ppt/ink/ink1045.xml" ContentType="application/inkml+xml"/>
  <Override PartName="/ppt/ink/ink1046.xml" ContentType="application/inkml+xml"/>
  <Override PartName="/ppt/ink/ink1047.xml" ContentType="application/inkml+xml"/>
  <Override PartName="/ppt/ink/ink1048.xml" ContentType="application/inkml+xml"/>
  <Override PartName="/ppt/ink/ink1049.xml" ContentType="application/inkml+xml"/>
  <Override PartName="/ppt/ink/ink1050.xml" ContentType="application/inkml+xml"/>
  <Override PartName="/ppt/ink/ink1051.xml" ContentType="application/inkml+xml"/>
  <Override PartName="/ppt/ink/ink1052.xml" ContentType="application/inkml+xml"/>
  <Override PartName="/ppt/ink/ink1053.xml" ContentType="application/inkml+xml"/>
  <Override PartName="/ppt/ink/ink1054.xml" ContentType="application/inkml+xml"/>
  <Override PartName="/ppt/ink/ink1055.xml" ContentType="application/inkml+xml"/>
  <Override PartName="/ppt/ink/ink1056.xml" ContentType="application/inkml+xml"/>
  <Override PartName="/ppt/ink/ink1057.xml" ContentType="application/inkml+xml"/>
  <Override PartName="/ppt/ink/ink1058.xml" ContentType="application/inkml+xml"/>
  <Override PartName="/ppt/ink/ink1059.xml" ContentType="application/inkml+xml"/>
  <Override PartName="/ppt/ink/ink1060.xml" ContentType="application/inkml+xml"/>
  <Override PartName="/ppt/ink/ink1061.xml" ContentType="application/inkml+xml"/>
  <Override PartName="/ppt/ink/ink1062.xml" ContentType="application/inkml+xml"/>
  <Override PartName="/ppt/ink/ink1063.xml" ContentType="application/inkml+xml"/>
  <Override PartName="/ppt/ink/ink1064.xml" ContentType="application/inkml+xml"/>
  <Override PartName="/ppt/ink/ink1065.xml" ContentType="application/inkml+xml"/>
  <Override PartName="/ppt/ink/ink1066.xml" ContentType="application/inkml+xml"/>
  <Override PartName="/ppt/ink/ink1067.xml" ContentType="application/inkml+xml"/>
  <Override PartName="/ppt/ink/ink1068.xml" ContentType="application/inkml+xml"/>
  <Override PartName="/ppt/ink/ink1069.xml" ContentType="application/inkml+xml"/>
  <Override PartName="/ppt/ink/ink1070.xml" ContentType="application/inkml+xml"/>
  <Override PartName="/ppt/ink/ink1071.xml" ContentType="application/inkml+xml"/>
  <Override PartName="/ppt/ink/ink1072.xml" ContentType="application/inkml+xml"/>
  <Override PartName="/ppt/ink/ink1073.xml" ContentType="application/inkml+xml"/>
  <Override PartName="/ppt/ink/ink1074.xml" ContentType="application/inkml+xml"/>
  <Override PartName="/ppt/ink/ink1075.xml" ContentType="application/inkml+xml"/>
  <Override PartName="/ppt/ink/ink1076.xml" ContentType="application/inkml+xml"/>
  <Override PartName="/ppt/ink/ink1077.xml" ContentType="application/inkml+xml"/>
  <Override PartName="/ppt/ink/ink1078.xml" ContentType="application/inkml+xml"/>
  <Override PartName="/ppt/ink/ink1079.xml" ContentType="application/inkml+xml"/>
  <Override PartName="/ppt/ink/ink1080.xml" ContentType="application/inkml+xml"/>
  <Override PartName="/ppt/ink/ink1081.xml" ContentType="application/inkml+xml"/>
  <Override PartName="/ppt/ink/ink1082.xml" ContentType="application/inkml+xml"/>
  <Override PartName="/ppt/ink/ink1083.xml" ContentType="application/inkml+xml"/>
  <Override PartName="/ppt/ink/ink1084.xml" ContentType="application/inkml+xml"/>
  <Override PartName="/ppt/ink/ink1085.xml" ContentType="application/inkml+xml"/>
  <Override PartName="/ppt/ink/ink1086.xml" ContentType="application/inkml+xml"/>
  <Override PartName="/ppt/ink/ink1087.xml" ContentType="application/inkml+xml"/>
  <Override PartName="/ppt/ink/ink1088.xml" ContentType="application/inkml+xml"/>
  <Override PartName="/ppt/ink/ink1089.xml" ContentType="application/inkml+xml"/>
  <Override PartName="/ppt/ink/ink1090.xml" ContentType="application/inkml+xml"/>
  <Override PartName="/ppt/ink/ink1091.xml" ContentType="application/inkml+xml"/>
  <Override PartName="/ppt/ink/ink1092.xml" ContentType="application/inkml+xml"/>
  <Override PartName="/ppt/ink/ink1093.xml" ContentType="application/inkml+xml"/>
  <Override PartName="/ppt/ink/ink1094.xml" ContentType="application/inkml+xml"/>
  <Override PartName="/ppt/ink/ink1095.xml" ContentType="application/inkml+xml"/>
  <Override PartName="/ppt/ink/ink1096.xml" ContentType="application/inkml+xml"/>
  <Override PartName="/ppt/ink/ink1097.xml" ContentType="application/inkml+xml"/>
  <Override PartName="/ppt/ink/ink1098.xml" ContentType="application/inkml+xml"/>
  <Override PartName="/ppt/ink/ink1099.xml" ContentType="application/inkml+xml"/>
  <Override PartName="/ppt/ink/ink1100.xml" ContentType="application/inkml+xml"/>
  <Override PartName="/ppt/ink/ink1101.xml" ContentType="application/inkml+xml"/>
  <Override PartName="/ppt/ink/ink1102.xml" ContentType="application/inkml+xml"/>
  <Override PartName="/ppt/ink/ink1103.xml" ContentType="application/inkml+xml"/>
  <Override PartName="/ppt/ink/ink1104.xml" ContentType="application/inkml+xml"/>
  <Override PartName="/ppt/ink/ink1105.xml" ContentType="application/inkml+xml"/>
  <Override PartName="/ppt/ink/ink1106.xml" ContentType="application/inkml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2"/>
    <p:sldId id="257" r:id="rId3"/>
    <p:sldId id="258" r:id="rId4"/>
    <p:sldId id="264" r:id="rId5"/>
    <p:sldId id="265" r:id="rId6"/>
    <p:sldId id="266" r:id="rId7"/>
    <p:sldId id="267" r:id="rId8"/>
    <p:sldId id="268" r:id="rId9"/>
    <p:sldId id="269" r:id="rId10"/>
    <p:sldId id="270" r:id="rId11"/>
    <p:sldId id="259" r:id="rId12"/>
    <p:sldId id="260" r:id="rId13"/>
    <p:sldId id="271" r:id="rId14"/>
    <p:sldId id="272" r:id="rId15"/>
    <p:sldId id="261" r:id="rId16"/>
    <p:sldId id="262" r:id="rId17"/>
    <p:sldId id="273" r:id="rId18"/>
    <p:sldId id="274" r:id="rId19"/>
    <p:sldId id="263" r:id="rId20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2" autoAdjust="0"/>
    <p:restoredTop sz="94660"/>
  </p:normalViewPr>
  <p:slideViewPr>
    <p:cSldViewPr snapToGrid="0">
      <p:cViewPr>
        <p:scale>
          <a:sx n="95" d="100"/>
          <a:sy n="95" d="100"/>
        </p:scale>
        <p:origin x="106" y="-26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06T18:05:32.37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581 352 800 0 0,'131'-15'1841'0'0,"-66"3"-720"0"0,-65-17-961 0 0,0 10-320 0 0,0-2 160 0 0,0 1 80 0 0,0-10 160 0 0,0 3 160 0 0,-65-6 0 0 0,-33-17-400 0 0,-33 11-720 0 0,-32 18-481 0 0,6 6-79 0 0,-6-5-321 0 0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06T18:05:39.61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2265 1190 5683 0 0,'22'-26'700'0'0,"-2"0"0"0"0,0-2 0 0 0,17-33 0 0 0,33-47-859 0 0,65-40 1134 0 0,-52 61 77 0 0,-17 9 120 0 0,-34 37-362 0 0,3 3 0 0 0,38-36 0 0 0,71-43 1071 0 0,207-128 0 0 0,-579 383-1068 0 0,-23 20 228 0 0,-362 204 480 0 0,285-175-1028 0 0,-45 7 321 0 0,7 14 653 0 0,-2-13 107 0 0,79-39-467 0 0,89-50-573 0 0,61-44-363 0 0,123-56-179 0 0,-1-1-1 0 0,0 0 1 0 0,-1-2-1 0 0,1 0 1 0 0,-21 1-1 0 0,34-3 0 0 0,-1-1-1 0 0,1-1 0 0 0,-1 1 1 0 0,0-1-1 0 0,1 1 1 0 0,-1-1-1 0 0,-7-3 1 0 0,10 3 4 0 0,0 0 1 0 0,1 0 0 0 0,-1 1 0 0 0,0-2-1 0 0,1 1 1 0 0,-1 0 0 0 0,1 0 0 0 0,0 0-1 0 0,-1-1 1 0 0,1 1 0 0 0,0-1 0 0 0,-1 1 0 0 0,1-1-1 0 0,-1-2 1 0 0,0-2-4 0 0,1 0-1 0 0,-1 1 1 0 0,1-1 0 0 0,0 0-1 0 0,1 0 1 0 0,0 0 0 0 0,0 0-1 0 0,0 0 1 0 0,0 0 0 0 0,1 0-1 0 0,2-7 1 0 0,1-12-21 0 0,2 1 0 0 0,1-1-1 0 0,1 1 1 0 0,15-32 0 0 0,59-95-78 0 0,54-48-107 0 0,43-17-13 0 0,-118 136 162 0 0,53-61-3 0 0,90-67 105 0 0,-197 201-34 0 0,288-255 185 0 0,-218 205-73 0 0,3 3 0 0 0,94-48 1 0 0,-111 70-134 0 0,1 3 0 0 0,1 3 0 0 0,101-27 0 0 0,-126 44-77 0 0,-1 1 0 0 0,77-3 0 0 0,-91 11 48 0 0,0 0 0 0 0,-1 2-1 0 0,1 1 1 0 0,0 1 0 0 0,36 10-1 0 0,-48-10 48 0 0,-1 1 0 0 0,0 0 0 0 0,1 0 0 0 0,-2 1 0 0 0,1 0 0 0 0,-1 1 0 0 0,0 1 0 0 0,0 0 0 0 0,15 14 0 0 0,-20-15 21 0 0,-1-1 1 0 0,0 1 0 0 0,0 0 0 0 0,-1 0-1 0 0,1 1 1 0 0,-1-1 0 0 0,-1 1-1 0 0,0 0 1 0 0,0 0 0 0 0,0 0 0 0 0,-1 0-1 0 0,0 1 1 0 0,-1-1 0 0 0,0 0-1 0 0,0 18 1 0 0,-2-8 37 0 0,-1 0 0 0 0,0 1 0 0 0,-2-1 0 0 0,0 0 1 0 0,-1 0-1 0 0,-1-1 0 0 0,0 1 0 0 0,-1-1 0 0 0,-1-1 0 0 0,-16 25 0 0 0,-3 0 102 0 0,-3-1 1 0 0,-51 54-1 0 0,68-80-115 0 0,-171 178 635 0 0,143-153-456 0 0,-2-2-1 0 0,-72 48 1 0 0,92-72-201 0 0,0-1 0 0 0,-1 0 1 0 0,0-2-1 0 0,0-1 1 0 0,-43 10-1 0 0,61-17-219 0 0,-1-1 0 0 0,1 0-1 0 0,-1 0 1 0 0,0-1 0 0 0,1 0 0 0 0,-1 0-1 0 0,1-1 1 0 0,-1 1 0 0 0,0-1-1 0 0,1-1 1 0 0,0 1 0 0 0,-12-5-1 0 0,1 0-653 0 0,-7-2-2172 0 0,-35-16-1 0 0,-11-17-6315 0 0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06T18:05:42.13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1 798 1361 0 0,'5'-7'2214'0'0,"4"0"-1006"0"0,-1 0 0 0 0,0 0 0 0 0,13-15 0 0 0,26-25 990 0 0,-9 11-1023 0 0,0-2-296 0 0,88-73 937 0 0,53-50-257 0 0,-156 137-1436 0 0,0 1-1 0 0,2 2 1 0 0,1 0 0 0 0,50-30 0 0 0,-25 22-25 0 0,279-146 484 0 0,-298 165-702 0 0,-25 11-90 0 0,-3 2 193 0 0,1-2-5 0 0,-4-1 28 0 0,0 0 1 0 0,1 0-1 0 0,-1 0 1 0 0,0 1-1 0 0,1-1 0 0 0,-1 0 1 0 0,0 1-1 0 0,1-1 1 0 0,-1 1-1 0 0,0 0 0 0 0,0-1 1 0 0,0 1-1 0 0,1 0 1 0 0,-1 0-1 0 0,1 1 0 0 0,-1 0 12 0 0,-1-1 0 0 0,1 1 0 0 0,-1 0 0 0 0,1 0-1 0 0,-1-1 1 0 0,0 1 0 0 0,0 0 0 0 0,0 0-1 0 0,0-1 1 0 0,0 1 0 0 0,0 0 0 0 0,0 0-1 0 0,-1 0 1 0 0,1-1 0 0 0,-1 1 0 0 0,1 0 0 0 0,-1-1-1 0 0,0 1 1 0 0,1 0 0 0 0,-3 2 0 0 0,-23 50 986 0 0,-60 90 1 0 0,58-102-668 0 0,2 1 0 0 0,2 1 1 0 0,1 1-1 0 0,-20 60 0 0 0,27-52-221 0 0,5-22-58 0 0,1 0 1 0 0,2 0-1 0 0,1 1 1 0 0,1 0-1 0 0,-1 36 1 0 0,7 63-500 0 0,0-131 414 0 0,0 0 0 0 0,0 1 0 0 0,0-1-1 0 0,0 0 1 0 0,0 0 0 0 0,0 0-1 0 0,0 0 1 0 0,0 0 0 0 0,0 0 0 0 0,0 1-1 0 0,0-1 1 0 0,0 0 0 0 0,0 0-1 0 0,0 0 1 0 0,0 0 0 0 0,0 0 0 0 0,0 0-1 0 0,0 1 1 0 0,0-1 0 0 0,0 0 0 0 0,1 0-1 0 0,-1 0 1 0 0,0 0 0 0 0,0 0-1 0 0,0 0 1 0 0,0 0 0 0 0,0 0 0 0 0,0 0-1 0 0,0 1 1 0 0,0-1 0 0 0,1 0 0 0 0,-1 0-1 0 0,0 0 1 0 0,0 0 0 0 0,0 0-1 0 0,0 0 1 0 0,0 0 0 0 0,0 0 0 0 0,1 0-1 0 0,-1 0 1 0 0,0 0 0 0 0,0 0-1 0 0,0 0 1 0 0,0 0 0 0 0,0 0 0 0 0,0 0-1 0 0,1 0 1 0 0,-1 0 0 0 0,0 0 0 0 0,0 0-1 0 0,0 0 1 0 0,0 0 0 0 0,0 0-1 0 0,0 0 1 0 0,0 0 0 0 0,1-1 0 0 0,-1 1-1 0 0,0 0 1 0 0,0 0 0 0 0,0 0-1 0 0,0 0 1 0 0,0 0 0 0 0,0 0 0 0 0,0 0-1 0 0,0 0 1 0 0,1-1 0 0 0,0 1-165 0 0,0 0-19 0 0,0 0 0 0 0,0 0 0 0 0,0 0 0 0 0,0 0 1 0 0,0-1-1 0 0,0 1 0 0 0,0 0 0 0 0,0-1 0 0 0,0 1 0 0 0,0 0 0 0 0,0-1 0 0 0,0 1 1 0 0,0-1-1 0 0,-1 1 0 0 0,1-1 0 0 0,0 0 0 0 0,0 1 0 0 0,0-1 0 0 0,-1 0 0 0 0,1 0 1 0 0,0 0-1 0 0,-1 1 0 0 0,1-1 0 0 0,-1 0 0 0 0,1 0 0 0 0,-1 0 0 0 0,1 0 0 0 0,-1 0 1 0 0,0 0-1 0 0,1 0 0 0 0,-1 0 0 0 0,0 0 0 0 0,0 0 0 0 0,0 0 0 0 0,0 0 0 0 0,0 0 1 0 0,0 0-1 0 0,0 0 0 0 0,0 0 0 0 0,0 0 0 0 0,0 0 0 0 0,-1 0 0 0 0,1 0 0 0 0,0 0 1 0 0,-1 0-1 0 0,1 0 0 0 0,0 0 0 0 0,-2-1 0 0 0,-25-42-5872 0 0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06T18:05:42.52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13 640 0 0,'0'-6'5763'0'0,"0"0"1200"0"0,0 12-5442 0 0,33-6-401 0 0,32 6-800 0 0,92 15-4081 0 0,136 14-7044 0 0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06T18:05:43.43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63 1201 0 0,'33'-6'1360'0'0,"-1"0"-239"0"0,1-3-161 0 0,0 3-240 0 0,32 0-239 0 0,-6-3-401 0 0,-27 9-561 0 0,34-6-559 0 0,-1 0-641 0 0,-32-2-240 0 0</inkml:trace>
</inkml:ink>
</file>

<file path=ppt/ink/ink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06T18:05:43.82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21 1040 0 0,'33'-6'1521'0'0,"-1"0"-160"0"0,1-3-401 0 0,0 9-480 0 0,32 0-640 0 0,-6 15-1360 0 0</inkml:trace>
</inkml:ink>
</file>

<file path=ppt/ink/ink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06T18:05:45.59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811 138 400 0 0,'0'0'137'0'0,"0"-1"0"0"0,0 0 0 0 0,0 0 1 0 0,1 0-1 0 0,-1 0 0 0 0,0 1 0 0 0,0-1 0 0 0,1 0 0 0 0,-1 0 0 0 0,0 1 0 0 0,1-1 0 0 0,-1 0 0 0 0,1 0 1 0 0,-1 1-1 0 0,1-1 0 0 0,-1 0 0 0 0,1 1 0 0 0,-1-1 0 0 0,1 1 0 0 0,0-1 0 0 0,-1 1 0 0 0,1-1 0 0 0,0 1 0 0 0,-1-1 1 0 0,1 1-1 0 0,0 0 0 0 0,0-1 0 0 0,-1 1 0 0 0,1 0 0 0 0,0 0 0 0 0,0-1 0 0 0,0 1 0 0 0,-1 0 0 0 0,1 0 1 0 0,2 0-1 0 0,3-1 516 0 0,-6 1-590 0 0,0-1-1 0 0,0 1 0 0 0,0 0 1 0 0,0 0-1 0 0,-1 0 0 0 0,1 0 1 0 0,0 0-1 0 0,0 0 0 0 0,0 0 1 0 0,0 0-1 0 0,0-1 0 0 0,0 1 1 0 0,-1 0-1 0 0,1 0 0 0 0,0 0 1 0 0,0 0-1 0 0,0 0 0 0 0,0-1 1 0 0,0 1-1 0 0,0 0 0 0 0,0 0 1 0 0,0 0-1 0 0,0 0 0 0 0,0-1 1 0 0,0 1-1 0 0,0 0 0 0 0,0 0 1 0 0,0 0-1 0 0,0 0 0 0 0,0-1 1 0 0,0 1-1 0 0,0 0 0 0 0,0 0 1 0 0,0 0-1 0 0,0-1 0 0 0,0 1 1 0 0,0 0-1 0 0,0 0 0 0 0,0 0 1 0 0,0 0-1 0 0,0 0 0 0 0,0-1 1 0 0,1 1-1 0 0,-1 0 0 0 0,0 0 1 0 0,0 0-1 0 0,0 0 0 0 0,0 0 1 0 0,0 0-1 0 0,0-1 0 0 0,1 1 1 0 0,-1 0-1 0 0,0 0 0 0 0,0 0 1 0 0,-38-14 2984 0 0,24 8-2213 0 0,0 1 0 0 0,0 1 0 0 0,0 0-1 0 0,-22-3 1 0 0,-117-14 1634 0 0,105 14-1844 0 0,-44-2 193 0 0,-55 5-310 0 0,133 7-495 0 0,-1 0 0 0 0,1 1 0 0 0,0 1 0 0 0,0 0 0 0 0,1 1 0 0 0,-1 0 1 0 0,1 1-1 0 0,1 1 0 0 0,-1 0 0 0 0,-14 12 0 0 0,-44 48 15 0 0,69-67-19 0 0,0 0-1 0 0,-1 1 1 0 0,1-1 0 0 0,0 0 0 0 0,0 1 0 0 0,0 0-1 0 0,1-1 1 0 0,-1 1 0 0 0,0 0 0 0 0,1 0 0 0 0,-1 0 0 0 0,1 0-1 0 0,-1 0 1 0 0,1 0 0 0 0,0 1 0 0 0,0-1 0 0 0,0 0-1 0 0,0 1 1 0 0,0-1 0 0 0,1 0 0 0 0,-1 1 0 0 0,1-1 0 0 0,0 1-1 0 0,-1-1 1 0 0,1 1 0 0 0,0-1 0 0 0,0 1 0 0 0,1 3-1 0 0,-1 144-380 0 0,0-148 365 0 0,0 0 1 0 0,1 0-1 0 0,-1 0 1 0 0,0 0-1 0 0,1 1 1 0 0,-1-1-1 0 0,1 0 1 0 0,0 0-1 0 0,0 0 1 0 0,0 0-1 0 0,-1-1 1 0 0,2 1-1 0 0,-1 0 1 0 0,0 0-1 0 0,0 0 1 0 0,1-1-1 0 0,-1 1 1 0 0,1-1-1 0 0,-1 1 1 0 0,3 1-1 0 0,1 0-14 0 0,1 0 0 0 0,-1 0 0 0 0,1 0 0 0 0,0-1 0 0 0,-1 0 0 0 0,1 0 0 0 0,11 2 0 0 0,41 6 84 0 0,1-3 0 0 0,71 0 0 0 0,122-12 139 0 0,-203 2-194 0 0,0-2 0 0 0,0-2-1 0 0,71-19 1 0 0,-49-8 140 0 0,-58 29-127 0 0,-8 4-8 0 0,-1 0-1 0 0,0 0 0 0 0,0-1 0 0 0,0 1 0 0 0,0-1 0 0 0,0 0 0 0 0,0 0 0 0 0,0-1 0 0 0,0 1 0 0 0,-1-1 0 0 0,0 0 0 0 0,1 0 1 0 0,-1 0-1 0 0,0 0 0 0 0,0-1 0 0 0,-1 1 0 0 0,1-1 0 0 0,-1 1 0 0 0,0-1 0 0 0,3-5 0 0 0,6-52 189 0 0,-6 40-165 0 0,-3 14-22 0 0,0-1 1 0 0,0 1-1 0 0,-1-1 1 0 0,0 0-1 0 0,0-9 1 0 0,-1 13-12 0 0,-1 1 0 0 0,1-1 0 0 0,-1 0 0 0 0,0 0 0 0 0,0 1 0 0 0,-1-1 0 0 0,1 0 0 0 0,-1 1 1 0 0,1-1-1 0 0,-1 1 0 0 0,0 0 0 0 0,0 0 0 0 0,-1 0 0 0 0,-3-5 0 0 0,-9-5-117 0 0,-1 0 0 0 0,0 1 1 0 0,-1 1-1 0 0,0 1 0 0 0,-1 0 0 0 0,0 1 0 0 0,-31-11 0 0 0,30 12-127 0 0,3 2-211 0 0,9 2 138 0 0,0 1-1 0 0,0 0 1 0 0,-1 1 0 0 0,1-1 0 0 0,-1 1-1 0 0,1 1 1 0 0,-1 0 0 0 0,0 0-1 0 0,0 0 1 0 0,-10 1 0 0 0,2 0-917 0 0,17 0 502 0 0,0 0 557 0 0,0 1 0 0 0,0-1 0 0 0,0 0 0 0 0,0 1 1 0 0,0-1-1 0 0,0 1 0 0 0,0-1 0 0 0,0 1 0 0 0,0-1 0 0 0,0 1 0 0 0,0 0 0 0 0,0-1 0 0 0,-1 1 0 0 0,1 0 0 0 0,0 0 0 0 0,-1 0 0 0 0,1 0 0 0 0,0 0 0 0 0,-1-1 1 0 0,1 1-1 0 0,-1 0 0 0 0,1 0 0 0 0,-1 0 0 0 0,0 0 0 0 0,1 0 0 0 0,-1 1 0 0 0,0-1 0 0 0,0 1 0 0 0,0 26-3669 0 0,0 17-626 0 0</inkml:trace>
</inkml:ink>
</file>

<file path=ppt/ink/ink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06T18:05:45.96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16 400 0 0,'0'-9'3522'0'0,"0"3"2961"0"0,32 6-4162 0 0,-32 6-320 0 0,66 3-320 0 0,32 11-481 0 0,97 20-1040 0 0,-31 10-4402 0 0,-73-11-3601 0 0</inkml:trace>
</inkml:ink>
</file>

<file path=ppt/ink/ink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06T18:05:48.15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0 453 320 0 0,'0'0'2014'0'0,"6"-1"-1480"0"0,21-4 613 0 0,-27 4-994 0 0,0 0 0 0 0,0 0 0 0 0,0-1 0 0 0,0 1 0 0 0,0 0 0 0 0,0 0 0 0 0,0 0 0 0 0,1 0 0 0 0,-1 0 0 0 0,0 0 0 0 0,1-1 0 0 0,-1 1 0 0 0,1 0 0 0 0,-1 0 0 0 0,1 0 0 0 0,1-1 0 0 0,32-16 497 0 0,24-14-6 0 0,236-159 397 0 0,-207 136-801 0 0,-38 15-80 0 0,71-16-133 0 0,-94 42 88 0 0,-20 12-97 0 0,-5 2-18 0 0,-1 0 1 0 0,0 0-1 0 0,0 0 1 0 0,1 0-1 0 0,-1 0 1 0 0,0 0-1 0 0,0-1 1 0 0,1 1-1 0 0,-1 0 1 0 0,0 0-1 0 0,0 0 1 0 0,0 0-1 0 0,1-1 0 0 0,-1 1 1 0 0,0 0-1 0 0,0 0 1 0 0,0-1-1 0 0,0 1 1 0 0,1 0-1 0 0,-1 0 1 0 0,0-1-1 0 0,0 1 1 0 0,0 0-1 0 0,0 0 1 0 0,0-1-1 0 0,0 1 0 0 0,0 0 1 0 0,0 0-1 0 0,0-1 1 0 0,0 1-1 0 0,0 0 1 0 0,0 0-1 0 0,0-1 1 0 0,0 1 4 0 0,0-1 1 0 0,0 1-1 0 0,0 0 1 0 0,0 0-1 0 0,0-1 1 0 0,0 1-1 0 0,0 0 0 0 0,0 0 1 0 0,0-1-1 0 0,0 1 1 0 0,0 0-1 0 0,0 0 1 0 0,1-1-1 0 0,-1 1 1 0 0,0 0-1 0 0,0 0 1 0 0,0 0-1 0 0,0-1 1 0 0,0 1-1 0 0,0 0 1 0 0,1 0-1 0 0,-1 0 1 0 0,0-1-1 0 0,0 1 1 0 0,0 0-1 0 0,1 0 0 0 0,-1 0 1 0 0,0 0-1 0 0,0 0 1 0 0,0-1-1 0 0,1 1 1 0 0,-1 0-1 0 0,0 0 1 0 0,0 0-1 0 0,1 0 1 0 0,-1 0-1 0 0,0 0 1 0 0,0 0-1 0 0,1 0 1 0 0,-1 0-1 0 0,14-2 56 0 0,0 1 0 0 0,0 0 0 0 0,0 0 0 0 0,-1 2 0 0 0,1 0 0 0 0,16 3 0 0 0,-29-4-56 0 0,-1 0 0 0 0,1 1-1 0 0,-1-1 1 0 0,1 0 0 0 0,-1 1 0 0 0,0-1 0 0 0,1 0 0 0 0,-1 1-1 0 0,1-1 1 0 0,-1 0 0 0 0,0 1 0 0 0,0-1 0 0 0,1 1 0 0 0,-1-1-1 0 0,0 0 1 0 0,0 1 0 0 0,1-1 0 0 0,-1 1 0 0 0,0-1 0 0 0,0 1-1 0 0,0-1 1 0 0,0 1 0 0 0,0-1 0 0 0,0 1 0 0 0,1-1-1 0 0,-2 2 1 0 0,5 8 92 0 0,4-3-40 0 0,-7-7-48 0 0,0 1-1 0 0,0 0 1 0 0,1 0-1 0 0,-1 0 1 0 0,0-1 0 0 0,0 1-1 0 0,0 1 1 0 0,0-1 0 0 0,0 0-1 0 0,0 0 1 0 0,0 0 0 0 0,-1 0-1 0 0,1 1 1 0 0,0-1 0 0 0,-1 0-1 0 0,1 1 1 0 0,-1-1 0 0 0,1 0-1 0 0,-1 1 1 0 0,0-1 0 0 0,1 1-1 0 0,-1-1 1 0 0,0 1 0 0 0,0-1-1 0 0,0 0 1 0 0,0 1 0 0 0,0-1-1 0 0,-1 1 1 0 0,1-1 0 0 0,0 1-1 0 0,-1-1 1 0 0,1 0 0 0 0,-1 1-1 0 0,0 0 1 0 0,-21 49 338 0 0,11 7-54 0 0,-10-14-133 0 0,10-6 160 0 0,-11 7 214 0 0,12-3 53 0 0,2-21-355 0 0,6-18-214 0 0,1 0 0 0 0,-1 0-1 0 0,1 0 1 0 0,0 0 0 0 0,0 0 0 0 0,0 0-1 0 0,0 0 1 0 0,0 0 0 0 0,1 0 0 0 0,0 0-1 0 0,-1 1 1 0 0,1-1 0 0 0,0 0-1 0 0,1 0 1 0 0,-1 1 0 0 0,2 5 0 0 0,7 10 68 0 0,-7-16-55 0 0,0 0 0 0 0,-1-1 0 0 0,0 1 0 0 0,1 0 0 0 0,-1 0 0 0 0,0 0 0 0 0,-1 0 0 0 0,1 0 0 0 0,0 0-1 0 0,0 6 1 0 0,-2-7-17 0 0,1 0 0 0 0,0 1 0 0 0,0-1 0 0 0,1 0 0 0 0,-1 0 0 0 0,0 0 0 0 0,1 1 0 0 0,-1-1 0 0 0,1 0 0 0 0,0 0-1 0 0,1 3 1 0 0,15 6 33 0 0,-12-9-47 0 0,-2 0 487 0 0,-11-4-136 0 0,-9-4-149 0 0,10 1 130 0 0,4 2-264 0 0,-15-4 110 0 0,-13-7 31 0 0,20 4-72 0 0,10 8-125 0 0,-1 1 1 0 0,1-1-1 0 0,-1 1 0 0 0,1 0 0 0 0,-1-1 0 0 0,0 1 0 0 0,0 0 0 0 0,1 0 0 0 0,-1 0 1 0 0,0 1-1 0 0,0-1 0 0 0,0 0 0 0 0,-3 0 0 0 0,-58-19 220 0 0,42 12-124 0 0,0 1 0 0 0,0 1 0 0 0,-1 1 0 0 0,0 0 0 0 0,-36-1 1 0 0,34 6 4 0 0,8-1-26 0 0,0 1-1 0 0,-21 2 1 0 0,31 4-165 0 0,12-4-5206 0 0,-1-1 4445 0 0,7 1-635 0 0,4-5-2923 0 0,11 2 982 0 0</inkml:trace>
</inkml:ink>
</file>

<file path=ppt/ink/ink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06T18:05:49.16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 68 240 0 0,'0'0'667'0'0,"0"-1"-622"0"0,0 1 0 0 0,0 0 0 0 0,0 0 0 0 0,-1 0-1 0 0,1-1 1 0 0,0 1 0 0 0,0 0 0 0 0,0 0 0 0 0,0-1 0 0 0,0 1 0 0 0,0 0 0 0 0,0 0-1 0 0,0 0 1 0 0,0-1 0 0 0,0 1 0 0 0,0 0 0 0 0,0 0 0 0 0,0-1 0 0 0,0 1-1 0 0,0 0 1 0 0,0 0 0 0 0,0-1 0 0 0,0 1 0 0 0,0 0 0 0 0,0 0 0 0 0,0-1 0 0 0,0 1-1 0 0,1 0 1 0 0,-1 0 0 0 0,0 0 0 0 0,0-1 0 0 0,0 1 0 0 0,0 0 0 0 0,1 0-1 0 0,-1 0 1 0 0,0-1 0 0 0,0 1 0 0 0,0 0 0 0 0,1 0 0 0 0,-1 0 0 0 0,0 0 0 0 0,0 0-1 0 0,0 0 1 0 0,1 0 0 0 0,-1-1 0 0 0,0 1 0 0 0,0 0 0 0 0,1 0 0 0 0,-1 0 0 0 0,0 0-1 0 0,0 0 1 0 0,1 0 0 0 0,-1 0 0 0 0,1 0 0 0 0,64-24 2489 0 0,50 8-1294 0 0,-61 10-639 0 0,117-1 246 0 0,-104 6-573 0 0,-18 0-89 0 0,386-2 1657 0 0,-377 4-1559 0 0,629 25 982 0 0,-636-22-3380 0 0,99-4 1 0 0,-117-5-1274 0 0,-28-1 320 0 0</inkml:trace>
</inkml:ink>
</file>

<file path=ppt/ink/ink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06T18:05:51.16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0 572 400 0 0,'1'-1'46'0'0,"0"0"-1"0"0,0 0 1 0 0,0 0-1 0 0,0 0 1 0 0,0 0-1 0 0,0 0 0 0 0,0 0 1 0 0,0 1-1 0 0,0-1 1 0 0,1 1-1 0 0,-1-1 1 0 0,0 0-1 0 0,0 1 1 0 0,1 0-1 0 0,-1-1 1 0 0,0 1-1 0 0,1 0 1 0 0,-1 0-1 0 0,2-1 1 0 0,-1 1 98 0 0,84-47 3118 0 0,-30 15-2229 0 0,-2 0-459 0 0,-25 10-212 0 0,0 2 0 0 0,39-21 0 0 0,-31 20-127 0 0,-1-1 5 0 0,-1-2 1 0 0,34-30-1 0 0,-32 24-34 0 0,47-30 0 0 0,-58 44-151 0 0,-9 6-33 0 0,0 0 0 0 0,20-18-1 0 0,56-33 206 0 0,-90 55-199 0 0,-3 6-23 0 0,0-1 1 0 0,0 1-1 0 0,0-1 0 0 0,0 1 0 0 0,0-1 0 0 0,1 1 0 0 0,-1 0 0 0 0,0-1 0 0 0,0 1 0 0 0,0-1 0 0 0,1 1 0 0 0,-1 0 0 0 0,0-1 0 0 0,1 1 0 0 0,-1-1 1 0 0,0 1-1 0 0,1 0 0 0 0,-1-1 0 0 0,0 1 0 0 0,1 0 0 0 0,-1 0 0 0 0,1-1 0 0 0,-1 1 0 0 0,1 0 0 0 0,0 0 0 0 0,1-1 17 0 0,-1 2-13 0 0,0-1 1 0 0,0 0-1 0 0,0 0 1 0 0,1-1-1 0 0,-1 1 1 0 0,0 0-1 0 0,0 0 1 0 0,0-1-1 0 0,0 1 1 0 0,1 0-1 0 0,-1-1 1 0 0,0 1-1 0 0,0-1 1 0 0,0 0-1 0 0,0 1 1 0 0,0-1-1 0 0,0 0 1 0 0,0 1-1 0 0,0-1 1 0 0,-1 0-1 0 0,1 0 1 0 0,1-1-1 0 0,-2 0 298 0 0,0 3-297 0 0,0 0 1 0 0,-1 0-1 0 0,1 0 0 0 0,0 0 0 0 0,0 0 1 0 0,0 0-1 0 0,0-1 0 0 0,0 1 1 0 0,0 0-1 0 0,0 0 0 0 0,0 0 0 0 0,0 0 1 0 0,0 0-1 0 0,1 0 0 0 0,-1 0 0 0 0,0 0 1 0 0,1 0-1 0 0,-1-1 0 0 0,0 1 0 0 0,1 0 1 0 0,-1 0-1 0 0,1 0 0 0 0,0-1 0 0 0,-1 1 1 0 0,2 0-1 0 0,36 22 157 0 0,-26-17-245 0 0,0 1 0 0 0,18 13 0 0 0,7 15-487 0 0,-27-24 359 0 0,2-1 1 0 0,-1 1-1 0 0,17 9 1 0 0,-12-10 51 0 0,-9-6 91 0 0,0 0 1 0 0,-1 0-1 0 0,1 1 1 0 0,10 10-1 0 0,-2 7-24 0 0,-13-18 96 0 0,1 0 1 0 0,0 0-1 0 0,0 0 0 0 0,0-1 0 0 0,0 1 0 0 0,1-1 1 0 0,3 3-1 0 0,1-2 25 0 0,-7-4-27 0 0,0 1 0 0 0,0-1 0 0 0,0 0 0 0 0,0 1-1 0 0,0-1 1 0 0,0 1 0 0 0,0-1 0 0 0,0 1 0 0 0,0-1 0 0 0,-1 1 0 0 0,1 0-1 0 0,0 0 1 0 0,0-1 0 0 0,0 1 0 0 0,-1 0 0 0 0,1 0 0 0 0,0 0 0 0 0,-1 0-1 0 0,1-1 1 0 0,-1 1 0 0 0,1 0 0 0 0,-1 0 0 0 0,0 0 0 0 0,1 0 0 0 0,-1 0-1 0 0,0 0 1 0 0,0 1 0 0 0,0-1 0 0 0,1 1 0 0 0,-1-1 2 0 0,1 0 0 0 0,0 0 0 0 0,0 0 1 0 0,0 0-1 0 0,-1 0 0 0 0,1 0 0 0 0,0-1 0 0 0,0 1 0 0 0,0 0 0 0 0,0-1 1 0 0,0 1-1 0 0,0-1 0 0 0,1 1 0 0 0,-1-1 0 0 0,0 1 0 0 0,0-1 1 0 0,0 0-1 0 0,0 0 0 0 0,1 0 0 0 0,-1 1 0 0 0,0-1 0 0 0,2-1 1 0 0,-1 2 19 0 0,-2-1 26 0 0,0 0 0 0 0,-1 0 0 0 0,1 0 1 0 0,0 0-1 0 0,0 0 0 0 0,0 0 0 0 0,0 1 0 0 0,0-1 0 0 0,-1 0 0 0 0,1 0 0 0 0,0 0 1 0 0,0 0-1 0 0,0 1 0 0 0,0-1 0 0 0,0 0 0 0 0,0 0 0 0 0,0 0 0 0 0,0 0 1 0 0,0 1-1 0 0,0-1 0 0 0,0 0 0 0 0,0 0 0 0 0,0 0 0 0 0,0 1 0 0 0,0-1 0 0 0,0 0 1 0 0,0 0-1 0 0,0 0 0 0 0,0 0 0 0 0,0 1 0 0 0,0-1 0 0 0,0 0 0 0 0,0 0 1 0 0,0 0-1 0 0,0 0 0 0 0,1 1 0 0 0,-1-1 0 0 0,0 0 0 0 0,0 0 0 0 0,0 0 1 0 0,0 0-1 0 0,0 0 0 0 0,0 1 0 0 0,1-1 0 0 0,-84-5 1538 0 0,0-3 0 0 0,-123-28-1 0 0,-101-11 100 0 0,176 34-612 0 0,117 12-960 0 0,0 0 0 0 0,0 0 0 0 0,0 2 0 0 0,0-1 0 0 0,0 2 1 0 0,-22 5-1 0 0,36-7-204 0 0,-1 0 0 0 0,1 0-1 0 0,0 1 1 0 0,-1-1 0 0 0,1 0 0 0 0,-1 1 0 0 0,1-1 0 0 0,0 1 0 0 0,-1-1 0 0 0,1 0 0 0 0,0 1 0 0 0,-1-1 0 0 0,1 1 0 0 0,0-1 0 0 0,0 1 0 0 0,-1-1 0 0 0,1 1 0 0 0,0-1 0 0 0,0 1 0 0 0,0-1 0 0 0,0 1 0 0 0,0-1 0 0 0,0 1 0 0 0,-1-1 0 0 0,1 1 0 0 0,1-1 0 0 0,-1 1 0 0 0,0-1-1 0 0,0 1 1 0 0,0 0 0 0 0,0-1 0 0 0,0 1 0 0 0,0-1 0 0 0,1 1 0 0 0,-1-1 0 0 0,0 1 0 0 0,0-1 0 0 0,1 0 0 0 0,-1 1 0 0 0,0-1 0 0 0,0 1 0 0 0,1-1 0 0 0,-1 0 0 0 0,1 1 0 0 0,-1-1 0 0 0,0 1 0 0 0,1-1 0 0 0,-1 0 0 0 0,1 0 0 0 0,-1 1 0 0 0,1-1 0 0 0,-1 0 0 0 0,1 0 0 0 0,-1 0-1 0 0,1 1 1 0 0,-1-1 0 0 0,1 0 0 0 0,-1 0 0 0 0,2 0 0 0 0,15 7-2053 0 0,0 0-1 0 0,0-1 0 0 0,19 3 1 0 0,-3-7-1785 0 0</inkml:trace>
</inkml:ink>
</file>

<file path=ppt/ink/ink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06T18:05:52.49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712 82 160 0 0,'1'-1'39'0'0,"0"1"1"0"0,0-1-1 0 0,0 0 1 0 0,1 0-1 0 0,-1 1 0 0 0,0-1 1 0 0,0 1-1 0 0,0-1 0 0 0,0 1 1 0 0,1-1-1 0 0,-1 1 1 0 0,0 0-1 0 0,1 0 0 0 0,-1-1 1 0 0,0 1-1 0 0,0 0 1 0 0,1 0-1 0 0,-1 0 0 0 0,2 1 1 0 0,-1-1 52 0 0,-3 0-85 0 0,1 0 0 0 0,0 0 0 0 0,0-1 0 0 0,0 1 0 0 0,0 0 0 0 0,0 0 0 0 0,-1 0 0 0 0,1 0 0 0 0,0 0-1 0 0,0 0 1 0 0,0 0 0 0 0,0 0 0 0 0,0 0 0 0 0,0 0 0 0 0,0-1 0 0 0,0 1 0 0 0,-1 0 0 0 0,1 0-1 0 0,0 0 1 0 0,0 0 0 0 0,0 0 0 0 0,0 0 0 0 0,0-1 0 0 0,0 1 0 0 0,0 0 0 0 0,0 0 0 0 0,0 0-1 0 0,0 0 1 0 0,0-1 0 0 0,0 1 0 0 0,0 0 0 0 0,0 0 0 0 0,0 0 0 0 0,0 0 0 0 0,0 0 0 0 0,0-1-1 0 0,0 1 1 0 0,0 0 0 0 0,0 0 0 0 0,0 0 0 0 0,0 0 0 0 0,0 0 0 0 0,0 0 0 0 0,1-1 0 0 0,-1 1 0 0 0,0 0-1 0 0,0 0 1 0 0,0 0 0 0 0,0 0 0 0 0,0 0 0 0 0,0 0 0 0 0,0 0 0 0 0,0 0 0 0 0,1-1 0 0 0,-1 1-1 0 0,0 0 1 0 0,0 0 0 0 0,0 0 0 0 0,1 0 0 0 0,-61-29 1447 0 0,31 20-790 0 0,-1 0 1 0 0,1 2-1 0 0,-1 2 0 0 0,-43-4 1 0 0,33 10 335 0 0,-76 11 0 0 0,110-11-920 0 0,1 0-1 0 0,0 0 0 0 0,0 0 1 0 0,0 1-1 0 0,0 0 0 0 0,0 0 1 0 0,0 0-1 0 0,1 1 0 0 0,-1-1 0 0 0,1 1 1 0 0,-7 5-1 0 0,5-3 10 0 0,4-4-62 0 0,1-1 0 0 0,0 1 0 0 0,-1 0 1 0 0,1 0-1 0 0,0 0 0 0 0,0 0 0 0 0,0 0 0 0 0,-1 0 0 0 0,1 0 1 0 0,0 0-1 0 0,0 0 0 0 0,1 1 0 0 0,-1-1 0 0 0,0 0 0 0 0,0 1 1 0 0,1-1-1 0 0,-1 0 0 0 0,0 3 0 0 0,2-2-4 0 0,-1 0 0 0 0,1 0-1 0 0,1 0 1 0 0,-1-1 0 0 0,0 1 0 0 0,0-1-1 0 0,1 1 1 0 0,-1-1 0 0 0,1 1 0 0 0,-1-1-1 0 0,1 0 1 0 0,-1 0 0 0 0,1 0 0 0 0,0 1 0 0 0,3 0-1 0 0,1 1-18 0 0,1-1 0 0 0,-1 1-1 0 0,1-1 1 0 0,0-1-1 0 0,12 2 1 0 0,22 6 68 0 0,31 9 101 0 0,-53-15-112 0 0,0 2 1 0 0,0 0-1 0 0,-1 1 1 0 0,20 9-1 0 0,-38-15-26 0 0,1 1 0 0 0,-1-1 0 0 0,0 0 0 0 0,1 1 0 0 0,-1-1 0 0 0,1 0 0 0 0,-1 1 0 0 0,0-1 1 0 0,1 0-1 0 0,-1 1 0 0 0,0-1 0 0 0,0 0 0 0 0,1 1 0 0 0,-1-1 0 0 0,0 1 0 0 0,0-1 0 0 0,0 1 0 0 0,1-1 0 0 0,-1 1 0 0 0,0-1 0 0 0,0 1 0 0 0,0-1 1 0 0,0 1-1 0 0,0-1 0 0 0,0 1 0 0 0,0-1 0 0 0,0 0 0 0 0,0 1 0 0 0,0-1 0 0 0,0 1 0 0 0,0-1 0 0 0,0 1 0 0 0,-1-1 0 0 0,1 1 0 0 0,0-1 1 0 0,0 1-1 0 0,0-1 0 0 0,-1 1 0 0 0,1-1 0 0 0,0 0 0 0 0,-1 1 0 0 0,1-1 0 0 0,0 0 0 0 0,-1 1 0 0 0,1-1 0 0 0,0 0 0 0 0,-1 1 0 0 0,1-1 0 0 0,-1 0 1 0 0,1 0-1 0 0,-1 1 0 0 0,1-1 0 0 0,0 0 0 0 0,-1 0 0 0 0,0 0 0 0 0,-30 17 976 0 0,-213 56 1563 0 0,205-65-4564 0 0,-60 4-1 0 0,90-11 1212 0 0,-1-1 0 0 0,1 0 0 0 0,0 0-1 0 0,-1-1 1 0 0,1 0 0 0 0,0-1 0 0 0,0 0-1 0 0,0 0 1 0 0,0-1 0 0 0,-17-8 0 0 0,26 11 648 0 0,-1-1 1 0 0,0 1-1 0 0,0-1 1 0 0,0 0-1 0 0,1 1 1 0 0,-1-1-1 0 0,0 0 1 0 0,1 0-1 0 0,-1 1 1 0 0,1-1-1 0 0,-1 0 1 0 0,1 0-1 0 0,-1 0 1 0 0,1 0-1 0 0,0 0 1 0 0,-1 0-1 0 0,1 0 1 0 0,0 0-1 0 0,0 0 0 0 0,-1 0 1 0 0,1 0-1 0 0,0 0 1 0 0,0 0-1 0 0,1-1 1 0 0,-1 0-89 0 0</inkml:trace>
</inkml:ink>
</file>

<file path=ppt/ink/ink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06T18:05:57.16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549 1 400 0 0,'0'0'7284'0'0,"6"0"-6631"0"0,-5 0-584 0 0,0 0-1 0 0,0 0 0 0 0,1 0 1 0 0,-1 0-1 0 0,0 0 1 0 0,0 0-1 0 0,0 0 1 0 0,1 0-1 0 0,-1 0 1 0 0,0 1-1 0 0,0-1 0 0 0,0 0 1 0 0,0 1-1 0 0,1-1 1 0 0,-1 1-1 0 0,0 0 1 0 0,1 0-1 0 0,-1 1 181 0 0,0 0 0 0 0,0 0 0 0 0,-1 1 0 0 0,1-1 0 0 0,-1 0 0 0 0,1 0 0 0 0,-1 1 0 0 0,0-1 0 0 0,1 0 0 0 0,-1 1 0 0 0,0-1 0 0 0,-1 3 0 0 0,1-4-226 0 0,0 0 0 0 0,0 0 1 0 0,0 0-1 0 0,0 0 0 0 0,1 0 1 0 0,-1-1-1 0 0,0 1 0 0 0,0 0 0 0 0,1 0 1 0 0,-1 0-1 0 0,1 0 0 0 0,-1 0 0 0 0,1 0 1 0 0,-1-1-1 0 0,1 1 0 0 0,-1 0 1 0 0,1 0-1 0 0,0-1 0 0 0,-1 1 0 0 0,1 0 1 0 0,0-1-1 0 0,0 1 0 0 0,-1-1 1 0 0,1 1-1 0 0,0-1 0 0 0,0 1 0 0 0,0-1 1 0 0,1 1-1 0 0,-1-1-3 0 0,0 1 1 0 0,0-1-1 0 0,0 0 1 0 0,0 1-1 0 0,0 0 0 0 0,-1-1 1 0 0,1 1-1 0 0,0 0 1 0 0,0-1-1 0 0,0 1 1 0 0,-1 0-1 0 0,1 0 0 0 0,0-1 1 0 0,-1 1-1 0 0,1 0 1 0 0,0 0-1 0 0,-1 0 0 0 0,1 0 1 0 0,-1 0-1 0 0,0 0 1 0 0,1 0-1 0 0,-1 0 1 0 0,0 0-1 0 0,0 0 0 0 0,1 0 1 0 0,-1 1-1 0 0,0-1 1 0 0,0 1-1 0 0,1 27 467 0 0,0-21-411 0 0,0-1-1 0 0,-1 1 0 0 0,1 0 1 0 0,-2 0-1 0 0,1 0 0 0 0,-1-1 1 0 0,0 1-1 0 0,-1 0 0 0 0,-3 8 1 0 0,-5 0 62 0 0,8-14-102 0 0,0 0-1 0 0,1 0 1 0 0,-1 0-1 0 0,1 0 1 0 0,-1 1-1 0 0,1-1 1 0 0,0 0-1 0 0,0 1 1 0 0,0-1-1 0 0,0 1 1 0 0,1-1 0 0 0,-1 1-1 0 0,1 0 1 0 0,-1-1-1 0 0,1 4 1 0 0,-1 5 55 0 0,0 22 49 0 0,1-32-128 0 0,0 0-1 0 0,0 1 1 0 0,0-1-1 0 0,0 0 1 0 0,1 1-1 0 0,-1-1 1 0 0,0 0-1 0 0,0 1 1 0 0,1-1-1 0 0,-1 0 1 0 0,1 1-1 0 0,-1-1 1 0 0,1 0-1 0 0,0 0 1 0 0,-1 0-1 0 0,3 2 1 0 0,5 0 1 0 0,-7-3-8 0 0,0 0-1 0 0,0 0 1 0 0,0 0-1 0 0,0 0 1 0 0,0 0-1 0 0,-1 1 1 0 0,1-1-1 0 0,0 0 1 0 0,0 1 0 0 0,0-1-1 0 0,-1 1 1 0 0,1-1-1 0 0,0 1 1 0 0,0-1-1 0 0,-1 1 1 0 0,1 0-1 0 0,-1-1 1 0 0,1 1-1 0 0,0 0 1 0 0,-1-1 0 0 0,1 1-1 0 0,-1 0 1 0 0,1 0-1 0 0,-1-1 1 0 0,0 1-1 0 0,1 0 1 0 0,-1 0-1 0 0,0 0 1 0 0,0 0 0 0 0,1-1-1 0 0,-1 1 1 0 0,0 0-1 0 0,0 0 1 0 0,0 0-1 0 0,0 0 1 0 0,0 0-1 0 0,0 0 1 0 0,0 0 0 0 0,-1-1-1 0 0,1 3 1 0 0,0-2 3 0 0,0 1-1 0 0,0 0 1 0 0,0 0 0 0 0,0-1 0 0 0,0 1 0 0 0,0 0 0 0 0,0-1 0 0 0,0 1 0 0 0,-1 0 0 0 0,1-1 0 0 0,-1 1 0 0 0,1-1 0 0 0,-1 1-1 0 0,0 0 1 0 0,0-1 0 0 0,1 1 0 0 0,-1-1 0 0 0,0 0 0 0 0,0 1 0 0 0,-1-1 0 0 0,1 0 0 0 0,0 0 0 0 0,0 0 0 0 0,0 1 0 0 0,-1-1 0 0 0,1 0-1 0 0,-1-1 1 0 0,-1 2 0 0 0,-13 10 16 0 0,-15 9 33 0 0,24-16-46 0 0,-1 0 0 0 0,1 0 0 0 0,0 0 0 0 0,0 1 0 0 0,1 0 0 0 0,-8 9-1 0 0,-19 29-76 0 0,22-20-28 0 0,0-14 24 0 0,9-9 78 0 0,1 0 0 0 0,0 0-1 0 0,0 0 1 0 0,0 0-1 0 0,0 0 1 0 0,0 0 0 0 0,0 0-1 0 0,0 1 1 0 0,0-1-1 0 0,0 0 1 0 0,0 1 0 0 0,1-1-1 0 0,-1 0 1 0 0,1 1-1 0 0,-1-1 1 0 0,1 1 0 0 0,-1-1-1 0 0,1 1 1 0 0,0-1-1 0 0,0 1 1 0 0,-1-1 0 0 0,1 1-1 0 0,0-1 1 0 0,1 3-1 0 0,-1-1 0 0 0,0 0 0 0 0,0 0 0 0 0,0 0 0 0 0,0 0 0 0 0,0 0 0 0 0,-1 0 0 0 0,1 0 0 0 0,-1 0 0 0 0,0 0 0 0 0,0 0 0 0 0,0 0 0 0 0,0 0 0 0 0,0-1 0 0 0,-1 1 0 0 0,1-1 0 0 0,-1 1 0 0 0,0-1 0 0 0,0 1 0 0 0,0-1 0 0 0,-2 2 0 0 0,3-1-2 0 0,0 0-1 0 0,0 0 1 0 0,0-1-1 0 0,0 1 1 0 0,0 0-1 0 0,1 0 1 0 0,-1 0-1 0 0,1 0 1 0 0,0 0-1 0 0,0 0 1 0 0,0 0-1 0 0,0 0 1 0 0,0 0-1 0 0,2 4 1 0 0,-1 6-6 0 0,-1-9 3 0 0,0-1 1 0 0,0 0-1 0 0,0 0 0 0 0,-1 0 1 0 0,1 0-1 0 0,-1 0 0 0 0,-2 6 1 0 0,-8 2 42 0 0,-1-2-2 0 0,12-9-38 0 0,-1 1 0 0 0,1 0 1 0 0,-1 0-1 0 0,1-1 1 0 0,0 1-1 0 0,-1 0 0 0 0,1 0 1 0 0,0 0-1 0 0,-1 0 1 0 0,1 0-1 0 0,0 0 0 0 0,0-1 1 0 0,0 1-1 0 0,0 0 1 0 0,0 0-1 0 0,0 1 0 0 0,0-1-3 0 0,0 0-1 0 0,0-1 0 0 0,0 1 0 0 0,0 0 0 0 0,0-1 1 0 0,0 1-1 0 0,0 0 0 0 0,0 0 0 0 0,-1-1 1 0 0,1 1-1 0 0,0 0 0 0 0,0-1 0 0 0,-1 1 1 0 0,1 0-1 0 0,0-1 0 0 0,-1 1 0 0 0,1-1 0 0 0,-1 1 1 0 0,1 0-1 0 0,0-1 0 0 0,-1 1 0 0 0,0 0 1 0 0,-5 1-12 0 0,5-2 14 0 0,0 0-1 0 0,0 0 1 0 0,0 0 0 0 0,0 0 0 0 0,0 0-1 0 0,0 1 1 0 0,0-1 0 0 0,0 0 0 0 0,0 1-1 0 0,0-1 1 0 0,0 1 0 0 0,0-1 0 0 0,0 1-1 0 0,0 0 1 0 0,1-1 0 0 0,-1 1 0 0 0,0 0-1 0 0,0 0 1 0 0,1-1 0 0 0,-1 1-1 0 0,0 0 1 0 0,1 0 0 0 0,-2 1 0 0 0,2-1-3 0 0,0-1 1 0 0,0 0 0 0 0,0 0-1 0 0,0 0 1 0 0,0 1-1 0 0,0-1 1 0 0,0 0 0 0 0,0 0-1 0 0,1 0 1 0 0,-1 1 0 0 0,0-1-1 0 0,0 0 1 0 0,0 0-1 0 0,0 0 1 0 0,0 1 0 0 0,0-1-1 0 0,0 0 1 0 0,0 0 0 0 0,1 0-1 0 0,-1 0 1 0 0,0 1-1 0 0,0-1 1 0 0,0 0 0 0 0,0 0-1 0 0,1 0 1 0 0,-1 0 0 0 0,0 0-1 0 0,0 0 1 0 0,0 1-1 0 0,0-1 1 0 0,1 0 0 0 0,-1 0-1 0 0,0 0 1 0 0,0 0 0 0 0,0 0-1 0 0,1 0 1 0 0,-1 0 0 0 0,0 0-1 0 0,0 0 1 0 0,1 0-1 0 0,6 1 11 0 0,-6-1-9 0 0,0 0 0 0 0,0-1 1 0 0,-1 1-1 0 0,1 0 1 0 0,0 1-1 0 0,0-1 0 0 0,-1 0 1 0 0,1 0-1 0 0,0 0 1 0 0,-1 0-1 0 0,1 0 0 0 0,0 1 1 0 0,0-1-1 0 0,-1 0 0 0 0,1 1 1 0 0,0-1-1 0 0,-1 1 1 0 0,1-1-1 0 0,-1 0 0 0 0,1 1 1 0 0,-1-1-1 0 0,1 1 0 0 0,-1 0 1 0 0,1-1-1 0 0,-1 1 1 0 0,1-1-1 0 0,-1 1 0 0 0,1 0 1 0 0,-1-1-1 0 0,0 1 1 0 0,0 0-1 0 0,1-1 0 0 0,-1 1 1 0 0,0 0-1 0 0,0 0 0 0 0,0-1 1 0 0,0 1-1 0 0,1 0 1 0 0,-1 0-1 0 0,0-1 0 0 0,-1 1 1 0 0,1 0-1 0 0,0 1 0 0 0,5 4 24 0 0,17 0-40 0 0,5-12 26 0 0,-22 6 81 0 0,0 0 39 0 0,29 0 165 0 0,0-1 0 0 0,51-9 0 0 0,-20-1 35 0 0,-56 10-150 0 0,0 1 0 0 0,0-1 0 0 0,0 2 0 0 0,-1-1 0 0 0,18 4 0 0 0,45 3-94 0 0,153-7 138 0 0,-24-9-200 0 0,-171 8 18 0 0,0-2 1 0 0,0-2-1 0 0,0 0 0 0 0,40-13 1 0 0,-59 14-21 0 0,26-4 26 0 0,-17 4-34 0 0,8-1 50 0 0,-20 3-22 0 0,-9 0-43 0 0,3 2-2 0 0,-1 0-1 0 0,0 0 1 0 0,0 0 0 0 0,0 0-1 0 0,0 0 1 0 0,0 0 0 0 0,0 0-1 0 0,0 0 1 0 0,0 0 0 0 0,0 0-1 0 0,0 0 1 0 0,0 0 0 0 0,0 0-1 0 0,0 0 1 0 0,0 0 0 0 0,1 0-1 0 0,-1 0 1 0 0,0 0 0 0 0,0 0-1 0 0,0 0 1 0 0,0-1 0 0 0,0 1-1 0 0,0 0 1 0 0,0 0 0 0 0,0 0-1 0 0,0 0 1 0 0,0 0 0 0 0,0 0-1 0 0,0 0 1 0 0,0 0 0 0 0,0 0-1 0 0,0 0 1 0 0,0 0-1 0 0,0 0 1 0 0,0 0 0 0 0,0 0-1 0 0,0 0 1 0 0,0 0 0 0 0,0-1-1 0 0,0 1 1 0 0,0 0 0 0 0,0 0-1 0 0,0 0 1 0 0,0 0 0 0 0,0 0-1 0 0,0 0 1 0 0,0 0 0 0 0,0 0-1 0 0,0 0 1 0 0,0 0 0 0 0,31-1 36 0 0,-8 1-13 0 0,-1-1-1 0 0,25-3 0 0 0,-8 1 5 0 0,157-9 39 0 0,255-19 575 0 0,-160-5-626 0 0,-223 25-4 0 0,122-30 56 0 0,-147 32-36 0 0,-35 10-12 0 0,0-1-2 0 0,-5-3-7 0 0,32 1 73 0 0,-8 2-29 0 0,6 0-121 0 0,0 7 0 0 0,-23-1 67 0 0,12 2 0 0 0,-11-3 0 0 0,16-4 0 0 0,4 0 9 0 0,-31-1-10 0 0,0 0 1 0 0,0 0 0 0 0,0 0-1 0 0,0 0 1 0 0,0 0-1 0 0,0 0 1 0 0,0 0 0 0 0,0 1-1 0 0,0-1 1 0 0,0 0-1 0 0,0 0 1 0 0,0 0 0 0 0,0 0-1 0 0,0 0 1 0 0,0 0-1 0 0,0 0 1 0 0,0 0 0 0 0,0 0-1 0 0,0 0 1 0 0,0 0-1 0 0,0 0 1 0 0,0 0 0 0 0,0 0-1 0 0,0 0 1 0 0,0 0-1 0 0,0 0 1 0 0,0 1 0 0 0,0-1-1 0 0,0 0 1 0 0,0 0-1 0 0,0 0 1 0 0,0 0 0 0 0,0 0-1 0 0,0 0 1 0 0,0 0-1 0 0,0 0 1 0 0,0 0 0 0 0,0 0-1 0 0,0 0 1 0 0,0 0-1 0 0,0 0 1 0 0,0 0 0 0 0,0 0-1 0 0,1 0 1 0 0,-1 0 0 0 0,0 0 1 0 0,0 0-1 0 0,0 0 1 0 0,0 0-1 0 0,0 0 1 0 0,0 0-1 0 0,0 0 1 0 0,0 0-1 0 0,0 0 0 0 0,0 0 1 0 0,0 0-1 0 0,0 0 1 0 0,1 0-1 0 0,-1 0 1 0 0,0 1-1 0 0,0-1 1 0 0,0 0-1 0 0,0 0 1 0 0,0 0-1 0 0,0 0 1 0 0,0 0-1 0 0,0 0 1 0 0,0 0-1 0 0,0 0 1 0 0,0 0-1 0 0,0 0 0 0 0,0 0 1 0 0,0 0-1 0 0,0 0 1 0 0,0 0-1 0 0,0 0 1 0 0,0 1-1 0 0,0-1 1 0 0,0 0-1 0 0,0 0 1 0 0,0 0-1 0 0,0 0 1 0 0,0 0-1 0 0,0 0 1 0 0,0 0-1 0 0,0 0 0 0 0,0 0 1 0 0,0 0-1 0 0,38 1 136 0 0,-12 1-125 0 0,-25 2-6 0 0,-2-2-28 0 0,8-1-37 0 0,47-1-193 0 0,-49 0 199 0 0,-4 0 41 0 0,1-3 13 0 0,23-9-67 0 0,-25 12 67 0 0,1 0-1 0 0,-1 0 1 0 0,0-1-1 0 0,1 1 1 0 0,-1 0 0 0 0,0 0-1 0 0,1-1 1 0 0,-1 1-1 0 0,0 0 1 0 0,1 0-1 0 0,-1-1 1 0 0,0 1-1 0 0,1 0 1 0 0,-1-1-1 0 0,0 1 1 0 0,0-1-1 0 0,1 1 1 0 0,-1 0 0 0 0,0-1-1 0 0,0 1 1 0 0,0-1-1 0 0,0 1 1 0 0,0 0-1 0 0,0-1 1 0 0,1 1-1 0 0,-1-1 1 0 0,0 0-1 0 0,-2-3 14 0 0,2 3-3 0 0,0-1-1 0 0,0 1 0 0 0,0-1 1 0 0,0 1-1 0 0,0-1 1 0 0,0 1-1 0 0,0-1 0 0 0,1 1 1 0 0,-1 0-1 0 0,0-1 0 0 0,1 1 1 0 0,-1-1-1 0 0,1 1 0 0 0,0 0 1 0 0,-1-1-1 0 0,1 1 1 0 0,0 0-1 0 0,0 0 0 0 0,0 0 1 0 0,0 0-1 0 0,0 0 0 0 0,0 0 1 0 0,0 0-1 0 0,0 0 1 0 0,0 0-1 0 0,0 0 0 0 0,1 0 1 0 0,-1 1-1 0 0,2-2 0 0 0,3-2 17 0 0,-5 4-26 0 0,-1 0 0 0 0,1 0 0 0 0,-1 0 0 0 0,1-1 0 0 0,-1 1 0 0 0,0 0 0 0 0,1-1 0 0 0,-1 1 0 0 0,0 0 0 0 0,1-1 0 0 0,-1 1 0 0 0,0 0 0 0 0,0-1 0 0 0,1 1 0 0 0,-1-1 0 0 0,0 1 0 0 0,0-1 0 0 0,0 1 0 0 0,1-1 0 0 0,-1 1 0 0 0,0 0 0 0 0,0-1 0 0 0,0 1 0 0 0,0-1 0 0 0,0 1 0 0 0,0-2 0 0 0,4-7 0 0 0,4 5-1 0 0,-7 3-2 0 0,0 1 1 0 0,0-1 0 0 0,0 1-1 0 0,0-1 1 0 0,0 1 0 0 0,0-1-1 0 0,0 1 1 0 0,0-1 0 0 0,0 0-1 0 0,0 0 1 0 0,0 0 0 0 0,0 1-1 0 0,-1-1 1 0 0,1 0 0 0 0,0 0-1 0 0,0 0 1 0 0,-1 0 0 0 0,1 0-1 0 0,-1 0 1 0 0,1 0 0 0 0,-1-1-1 0 0,0 1 1 0 0,1 0 0 0 0,-1 0-1 0 0,0 0 1 0 0,0 0 0 0 0,1-2-1 0 0,-2 2 4 0 0,1 1 0 0 0,0-1-1 0 0,0 0 1 0 0,0 0-1 0 0,0 1 1 0 0,0-1-1 0 0,0 0 1 0 0,0 0-1 0 0,1 0 1 0 0,-1 1 0 0 0,0-1-1 0 0,0 0 1 0 0,1 1-1 0 0,-1-1 1 0 0,0 0-1 0 0,1 0 1 0 0,-1 1 0 0 0,1-1-1 0 0,-1 0 1 0 0,0 1-1 0 0,1-1 1 0 0,0 1-1 0 0,-1-1 1 0 0,1 1-1 0 0,-1-1 1 0 0,1 1 0 0 0,0-1-1 0 0,-1 1 1 0 0,1 0-1 0 0,0-1 1 0 0,-1 1-1 0 0,1 0 1 0 0,0-1 0 0 0,1 1-1 0 0,-1 0 2 0 0,0-1 0 0 0,0 1-1 0 0,0-1 1 0 0,0 1 0 0 0,0-1-1 0 0,0 1 1 0 0,0-1 0 0 0,0 1 0 0 0,0-1-1 0 0,0 0 1 0 0,0 0 0 0 0,-1 1 0 0 0,1-1-1 0 0,0 0 1 0 0,-1 0 0 0 0,1 0-1 0 0,0 0 1 0 0,-1 0 0 0 0,1 0 0 0 0,-1 0-1 0 0,1 0 1 0 0,-1 0 0 0 0,0 0-1 0 0,1 0 1 0 0,-1 0 0 0 0,0 0 0 0 0,0 0-1 0 0,0 0 1 0 0,0 0 0 0 0,0-1 0 0 0,0 1-1 0 0,0 0 1 0 0,0 0 0 0 0,-1-2-1 0 0,1-162 240 0 0,0 164-239 0 0,-1 0 1 0 0,0 0-1 0 0,0 0 1 0 0,1 0 0 0 0,-1 1-1 0 0,0-1 1 0 0,0 0-1 0 0,0 0 1 0 0,0 0 0 0 0,0 1-1 0 0,0-1 1 0 0,0 1 0 0 0,0-1-1 0 0,0 1 1 0 0,0-1-1 0 0,0 1 1 0 0,0-1 0 0 0,-1 1-1 0 0,1 0 1 0 0,0 0-1 0 0,0 0 1 0 0,0-1 0 0 0,-2 1-1 0 0,1 0 2 0 0,-3-7 10 0 0,4 6-9 0 0,0 1 0 0 0,1-1 0 0 0,-1 0 0 0 0,1 0 0 0 0,-1 0 0 0 0,0 0 0 0 0,0 0 0 0 0,1 1 0 0 0,-1-1 0 0 0,0 0 0 0 0,0 1 0 0 0,0-1 0 0 0,0 1 0 0 0,0-1 0 0 0,0 1 0 0 0,0-1 0 0 0,0 1 0 0 0,0 0 0 0 0,0-1 0 0 0,0 1 0 0 0,0 0 0 0 0,0 0 0 0 0,0 0 0 0 0,0 0 0 0 0,0 0 0 0 0,-2 0 0 0 0,1 0 6 0 0,-37-18 27 0 0,28 13-44 0 0,0 0 0 0 0,0 1 0 0 0,-20-6 0 0 0,9 4-2 0 0,-37-13 1 0 0,9 1 22 0 0,11 1 53 0 0,28 12-49 0 0,1 0 1 0 0,-1 1 0 0 0,-16-5-1 0 0,-140-17-19 0 0,114 20 33 0 0,44 6-24 0 0,0-1 1 0 0,0 0-1 0 0,0 0 1 0 0,-17-5-1 0 0,15 2-4 0 0,0 1 0 0 0,-1 1 0 0 0,1 0 0 0 0,-1 0 0 0 0,0 1 0 0 0,-20 1 0 0 0,3-1 27 0 0,-185-6-46 0 0,188 7 41 0 0,-32 4-29 0 0,-74 1 71 0 0,34-5-42 0 0,38 0-40 0 0,18 0 11 0 0,-143 5 164 0 0,21-3-2 0 0,144 1-160 0 0,-1-2 0 0 0,1 0 0 0 0,-34-4 0 0 0,1 0 0 0 0,-100 8 0 0 0,66 2 37 0 0,-80 2 99 0 0,160-10-87 0 0,8 0-29 0 0,-2-2-24 0 0,-25 2-8 0 0,10 0-30 0 0,13-2 11 0 0,-4 0 44 0 0,-38 1 114 0 0,13 2-167 0 0,-1 0 13 0 0,-38 0-93 0 0,6 0 107 0 0,35 3 116 0 0,6 0 26 0 0,-47 0-1 0 0,-22-3-248 0 0,82-2 174 0 0,-31-11-43 0 0,38 13-3 0 0,-15 0 53 0 0,13 0-65 0 0,-5 0-83 0 0,-1 1 0 0 0,1 1-1 0 0,0 0 1 0 0,-14 4-1 0 0,-128 36-2241 0 0,40-2-2478 0 0,10-2-4811 0 0</inkml:trace>
</inkml:ink>
</file>

<file path=ppt/ink/ink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06T18:06:11.52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33 544 2721 0 0,'0'0'256'0'0,"0"-1"0"0"0,0 1 0 0 0,0-1 0 0 0,0 0 0 0 0,0 1 0 0 0,0-1 0 0 0,0 1 0 0 0,0-1-1 0 0,0 0 1 0 0,-1 1 0 0 0,1-1 0 0 0,0 1 0 0 0,0-1 0 0 0,-1 1 0 0 0,1-1 0 0 0,0 1 0 0 0,-1-1 0 0 0,1 1 0 0 0,0-1-1 0 0,-1 1 1 0 0,0-1 0 0 0,-17-1 1723 0 0,14 2-1211 0 0,-1-2 2411 0 0,10-4-1755 0 0,100-51 2797 0 0,-19 13-3040 0 0,137-93 740 0 0,-66 27-1294 0 0,-137 96-614 0 0,-1-1 1 0 0,0 0-1 0 0,26-30 0 0 0,-2 10 80 0 0,-26 22-26 0 0,-12 3 79 0 0,0 4-65 0 0,17-1-14 0 0,-21 7-67 0 0,-1 0 1 0 0,0 0-1 0 0,0 0 0 0 0,1 0 1 0 0,-1 0-1 0 0,0 0 1 0 0,1 0-1 0 0,-1-1 0 0 0,0 1 1 0 0,0 0-1 0 0,1 0 1 0 0,-1 0-1 0 0,0 0 0 0 0,0-1 1 0 0,1 1-1 0 0,-1 0 1 0 0,0 0-1 0 0,0-1 0 0 0,1 1 1 0 0,-1 0-1 0 0,0 0 1 0 0,0-1-1 0 0,0 1 0 0 0,0 0 1 0 0,0 0-1 0 0,1-1 1 0 0,-1 1-1 0 0,0 0 1 0 0,0-1-1 0 0,0 1 0 0 0,0 0 1 0 0,0-1-1 0 0,0 1 1 0 0,0 0-1 0 0,0-1 0 0 0,0 1 1 0 0,0 0-1 0 0,0 0 1 0 0,0-1-1 0 0,0 1 0 0 0,-1 0 1 0 0,1-1-1 0 0,0 1 1 0 0,0 0-1 0 0,0-1 0 0 0,-1-2-18 0 0,7 4-49 0 0,-4-1 59 0 0,-1 1 0 0 0,0-1 0 0 0,1 0 0 0 0,-1 1 1 0 0,0-1-1 0 0,1 1 0 0 0,-1-1 0 0 0,0 1 0 0 0,0 0 0 0 0,1 0 0 0 0,-1 0 0 0 0,0-1 0 0 0,0 1 0 0 0,0 0 1 0 0,0 0-1 0 0,0 0 0 0 0,0 1 0 0 0,0-1 0 0 0,-1 0 0 0 0,2 2 0 0 0,-1 1 13 0 0,0 0-1 0 0,-1-1 1 0 0,1 1-1 0 0,-1 0 1 0 0,0-1-1 0 0,0 1 1 0 0,-1-1 0 0 0,1 1-1 0 0,-1 0 1 0 0,0-1-1 0 0,0 1 1 0 0,-1 3-1 0 0,-11 35 156 0 0,-2-1 0 0 0,-2-1 1 0 0,-36 65-1 0 0,-1-25-80 0 0,10 4 160 0 0,-7-3-81 0 0,-12 22-25 0 0,38-52-12 0 0,15-27 44 0 0,-25 38 0 0 0,23-42-303 0 0,-7 8 549 0 0,12-22-6130 0 0,-20-24-5327 0 0</inkml:trace>
</inkml:ink>
</file>

<file path=ppt/ink/ink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06T18:06:12.83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0 546 240 0 0,'73'-48'2510'0'0,"44"-28"2050"0"0,-16 13-1180 0 0,21-10-584 0 0,-104 64-2430 0 0,39-22 504 0 0,-55 29-802 0 0,0 1 0 0 0,0-1 1 0 0,0 1-1 0 0,0-1 0 0 0,0 0 1 0 0,-1 0-1 0 0,1 0 0 0 0,0 0 0 0 0,-1 0 1 0 0,1 0-1 0 0,-1 0 0 0 0,0 0 0 0 0,0-1 1 0 0,0 1-1 0 0,0 0 0 0 0,0-1 1 0 0,0 1-1 0 0,-1-1 0 0 0,1-3 0 0 0,-1 4-9 0 0,1 0 0 0 0,-1 0 0 0 0,1 0 0 0 0,-1 1 0 0 0,1-1 0 0 0,-1 0-1 0 0,1 1 1 0 0,0-1 0 0 0,0 0 0 0 0,0 1 0 0 0,0-1 0 0 0,0 1 0 0 0,0 0 0 0 0,1-1-1 0 0,-1 1 1 0 0,0 0 0 0 0,1 0 0 0 0,1-2 0 0 0,37-22 604 0 0,-28 19-484 0 0,49-23 245 0 0,-43 21-340 0 0,0 0 0 0 0,0-2 0 0 0,25-16 1 0 0,-36 21-60 0 0,1 1 1 0 0,1 0 0 0 0,-1 0 0 0 0,1 1-1 0 0,-1 0 1 0 0,18-4 0 0 0,-15 5 45 0 0,-1-1 1 0 0,0 0 0 0 0,19-9-1 0 0,-12 6-84 0 0,-13 5-120 0 0,-13 17 39 0 0,-66 67 605 0 0,-63 79 312 0 0,-52 71-169 0 0,119-125-467 0 0,44-70-94 0 0,20-23-67 0 0,6-12-181 0 0,0 1 0 0 0,-1-1 0 0 0,1 1 0 0 0,-1-1-1 0 0,0 0 1 0 0,0 0 0 0 0,-1 1 0 0 0,1-2 0 0 0,-1 1 0 0 0,-4 4-1 0 0,2-2-5620 0 0,5-16-3988 0 0</inkml:trace>
</inkml:ink>
</file>

<file path=ppt/ink/ink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06T18:06:13.25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63 2881 0 0,'33'-20'4562'0'0,"32"7"-160"0"0,-32-1-560 0 0,32-1-800 0 0,0 15-1202 0 0,99 15-3280 0 0,25 12-7124 0 0</inkml:trace>
</inkml:ink>
</file>

<file path=ppt/ink/ink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06T18:06:13.67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78 2561 0 0,'0'-8'4082'0'0,"0"-5"80"0"0,33-1-560 0 0,-1-1-561 0 0,33 3-800 0 0,-32 5-640 0 0,26-1-561 0 0,39 8-399 0 0,-33 0-641 0 0,33 8-801 0 0,-33-1-1920 0 0,1-7-1921 0 0,-1 6-881 0 0,-32 0 641 0 0,-33 2 960 0 0</inkml:trace>
</inkml:ink>
</file>

<file path=ppt/ink/ink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06T18:06:14.07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9 960 0 0,'33'-8'3122'0'0,"-1"8"159"0"0,1 0-239 0 0,32 8-401 0 0,33 4-1280 0 0,59 9-3522 0 0,71 0-6563 0 0</inkml:trace>
</inkml:ink>
</file>

<file path=ppt/ink/ink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06T18:06:56.72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586 82 160 0 0,'36'-18'1354'0'0,"-24"11"-899"0"0,0 1 0 0 0,0 1 1 0 0,19-7-1 0 0,115-16 1426 0 0,-132 26-1619 0 0,-1 0 1 0 0,1 1 0 0 0,-1 1-1 0 0,1 0 1 0 0,-1 1 0 0 0,0 0-1 0 0,1 1 1 0 0,25 8 0 0 0,-24-5 148 0 0,0 2 0 0 0,-1 0 0 0 0,0 1 0 0 0,0 0 1 0 0,-1 1-1 0 0,22 19 0 0 0,-24-19-91 0 0,0 0 0 0 0,-1 1 0 0 0,0 0 0 0 0,-1 1 0 0 0,11 16 0 0 0,-16-20-194 0 0,0 0 0 0 0,-1 1-1 0 0,0-1 1 0 0,0 1 0 0 0,0 0-1 0 0,-1 0 1 0 0,0 0 0 0 0,-1 0-1 0 0,0 1 1 0 0,0-1 0 0 0,-1 9-1 0 0,0 2-2 0 0,-2 0 0 0 0,0 0 0 0 0,0-1 1 0 0,-2 1-1 0 0,-1-1 0 0 0,-7 22 0 0 0,0-11 274 0 0,-2 1 1 0 0,-31 49 0 0 0,37-67-235 0 0,5-8-94 0 0,1-1-1 0 0,-1 2 1 0 0,0-1-1 0 0,1 0 1 0 0,0 0-1 0 0,0 1 1 0 0,1-1-1 0 0,-1 1 1 0 0,1 0-1 0 0,0-1 0 0 0,0 1 1 0 0,-1 6-1 0 0,2-11-63 0 0,0 1-1 0 0,0-1 0 0 0,0 1 0 0 0,0-1 0 0 0,0 1 1 0 0,0-1-1 0 0,0 1 0 0 0,1-1 0 0 0,-1 1 0 0 0,0-1 0 0 0,0 0 1 0 0,0 1-1 0 0,0-1 0 0 0,1 1 0 0 0,-1-1 0 0 0,0 1 1 0 0,0-1-1 0 0,1 0 0 0 0,-1 1 0 0 0,0-1 0 0 0,0 0 0 0 0,1 1 1 0 0,-1-1-1 0 0,0 0 0 0 0,1 1 0 0 0,-1-1 0 0 0,1 0 1 0 0,-1 0-1 0 0,0 0 0 0 0,1 1 0 0 0,-1-1 0 0 0,2 0 0 0 0,16-3-46 0 0,-14 1 40 0 0,-1 0 1 0 0,0 1-1 0 0,0-1 1 0 0,0 0-1 0 0,0-1 1 0 0,0 1-1 0 0,0 0 1 0 0,-1-1-1 0 0,4-4 0 0 0,-5 5 21 0 0,0-1-1 0 0,0 1 1 0 0,0-1-1 0 0,-1 1 0 0 0,1-1 1 0 0,-1 0-1 0 0,0 1 0 0 0,0-1 1 0 0,0-5-1 0 0,0 5 9 0 0,0-1 0 0 0,0 0 0 0 0,0 0 0 0 0,1 0 0 0 0,-1 0 0 0 0,1 1 0 0 0,0-1 0 0 0,2-5 0 0 0,7-6 37 0 0,-9 14-63 0 0,1-1 1 0 0,-1 0 0 0 0,0 1 0 0 0,1-1-1 0 0,-1 0 1 0 0,0 0 0 0 0,0 0-1 0 0,0 0 1 0 0,0 0 0 0 0,-1 0 0 0 0,1 0-1 0 0,0 0 1 0 0,-1 0 0 0 0,1-1 0 0 0,-1 1-1 0 0,0 0 1 0 0,0 0 0 0 0,0 0 0 0 0,0 0-1 0 0,0-1 1 0 0,0 1 0 0 0,-1 0 0 0 0,1 0-1 0 0,-2-4 1 0 0,-5-6-3 0 0,-1 0 1 0 0,-17-20-1 0 0,5 6 16 0 0,15 20-4 0 0,0 1 1 0 0,0-1-1 0 0,-1 1 0 0 0,0 0 0 0 0,0 0 0 0 0,0 1 0 0 0,-1-1 0 0 0,1 2 0 0 0,-1-1 0 0 0,0 1 0 0 0,0 0 0 0 0,0 0 1 0 0,-1 1-1 0 0,1-1 0 0 0,0 2 0 0 0,-1-1 0 0 0,0 1 0 0 0,-9 0 0 0 0,-14 0-57 0 0,0 2 0 0 0,0 1 0 0 0,-39 7 0 0 0,4 2 109 0 0,0 2-1 0 0,2 3 1 0 0,-1 2 0 0 0,2 4 0 0 0,1 2-1 0 0,1 3 1 0 0,1 3 0 0 0,1 2-1 0 0,-77 57 1 0 0,126-82-23 0 0,0 0 0 0 0,1 1 0 0 0,-1 0 0 0 0,2 0 0 0 0,-1 1 0 0 0,1 0 0 0 0,1 1 0 0 0,0 0 0 0 0,0 0 0 0 0,-6 13 0 0 0,12-19-28 0 0,0-1-1 0 0,1 1 1 0 0,-1-1-1 0 0,1 1 0 0 0,0 0 1 0 0,0-1-1 0 0,0 1 1 0 0,0 0-1 0 0,0-1 1 0 0,1 1-1 0 0,0 0 0 0 0,0-1 1 0 0,0 1-1 0 0,0-1 1 0 0,0 0-1 0 0,1 1 1 0 0,0-1-1 0 0,3 5 0 0 0,0 1 0 0 0,1-1 0 0 0,0-1 0 0 0,1 1 0 0 0,0-1 0 0 0,0 0 0 0 0,8 6 0 0 0,-2-4 45 0 0,0-1 0 0 0,0 0 1 0 0,1-1-1 0 0,0 0 0 0 0,0-1 1 0 0,30 8-1 0 0,92 13 204 0 0,-108-23-234 0 0,30 5-80 0 0,2-3 0 0 0,73-3 0 0 0,-77-5-1766 0 0,61-12 0 0 0,73-23-7104 0 0</inkml:trace>
</inkml:ink>
</file>

<file path=ppt/ink/ink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06T18:06:57.53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48 320 0 0,'32'-6'4962'0'0,"-32"0"-3281"0"0,33-3-240 0 0,0 9 0 0 0,-1-6-81 0 0,34-9-159 0 0,-1 15-81 0 0,0-6-159 0 0,0 6-241 0 0,33 0-240 0 0,-32 6-560 0 0,-1 9-720 0 0,-6-9-1041 0 0,-27 9-1280 0 0,-32-1-961 0 0,33-7 240 0 0</inkml:trace>
</inkml:ink>
</file>

<file path=ppt/ink/ink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06T18:06:57.94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6 640 0 0,'33'-6'4562'0'0,"-1"6"-2321"0"0,1 0-240 0 0,32 0-480 0 0,33 13-641 0 0,66 22-3121 0 0,31-8-5762 0 0</inkml:trace>
</inkml:ink>
</file>

<file path=ppt/ink/ink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06T18:06:59.32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0 862 480 0 0,'196'-170'5043'0'0,"-74"77"-3253"0"0,-67 53-598 0 0,61-57 1 0 0,-83 68-499 0 0,1 1 0 0 0,39-23 0 0 0,-61 43-575 0 0,-2 2 40 0 0,-1 0 0 0 0,0-1-1 0 0,0 0 1 0 0,0 0 0 0 0,-1-1 0 0 0,-1 0 0 0 0,1-1 0 0 0,-1 1 0 0 0,-1-2-1 0 0,10-15 1 0 0,-9 6 236 0 0,-5 15-310 0 0,-1-1 1 0 0,1 0-1 0 0,0 1 1 0 0,0 0-1 0 0,1 0 0 0 0,-1-1 1 0 0,1 2-1 0 0,0-1 0 0 0,0 0 1 0 0,5-5-1 0 0,90-86 1609 0 0,-38 38-200 0 0,-55 46-1314 0 0,-5 11-174 0 0,0-1 1 0 0,0 1 0 0 0,0 0-1 0 0,0-1 1 0 0,0 1 0 0 0,0-1 0 0 0,0 1-1 0 0,0 0 1 0 0,0-1 0 0 0,0 1-1 0 0,0 0 1 0 0,0-1 0 0 0,1 1-1 0 0,-1 0 1 0 0,0-1 0 0 0,0 1-1 0 0,0 0 1 0 0,1-1 0 0 0,-1 1 0 0 0,0 0-1 0 0,1 0 1 0 0,-1-1 0 0 0,0 1-1 0 0,0 0 1 0 0,1 0 0 0 0,-1-1-1 0 0,0 1 1 0 0,1 0 0 0 0,-1 0-1 0 0,1 0 1 0 0,1-1 28 0 0,0 1 0 0 0,1-1-1 0 0,-1 1 1 0 0,0 0 0 0 0,1-1-1 0 0,-1 1 1 0 0,0 0 0 0 0,1 1-1 0 0,3 0 1 0 0,-6 4 2 0 0,0 1 0 0 0,-1-1 0 0 0,0 0 0 0 0,0 1 0 0 0,0-1 0 0 0,-1 0 0 0 0,0 0 0 0 0,-4 9 0 0 0,-7 24 217 0 0,10-14-25 0 0,1 0 1 0 0,1 0-1 0 0,3 36 0 0 0,-1-36-89 0 0,0 1-1 0 0,-1-1 0 0 0,-2 0 1 0 0,-5 30-1 0 0,-15 11-86 0 0,18-39 73 0 0,2 1 0 0 0,0-1-1 0 0,4 45 1 0 0,-1-16 185 0 0,-1-48-280 0 0,0 1 1 0 0,1-1-1 0 0,-1 1 1 0 0,2-1-1 0 0,-1 0 1 0 0,1 1-1 0 0,0-1 1 0 0,1 0-1 0 0,-1 0 0 0 0,1 0 1 0 0,1-1-1 0 0,-1 1 1 0 0,7 7-1 0 0,17 29 169 0 0,-20-25-167 0 0,-7-16-33 0 0,1 0-1 0 0,-1 0 1 0 0,1 0 0 0 0,0 0 0 0 0,-1 0-1 0 0,1-1 1 0 0,0 1 0 0 0,0 0 0 0 0,1 0-1 0 0,-1-1 1 0 0,0 1 0 0 0,0 0 0 0 0,1-1-1 0 0,-1 1 1 0 0,1-1 0 0 0,0 0 0 0 0,-1 0-1 0 0,1 1 1 0 0,0-1 0 0 0,0 0 0 0 0,-1 0-1 0 0,4 0 1 0 0,-1 1-16 0 0,0-1 0 0 0,0 1 0 0 0,0-1 0 0 0,1 0 0 0 0,-1 0 0 0 0,0-1 0 0 0,1 1 0 0 0,-1-1 0 0 0,0 0 0 0 0,1 0 0 0 0,-1-1 0 0 0,0 1 0 0 0,1-1 0 0 0,-1 0 0 0 0,0 0 0 0 0,0 0 0 0 0,0-1 0 0 0,0 0 0 0 0,0 1 0 0 0,5-4 1 0 0,2-3 77 0 0,0 0 0 0 0,-1-1 0 0 0,0 0 1 0 0,16-18-1 0 0,-18 19-25 0 0,-1 1-8 0 0,-6 5-19 0 0,1 1 0 0 0,0-1 0 0 0,-1 0 0 0 0,1 1 0 0 0,-1-1 0 0 0,1 0 0 0 0,-1 0 0 0 0,0 0 0 0 0,0 0 0 0 0,0 0 1 0 0,0-1-1 0 0,0 1 0 0 0,0 0 0 0 0,-1 0 0 0 0,1-1 0 0 0,-1 1 0 0 0,1 0 0 0 0,-1 0 0 0 0,0-1 0 0 0,0-2 0 0 0,0 2 19 0 0,0 1-1 0 0,0 0 0 0 0,0 0 0 0 0,0-1 0 0 0,-1 1 0 0 0,1 0 0 0 0,-1 0 0 0 0,1-1 0 0 0,-1 1 0 0 0,0 0 0 0 0,0 0 0 0 0,0 0 0 0 0,0 0 0 0 0,0 0 0 0 0,0 0 0 0 0,-1 0 0 0 0,1 0 0 0 0,-1 0 0 0 0,1 1 0 0 0,-1-1 0 0 0,1 1 0 0 0,-1-1 0 0 0,-3-1 0 0 0,-1 0 42 0 0,0 0-1 0 0,0 1 0 0 0,-1 0 0 0 0,1 0 1 0 0,-1 1-1 0 0,-9-2 0 0 0,-3 0 94 0 0,-336-48 2471 0 0,-2 28-1138 0 0,330 22-1424 0 0,-14 0-399 0 0,0 2 0 0 0,0 2 1 0 0,-65 12-1 0 0,101-12-4463 0 0,10 3 482 0 0,2-4 2743 0 0,-1-1-1 0 0,0 0 0 0 0,1 0 0 0 0,-1 0 1 0 0,1-1-1 0 0,-1 0 0 0 0,9 0 1 0 0,18-6-3358 0 0</inkml:trace>
</inkml:ink>
</file>

<file path=ppt/ink/ink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06T18:07:00.77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36 800 0 0,'1'1'69'0'0,"0"0"-1"0"0,0 0 1 0 0,0-1-1 0 0,0 1 1 0 0,0 0-1 0 0,1-1 1 0 0,-1 1-1 0 0,0-1 1 0 0,0 1-1 0 0,0-1 0 0 0,1 1 1 0 0,-1-1-1 0 0,0 0 1 0 0,0 0-1 0 0,1 0 1 0 0,-1 0-1 0 0,0 0 1 0 0,2 0-1 0 0,0 1 152 0 0,-2-1-207 0 0,-1 0 1 0 0,0 0-1 0 0,0 0 0 0 0,1 0 1 0 0,-1 0-1 0 0,0 0 0 0 0,0 1 1 0 0,1-1-1 0 0,-1 0 0 0 0,0 0 1 0 0,0 0-1 0 0,0 0 0 0 0,1 1 1 0 0,-1-1-1 0 0,0 0 0 0 0,0 0 1 0 0,0 1-1 0 0,0-1 0 0 0,0 0 1 0 0,1 0-1 0 0,-1 1 0 0 0,0-1 1 0 0,0 0-1 0 0,0 0 0 0 0,0 1 1 0 0,0-1-1 0 0,0 0 0 0 0,0 0 1 0 0,0 1-1 0 0,0-1 0 0 0,0 0 1 0 0,0 1-1 0 0,0-1 0 0 0,0 1 1 0 0,0-1 20 0 0,0 0 0 0 0,0 1 0 0 0,0-1 0 0 0,0 1 1 0 0,0-1-1 0 0,0 1 0 0 0,0-1 0 0 0,0 0 0 0 0,0 1 1 0 0,0-1-1 0 0,0 1 0 0 0,0-1 0 0 0,0 1 0 0 0,1-1 1 0 0,-1 0-1 0 0,0 1 0 0 0,0-1 0 0 0,0 0 0 0 0,1 1 0 0 0,-1-1 1 0 0,0 0-1 0 0,1 1 0 0 0,-1-1 0 0 0,0 0 0 0 0,1 1 1 0 0,-1-1-1 0 0,0 0 0 0 0,1 0 0 0 0,-1 1 0 0 0,0-1 1 0 0,1 0-1 0 0,4 3 297 0 0,0 0 0 0 0,0 1 1 0 0,0-1-1 0 0,-1 1 0 0 0,0 0 0 0 0,0 0 1 0 0,0 1-1 0 0,0-1 0 0 0,-1 1 0 0 0,1 0 1 0 0,4 9-1 0 0,-6-7-3 0 0,-1 1 0 0 0,1 0 0 0 0,-1 0 0 0 0,0-1 0 0 0,-1 1 0 0 0,-1 9 0 0 0,1-8 22 0 0,0 1-1 0 0,1 0 1 0 0,3 15 0 0 0,7 10 328 0 0,-8-27-527 0 0,0 0 0 0 0,0 0 0 0 0,-1 0 0 0 0,-1 0-1 0 0,1 1 1 0 0,0 13 0 0 0,-1-9 10 0 0,1-1 0 0 0,0 0-1 0 0,1 1 1 0 0,0-1 0 0 0,1 0 0 0 0,1-1-1 0 0,0 1 1 0 0,0-1 0 0 0,1 0 0 0 0,13 18-1 0 0,-14-21-87 0 0,5 8 165 0 0,2 0 1 0 0,0-1-1 0 0,0-1 1 0 0,2 0-1 0 0,0-1 1 0 0,0-1-1 0 0,27 19 0 0 0,-36-29-193 0 0,-1 1 0 0 0,1-1 0 0 0,0-1 0 0 0,0 1-1 0 0,0-1 1 0 0,0 0 0 0 0,0 0 0 0 0,0 0-1 0 0,0-1 1 0 0,0 1 0 0 0,0-1 0 0 0,0 0 0 0 0,6-2-1 0 0,7 0 383 0 0,0-2-1 0 0,19-5 0 0 0,-27 6-131 0 0,4-2-38 0 0,1 0-1 0 0,-1-1 1 0 0,-1-1-1 0 0,1 0 1 0 0,-1-1-1 0 0,-1 0 0 0 0,1-1 1 0 0,21-20-1 0 0,100-97 506 0 0,-51 47-483 0 0,-66 64-237 0 0,1 0 25 0 0,-2 0-1 0 0,1-1 0 0 0,-2-1 0 0 0,0-1 1 0 0,22-35-1 0 0,-31 44 21 0 0,0 0 0 0 0,1 0-1 0 0,-1 1 1 0 0,2 0 0 0 0,-1 0 0 0 0,1 0 0 0 0,1 1 0 0 0,-1 0 0 0 0,10-5-1 0 0,24-20 180 0 0,-36 28-241 0 0,0 0 1 0 0,-1 0 0 0 0,1 1-1 0 0,1 0 1 0 0,-1 0 0 0 0,0 0-1 0 0,1 1 1 0 0,-1 0 0 0 0,1 0-1 0 0,11-1 1 0 0,-5 1-1 0 0,74-10-3198 0 0,0 1-8995 0 0,-27-2 6326 0 0</inkml:trace>
</inkml:ink>
</file>

<file path=ppt/ink/ink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06T18:07:01.98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224 0 1601 0 0,'-39'2'3554'0'0,"-40"7"0"0"0,-26 1 3398 0 0,225-9-6125 0 0,411 8 192 0 0,-182-8-544 0 0,-117 5-341 0 0,693 10 1399 0 0,-593-8 655 0 0,-328-8-2101 0 0,-2 0-57 0 0,-1 0 0 0 0,1 0 0 0 0,-1-1-1 0 0,0 1 1 0 0,1 0 0 0 0,-1 0 0 0 0,1 0 0 0 0,-1 0-1 0 0,1 1 1 0 0,-1-1 0 0 0,0 0 0 0 0,1 1-1 0 0,-1-1 1 0 0,1 1 0 0 0,-1-1 0 0 0,0 1 0 0 0,0 0-1 0 0,3 1 1 0 0,1-1 304 0 0,22-4 206 0 0,14-2-220 0 0,-22 5-5836 0 0,-57-9-540 0 0,-49-10-1334 0 0</inkml:trace>
</inkml:ink>
</file>

<file path=ppt/ink/ink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06T18:07:03.15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66 449 160 0 0,'-6'2'1157'0'0,"4"-2"-955"0"0,1 1 0 0 0,-1-1 0 0 0,1 0 0 0 0,0 1 0 0 0,-1-1 0 0 0,1 1 0 0 0,0-1 0 0 0,-1 1 0 0 0,1-1 1 0 0,0 1-1 0 0,0 0 0 0 0,0 0 0 0 0,0-1 0 0 0,0 1 0 0 0,0 0 0 0 0,0 0 0 0 0,0 0 0 0 0,0 0 0 0 0,0 1 0 0 0,0-1 1 0 0,-1 3 5161 0 0,-3-11-3176 0 0,3 7-1991 0 0,1 0-115 0 0,-1 0 0 0 0,1 0 0 0 0,-1 0 0 0 0,0 0 0 0 0,1 0-1 0 0,-1 0 1 0 0,1-1 0 0 0,-1 1 0 0 0,1 0 0 0 0,-1-1 0 0 0,1 1 0 0 0,0-1-1 0 0,-1 0 1 0 0,1 0 0 0 0,-2-1 0 0 0,8 0 412 0 0,93-33 1026 0 0,-14-1-1360 0 0,124-72-1 0 0,-146 73-224 0 0,155-90 25 0 0,-201 118 85 0 0,-1-1 0 0 0,0 0 0 0 0,-1-1 0 0 0,0-1 0 0 0,-1 0 0 0 0,0-1 0 0 0,17-17 0 0 0,-29 27-53 0 0,-1 0 0 0 0,1 0 0 0 0,-1 0-1 0 0,1 1 1 0 0,-1-1 0 0 0,1 0 0 0 0,-1 0 0 0 0,1 0 0 0 0,-1 0 0 0 0,0 0 0 0 0,0 0-1 0 0,1 0 1 0 0,-1 0 0 0 0,0 0 0 0 0,0 0 0 0 0,0 0 0 0 0,0 0 0 0 0,0-2 0 0 0,-1-1-52 0 0,1 11 97 0 0,0-1 27 0 0,-1 0 0 0 0,1-1 0 0 0,0 1 0 0 0,1-1 0 0 0,-1 1 1 0 0,1-1-1 0 0,0 1 0 0 0,3 7 0 0 0,2-1 4 0 0,-3-6-12 0 0,0 0 0 0 0,0 0 0 0 0,-1 0 0 0 0,1 0 0 0 0,-1 1 0 0 0,-1-1-1 0 0,1 1 1 0 0,-1-1 0 0 0,0 13 0 0 0,-1 206 2292 0 0,0-223-2202 0 0,-71 6 842 0 0,-156-23 92 0 0,226 15-1083 0 0,-301-11 238 0 0,99 15-2908 0 0,190-3 1698 0 0,-1 0-308 0 0,68 4-14654 0 0</inkml:trace>
</inkml:ink>
</file>

<file path=ppt/ink/ink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06T18:07:04.27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280 7 1761 0 0,'4'0'440'0'0,"-2"1"-283"0"0,-1-1-1 0 0,1 0 1 0 0,-1 0-1 0 0,1 0 1 0 0,-1 0-1 0 0,0 0 1 0 0,1 0 0 0 0,-1 0-1 0 0,1 0 1 0 0,-1 0-1 0 0,1-1 1 0 0,-1 1-1 0 0,0-1 1 0 0,1 1-1 0 0,-1-1 1 0 0,0 1 0 0 0,1-1-1 0 0,1-1 1 0 0,2 1 1363 0 0,17 1-172 0 0,-17 0-214 0 0,-4 0-1068 0 0,-1 0 1 0 0,0 1 0 0 0,0-1-1 0 0,0 0 1 0 0,0 0 0 0 0,0 1-1 0 0,1-1 1 0 0,-1 0 0 0 0,0 1 0 0 0,0-1-1 0 0,0 0 1 0 0,0 1 0 0 0,0-1-1 0 0,0 0 1 0 0,0 1 0 0 0,0-1-1 0 0,0 0 1 0 0,0 0 0 0 0,0 1-1 0 0,0-1 1 0 0,-1 0 0 0 0,1 1 0 0 0,0-1-1 0 0,0 0 1 0 0,0 1 0 0 0,0-1-1 0 0,0 0 1 0 0,-1 0 0 0 0,1 1-1 0 0,0-1 1 0 0,0 0 0 0 0,0 0 0 0 0,-1 0-1 0 0,1 1 1 0 0,0-1 0 0 0,0 0-1 0 0,-1 0 1 0 0,1 0 0 0 0,0 1-1 0 0,0-1 1 0 0,-1 0 0 0 0,1 0 0 0 0,0 0-1 0 0,-1 0 1 0 0,1 0 0 0 0,0 0-1 0 0,-1 0 1 0 0,-2 0 80 0 0,2 0-119 0 0,0 0 1 0 0,0 0-1 0 0,1 0 1 0 0,-1-1-1 0 0,0 1 1 0 0,0 0-1 0 0,0 0 1 0 0,0 0-1 0 0,0 1 0 0 0,0-1 1 0 0,0 0-1 0 0,1 0 1 0 0,-1 0-1 0 0,0 1 1 0 0,0-1-1 0 0,0 0 1 0 0,0 1-1 0 0,1-1 1 0 0,-1 1-1 0 0,0-1 0 0 0,0 1 1 0 0,1-1-1 0 0,-1 1 1 0 0,0-1-1 0 0,1 1 1 0 0,-1 0-1 0 0,1 0 1 0 0,-1-1-1 0 0,0 2 0 0 0,1 0 11 0 0,-1-1 0 0 0,1 0-1 0 0,0 1 1 0 0,-1-1 0 0 0,1 0-1 0 0,0 0 1 0 0,-1 1 0 0 0,0-1-1 0 0,1 0 1 0 0,-1 0 0 0 0,0 0-1 0 0,0 0 1 0 0,1 1 0 0 0,-1-1-1 0 0,0 0 1 0 0,0-1 0 0 0,0 1-1 0 0,0 0 1 0 0,0 0 0 0 0,0 0-1 0 0,-3 0 1 0 0,-11 13 244 0 0,-7 12 106 0 0,2-1 3 0 0,-36 34 1 0 0,25-28-69 0 0,0 2-1 0 0,3 1 1 0 0,-45 68-1 0 0,71-100-299 0 0,0 1 1 0 0,0-1-1 0 0,0 1 0 0 0,1-1 0 0 0,-1 1 0 0 0,1 0 1 0 0,0-1-1 0 0,0 1 0 0 0,0 0 0 0 0,0 0 0 0 0,0 0 1 0 0,0 0-1 0 0,1 0 0 0 0,0 0 0 0 0,-1 0 1 0 0,1 0-1 0 0,0 0 0 0 0,0 0 0 0 0,1 0 0 0 0,-1 0 1 0 0,1 0-1 0 0,-1 0 0 0 0,1 0 0 0 0,0 0 1 0 0,0-1-1 0 0,0 1 0 0 0,1 0 0 0 0,2 4 0 0 0,-3-3-59 0 0,1 0-108 0 0,-1 0 0 0 0,0 0 0 0 0,-1 0 0 0 0,1 0 1 0 0,-1 0-1 0 0,0 8 0 0 0,0-8-163 0 0,0 0 1 0 0,0-1 0 0 0,0 1-1 0 0,1 0 1 0 0,-1 0 0 0 0,1 0-1 0 0,0 0 1 0 0,2 5 0 0 0,19 21-4191 0 0,-21-29 4077 0 0,-1 0 1 0 0,1 0-1 0 0,0 0 0 0 0,-1 0 0 0 0,1 0 0 0 0,-1 0 0 0 0,0 1 0 0 0,1-1 1 0 0,-1 0-1 0 0,0 0 0 0 0,0 0 0 0 0,1 0 0 0 0,-1 0 0 0 0,0 2 0 0 0</inkml:trace>
</inkml:ink>
</file>

<file path=ppt/ink/ink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06T18:07:04.64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15 1201 0 0,'0'6'2321'0'0,"65"-6"-160"0"0,1 0-321 0 0,-1 0-879 0 0,98-20-2642 0 0</inkml:trace>
</inkml:ink>
</file>

<file path=ppt/ink/ink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06T18:07:12.37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1751 0 1761 0 0,'0'0'2214'0'0,"0"5"1033"0"0,-6-4 1590 0 0,-243 14-822 0 0,168-8-3746 0 0,-387 53 449 0 0,382-48-513 0 0,41-7-437 0 0,45-5 216 0 0,-1 0-1 0 0,1 0 1 0 0,0 0-1 0 0,0 0 1 0 0,0 0-1 0 0,-1 0 0 0 0,1 0 1 0 0,0 0-1 0 0,0 0 1 0 0,0 0-1 0 0,-1 0 1 0 0,1 0-1 0 0,0 1 0 0 0,0-1 1 0 0,0 0-1 0 0,-1 0 1 0 0,1 0-1 0 0,0 0 1 0 0,0 0-1 0 0,0 0 0 0 0,0 1 1 0 0,0-1-1 0 0,-1 0 1 0 0,1 0-1 0 0,0 0 1 0 0,0 0-1 0 0,0 1 0 0 0,0-1 1 0 0,0 0-1 0 0,0 0 1 0 0,0 0-1 0 0,0 1 1 0 0,-1-1-1 0 0,1 0 0 0 0,0 0 1 0 0,0 0-1 0 0,0 1 1 0 0,0-1-1 0 0,0 0 1 0 0,0 1-6 0 0,0-1 0 0 0,0 0 0 0 0,0 0 0 0 0,0 0 1 0 0,0 1-1 0 0,0-1 0 0 0,0 0 0 0 0,0 0 1 0 0,0 0-1 0 0,0 1 0 0 0,0-1 0 0 0,0 0 0 0 0,0 0 1 0 0,0 0-1 0 0,0 0 0 0 0,-1 1 0 0 0,1-1 1 0 0,0 0-1 0 0,0 0 0 0 0,0 0 0 0 0,0 0 0 0 0,0 1 1 0 0,-1-1-1 0 0,1 0 0 0 0,0 0 0 0 0,0 0 1 0 0,0 0-1 0 0,0 0 0 0 0,-1 0 0 0 0,1 0 0 0 0,0 0 1 0 0,0 0-1 0 0,0 0 0 0 0,-1 0 0 0 0,1 1 1 0 0,0-1-1 0 0,0 0 0 0 0,0 0 0 0 0,-1-1 0 0 0,-37 11-971 0 0,-51 19 0 0 0,64-19 1019 0 0,-21 3 53 0 0,-1-2 0 0 0,0-3 1 0 0,-49 4-1 0 0,1 0-10 0 0,59-6-22 0 0,-53 14 0 0 0,-17 4 133 0 0,86-21-133 0 0,13 2 80 0 0,4-1-108 0 0,-4-1-8 0 0,6-3-8 0 0,0 0 0 0 0,0 0-1 0 0,0 0 1 0 0,0 0 0 0 0,0 0-1 0 0,1 0 1 0 0,-1 1 0 0 0,0-1-1 0 0,0 0 1 0 0,0 1 0 0 0,1-1-1 0 0,-1 1 1 0 0,0-1 0 0 0,0 1-1 0 0,1-1 1 0 0,-1 1 0 0 0,0 0-1 0 0,1-1 1 0 0,-1 1-1 0 0,0 0 1 0 0,1-1 0 0 0,-1 1-1 0 0,1 0 1 0 0,0 0 0 0 0,-1-1-1 0 0,1 1 1 0 0,-1 0 0 0 0,1 0-1 0 0,0 0 1 0 0,-1 1 0 0 0,1-1-1 0 0,0 0 1 0 0,0-1-1 0 0,0 1 0 0 0,0 0 1 0 0,-1-1-1 0 0,1 1 1 0 0,0 0-1 0 0,0-1 1 0 0,-1 1-1 0 0,1-1 1 0 0,0 1-1 0 0,-1-1 1 0 0,1 1-1 0 0,-1-1 1 0 0,1 1-1 0 0,-1-1 0 0 0,1 1 1 0 0,-1-1-1 0 0,1 1 1 0 0,-1-1-1 0 0,1 0 1 0 0,-1 1-1 0 0,0-1 1 0 0,1 0-1 0 0,-1 1 1 0 0,0-1-1 0 0,1 0 1 0 0,-1 0-1 0 0,1 0 1 0 0,-1 0-1 0 0,0 1 0 0 0,0-1 1 0 0,0 0-1 0 0,0 0-2 0 0,0 0 0 0 0,1 0 0 0 0,-1 0 0 0 0,0 0 0 0 0,1 0 0 0 0,-1 0 0 0 0,1 0-1 0 0,-1 0 1 0 0,0 1 0 0 0,1-1 0 0 0,-1 0 0 0 0,0 0 0 0 0,1 1 0 0 0,-1-1 0 0 0,1 1 0 0 0,-1-1 0 0 0,1 0-1 0 0,-1 1 1 0 0,1-1 0 0 0,-1 1 0 0 0,1-1 0 0 0,0 1 0 0 0,-1-1 0 0 0,1 1 0 0 0,-1 0 0 0 0,1-1-1 0 0,0 1 1 0 0,0-1 0 0 0,-1 1 0 0 0,1 0 0 0 0,0-1 0 0 0,0 1 0 0 0,0 0 0 0 0,0 103-174 0 0,0-103 175 0 0,0 1 0 0 0,0-1-1 0 0,0 0 1 0 0,0 0-1 0 0,1 1 1 0 0,-1-1 0 0 0,1 0-1 0 0,-1 0 1 0 0,1 1 0 0 0,-1-1-1 0 0,1 0 1 0 0,0 0 0 0 0,-1 0-1 0 0,1 0 1 0 0,0 0 0 0 0,0 0-1 0 0,0 0 1 0 0,0 0 0 0 0,0 0-1 0 0,0 0 1 0 0,0-1-1 0 0,0 1 1 0 0,2 1 0 0 0,7 6-3 0 0,23 32 15 0 0,-32-36-6 0 0,1 1 0 0 0,-1-1 0 0 0,0 0 0 0 0,0 0 1 0 0,0 1-1 0 0,0-1 0 0 0,-1 0 0 0 0,1 1 0 0 0,-1-1 0 0 0,0 1 0 0 0,-1-1 0 0 0,-1 8 0 0 0,1 8-99 0 0,2-6 74 0 0,-1-10 113 0 0,1 0 1 0 0,-1 0 0 0 0,1 0 0 0 0,-1 1 0 0 0,0-1 0 0 0,-1 0-1 0 0,1 0 1 0 0,-1 0 0 0 0,0 0 0 0 0,0 0 0 0 0,0 0-1 0 0,-2 5 1 0 0,-7-2 294 0 0,5-2-33 0 0,13 1-156 0 0,-1-2-162 0 0,-7-4-33 0 0,0 0-1 0 0,1 1 0 0 0,-1-1 0 0 0,1 0 1 0 0,-1 1-1 0 0,0-1 0 0 0,1 0 0 0 0,-1 1 1 0 0,1-1-1 0 0,-1 1 0 0 0,0-1 1 0 0,0 0-1 0 0,1 1 0 0 0,-1-1 0 0 0,0 1 1 0 0,0-1-1 0 0,0 1 0 0 0,1-1 1 0 0,-1 1-1 0 0,0-1 0 0 0,0 1 0 0 0,0-1 1 0 0,0 1-1 0 0,0-1 0 0 0,0 1 0 0 0,0-1 1 0 0,0 1-1 0 0,0 0 0 0 0,0-1 1 0 0,0 1-1 0 0,-1-1 0 0 0,1 1 0 0 0,0 0 1 0 0,0-1-8 0 0,-1 0 0 0 0,1 1 1 0 0,0-1-1 0 0,0 0 0 0 0,0 1 0 0 0,0-1 1 0 0,0 0-1 0 0,0 1 0 0 0,0-1 0 0 0,0 0 1 0 0,0 1-1 0 0,0-1 0 0 0,0 1 1 0 0,0-1-1 0 0,0 0 0 0 0,0 1 0 0 0,0-1 1 0 0,0 0-1 0 0,0 1 0 0 0,0-1 0 0 0,0 0 1 0 0,1 1-1 0 0,-1-1 0 0 0,0 0 0 0 0,0 1 1 0 0,0-1-1 0 0,1 0 0 0 0,-1 1 1 0 0,0-1-1 0 0,0 0 0 0 0,1 0 0 0 0,-1 1 1 0 0,0-1-1 0 0,1 0 0 0 0,-1 0 0 0 0,0 0 1 0 0,1 1-1 0 0,-1-1 0 0 0,0 0 1 0 0,1 0-1 0 0,-1 0 0 0 0,8 2-4 0 0,-7-2 10 0 0,0 1-1 0 0,-1-1 1 0 0,1 0 0 0 0,0 0 0 0 0,0 0-1 0 0,0 1 1 0 0,0-1 0 0 0,0 1 0 0 0,0-1 0 0 0,-1 0-1 0 0,1 1 1 0 0,0-1 0 0 0,0 1 0 0 0,0 0-1 0 0,-1-1 1 0 0,1 1 0 0 0,0 0 0 0 0,-1-1-1 0 0,1 1 1 0 0,-1 0 0 0 0,1 0 0 0 0,-1 0 0 0 0,1-1-1 0 0,-1 1 1 0 0,0 0 0 0 0,1 0 0 0 0,-1 0-1 0 0,0 0 1 0 0,1 0 0 0 0,-1 0 0 0 0,0 0 0 0 0,0-1-1 0 0,0 1 1 0 0,0 0 0 0 0,0 0 0 0 0,0 2-1 0 0,0-2-2 0 0,1 0 0 0 0,-1 0-1 0 0,1 0 1 0 0,-1 0-1 0 0,1 0 1 0 0,0 0-1 0 0,0 0 1 0 0,-1 0 0 0 0,1 0-1 0 0,0 0 1 0 0,0 0-1 0 0,0-1 1 0 0,0 1-1 0 0,0 0 1 0 0,0-1 0 0 0,0 1-1 0 0,0-1 1 0 0,0 1-1 0 0,1-1 1 0 0,-1 1-1 0 0,2 0 1 0 0,3 1 0 0 0,8 11-1 0 0,-13-11 0 0 0,1 0 0 0 0,0-1 0 0 0,0 1 0 0 0,1 0 0 0 0,-1-1 0 0 0,0 0 0 0 0,0 1 0 0 0,1-1 0 0 0,2 1 0 0 0,24 9 71 0 0,1-2 1 0 0,-1-1-1 0 0,48 7 1 0 0,102 3 302 0 0,-29-4-221 0 0,-47 0-75 0 0,134 16 200 0 0,-173-25-195 0 0,114-6-1 0 0,50-13-60 0 0,120 22 62 0 0,-262-2 76 0 0,133-7 1 0 0,117-30 1039 0 0,-308 29-1141 0 0,18-1-2 0 0,87-16 0 0 0,-26-9-196 0 0,122-49 0 0 0,-82 24-476 0 0,-122 44 318 0 0,0-2 0 0 0,0-1 0 0 0,25-17 1 0 0,-47 28 256 0 0,-1-1 1 0 0,1 0 0 0 0,-1 1-1 0 0,1-1 1 0 0,-1-1 0 0 0,0 1-1 0 0,0 0 1 0 0,0 0 0 0 0,-1-1 0 0 0,1 1-1 0 0,2-6 1 0 0,6-8-116 0 0,-1 5 97 0 0,-7 9 57 0 0,0 1 0 0 0,-1-1 0 0 0,1 0 0 0 0,-1 1 0 0 0,1-1-1 0 0,-1 0 1 0 0,0 0 0 0 0,0 0 0 0 0,0 0 0 0 0,0 0 0 0 0,0 0-1 0 0,0 0 1 0 0,0 0 0 0 0,-1 0 0 0 0,1-1 0 0 0,-1 1 0 0 0,1 0-1 0 0,-1 0 1 0 0,0-1 0 0 0,0 1 0 0 0,0 0 0 0 0,0 0 0 0 0,0-1-1 0 0,-1 1 1 0 0,1 0 0 0 0,-1 0 0 0 0,1-1 0 0 0,-1 1 0 0 0,0 0-1 0 0,-2-3 1 0 0,-5-7 35 0 0,0 1-1 0 0,-1 0 0 0 0,-1 1 0 0 0,0 0 1 0 0,0 0-1 0 0,-1 1 0 0 0,0 1 1 0 0,0-1-1 0 0,-1 2 0 0 0,0 0 0 0 0,-15-7 1 0 0,-11-2 193 0 0,0 1 0 0 0,-57-13 0 0 0,66 22-183 0 0,1 1 0 0 0,-1 1 0 0 0,-1 1 0 0 0,1 2 0 0 0,-33 2 0 0 0,9 0-41 0 0,-114 8-70 0 0,67-2 0 0 0,-6 5 2 0 0,-10 0-1817 0 0,138-22-2334 0 0,-22 10 4004 0 0,1 0 0 0 0,-1 0 0 0 0,1-1 0 0 0,-1 1 0 0 0,0 0 0 0 0,1 0 0 0 0,-1-1 0 0 0,0 1 0 0 0,1-1 0 0 0,-1 1 0 0 0,0 0 0 0 0,0-1 0 0 0,1 1 0 0 0,-1-1 0 0 0,0 1 0 0 0,0 0-1 0 0,0-1 1 0 0,0 1 0 0 0,0-1 0 0 0,0 1 0 0 0,1-1 0 0 0,-1 1 0 0 0,0-1 0 0 0,0 1 0 0 0,0-1 0 0 0,0 1 0 0 0,0-1 0 0 0,-1 1 0 0 0,1-1 0 0 0,0 1 0 0 0,0 0 0 0 0,0-1 0 0 0,-1-2-1555 0 0,1-11-1501 0 0</inkml:trace>
</inkml:ink>
</file>

<file path=ppt/ink/ink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06T18:06:15.19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683 105 400 0 0,'98'6'4562'0'0,"-92"-11"-2721"0"0,-6 5-1778 0 0,14-3 357 0 0,-7 1-81 0 0,-7 0 427 0 0,-21-3-126 0 0,13 0 240 0 0,5 1-693 0 0,-9 0 21 0 0,1 0 0 0 0,-1 2 1 0 0,0-1-1 0 0,0 1 0 0 0,-15 0 0 0 0,-63 0 453 0 0,81 2-583 0 0,-7 0 108 0 0,1 1 0 0 0,-26 5 0 0 0,4 0-11 0 0,11-3-78 0 0,1 2 0 0 0,-1 0-1 0 0,1 1 1 0 0,1 2 0 0 0,-1 1-1 0 0,1 0 1 0 0,-24 15 0 0 0,14-3-84 0 0,2 2 1 0 0,-55 49-1 0 0,75-58 1 0 0,0 0 1 0 0,-11 17 0 0 0,1-2-32 0 0,17-23 11 0 0,1 0 0 0 0,0 1 0 0 0,1-1 1 0 0,-1 1-1 0 0,1-1 0 0 0,1 1 1 0 0,-1 0-1 0 0,1 0 0 0 0,0 0 0 0 0,1 1 1 0 0,0-1-1 0 0,0 0 0 0 0,0 1 1 0 0,1-1-1 0 0,0 0 0 0 0,0 1 0 0 0,1-1 1 0 0,0 0-1 0 0,1 1 0 0 0,3 10 1 0 0,16 19 45 0 0,-13-16-63 0 0,-7-18 12 0 0,0 1 0 0 0,0-1-1 0 0,0 0 1 0 0,0 0 0 0 0,1 0 0 0 0,-1-1 0 0 0,1 1 0 0 0,0 0 0 0 0,0 0 0 0 0,0-1 0 0 0,0 1 0 0 0,0-1 0 0 0,1 0 0 0 0,-1 0 0 0 0,3 2-1 0 0,9 5 7 0 0,-1-1 0 0 0,2-1 0 0 0,-1-1-1 0 0,0 0 1 0 0,1 0 0 0 0,0-2 0 0 0,1 0 0 0 0,-1 0-1 0 0,26 1 1 0 0,0-1-22 0 0,0-3 0 0 0,58-5 0 0 0,11-8 449 0 0,0-4-1 0 0,-2-5 1 0 0,0-5-1 0 0,162-63 1 0 0,-226 73 49 0 0,-1-3 0 0 0,61-35 1 0 0,-102 53-437 0 0,0 0 0 0 0,0 0 0 0 0,0 0 1 0 0,0-1-1 0 0,-1 1 0 0 0,1 0 1 0 0,0-1-1 0 0,-1 1 0 0 0,1-1 0 0 0,-1 0 1 0 0,1 0-1 0 0,-1 1 0 0 0,0-1 0 0 0,0 0 1 0 0,0 0-1 0 0,0 0 0 0 0,0 0 1 0 0,0 0-1 0 0,0-1 0 0 0,-1 1 0 0 0,1 0 1 0 0,-1 0-1 0 0,0 0 0 0 0,1-1 0 0 0,-1 1 1 0 0,0 0-1 0 0,-1-4 0 0 0,-1 1 53 0 0,0-1-1 0 0,-1 1 1 0 0,0-1 0 0 0,0 1-1 0 0,0 0 1 0 0,-1 0-1 0 0,0 0 1 0 0,-5-5-1 0 0,-10-14 179 0 0,4 5-184 0 0,-1 0 0 0 0,-1 2 1 0 0,-1-1-1 0 0,-1 2 1 0 0,0 1-1 0 0,-1 0 0 0 0,0 1 1 0 0,-38-18-1 0 0,0 5-27 0 0,0 3 1 0 0,-70-19-1 0 0,99 35-702 0 0,1 1 0 0 0,-2 2 0 0 0,-40-4 0 0 0,64 9-107 0 0,1-1 0 0 0,-1 1 1 0 0,0-1-1 0 0,0 1 0 0 0,1 1 1 0 0,-1-1-1 0 0,0 1 0 0 0,1 0 1 0 0,-1 1-1 0 0,0-1 0 0 0,-7 4 1 0 0,-20 14-4530 0 0</inkml:trace>
</inkml:ink>
</file>

<file path=ppt/ink/ink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06T18:06:15.71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0 1441 0 0,'0'7'6002'0'0,"32"-1"-3841"0"0,1 8-240 0 0,26 28 720 0 0,39 20-640 0 0,-33-14-2081 0 0,33-27-3361 0 0,0-9-4563 0 0</inkml:trace>
</inkml:ink>
</file>

<file path=ppt/ink/ink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06T18:06:16.47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34 59 560 0 0,'0'0'72'0'0,"0"0"0"0"0,0 0 0 0 0,0 0 0 0 0,0 0 0 0 0,0-1 0 0 0,0 1 0 0 0,1 0 1 0 0,-1 0-1 0 0,0 0 0 0 0,0-1 0 0 0,0 1 0 0 0,0 0 0 0 0,0 0 0 0 0,0-1 0 0 0,0 1 0 0 0,0 0 0 0 0,0 0 0 0 0,0 0 0 0 0,0-1 0 0 0,0 1 0 0 0,0 0 0 0 0,0 0 0 0 0,0 0 0 0 0,0-1 0 0 0,0 1 0 0 0,0 0 0 0 0,-1 0 0 0 0,1-1 0 0 0,0 1 0 0 0,0 0 0 0 0,0 0 0 0 0,0 0 0 0 0,0 0 0 0 0,0-1 0 0 0,-1 1 0 0 0,1 0 0 0 0,0 0 1 0 0,0 0-1 0 0,0 0 0 0 0,0 0 0 0 0,-1-1 0 0 0,1 1 0 0 0,0 0 0 0 0,0 0 0 0 0,0 0 0 0 0,-1 0 0 0 0,1 0 0 0 0,0 0 0 0 0,0 0 0 0 0,-1 0 0 0 0,1 0 0 0 0,0 0 0 0 0,0 0 0 0 0,0 0 0 0 0,-1 0 0 0 0,1 0 0 0 0,0 0 0 0 0,0 0 0 0 0,-1 0 0 0 0,-4 0-174 0 0,-11-3 2679 0 0,15 2-2103 0 0,1 0 0 0 0,-1-1 1 0 0,0 1-1 0 0,0 0 0 0 0,1 0 1 0 0,-1-1-1 0 0,1 1 0 0 0,0-1 1 0 0,-1 1-1 0 0,1 0 0 0 0,0-1 1 0 0,0 1-1 0 0,0-1 0 0 0,0 1 1 0 0,0-1-1 0 0,0-1 0 0 0,1 2-341 0 0,0 0-1 0 0,0 0 0 0 0,1 0 1 0 0,-1 0-1 0 0,0 1 0 0 0,0-1 1 0 0,1 0-1 0 0,-1 0 0 0 0,1 1 0 0 0,-1-1 1 0 0,0 1-1 0 0,1 0 0 0 0,-1-1 1 0 0,1 1-1 0 0,-1 0 0 0 0,1 0 1 0 0,2 0-1 0 0,-4 0 48 0 0,50-6 552 0 0,0 2 0 0 0,0 2 0 0 0,0 2 1 0 0,52 8-1 0 0,-72-6-552 0 0,551 52 1594 0 0,-568-53-1696 0 0,55 7 363 0 0,117-3 1 0 0,-108-9-514 0 0,221 2-1697 0 0,-205 14-9076 0 0,-82-10 3135 0 0</inkml:trace>
</inkml:ink>
</file>

<file path=ppt/ink/ink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06T18:06:17.25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973 69 80 0 0,'0'0'13'0'0,"0"-1"1"0"0,0 1-1 0 0,0-1 0 0 0,0 0 1 0 0,0 1-1 0 0,0-1 0 0 0,0 1 1 0 0,0-1-1 0 0,0 1 0 0 0,-1-1 1 0 0,1 1-1 0 0,0-1 0 0 0,0 0 1 0 0,-1 1-1 0 0,1-1 0 0 0,0 1 1 0 0,-1 0-1 0 0,1-1 0 0 0,-1 1 1 0 0,1-1-1 0 0,0 1 1 0 0,-1-1-1 0 0,1 1 0 0 0,-1 0 1 0 0,1-1-1 0 0,-1 1 0 0 0,1 0 1 0 0,-1 0-1 0 0,0-1 0 0 0,1 1 1 0 0,-2 0-1 0 0,-31-10 854 0 0,-51-9 0 0 0,54 13-253 0 0,5 0 388 0 0,-1 1 1 0 0,0 1 0 0 0,0 1-1 0 0,-1 2 1 0 0,-44 2 0 0 0,36 9 1119 0 0,34-10-2046 0 0,0 1 0 0 0,0-1 0 0 0,-1 1 0 0 0,1-1 0 0 0,0 1 0 0 0,0 0 0 0 0,-1 0 0 0 0,1-1 0 0 0,0 1 0 0 0,0 0 1 0 0,0 0-1 0 0,0 0 0 0 0,0 0 0 0 0,0 0 0 0 0,1 0 0 0 0,-2 3 0 0 0,39 24 779 0 0,-14-12-563 0 0,18 10-212 0 0,1-1 0 0 0,1-2 0 0 0,1-2 0 0 0,1-2 0 0 0,1-2 0 0 0,1-1 0 0 0,69 12 0 0 0,-98-25-115 0 0,17 5-181 0 0,42 13 0 0 0,-33-10-51 0 0,-43-10 267 0 0,-1-1-1 0 0,1 0 0 0 0,0 0 0 0 0,-1 1 0 0 0,1-1 1 0 0,-1 0-1 0 0,1 1 0 0 0,-1-1 0 0 0,1 0 0 0 0,-1 1 0 0 0,1-1 1 0 0,-1 1-1 0 0,0-1 0 0 0,1 1 0 0 0,-1-1 0 0 0,1 1 1 0 0,-1-1-1 0 0,0 1 0 0 0,0-1 0 0 0,1 1 0 0 0,-1-1 0 0 0,0 1 1 0 0,0 0-1 0 0,0-1 0 0 0,1 1 0 0 0,-1 0 0 0 0,0-1 1 0 0,0 1-1 0 0,0-1 0 0 0,0 1 0 0 0,0 0 0 0 0,0-1 0 0 0,0 1 1 0 0,-1 0-1 0 0,1-1 0 0 0,0 1 0 0 0,0-1 0 0 0,0 1 1 0 0,-1-1-1 0 0,1 1 0 0 0,0 0 0 0 0,0-1 0 0 0,-1 1 1 0 0,1-1-1 0 0,-1 1 0 0 0,1-1 0 0 0,0 1 0 0 0,-1-1 0 0 0,-28 8 148 0 0,-144 14 2121 0 0,-202-1 0 0 0,193-14-1448 0 0,-54 1-907 0 0,173-6-670 0 0,-37-1-4422 0 0,34-6-2077 0 0</inkml:trace>
</inkml:ink>
</file>

<file path=ppt/ink/ink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06T18:07:15.56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1301 99 800 0 0,'0'0'1374'0'0,"6"0"-667"0"0,9 0-289 0 0,-3 0 5140 0 0,-12-29-2810 0 0,0 28-2738 0 0,0 0-1 0 0,-1 1 0 0 0,1-1 0 0 0,0 0 0 0 0,-1 0 1 0 0,1 0-1 0 0,0 0 0 0 0,-1 1 0 0 0,1-1 1 0 0,-1 0-1 0 0,1 0 0 0 0,-1 1 0 0 0,0-1 1 0 0,1 0-1 0 0,-1 1 0 0 0,0-1 0 0 0,1 1 1 0 0,-1-1-1 0 0,0 1 0 0 0,0-1 0 0 0,0 1 1 0 0,1-1-1 0 0,-1 1 0 0 0,0 0 0 0 0,0-1 0 0 0,0 1 1 0 0,0 0-1 0 0,0 0 0 0 0,1 0 0 0 0,-1 0 1 0 0,-1 0-1 0 0,-4-2 29 0 0,5 2-34 0 0,1 0 0 0 0,0 0 1 0 0,0 0-1 0 0,-1 0 0 0 0,1-1 1 0 0,0 1-1 0 0,0 0 0 0 0,-1 0 1 0 0,1 0-1 0 0,0 0 0 0 0,0 0 1 0 0,-1-1-1 0 0,1 1 0 0 0,0 0 1 0 0,0 0-1 0 0,-1 0 0 0 0,1-1 1 0 0,0 1-1 0 0,0 0 0 0 0,0 0 1 0 0,0-1-1 0 0,0 1 0 0 0,-1 0 1 0 0,1 0-1 0 0,0-1 0 0 0,0 1 1 0 0,0 0-1 0 0,0 0 0 0 0,0-1 1 0 0,0 1-1 0 0,0 0 0 0 0,0-1 1 0 0,0 1-1 0 0,-5-7 76 0 0,-50-6 240 0 0,41 8-124 0 0,-1 1 1 0 0,1 1-1 0 0,-1 0 1 0 0,0 1-1 0 0,0 1 1 0 0,0 0 0 0 0,-17 2-1 0 0,-34-3 700 0 0,33-1-627 0 0,0 2 1 0 0,0 1 0 0 0,-1 2 0 0 0,1 1-1 0 0,0 2 1 0 0,1 1 0 0 0,-1 1 0 0 0,-57 22-1 0 0,49-12-124 0 0,4-3 60 0 0,0 0 0 0 0,-48 10 1 0 0,-165 37 60 0 0,244-60-261 0 0,0 1 0 0 0,0 1 0 0 0,0-1-1 0 0,1 1 1 0 0,-1 0 0 0 0,-6 5 0 0 0,-7 3 41 0 0,19-10-43 0 0,0-1-1 0 0,-1 0 1 0 0,1 0-1 0 0,0 0 1 0 0,-1 1-1 0 0,1-1 0 0 0,0 0 1 0 0,-1 0-1 0 0,1 1 1 0 0,0-1-1 0 0,-1 0 0 0 0,1 0 1 0 0,0 1-1 0 0,0-1 1 0 0,0 0-1 0 0,-1 1 1 0 0,1-1-1 0 0,0 0 0 0 0,0 1 1 0 0,0-1-1 0 0,0 1 1 0 0,-1-1-1 0 0,1 0 0 0 0,0 1 1 0 0,0-1-1 0 0,0 1 1 0 0,0-1-1 0 0,0 0 1 0 0,0 1-1 0 0,0 0-1 0 0,0-1 0 0 0,0 1 0 0 0,0-1-1 0 0,0 1 1 0 0,0-1 0 0 0,0 1 0 0 0,0-1 0 0 0,0 0 0 0 0,0 1-1 0 0,0-1 1 0 0,0 1 0 0 0,-1-1 0 0 0,1 0 0 0 0,0 1 0 0 0,0-1-1 0 0,-1 0 1 0 0,1 1 0 0 0,0-1 0 0 0,0 1 0 0 0,-1-1-1 0 0,1 0 1 0 0,0 0 0 0 0,-1 1 0 0 0,1-1 0 0 0,-9 5 19 0 0,8-5-10 0 0,0 0-1 0 0,0 0 0 0 0,0 1 0 0 0,0-1 0 0 0,0 1 0 0 0,0-1 0 0 0,0 1 0 0 0,0-1 0 0 0,1 1 0 0 0,-1 0 0 0 0,0-1 1 0 0,0 1-1 0 0,1 0 0 0 0,-1 0 0 0 0,0-1 0 0 0,1 1 0 0 0,-1 0 0 0 0,0 0 0 0 0,1 0 0 0 0,0 0 0 0 0,-1 0 1 0 0,1 0-1 0 0,-1 0 0 0 0,1 0 0 0 0,0 0 0 0 0,0 0 0 0 0,0 0 0 0 0,-1 0 0 0 0,1 2 0 0 0,0-2 4 0 0,0 1-1 0 0,0-1 1 0 0,0 1-1 0 0,-1 0 0 0 0,1-1 1 0 0,0 1-1 0 0,-1-1 1 0 0,0 1-1 0 0,1-1 1 0 0,-1 1-1 0 0,0-1 1 0 0,0 0-1 0 0,0 1 0 0 0,0-1 1 0 0,0 0-1 0 0,0 0 1 0 0,0 1-1 0 0,0-1 1 0 0,0 0-1 0 0,-3 1 0 0 0,-6 9 47 0 0,-1 11 20 0 0,8-17-59 0 0,0 0 0 0 0,0 0 1 0 0,0 0-1 0 0,0 0 0 0 0,-1-1 0 0 0,0 1 0 0 0,-5 4 1 0 0,-46 44 5 0 0,55-52-23 0 0,-1 0-1 0 0,0-1 0 0 0,1 1 1 0 0,-1 0-1 0 0,1 0 0 0 0,-1-1 1 0 0,1 1-1 0 0,-1 0 1 0 0,1 0-1 0 0,0 0 0 0 0,-1 0 1 0 0,1 0-1 0 0,0-1 0 0 0,0 1 1 0 0,-1 0-1 0 0,1 0 0 0 0,0 0 1 0 0,0 0-1 0 0,0 0 1 0 0,0 0-1 0 0,0 0 0 0 0,1 0 1 0 0,-1 0-1 0 0,0 0 0 0 0,0 0 1 0 0,1-1-1 0 0,-1 1 1 0 0,0 0-1 0 0,1 0 0 0 0,-1 0 1 0 0,1 0-1 0 0,-1-1 0 0 0,1 1 1 0 0,0 1-1 0 0,0-1 9 0 0,8 7 33 0 0,-7-8-32 0 0,-1 1 0 0 0,0 0 0 0 0,0 0-1 0 0,0-1 1 0 0,0 1 0 0 0,1 0 0 0 0,-1 0-1 0 0,0 0 1 0 0,-1 0 0 0 0,1 0 0 0 0,0 0 0 0 0,0 1-1 0 0,0-1 1 0 0,-1 0 0 0 0,1 0 0 0 0,0 1-1 0 0,-1-1 1 0 0,1 0 0 0 0,-1 2 0 0 0,-5 6 81 0 0,1-6-77 0 0,3-2-8 0 0,-1-1 0 0 0,1 1 0 0 0,0-1 0 0 0,0 1 0 0 0,0 0 0 0 0,0 0 0 0 0,0-1 0 0 0,0 1 0 0 0,0 0 0 0 0,0 0 1 0 0,0 0-1 0 0,0 0 0 0 0,0 0 0 0 0,0 0 0 0 0,1 1 0 0 0,-1-1 0 0 0,1 0 0 0 0,-1 0 0 0 0,0 0 0 0 0,1 1 1 0 0,0-1-1 0 0,-1 0 0 0 0,1 1 0 0 0,0-1 0 0 0,0 0 0 0 0,0 1 0 0 0,0-1 0 0 0,0 0 0 0 0,0 1 0 0 0,0-1 0 0 0,0 0 1 0 0,0 1-1 0 0,1-1 0 0 0,-1 0 0 0 0,1 2 0 0 0,0-1 11 0 0,2 3-20 0 0,0 0-1 0 0,0-1 1 0 0,1 0 0 0 0,-1 1-1 0 0,1-1 1 0 0,0 0 0 0 0,0-1-1 0 0,1 1 1 0 0,-1-1-1 0 0,1 0 1 0 0,-1 0 0 0 0,1 0-1 0 0,8 3 1 0 0,15 2-24 0 0,0-1 0 0 0,0-1 0 0 0,46 3 0 0 0,91-3 196 0 0,-96-6-46 0 0,84 11-1 0 0,-109-4-52 0 0,139 14 416 0 0,-25-6-608 0 0,-95-8 185 0 0,-46-5 100 0 0,-1 0 0 0 0,24-2 1 0 0,31 1 1144 0 0,0-3 1 0 0,0-3-1 0 0,80-17 1 0 0,-104 12-953 0 0,-11 3-104 0 0,-1-1 0 0 0,37-15 0 0 0,34-16 39 0 0,-36 15-115 0 0,-1-3 0 0 0,127-70 0 0 0,-183 88-123 0 0,1-1 0 0 0,-1 0 0 0 0,-1-1 0 0 0,13-15 0 0 0,1 0 71 0 0,-26 26-124 0 0,1 0 1 0 0,-1 0-1 0 0,0 0 0 0 0,0 0 1 0 0,0 0-1 0 0,1 0 1 0 0,-1 0-1 0 0,0-1 0 0 0,0 1 1 0 0,0 0-1 0 0,1 0 1 0 0,-1 0-1 0 0,0 0 0 0 0,0 0 1 0 0,0-1-1 0 0,0 1 1 0 0,0 0-1 0 0,1 0 0 0 0,-1 0 1 0 0,0-1-1 0 0,0 1 1 0 0,0 0-1 0 0,0 0 0 0 0,0 0 1 0 0,0-1-1 0 0,0 1 1 0 0,0 0-1 0 0,0 0 0 0 0,0 0 1 0 0,0-1-1 0 0,0 1 1 0 0,0 0-1 0 0,0 0 1 0 0,0-1-1 0 0,0 1 0 0 0,0 0 1 0 0,0 0-1 0 0,0 0 1 0 0,0-1-1 0 0,0 1 0 0 0,0 0 1 0 0,0 0-1 0 0,0 0 1 0 0,-1-1-1 0 0,1 1 0 0 0,0 0 1 0 0,0 0-1 0 0,0 0 1 0 0,0 0-1 0 0,0-1 0 0 0,-1 1 1 0 0,1 0-1 0 0,0 0 1 0 0,0 0-1 0 0,0 0 0 0 0,-1 0 1 0 0,1 0-1 0 0,0-1 1 0 0,0 1-1 0 0,-1 0 0 0 0,-21-14 145 0 0,12 4-140 0 0,-1 0 1 0 0,0 1-1 0 0,-1 1 0 0 0,0 0 0 0 0,0 0 0 0 0,-1 1 1 0 0,0 1-1 0 0,0 0 0 0 0,-16-5 0 0 0,-18-3 8 0 0,-60-10-1 0 0,71 16 32 0 0,-389-63-19 0 0,353 62-72 0 0,-105-8 303 0 0,136 14-306 0 0,40 2 1 0 0,-1 0 1 0 0,0 1 0 0 0,0 0 0 0 0,0 0 0 0 0,0-1 0 0 0,0 1 0 0 0,0 0 0 0 0,0 0 0 0 0,0 1 0 0 0,0-1 0 0 0,1 0 0 0 0,-1 1-1 0 0,-4 0 1 0 0,-6 9-779 0 0,10-8 734 0 0,1-1 1 0 0,-1 0-1 0 0,0 1 0 0 0,0-1 1 0 0,0 0-1 0 0,0 0 0 0 0,0 0 1 0 0,0 0-1 0 0,0 0 1 0 0,0 0-1 0 0,0-1 0 0 0,0 1 1 0 0,-4 0-1 0 0,-143 44-6021 0 0,75-19-2689 0 0,41-23 437 0 0</inkml:trace>
</inkml:ink>
</file>

<file path=ppt/ink/ink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06T18:08:34.11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69 480 0 0,'0'-6'480'0'0,"32"0"-159"0"0,-32-3-161 0 0,0-3-160 0 0,33-3-160 0 0,-33 9-241 0 0,0-8-319 0 0</inkml:trace>
</inkml:ink>
</file>

<file path=ppt/ink/ink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06T18:08:40.87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1 560 0 0,'0'0'2228'0'0,"5"0"-67"0"0,-4 0-1913 0 0,0 0-43 0 0,0 0 0 0 0,1 0 0 0 0,-1 0-1 0 0,1-1 1 0 0,-1 1 0 0 0,1 1 0 0 0,-1-1 0 0 0,1 0 0 0 0,-1 0-1 0 0,0 1 1 0 0,1-1 0 0 0,-1 0 0 0 0,1 1 0 0 0,-1-1 0 0 0,0 1-1 0 0,1 0 1 0 0,0 1 0 0 0,-7-1 1623 0 0,-22-1 8416 0 0,27 1-10191 0 0,0 0 0 0 0,0 0 0 0 0,1 0 0 0 0,-1 0 0 0 0,1 1 0 0 0,-1-1 0 0 0,1 0 0 0 0,-1 0 0 0 0,1 0 0 0 0,-1 0 0 0 0,1 0 0 0 0,0 0 0 0 0,0 0 0 0 0,-1-1 0 0 0,1 1 0 0 0,0 0 0 0 0,0 0 0 0 0,2 1 0 0 0,24 14 206 0 0,-7-5-4 0 0,-10-1-114 0 0,-8-8-123 0 0,0 0 0 0 0,1 0 0 0 0,-1 0 0 0 0,0 0-1 0 0,1-1 1 0 0,-1 1 0 0 0,1-1 0 0 0,-1 0 0 0 0,5 2 0 0 0,-1-1 5 0 0,-5-2-20 0 0,1 1 0 0 0,-1-1 0 0 0,0 0 0 0 0,0 1 0 0 0,1-1 0 0 0,-1 1 0 0 0,0-1-1 0 0,0 1 1 0 0,0-1 0 0 0,0 1 0 0 0,0 0 0 0 0,0 0 0 0 0,0 0 0 0 0,0 0 0 0 0,0-1-1 0 0,0 1 1 0 0,0 0 0 0 0,0 0 0 0 0,0 1 0 0 0,-1-1 0 0 0,1 0 0 0 0,0 0 0 0 0,-1 0-1 0 0,1 0 1 0 0,-1 1 0 0 0,0-1 0 0 0,1 0 0 0 0,-1 2 0 0 0,0-2-1 0 0,0 0 1 0 0,1 0 0 0 0,-1 0-1 0 0,0 0 1 0 0,0 0 0 0 0,0 0-1 0 0,1 0 1 0 0,-1 0-1 0 0,1 0 1 0 0,-1 0 0 0 0,1 0-1 0 0,-1 0 1 0 0,1 0-1 0 0,-1 0 1 0 0,1 0 0 0 0,0-1-1 0 0,-1 1 1 0 0,1 0 0 0 0,0 0-1 0 0,0-1 1 0 0,0 1-1 0 0,0-1 1 0 0,-1 1 0 0 0,1-1-1 0 0,2 2 1 0 0,-2-2-3 0 0,0 0 1 0 0,0 1-1 0 0,0 0 1 0 0,0-1-1 0 0,0 1 0 0 0,0-1 1 0 0,0 1-1 0 0,0 0 1 0 0,0 0-1 0 0,-1-1 1 0 0,1 1-1 0 0,0 0 1 0 0,-1 0-1 0 0,1 0 1 0 0,0 0-1 0 0,-1 0 0 0 0,1 0 1 0 0,-1 0-1 0 0,0 0 1 0 0,1 0-1 0 0,-1 0 1 0 0,0 0-1 0 0,1 0 1 0 0,-1 0-1 0 0,0 1 0 0 0,0 0 1 0 0,0 122 452 0 0,1-123-452 0 0,-1 0 0 0 0,1 0 0 0 0,-1 0 0 0 0,1 0-1 0 0,0 0 1 0 0,0-1 0 0 0,-1 1 0 0 0,1 0-1 0 0,0 0 1 0 0,0-1 0 0 0,0 1 0 0 0,0-1 0 0 0,0 1-1 0 0,0-1 1 0 0,0 1 0 0 0,0-1 0 0 0,0 1-1 0 0,0-1 1 0 0,0 0 0 0 0,0 0 0 0 0,0 0 0 0 0,0 0-1 0 0,0 1 1 0 0,1-1 0 0 0,0-1 0 0 0,0 2 5 0 0,-1 0 9 0 0,0 0-1 0 0,0 0 1 0 0,-1 0 0 0 0,1 1-1 0 0,0-1 1 0 0,-1 0 0 0 0,1 1 0 0 0,-1-1-1 0 0,1 0 1 0 0,-1 1 0 0 0,0-1-1 0 0,0 1 1 0 0,0-1 0 0 0,1 0-1 0 0,-1 1 1 0 0,-1-1 0 0 0,1 1-1 0 0,0-1 1 0 0,0 1 0 0 0,-1 2-1 0 0,1 0 65 0 0,0-3-72 0 0,0 0 0 0 0,0 0 0 0 0,0 0 0 0 0,0 0 0 0 0,0 0 0 0 0,0 0 0 0 0,1 0 0 0 0,-1 0 0 0 0,0 0 0 0 0,1 0 0 0 0,-1 0 0 0 0,0 0 0 0 0,1 0 0 0 0,0 0 0 0 0,-1-1 0 0 0,1 1 0 0 0,-1 0 0 0 0,1 0 0 0 0,0-1 0 0 0,0 1 0 0 0,-1 0 0 0 0,1-1 0 0 0,0 1 0 0 0,0-1 0 0 0,0 1 0 0 0,0-1 0 0 0,0 1 0 0 0,-1-1 0 0 0,1 1 0 0 0,2-1 1 0 0,6 5 14 0 0,-8-4-14 0 0,0 0 0 0 0,0 0 0 0 0,-1 1 0 0 0,1-1 0 0 0,0 1 0 0 0,0-1 0 0 0,-1 1 1 0 0,1-1-1 0 0,-1 1 0 0 0,0-1 0 0 0,1 1 0 0 0,-1-1 0 0 0,0 1 0 0 0,0-1 0 0 0,0 1 0 0 0,0 0 0 0 0,0-1 0 0 0,0 1 0 0 0,0-1 0 0 0,-1 1 0 0 0,0 1 0 0 0,1-1 1 0 0,0 0 0 0 0,-1 0 0 0 0,1-1 0 0 0,0 1 0 0 0,0 0 0 0 0,0 0 0 0 0,0 0 0 0 0,1 0 0 0 0,-1 0 0 0 0,0 0 0 0 0,1-1 0 0 0,-1 1-1 0 0,1 0 1 0 0,0 0 0 0 0,1 2 0 0 0,8 5 32 0 0,-8-8-37 0 0,-1 0 0 0 0,0 1 0 0 0,1-1 0 0 0,-1 0 0 0 0,0 0 0 0 0,0 0 0 0 0,0 1 0 0 0,0-1 0 0 0,0 1 0 0 0,0-1 1 0 0,0 1-1 0 0,-1-1 0 0 0,1 1 0 0 0,0-1 0 0 0,-1 1 0 0 0,1-1 0 0 0,-1 1 0 0 0,0 0 0 0 0,0-1 0 0 0,1 1 0 0 0,-1 0 1 0 0,0 0-1 0 0,0-1 0 0 0,-1 1 0 0 0,1 1 0 0 0,0-1-4 0 0,0-1 1 0 0,0 1-1 0 0,0-1 0 0 0,0 1 1 0 0,0-1-1 0 0,0 1 0 0 0,1-1 1 0 0,-1 1-1 0 0,0-1 1 0 0,1 1-1 0 0,-1-1 0 0 0,1 0 1 0 0,0 1-1 0 0,-1-1 0 0 0,1 0 1 0 0,0 1-1 0 0,0-1 0 0 0,0 0 1 0 0,0 0-1 0 0,0 0 0 0 0,0 0 1 0 0,0 0-1 0 0,0 0 1 0 0,1 0-1 0 0,1 1 0 0 0,6 5-9 0 0,-8-6 8 0 0,0 1 1 0 0,0-1-1 0 0,0 1 0 0 0,-1-1 1 0 0,1 1-1 0 0,0-1 0 0 0,-1 1 1 0 0,1 0-1 0 0,-1-1 0 0 0,0 1 1 0 0,1 0-1 0 0,-1-1 1 0 0,0 1-1 0 0,0 0 0 0 0,0 0 1 0 0,0-1-1 0 0,-1 1 0 0 0,1 0 1 0 0,0-1-1 0 0,-1 1 0 0 0,0 1 1 0 0,1-1 5 0 0,-1 0 0 0 0,1-1 1 0 0,-1 1-1 0 0,1-1 0 0 0,0 1 0 0 0,0 0 1 0 0,0-1-1 0 0,0 1 0 0 0,0 0 0 0 0,0-1 1 0 0,0 1-1 0 0,0 0 0 0 0,1-1 0 0 0,-1 1 1 0 0,1-1-1 0 0,-1 1 0 0 0,1-1 0 0 0,-1 1 1 0 0,1-1-1 0 0,0 1 0 0 0,0-1 0 0 0,1 2 1 0 0,7 3 9 0 0,-8-5-10 0 0,0 0 0 0 0,1 0 1 0 0,-1-1-1 0 0,0 1 0 0 0,0 0 1 0 0,0 0-1 0 0,0 0 1 0 0,0 0-1 0 0,0 1 0 0 0,0-1 1 0 0,0 0-1 0 0,0 0 0 0 0,-1 0 1 0 0,1 1-1 0 0,0-1 1 0 0,-1 1-1 0 0,1-1 0 0 0,-1 0 1 0 0,1 1-1 0 0,-1-1 0 0 0,0 1 1 0 0,0-1-1 0 0,1 1 1 0 0,-1-1-1 0 0,0 1 0 0 0,-1 2 1 0 0,1 1 23 0 0,-1-3-28 0 0,1-1 1 0 0,0 0 0 0 0,0 1 0 0 0,-1-1 0 0 0,1 0-1 0 0,0 1 1 0 0,0-1 0 0 0,0 1 0 0 0,1-1 0 0 0,-1 1-1 0 0,0-1 1 0 0,0 0 0 0 0,1 1 0 0 0,-1-1 0 0 0,1 0-1 0 0,-1 1 1 0 0,1-1 0 0 0,0 0 0 0 0,-1 0 0 0 0,3 2-1 0 0,3 1-1 0 0,-5-3 0 0 0,1-1 0 0 0,-1 1 0 0 0,0 0 0 0 0,0 0 0 0 0,1-1 0 0 0,-1 1 0 0 0,0 0 0 0 0,0 0 0 0 0,0 0 0 0 0,0 0 0 0 0,0 1 0 0 0,0-1 0 0 0,0 0 0 0 0,-1 0 0 0 0,1 0 0 0 0,0 1 0 0 0,-1-1 0 0 0,1 0 0 0 0,-1 1 0 0 0,1-1 0 0 0,-1 1 0 0 0,1-1 0 0 0,-1 0 0 0 0,0 1 0 0 0,0-1 0 0 0,0 1 0 0 0,0-1 0 0 0,0 3 0 0 0,0-4 0 0 0,0 0 0 0 0,0 1 0 0 0,0-1 0 0 0,0 0 0 0 0,0 1 0 0 0,0-1 0 0 0,0 0 0 0 0,0 1 0 0 0,0-1 0 0 0,0 1 0 0 0,0-1 0 0 0,0 0 0 0 0,1 1 0 0 0,-1-1 0 0 0,0 0 0 0 0,0 1 0 0 0,0-1 0 0 0,1 0 0 0 0,-1 0 0 0 0,0 1 0 0 0,0-1 0 0 0,1 0 0 0 0,-1 1 0 0 0,0-1 0 0 0,1 0 0 0 0,-1 0 0 0 0,0 0 0 0 0,0 1 0 0 0,1-1 0 0 0,21 13 0 0 0,11 7 67 0 0,-1 1-40 0 0,-31-21-26 0 0,-1 0 1 0 0,0 0-1 0 0,1 1 0 0 0,-1-1 1 0 0,0 0-1 0 0,0 0 0 0 0,1 1 1 0 0,-1-1-1 0 0,0 0 1 0 0,0 0-1 0 0,0 1 0 0 0,1-1 1 0 0,-1 0-1 0 0,0 1 1 0 0,0-1-1 0 0,0 0 0 0 0,0 1 1 0 0,0-1-1 0 0,1 0 1 0 0,-1 1-1 0 0,0-1 0 0 0,0 0 1 0 0,0 1-1 0 0,0-1 0 0 0,0 0 1 0 0,0 1-1 0 0,0-1 1 0 0,0 1-1 0 0,-1-1 0 0 0,1 1 0 0 0,0-1 0 0 0,0 1 0 0 0,0-1 0 0 0,0 1 0 0 0,1-1-1 0 0,-1 1 1 0 0,0-1 0 0 0,0 1 0 0 0,0-1 0 0 0,0 0 0 0 0,0 1 0 0 0,1-1 0 0 0,-1 1 0 0 0,0-1 0 0 0,0 1 0 0 0,1-1-1 0 0,-1 0 1 0 0,0 1 0 0 0,0-1 0 0 0,1 1 0 0 0,-1-1 0 0 0,1 0 0 0 0,-1 0 0 0 0,0 1 0 0 0,1-1 0 0 0,-1 0 0 0 0,1 1-1 0 0,2 0 0 0 0,-2-1 0 0 0,0 0 0 0 0,1 1 0 0 0,-1-1 0 0 0,0 1 0 0 0,1-1 0 0 0,-1 1 0 0 0,0-1 0 0 0,0 1 0 0 0,1 0 0 0 0,-1 0 0 0 0,0 0 0 0 0,0-1 0 0 0,0 1 0 0 0,0 0 0 0 0,0 0 0 0 0,0 1 0 0 0,0-1 0 0 0,-1 0 0 0 0,1 0 0 0 0,0 0 0 0 0,0 3 0 0 0,0-4 0 0 0,-1 1 0 0 0,0 0 0 0 0,0 0 0 0 0,0 0 0 0 0,1 0 0 0 0,-1-1 0 0 0,0 1 0 0 0,1 0 0 0 0,-1 0 0 0 0,1-1 0 0 0,-1 1 0 0 0,1 0 0 0 0,-1-1 0 0 0,1 1 0 0 0,-1 0 0 0 0,1-1 0 0 0,0 1 0 0 0,-1-1 0 0 0,1 1 0 0 0,0-1 0 0 0,0 1 0 0 0,-1-1 0 0 0,1 0 0 0 0,0 1 0 0 0,0-1 0 0 0,0 0 0 0 0,-1 0 0 0 0,1 1 0 0 0,0-1 0 0 0,1 0 0 0 0,7 3 0 0 0,23 18 67 0 0,-31-20-66 0 0,-1-1-1 0 0,1 1 1 0 0,-1-1 0 0 0,1 1-1 0 0,-1-1 1 0 0,1 1-1 0 0,-1 0 1 0 0,0-1-1 0 0,1 1 1 0 0,-1 0 0 0 0,0-1-1 0 0,1 1 1 0 0,-1 0-1 0 0,0-1 1 0 0,0 1 0 0 0,0 0-1 0 0,0-1 1 0 0,0 1-1 0 0,0 0 1 0 0,0 0 0 0 0,0-1-1 0 0,0 1 1 0 0,0 1-1 0 0,0-1 0 0 0,0 0 0 0 0,0-1 0 0 0,0 1 0 0 0,-1 0 0 0 0,1 0 0 0 0,1-1 0 0 0,-1 1 0 0 0,0 0 0 0 0,0 0 0 0 0,0-1 0 0 0,0 1 0 0 0,0 0 0 0 0,1-1 0 0 0,-1 1 0 0 0,0 0 0 0 0,1-1 0 0 0,-1 1 0 0 0,1 0 0 0 0,-1-1 0 0 0,1 2 0 0 0,7 2 0 0 0,-7-4 0 0 0,0 0 0 0 0,-1 1 0 0 0,1-1 0 0 0,0 0 0 0 0,-1 0 0 0 0,1 1 0 0 0,0-1 0 0 0,-1 1 0 0 0,1-1 0 0 0,0 0 0 0 0,-1 1 0 0 0,1-1 0 0 0,-1 1 0 0 0,1 0 0 0 0,-1-1 0 0 0,1 1 0 0 0,-1-1 0 0 0,0 1 0 0 0,1 0 0 0 0,-1-1 0 0 0,0 1 0 0 0,1 0 0 0 0,-1-1 0 0 0,0 1 0 0 0,0 0 0 0 0,1-1 0 0 0,-1 1 0 0 0,0 0 0 0 0,0 0 0 0 0,0 0-2 0 0,0 0 1 0 0,0 0 0 0 0,0-1 0 0 0,0 1 0 0 0,1 0-1 0 0,-1-1 1 0 0,0 1 0 0 0,0-1 0 0 0,1 1 0 0 0,-1 0-1 0 0,1-1 1 0 0,-1 1 0 0 0,0-1 0 0 0,1 1 0 0 0,-1-1 0 0 0,1 1-1 0 0,-1-1 1 0 0,1 1 0 0 0,-1-1 0 0 0,1 1 0 0 0,-1-1-1 0 0,1 0 1 0 0,0 1 0 0 0,-1-1 0 0 0,1 0 0 0 0,0 1-1 0 0,-1-1 1 0 0,1 0 0 0 0,0 0 0 0 0,-1 0 0 0 0,1 0 0 0 0,0 0-1 0 0,0 0 1 0 0,0 0 0 0 0,0 0 0 0 0,-1 1 0 0 0,1-1-1 0 0,0 0 1 0 0,-1 0 0 0 0,1 0 0 0 0,0 0 0 0 0,-1 0 0 0 0,1 1-1 0 0,0-1 1 0 0,-1 0 0 0 0,1 1 0 0 0,-1-1 0 0 0,1 0 0 0 0,0 1-1 0 0,-1-1 1 0 0,1 1 0 0 0,-1-1 0 0 0,1 1 0 0 0,-1-1 0 0 0,0 1-1 0 0,1-1 1 0 0,-1 1 0 0 0,1-1 0 0 0,-1 1 0 0 0,0-1 0 0 0,0 1-1 0 0,1 0 1 0 0,-1-1 0 0 0,0 1 0 0 0,0 0 0 0 0,0-1 0 0 0,1 2-1 0 0,-2-1 4 0 0,1 0-1 0 0,0 0 0 0 0,0 0 1 0 0,0 0-1 0 0,0 0 0 0 0,0 0 1 0 0,0 0-1 0 0,0 0 0 0 0,0 0 1 0 0,1 0-1 0 0,-1 0 0 0 0,0 0 1 0 0,1 0-1 0 0,-1 0 0 0 0,0 0 1 0 0,1 0-1 0 0,-1 0 0 0 0,1 0 1 0 0,0 0-1 0 0,-1-1 0 0 0,1 1 1 0 0,0 0-1 0 0,-1 0 0 0 0,1-1 1 0 0,0 1-1 0 0,0 0 0 0 0,-1-1 1 0 0,1 1-1 0 0,0-1 0 0 0,0 1 1 0 0,0-1-1 0 0,0 1 0 0 0,2 0 1 0 0,7 4 19 0 0,15 13-30 0 0,-19-13-1 0 0,0 0 1 0 0,0-1-1 0 0,0 1 1 0 0,1-2-1 0 0,8 5 0 0 0,-8-5 5 0 0,0 1-1 0 0,-1 0 0 0 0,1 0 0 0 0,0 1 0 0 0,-1 0 0 0 0,0 0 0 0 0,0 1 0 0 0,-1-1 0 0 0,0 1 0 0 0,8 11 1 0 0,15 16-11 0 0,-21-28 19 0 0,-5-4-1 0 0,-1-1 1 0 0,0 1 0 0 0,0 0-1 0 0,1-1 1 0 0,-1 1-1 0 0,0 0 1 0 0,0 0-1 0 0,0 0 1 0 0,0 0 0 0 0,0 0-1 0 0,0 0 1 0 0,-1 0-1 0 0,1 0 1 0 0,0 0-1 0 0,-1 1 1 0 0,1-1 0 0 0,0 0-1 0 0,-1 0 1 0 0,1 1-1 0 0,-1-1 1 0 0,0 0-1 0 0,1 1 1 0 0,-1-1 0 0 0,0 2-1 0 0,0-1-1 0 0,0-1-1 0 0,0 0 1 0 0,0 0 0 0 0,1 0-1 0 0,-1 1 1 0 0,0-1-1 0 0,0 0 1 0 0,1 0 0 0 0,-1 0-1 0 0,1 0 1 0 0,-1 0-1 0 0,1 0 1 0 0,0 1 0 0 0,-1-1-1 0 0,1-1 1 0 0,0 1-1 0 0,-1 0 1 0 0,1 0 0 0 0,0 0-1 0 0,0 0 1 0 0,0 0-1 0 0,0-1 1 0 0,0 1 0 0 0,2 1-1 0 0,-2-2 3 0 0,0 1-1 0 0,0 0 1 0 0,0-1 0 0 0,1 1-1 0 0,-1 0 1 0 0,-1 0-1 0 0,1 0 1 0 0,0 0 0 0 0,0 0-1 0 0,0 0 1 0 0,0 0-1 0 0,-1 0 1 0 0,1 0 0 0 0,0 0-1 0 0,-1 0 1 0 0,1 0-1 0 0,-1 1 1 0 0,1-1 0 0 0,-1 0-1 0 0,0 0 1 0 0,0 1-1 0 0,1-1 1 0 0,-1 0 0 0 0,0 3-1 0 0,0-2-1 0 0,-1 1 0 0 0,1-1 1 0 0,1 0-1 0 0,-1 0 0 0 0,0 0 0 0 0,0 1 0 0 0,1-1 0 0 0,-1 0 1 0 0,1 0-1 0 0,0 0 0 0 0,1 4 0 0 0,-1-5 0 0 0,1 0 0 0 0,-1 0-1 0 0,0 0 1 0 0,0 0 0 0 0,1 0-1 0 0,-1 0 1 0 0,0-1 0 0 0,1 1-1 0 0,-1 0 1 0 0,1-1 0 0 0,2 1-1 0 0,-1 1 5 0 0,-3-2 8 0 0,1 0 1 0 0,-1 0-1 0 0,1 1 1 0 0,-1-1-1 0 0,1 0 1 0 0,-1 1-1 0 0,0-1 1 0 0,1 0-1 0 0,-1 1 1 0 0,0-1-1 0 0,1 1 1 0 0,-1-1-1 0 0,0 0 1 0 0,1 1-1 0 0,-1-1 1 0 0,0 1-1 0 0,0-1 1 0 0,0 1-1 0 0,0-1 1 0 0,1 1-1 0 0,-1-1 1 0 0,0 1-1 0 0,0-1 1 0 0,0 1-1 0 0,0-1 1 0 0,0 1-1 0 0,0-1 1 0 0,0 1-1 0 0,0 0 1 0 0,-1 0-1 0 0,1-1 0 0 0,0 1 0 0 0,0-1 0 0 0,0 1 0 0 0,0-1 0 0 0,0 1 1 0 0,1 0-1 0 0,-1-1 0 0 0,0 1 0 0 0,0-1 0 0 0,0 1 0 0 0,0-1 0 0 0,0 1 1 0 0,1-1-1 0 0,-1 1 0 0 0,0-1 0 0 0,1 1 0 0 0,-1-1 0 0 0,0 1 0 0 0,1-1 1 0 0,-1 0-1 0 0,1 1 0 0 0,5 1 96 0 0,-5-2-91 0 0,0 0 0 0 0,0 0-1 0 0,0 0 1 0 0,0 1 0 0 0,0-1-1 0 0,0 0 1 0 0,0 1 0 0 0,0-1-1 0 0,0 0 1 0 0,0 1 0 0 0,0-1-1 0 0,-1 1 1 0 0,1 0 0 0 0,0-1-1 0 0,0 1 1 0 0,0 0 0 0 0,-1-1-1 0 0,1 1 1 0 0,0 0 0 0 0,0 0-1 0 0,-1 0 1 0 0,1-1 0 0 0,0 3-1 0 0,0-2-9 0 0,0 0 0 0 0,-1 0 0 0 0,1 0 0 0 0,0 0 0 0 0,0 0 0 0 0,0 0 0 0 0,0-1 0 0 0,0 1 0 0 0,0 0 0 0 0,0-1 0 0 0,1 1 0 0 0,-1-1 0 0 0,0 1 0 0 0,0-1 0 0 0,0 1 0 0 0,1-1 0 0 0,-1 0 0 0 0,0 1 0 0 0,2-1 0 0 0,1 1 19 0 0,-3-1-24 0 0,-1 1 1 0 0,1-1-1 0 0,-1 1 0 0 0,0-1 0 0 0,1 0 0 0 0,-1 1 1 0 0,1-1-1 0 0,-1 1 0 0 0,0-1 0 0 0,0 1 0 0 0,1-1 1 0 0,-1 1-1 0 0,0-1 0 0 0,0 1 0 0 0,1-1 0 0 0,-1 1 1 0 0,0-1-1 0 0,0 1 0 0 0,0 0 0 0 0,0-1 0 0 0,0 1 1 0 0,0-1-1 0 0,0 1 0 0 0,0 0 0 0 0,0 0 2 0 0,0 0-1 0 0,0-1 0 0 0,0 1 1 0 0,0 0-1 0 0,0-1 1 0 0,0 1-1 0 0,0 0 1 0 0,0-1-1 0 0,0 1 1 0 0,1 0-1 0 0,-1-1 1 0 0,0 1-1 0 0,0 0 0 0 0,1-1 1 0 0,-1 1-1 0 0,1 0 1 0 0,-1-1-1 0 0,0 1 1 0 0,1-1-1 0 0,0 1 1 0 0,8 6 27 0 0,-8-6-15 0 0,0 0-1 0 0,1 0 0 0 0,-1 0 0 0 0,1 0 0 0 0,-1 0 0 0 0,0 1 0 0 0,0-1 0 0 0,0 0 0 0 0,0 1 0 0 0,0-1 0 0 0,0 1 0 0 0,0-1 0 0 0,0 1 0 0 0,-1-1 1 0 0,1 1-1 0 0,0 0 0 0 0,-1-1 0 0 0,0 1 0 0 0,1 0 0 0 0,-1 0 0 0 0,0-1 0 0 0,0 1 0 0 0,0 0 0 0 0,0 0 0 0 0,0-1 0 0 0,-1 4 0 0 0,1-2 8 0 0,1 0-1 0 0,-1 1 0 0 0,1-1 1 0 0,-1 0-1 0 0,1 1 0 0 0,0-1 0 0 0,0 0 1 0 0,1 0-1 0 0,-1 0 0 0 0,1 0 1 0 0,-1 0-1 0 0,5 6 0 0 0,-4-7 2 0 0,0 1 0 0 0,-1 0 0 0 0,1 0 0 0 0,0 0 0 0 0,-1 0 0 0 0,0 0 0 0 0,0 0 0 0 0,0 1 0 0 0,0-1 0 0 0,0 0 0 0 0,-1 1-1 0 0,1 5 1 0 0,-1-6-7 0 0,0 0-1 0 0,-1 1 0 0 0,2-1 0 0 0,-1 0 1 0 0,0 0-1 0 0,1 0 0 0 0,-1 0 0 0 0,1 0 0 0 0,0 0 1 0 0,0 0-1 0 0,0 0 0 0 0,0 0 0 0 0,1 0 1 0 0,-1-1-1 0 0,1 1 0 0 0,0 0 0 0 0,-1-1 1 0 0,1 1-1 0 0,1-1 0 0 0,-1 0 0 0 0,0 0 0 0 0,0 1 1 0 0,6 2-1 0 0,-2 0 0 0 0,-4-4-10 0 0,0 0 0 0 0,-1 0 0 0 0,1 1 0 0 0,0-1 0 0 0,0 1 0 0 0,-1-1 1 0 0,1 1-1 0 0,-1 0 0 0 0,1 0 0 0 0,-1 0 0 0 0,0-1 0 0 0,0 1 0 0 0,0 0 0 0 0,0 0 1 0 0,0 1-1 0 0,0-1 0 0 0,-1 0 0 0 0,1 0 0 0 0,-1 0 0 0 0,1 0 0 0 0,-1 4 0 0 0,0-5-2 0 0,0 1 0 0 0,1 0 0 0 0,-1-1 0 0 0,0 1-1 0 0,1 0 1 0 0,-1-1 0 0 0,1 1 0 0 0,-1-1 0 0 0,1 1 0 0 0,0 0-1 0 0,0-1 1 0 0,-1 0 0 0 0,1 1 0 0 0,0-1 0 0 0,0 0-1 0 0,1 1 1 0 0,-1-1 0 0 0,0 0 0 0 0,0 0 0 0 0,3 2 0 0 0,6 6-27 0 0,22 34 169 0 0,-31-41-137 0 0,0 0-1 0 0,0 0 1 0 0,0 1 0 0 0,0-1-1 0 0,-1 0 1 0 0,1 0 0 0 0,-1 1-1 0 0,1-1 1 0 0,-1 0-1 0 0,0 1 1 0 0,0-1 0 0 0,0 3-1 0 0,0-3-5 0 0,-1 1-1 0 0,1-1 1 0 0,1 0-1 0 0,-1 1 1 0 0,0-1-1 0 0,1 0 1 0 0,-1 0-1 0 0,1 0 1 0 0,1 5-1 0 0,20 17 24 0 0,-11 2 106 0 0,-1-14-60 0 0,-9-10-61 0 0,1-1 1 0 0,-1 0-1 0 0,1 1 0 0 0,-1 0 1 0 0,0-1-1 0 0,0 1 0 0 0,0 0 1 0 0,0 0-1 0 0,0-1 0 0 0,0 1 1 0 0,0 0-1 0 0,0 0 0 0 0,-1 0 0 0 0,1 0 1 0 0,-1 0-1 0 0,0 0 0 0 0,1 0 1 0 0,-1 3-1 0 0,-1 3 26 0 0,1-5-30 0 0,0-1 1 0 0,-1 0-1 0 0,1 0 0 0 0,0 1 0 0 0,0-1 0 0 0,1 0 0 0 0,-1 1 0 0 0,0-1 0 0 0,1 0 1 0 0,-1 0-1 0 0,1 1 0 0 0,0-1 0 0 0,0 0 0 0 0,1 4 0 0 0,8 0 3 0 0,-9-5-10 0 0,0-1 0 0 0,0 1-1 0 0,0-1 1 0 0,0 1-1 0 0,0-1 1 0 0,0 1 0 0 0,0 0-1 0 0,0-1 1 0 0,0 1-1 0 0,-1 0 1 0 0,1 0 0 0 0,0 0-1 0 0,0 0 1 0 0,-1 0-1 0 0,1 0 1 0 0,-1 0-1 0 0,1 0 1 0 0,-1 0 0 0 0,1 0-1 0 0,-1 0 1 0 0,1 0-1 0 0,-1 0 1 0 0,0 0 0 0 0,0 0-1 0 0,1 1 1 0 0,-1-1 4 0 0,0 0 1 0 0,0 0 0 0 0,0 0-1 0 0,0 0 1 0 0,0 0 0 0 0,0 0-1 0 0,1 0 1 0 0,-1 0-1 0 0,0 0 1 0 0,1 0 0 0 0,-1 0-1 0 0,1-1 1 0 0,-1 1 0 0 0,1 0-1 0 0,-1 0 1 0 0,1 0-1 0 0,0-1 1 0 0,-1 1 0 0 0,1 0-1 0 0,0-1 1 0 0,-1 1 0 0 0,1-1-1 0 0,0 1 1 0 0,0-1-1 0 0,0 1 1 0 0,0-1 0 0 0,1 1-1 0 0,-1 0 3 0 0,0-1 0 0 0,0 0-1 0 0,0 1 1 0 0,0 0 0 0 0,0-1 0 0 0,0 1-1 0 0,0 0 1 0 0,0-1 0 0 0,-1 1-1 0 0,1 0 1 0 0,0 0 0 0 0,0 0 0 0 0,-1 0-1 0 0,1-1 1 0 0,0 1 0 0 0,-1 0-1 0 0,1 0 1 0 0,-1 0 0 0 0,1 1 0 0 0,-1-1-1 0 0,0 0 1 0 0,1 0 0 0 0,-1 0-1 0 0,0 0 1 0 0,0 0 0 0 0,0 0 0 0 0,0 3-1 0 0,0-4-6 0 0,1 1-1 0 0,-1-1 0 0 0,0 1 1 0 0,0-1-1 0 0,0 1 1 0 0,1-1-1 0 0,-1 1 0 0 0,0-1 1 0 0,1 0-1 0 0,-1 1 1 0 0,0-1-1 0 0,1 1 0 0 0,-1-1 1 0 0,0 0-1 0 0,1 1 1 0 0,-1-1-1 0 0,1 0 0 0 0,-1 1 1 0 0,1-1-1 0 0,-1 0 0 0 0,1 0 1 0 0,-1 1-1 0 0,1-1 1 0 0,-1 0-1 0 0,1 0 0 0 0,-1 0 1 0 0,1 0-1 0 0,-1 0 1 0 0,1 0-1 0 0,-1 0 0 0 0,1 0 1 0 0,-1 0-1 0 0,1 0 0 0 0,0 0 1 0 0,0 0-1 0 0,0 0 1 0 0,-1 0-1 0 0,1 0 0 0 0,-1 0 1 0 0,1 0-1 0 0,0 0 0 0 0,-1 0 1 0 0,1 0-1 0 0,0 0 0 0 0,-1 0 1 0 0,1 0-1 0 0,-1 0 0 0 0,1 1 1 0 0,0-1-1 0 0,-1 0 1 0 0,1 0-1 0 0,-1 1 0 0 0,1-1 1 0 0,-1 0-1 0 0,1 1 0 0 0,-1-1 1 0 0,1 1-1 0 0,-1-1 0 0 0,1 1 1 0 0,-1-1-1 0 0,0 1 0 0 0,1-1 1 0 0,-1 1-1 0 0,0-1 1 0 0,1 1-1 0 0,-1-1 0 0 0,0 1 1 0 0,0 0-1 0 0,0-1 0 0 0,1 1 1 0 0,-1 0-1 0 0,0 115 374 0 0,5-110-361 0 0,17 1-26 0 0,-16-6 506 0 0,-2 0-333 0 0,13 5 0 0 0,-12 0-13 0 0,-5-5-143 0 0,0-1 1 0 0,0 1-1 0 0,0-1 1 0 0,0 1-1 0 0,0-1 0 0 0,0 1 1 0 0,1-1-1 0 0,-1 1 1 0 0,0-1-1 0 0,0 1 1 0 0,0-1-1 0 0,1 0 0 0 0,-1 1 1 0 0,0-1-1 0 0,1 1 1 0 0,-1-1-1 0 0,0 0 0 0 0,1 1 1 0 0,-1-1-1 0 0,1 0 1 0 0,-1 1-1 0 0,1-1 1 0 0,-1 0-1 0 0,0 0 0 0 0,1 1 1 0 0,-1-1-1 0 0,1 0 1 0 0,-1 0-1 0 0,1 0 0 0 0,-1 0 1 0 0,1 0-1 0 0,-1 0 1 0 0,1 0-1 0 0,-1 1 1 0 0,1-1-1 0 0,-1-1 0 0 0,1 1 1 0 0,0 0-1 0 0,0 0 8 0 0,-1 0 0 0 0,1 0-1 0 0,0 0 1 0 0,-1 0 0 0 0,1 0-1 0 0,0 0 1 0 0,0 0 0 0 0,-1 1 0 0 0,1-1-1 0 0,0 0 1 0 0,-1 0 0 0 0,1 0-1 0 0,0 1 1 0 0,-1-1 0 0 0,1 0-1 0 0,-1 1 1 0 0,1-1 0 0 0,-1 1 0 0 0,1-1-1 0 0,-1 1 1 0 0,1-1 0 0 0,-1 1-1 0 0,1-1 1 0 0,-1 1 0 0 0,1-1-1 0 0,-1 1 1 0 0,0-1 0 0 0,1 1 0 0 0,-1 0-1 0 0,0-1 1 0 0,1 1 0 0 0,-1 0-1 0 0,0-1 1 0 0,0 1 0 0 0,0 0-1 0 0,0-1 1 0 0,0 1 0 0 0,0 0 0 0 0,0 1-1 0 0,1-1 0 0 0,0 0 0 0 0,-1 0 0 0 0,1 0 0 0 0,0 1 0 0 0,0-1 0 0 0,0 0 0 0 0,0 0 1 0 0,0 0-1 0 0,0-1 0 0 0,0 1 0 0 0,0 0 0 0 0,1 0 0 0 0,-1 0 0 0 0,0-1 0 0 0,0 1 0 0 0,1-1 0 0 0,-1 1 0 0 0,3 0 0 0 0,1 1 46 0 0,-4 1-18 0 0,0 0 0 0 0,0-1 0 0 0,0 1 0 0 0,0 0 0 0 0,0 0 0 0 0,0 0 0 0 0,-1 0 0 0 0,0 1 0 0 0,1-1 0 0 0,-1 0 0 0 0,0 0 0 0 0,-1 0 0 0 0,1 0 0 0 0,-1 4 0 0 0,0 7 35 0 0,2 6-74 0 0,-1-15 0 0 0,1 1 0 0 0,-1-1 0 0 0,0 1 0 0 0,0-1 0 0 0,-1 1 0 0 0,0-1 0 0 0,0 1 0 0 0,0-1 0 0 0,-2 7 0 0 0,-9 3 0 0 0,11-14 0 0 0,-1 0 0 0 0,1 1 0 0 0,0-1 0 0 0,-1 1 0 0 0,1 0 0 0 0,0-1 0 0 0,0 1 0 0 0,0 0 0 0 0,0 0 0 0 0,1 0 0 0 0,-1 0 0 0 0,0 0 0 0 0,1 0 0 0 0,-1 0 0 0 0,1 0 0 0 0,0 0 0 0 0,-1 2 0 0 0,1 5 0 0 0,-1-7 0 0 0,1 0 0 0 0,-1 0 0 0 0,1 0 0 0 0,0 0 0 0 0,0 1 0 0 0,0-1 0 0 0,0 0 0 0 0,0 0 0 0 0,1 0 0 0 0,-1 0 0 0 0,1 1 0 0 0,-1-1 0 0 0,1 0 0 0 0,0 0 0 0 0,0 0 0 0 0,2 3 0 0 0,1-3 0 0 0,-3-2 0 0 0,1 1 0 0 0,-1-1 0 0 0,1 1 0 0 0,-1 0 0 0 0,0-1 0 0 0,0 1 0 0 0,1 0 0 0 0,-1 0 0 0 0,0 0 0 0 0,0-1 0 0 0,0 1 0 0 0,0 0 0 0 0,0 1 0 0 0,0-1 0 0 0,0 0 0 0 0,0 0 0 0 0,0 0 0 0 0,1 3 0 0 0,-2-3 0 0 0,1 0 0 0 0,-1 0 0 0 0,1 0 0 0 0,0 0 0 0 0,-1 0 0 0 0,1 0 0 0 0,0 0 0 0 0,0 0 0 0 0,0 0 0 0 0,-1 0 0 0 0,1 0 0 0 0,0 0 0 0 0,0-1 0 0 0,0 1 0 0 0,0 0 0 0 0,0-1 0 0 0,1 1 0 0 0,-1-1 0 0 0,0 1 0 0 0,0-1 0 0 0,2 1 0 0 0,3 2 0 0 0,16 15 0 0 0,-2 1 0 0 0,0 1 0 0 0,-1 0 0 0 0,-1 2 0 0 0,19 29 0 0 0,-11-14 0 0 0,8 14 0 0 0,-1 13 0 0 0,-32-63 0 0 0,0 2 0 0 0,-1-1 0 0 0,1 0 0 0 0,0 0 0 0 0,-1 0 0 0 0,1 0 0 0 0,-1 0 0 0 0,0 0 0 0 0,0 4 0 0 0,0-5 0 0 0,0-1 0 0 0,0 0 0 0 0,1 0 0 0 0,-1 1 0 0 0,0-1 0 0 0,0 0 0 0 0,0 0 0 0 0,0 0 0 0 0,0 1 0 0 0,0-1 0 0 0,0 0 0 0 0,0 0 0 0 0,0 1 0 0 0,0-1 0 0 0,0 0 0 0 0,0 0 0 0 0,0 0 0 0 0,-1 1 0 0 0,1-1 0 0 0,0 0 0 0 0,0 0 0 0 0,0 1 0 0 0,0-1 0 0 0,0 0 0 0 0,0 0 0 0 0,0 0 0 0 0,-1 0 0 0 0,1 1 0 0 0,0-1 0 0 0,0 0 0 0 0,0 0 0 0 0,0 0 0 0 0,-1 0 0 0 0,1 0 0 0 0,0 1 0 0 0,0-1 0 0 0,0 0 0 0 0,-1 0 0 0 0,1 0 0 0 0,0 0 0 0 0,0 0 0 0 0,-1 0 0 0 0,1 0 0 0 0,0 0 0 0 0,0 0 0 0 0,0 0 0 0 0,-1 0 0 0 0,1 0 0 0 0,-12-1-360 0 0,0-2 0 0 0,0 1 1 0 0,0-1-1 0 0,1-1 0 0 0,-1 0 0 0 0,-14-8 1 0 0,25 12 262 0 0,-107-47-6444 0 0,-66-18-5785 0 0</inkml:trace>
</inkml:ink>
</file>

<file path=ppt/ink/ink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06T18:08:35.28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33 1070 1040 0 0,'-8'-1'600'0'0,"7"1"-485"0"0,0 1 1 0 0,0-1-1 0 0,0 0 1 0 0,0 0-1 0 0,0 0 1 0 0,1 0-1 0 0,-1 0 1 0 0,0-1-1 0 0,0 1 1 0 0,0 0-1 0 0,0 0 1 0 0,0-1-1 0 0,0 1 1 0 0,1 0-1 0 0,-1-1 1 0 0,0 1-1 0 0,0-1 1 0 0,1 1-1 0 0,-1-1 1 0 0,0 1-1 0 0,0-1 1 0 0,1 1-1 0 0,-1-1 1 0 0,1 0-1 0 0,-1 1 1 0 0,0-1 0 0 0,1 0-1 0 0,0 0 1 0 0,-1 1-1 0 0,1-1 1 0 0,-1 0-1 0 0,1 0 1 0 0,0 0-1 0 0,-1-1 1 0 0,7-1 1378 0 0,59-17 2374 0 0,158-29-640 0 0,338-71 1481 0 0,340-63-3442 0 0,-554 116-884 0 0,-270 52-312 0 0,336-73-1499 0 0,-239 49 904 0 0,108-28 1048 0 0,208-62-57 0 0,-420 110-472 0 0,152-46 170 0 0,-65 14 173 0 0,225-87-1823 0 0,-404 149-4651 0 0,17-3-1601 0 0</inkml:trace>
</inkml:ink>
</file>

<file path=ppt/ink/ink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06T18:08:37.29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1392 960 0 0,'35'0'618'0'0,"-11"0"-312"0"0,0-1-1 0 0,29-5 0 0 0,142-9 1790 0 0,55-17 733 0 0,-34-4-928 0 0,-73 11-1212 0 0,20-11-115 0 0,0 3-346 0 0,18-8-94 0 0,-80 17-199 0 0,-25-1-241 0 0,146-28-329 0 0,100-19-476 0 0,-189 40 933 0 0,0 1 105 0 0,194-30-166 0 0,-259 50 246 0 0,118-35 1 0 0,-159 37 61 0 0,1 2 0 0 0,29-5 1 0 0,27-6 20 0 0,178-38-76 0 0,-206 43-45 0 0,176-48-16 0 0,-194 52 143 0 0,-32 9-70 0 0,0-1 0 0 0,0-1 0 0 0,-1 1 0 0 0,1-1 0 0 0,0 0 0 0 0,-1 0 0 0 0,1-1 0 0 0,7-5 0 0 0,41-12 148 0 0,-38 8 38 0 0,6-2 45 0 0,-18 12-186 0 0,0 0-1 0 0,0 0 0 0 0,-1-1 1 0 0,1 1-1 0 0,-1-1 0 0 0,0 1 0 0 0,4-5 1 0 0,-4 4 20 0 0,1-1 1 0 0,0 1 0 0 0,0 0 0 0 0,0 0 0 0 0,0 0-1 0 0,1 1 1 0 0,6-4 0 0 0,500-183 2590 0 0,-283 119-2387 0 0,-178 59-251 0 0,-36 8-29 0 0,0 0 1 0 0,0 0 0 0 0,0-2 0 0 0,-1 1 0 0 0,0-2 0 0 0,18-9-1 0 0,-22 10 12 0 0,-1 1 0 0 0,1 0 0 0 0,0 0-1 0 0,0 1 1 0 0,11-2 0 0 0,-14 4 7 0 0,0-1 0 0 0,0 0 1 0 0,0 0-1 0 0,0 0 0 0 0,0 0 0 0 0,-1-1 0 0 0,1 0 1 0 0,9-7-1 0 0,-9 5-10 0 0,1 1 0 0 0,0-1 0 0 0,1 2 0 0 0,-1-1 0 0 0,1 1 0 0 0,0 0 0 0 0,13-3 0 0 0,15-5 46 0 0,-25 8-56 0 0,0 0-1 0 0,0 1 0 0 0,0 0 0 0 0,12 0 0 0 0,-15 2 17 0 0,1-1 0 0 0,-1 0 0 0 0,0 0 0 0 0,1-1-1 0 0,-1 0 1 0 0,0 0 0 0 0,0-1 0 0 0,12-6 0 0 0,-16 6 13 0 0,1 1 1 0 0,0 0-1 0 0,0 0 1 0 0,0 0-1 0 0,0 1 1 0 0,9-2 0 0 0,8-4 139 0 0,-17 2-156 0 0,-4 5-158 0 0,-1 0-1 0 0,0-1 1 0 0,0 1 0 0 0,0 0 0 0 0,0-1 0 0 0,0 1 0 0 0,0 0 0 0 0,0 0 0 0 0,0-1 0 0 0,0 1 0 0 0,0 0 0 0 0,0-1 0 0 0,0 1 0 0 0,0 0-1 0 0,0 0 1 0 0,0-1 0 0 0,-1 1 0 0 0,1 0 0 0 0,0 0 0 0 0,0-1 0 0 0,0 1 0 0 0,0 0 0 0 0,0 0 0 0 0,-1-1 0 0 0,1 1 0 0 0,0 0 0 0 0,0 0 0 0 0,0 0-1 0 0,-1-1 1 0 0,1 1 0 0 0,0 0 0 0 0,0 0 0 0 0,-1 0 0 0 0,1 0 0 0 0,0-1 0 0 0,-1 1 0 0 0,1 0 0 0 0,0 0 0 0 0,0 0 0 0 0,-1 0 0 0 0,-26-10-3777 0 0,-6-15-226 0 0</inkml:trace>
</inkml:ink>
</file>

<file path=ppt/ink/ink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06T18:08:44.64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1 698 1601 0 0,'0'0'3281'0'0,"5"0"-2240"0"0,17 0-1 0 0,-17 0 5430 0 0,1 0-5830 0 0,54-8 814 0 0,-48 8-1206 0 0,0 0 0 0 0,0-1 0 0 0,0 0 1 0 0,0-1-1 0 0,0 0 0 0 0,0-1 0 0 0,-1 0 0 0 0,1-1 0 0 0,17-8 0 0 0,-18 7 117 0 0,1 0 0 0 0,0 1 0 0 0,16-3 0 0 0,33-12 1390 0 0,-50 15-1406 0 0,-1 1 1 0 0,1 1-1 0 0,0 0 0 0 0,1 0 0 0 0,-1 1 0 0 0,12 1 1 0 0,46-7 767 0 0,13-10-269 0 0,97-26-2 0 0,-87 15-433 0 0,-82 25-319 0 0,0-1-1 0 0,1 1 0 0 0,-1 1 1 0 0,21-3-1 0 0,1 0 1 0 0,60-8 190 0 0,-22 5-22 0 0,106-6 92 0 0,-4 1-134 0 0,-114 5-143 0 0,26-6-7 0 0,-63 10-58 0 0,-9 3 7 0 0,-1-1 0 0 0,0-1 0 0 0,0 0 0 0 0,15-6 0 0 0,-4-1 58 0 0,0 1 0 0 0,0 1 1 0 0,1 1-1 0 0,23-4 0 0 0,-46 11-76 0 0,153-28 385 0 0,4 1-39 0 0,-43 2 149 0 0,-64 13-285 0 0,211-49 910 0 0,-174 36-712 0 0,21-4 94 0 0,-72 20-476 0 0,-1-1-1 0 0,62-27 1 0 0,-63 27-27 0 0,-24 8 0 0 0,-1-1 0 0 0,1 0 0 0 0,-1-1 0 0 0,17-9 0 0 0,-17 9 0 0 0,0 1 0 0 0,0 0 0 0 0,0 0 0 0 0,15-3 0 0 0,-14 4 0 0 0,-1 0 0 0 0,0-1 0 0 0,0 1 0 0 0,14-8 0 0 0,-10 1 0 0 0,-7 7 0 0 0,40-4 0 0 0,-116 12-657 0 0,-7-1-4022 0 0,-129 14-8425 0 0</inkml:trace>
</inkml:ink>
</file>

<file path=ppt/ink/ink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06T18:08:45.65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2 462 640 0 0,'-1'-2'1937'0'0,"8"-1"-1486"0"0,15 2 590 0 0,-12-4 893 0 0,3 3-1404 0 0,40-12 1888 0 0,-44 11-2126 0 0,0 0 0 0 0,1 1 0 0 0,-1 0 0 0 0,15-1 1 0 0,-11 1 122 0 0,0 0 1 0 0,25-7 0 0 0,129-47 2505 0 0,144-42 881 0 0,-263 76-3219 0 0,-37 17-402 0 0,0-1 0 0 0,0 2 0 0 0,17-6 0 0 0,68-19 625 0 0,96-25 949 0 0,-7 13-568 0 0,-101 25-898 0 0,-28 3-151 0 0,97-19 169 0 0,-114 23-210 0 0,-24 5-48 0 0,0 1 0 0 0,1 0 0 0 0,29 0 1 0 0,-80 6-434 0 0,-44 3-6422 0 0,-62-1-4946 0 0</inkml:trace>
</inkml:ink>
</file>

<file path=ppt/ink/ink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06T18:08:46.74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0 345 1761 0 0,'1'-1'114'0'0,"0"1"0"0"0,0-1 0 0 0,-1 0 0 0 0,1 1 0 0 0,0-1 0 0 0,0 0-1 0 0,0 1 1 0 0,0-1 0 0 0,0 1 0 0 0,0-1 0 0 0,0 1 0 0 0,0 0 0 0 0,1 0 0 0 0,-1-1 0 0 0,0 1 0 0 0,0 0 0 0 0,0 0 0 0 0,0 0 0 0 0,0 0 0 0 0,0 0 0 0 0,2 0 0 0 0,6 0 380 0 0,191-55 2961 0 0,121-18-1507 0 0,-168 51-908 0 0,-80 12-273 0 0,-18 3-138 0 0,0-2 1 0 0,61-20-1 0 0,-75 18-469 0 0,72-10 0 0 0,-7 3 93 0 0,144-27 1641 0 0,-174 38-866 0 0,-48 6-1255 0 0,-23-6-1854 0 0,55-7-7163 0 0,-27 6 5522 0 0</inkml:trace>
</inkml:ink>
</file>

<file path=ppt/ink/ink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06T18:08:47.95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2 675 1761 0 0,'0'0'58'0'0,"0"0"0"0"0,0-1 0 0 0,0 1 0 0 0,0 0-1 0 0,-1 0 1 0 0,1 0 0 0 0,0 0 0 0 0,0 0 0 0 0,0 0 0 0 0,0-1 0 0 0,0 1 0 0 0,0 0 0 0 0,0 0 0 0 0,0 0 0 0 0,0 0 0 0 0,0 0 0 0 0,0-1 0 0 0,0 1 0 0 0,0 0-1 0 0,0 0 1 0 0,0 0 0 0 0,0 0 0 0 0,0 0 0 0 0,0-1 0 0 0,0 1 0 0 0,0 0 0 0 0,0 0 0 0 0,0 0 0 0 0,0 0 0 0 0,0 0 0 0 0,0-1 0 0 0,0 1 0 0 0,0 0-1 0 0,1 0 1 0 0,-1 0 0 0 0,0 0 0 0 0,0 0 0 0 0,0 0 0 0 0,0 0 0 0 0,0-1 0 0 0,0 1 0 0 0,0 0 0 0 0,1 0 0 0 0,-1 0 0 0 0,0 0 0 0 0,0 0 0 0 0,0 0 0 0 0,0 0-1 0 0,0 0 1 0 0,1 0 0 0 0,-1 0 0 0 0,0 0 0 0 0,0 0 0 0 0,0 0 0 0 0,0 0 0 0 0,0 0 0 0 0,1 0 0 0 0,-1 0 0 0 0,0 0 0 0 0,0 0 0 0 0,0 0 0 0 0,0 0-1 0 0,0 0 1 0 0,1 0 0 0 0,-1 0 0 0 0,0 0 0 0 0,0 0 0 0 0,0 0 0 0 0,0 1 0 0 0,22-8 3029 0 0,37-16-1 0 0,-26 8-1690 0 0,44-12-1 0 0,340-48 2352 0 0,-220 47-2905 0 0,31-20-202 0 0,85-35 265 0 0,-114 28-276 0 0,-51 7 102 0 0,-69 21-421 0 0,-12 5-26 0 0,-9 2 43 0 0,0 3 1 0 0,80-13 0 0 0,-68 18 27 0 0,-9 3 10 0 0,-51 8-303 0 0,1 0 0 0 0,-1 0 0 0 0,1-1 0 0 0,15-5 0 0 0,15-3 122 0 0,306-77 910 0 0,-320 80-988 0 0,-21 5-32 0 0,-8 0-123 0 0,-13-2-336 0 0,-92 4-3003 0 0,-118 9-6577 0 0,-8 10-2507 0 0</inkml:trace>
</inkml:ink>
</file>

<file path=ppt/ink/ink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06T18:08:49.26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262 214 160 0 0,'0'0'80'0'0,"0"-1"-13"0"0,0-4-54 0 0,0 5-13 0 0,0-1-1 0 0,0 1 1 0 0,0 0-1 0 0,0-1 1 0 0,0 1 0 0 0,0 0-1 0 0,0-1 1 0 0,0 1-1 0 0,0 0 1 0 0,0 0-1 0 0,1-1 1 0 0,-1 1 0 0 0,0 0-1 0 0,0-1 1 0 0,0 1-1 0 0,0 0 1 0 0,1 0-1 0 0,-1-1 1 0 0,0 1 0 0 0,0 0-1 0 0,0 0 1 0 0,1 0-1 0 0,-1-1 1 0 0,0 1-1 0 0,0 0 1 0 0,1 0 0 0 0,-1 0-1 0 0,0 0 1 0 0,1 0-1 0 0,-1-1 1 0 0,28-5-54 0 0,-1 0 54 0 0,38-8 1294 0 0,-59 13 1161 0 0,-1 1-1575 0 0,-5 0-776 0 0,2 0-17 0 0,-1 0 0 0 0,1 1 0 0 0,-1-1 0 0 0,1 0-1 0 0,-1 0 1 0 0,1 0 0 0 0,-1 0 0 0 0,0-1 0 0 0,1 1 0 0 0,-1 0 0 0 0,1-1-1 0 0,-1 1 1 0 0,1-1 0 0 0,-1 1 0 0 0,0-1 0 0 0,0 0 0 0 0,2-1 3375 0 0,-3 0-3022 0 0,0 2-430 0 0,0-1 0 0 0,0 1 0 0 0,1 0 0 0 0,-1 0 0 0 0,0 0 0 0 0,0-1 0 0 0,0 1 0 0 0,0 0 0 0 0,0 0 0 0 0,0 0 0 0 0,0-1 0 0 0,0 1 0 0 0,0 0 0 0 0,0 0 0 0 0,0 0 0 0 0,0-1 0 0 0,0 1 0 0 0,0 0 0 0 0,0 0 0 0 0,0-1 0 0 0,-1 1 0 0 0,1 0 0 0 0,0 0 0 0 0,0 0 0 0 0,0-1 0 0 0,0 1 0 0 0,0 0 0 0 0,0 0 0 0 0,0 0 0 0 0,-1 0 0 0 0,1-1 0 0 0,0 1 0 0 0,0 0 0 0 0,0 0 0 0 0,0 0 0 0 0,-1 0 0 0 0,1 0 0 0 0,0 0 0 0 0,0 0 0 0 0,0-1 0 0 0,-1 1 0 0 0,1 0 0 0 0,0 0 0 0 0,0 0 0 0 0,-1 0 0 0 0,1 0 0 0 0,0 0 0 0 0,0 0 0 0 0,0 0 0 0 0,-1 0 0 0 0,1 0 0 0 0,-98-40 1671 0 0,-54-13-107 0 0,143 50-1497 0 0,0 0-42 0 0,0 0 0 0 0,0-1 1 0 0,0 0-1 0 0,-12-8 0 0 0,14 6-331 0 0,5 5 185 0 0,1-1 0 0 0,-1 1 0 0 0,1 0 0 0 0,-1-1 0 0 0,0 1 0 0 0,0 0 0 0 0,1 0 0 0 0,-1 1 0 0 0,0-1 0 0 0,0 0 0 0 0,0 1 0 0 0,0-1 0 0 0,0 1 0 0 0,-4-1 0 0 0,-12-5-968 0 0,-2-1-3244 0 0,-7 5 575 0 0</inkml:trace>
</inkml:ink>
</file>

<file path=ppt/ink/ink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06T18:08:49.65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517 1 80 0 0,'-33'12'3202'0'0,"-65"17"-161"0"0,33 5-640 0 0,-33-7-1441 0 0,33-6-799 0 0,-33-1-722 0 0,39 1-2720 0 0</inkml:trace>
</inkml:ink>
</file>

<file path=ppt/ink/ink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06T18:08:50.53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450 110 480 0 0,'-5'0'1134'0'0,"-10"0"-830"0"0,-17 0 5813 0 0,29-2-3483 0 0,20-2-2351 0 0,-20 4 24 0 0,0-1 0 0 0,0 1 0 0 0,0-1 0 0 0,0 0 0 0 0,0 0 0 0 0,0-1 0 0 0,-5-2 0 0 0,-22-7 892 0 0,-28-4 35 0 0,-21-4-134 0 0,-72-8-220 0 0,91 12-946 0 0,55 11 672 0 0,6 1-3351 0 0,29 10-9296 0 0,-2 0 8546 0 0</inkml:trace>
</inkml:ink>
</file>

<file path=ppt/ink/ink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06T18:08:50.91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777 0 880 0 0,'-32'27'4242'0'0,"-66"21"160"0"0,-33 0-2001 0 0,1 2-1120 0 0,-34 19-641 0 0,40-22-560 0 0,59-5-1920 0 0,32-15-2803 0 0,33-6-2560 0 0</inkml:trace>
</inkml:ink>
</file>

<file path=ppt/ink/ink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06T18:08:52.21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479 84 560 0 0,'0'-1'21'0'0,"1"0"0"0"0,-1 0-1 0 0,1 1 1 0 0,-1-1 0 0 0,0 0 0 0 0,1 0-1 0 0,0 1 1 0 0,-1-1 0 0 0,1 1 0 0 0,-1-1-1 0 0,1 0 1 0 0,0 1 0 0 0,-1-1 0 0 0,1 1-1 0 0,0 0 1 0 0,0-1 0 0 0,-1 1 0 0 0,1-1-1 0 0,0 1 1 0 0,0 0 0 0 0,0 0 0 0 0,-1 0-1 0 0,1-1 1 0 0,0 1 0 0 0,1 0 0 0 0,31-5 47 0 0,-20 3 58 0 0,1 1-68 0 0,-13 1-37 0 0,-1 0 1 0 0,1-1-1 0 0,-1 1 1 0 0,1 0-1 0 0,-1 0 1 0 0,1 0-1 0 0,-1 0 1 0 0,1 0-1 0 0,-1 0 0 0 0,1 0 1 0 0,-1 1-1 0 0,1-1 1 0 0,-1 0-1 0 0,0 0 1 0 0,1 0-1 0 0,-1 0 1 0 0,1 1-1 0 0,-1-1 1 0 0,1 0-1 0 0,-1 0 1 0 0,1 1-1 0 0,-1-1 0 0 0,0 0 1 0 0,1 1-1 0 0,-1-1 1 0 0,0 0-1 0 0,1 1 1 0 0,-1 0-1 0 0,0 0 793 0 0,-5 0 400 0 0,-44 4 1827 0 0,-1-2 0 0 0,1-2 0 0 0,-63-8 1 0 0,63 4-1788 0 0,3 1-92 0 0,22 2-663 0 0,1-1-1 0 0,-1-1 1 0 0,1-2 0 0 0,-38-9-1 0 0,37 3-947 0 0,-7-1-2343 0 0,35 9 1992 0 0,-1 1 0 0 0,1-1 1 0 0,0 0-1 0 0,0 1 0 0 0,-1 0 0 0 0,1 0 1 0 0,0 0-1 0 0,0 0 0 0 0,0 1 1 0 0,6-1-1 0 0,24-5-4236 0 0,-29-1 1354 0 0</inkml:trace>
</inkml:ink>
</file>

<file path=ppt/ink/ink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06T18:08:53.06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386 243 1040 0 0,'-6'-8'1988'0'0,"-1"3"-1249"0"0,1-1-1 0 0,-1 0 1 0 0,1 0 0 0 0,0 0-1 0 0,1-1 1 0 0,0 0 0 0 0,-7-12-1 0 0,3 0 610 0 0,9 17-1222 0 0,-1 0 1 0 0,1 0-1 0 0,-1 0 1 0 0,0 0-1 0 0,0 1 0 0 0,0-1 1 0 0,0 0-1 0 0,0 0 1 0 0,0 1-1 0 0,-1-1 0 0 0,1 1 1 0 0,0-1-1 0 0,-1 1 1 0 0,1 0-1 0 0,-1-1 0 0 0,0 1 1 0 0,1 0-1 0 0,-1 0 0 0 0,0 0 1 0 0,-3-1-1 0 0,-2-1 174 0 0,0 0-1 0 0,1 0 1 0 0,0-1-1 0 0,0 0 1 0 0,0 0-1 0 0,0 0 1 0 0,0 0 0 0 0,1-1-1 0 0,0 0 1 0 0,-6-8-1 0 0,-44-19 568 0 0,42 19-662 0 0,11 12-222 0 0,1-1 0 0 0,0 1 0 0 0,-1 0 1 0 0,0-1-1 0 0,1 1 0 0 0,-1 0 0 0 0,0 0 1 0 0,0 0-1 0 0,0 0 0 0 0,1 0 0 0 0,-1 1 1 0 0,-3-2-1 0 0,-36-6-1457 0 0,35 8 399 0 0,0 0 1 0 0,0 0-1 0 0,1 1 0 0 0,-1 0 1 0 0,0 0-1 0 0,0 0 0 0 0,-9 3 1 0 0,-12 10-3302 0 0</inkml:trace>
</inkml:ink>
</file>

<file path=ppt/ink/ink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06T18:08:53.52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359 96 2001 0 0,'-65'-21'3602'0'0,"32"0"-321"0"0,-32 9-800 0 0,32-3-720 0 0,-32 9-881 0 0,32-3-1040 0 0,1 9-1360 0 0,-1-6-1522 0 0,33 0-3921 0 0</inkml:trace>
</inkml:ink>
</file>

<file path=ppt/ink/ink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06T18:08:55.79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419 15 640 0 0,'0'0'202'0'0,"-1"-1"0"0"0,1 1-1 0 0,0 0 1 0 0,0-1 0 0 0,0 1 0 0 0,0 0-1 0 0,0-1 1 0 0,0 1 0 0 0,-1-1-1 0 0,1 1 1 0 0,0-1 0 0 0,0 1 0 0 0,0 0-1 0 0,0-1 1 0 0,0 1 0 0 0,0-1 0 0 0,1 1-1 0 0,-1 0 1 0 0,0-1 0 0 0,0 1-1 0 0,0-1 1 0 0,0 1 0 0 0,0 0 0 0 0,1-1-1 0 0,-1 1 1 0 0,0 0 0 0 0,0-1-1 0 0,1 1 1 0 0,-1 0 0 0 0,0-1 0 0 0,0 1-1 0 0,1 0 1 0 0,-1-1 0 0 0,0 1-1 0 0,1 0 1 0 0,-1 0 0 0 0,0-1 0 0 0,1 1-1 0 0,-1 0 1 0 0,1 0 0 0 0,21 0 798 0 0,-21 0-907 0 0,-1 0-1 0 0,1 1 1 0 0,-1-1-1 0 0,0 0 1 0 0,1 1-1 0 0,-1-1 1 0 0,1 1-1 0 0,-1-1 0 0 0,0 1 1 0 0,1-1-1 0 0,-1 1 1 0 0,0-1-1 0 0,0 1 1 0 0,1-1-1 0 0,-1 1 1 0 0,0-1-1 0 0,0 1 1 0 0,0-1-1 0 0,1 1 1 0 0,-1 0-1 0 0,0-1 1 0 0,0 1-1 0 0,0-1 1 0 0,0 1-1 0 0,0-1 0 0 0,0 1 1 0 0,-1 1-1 0 0,1 11 801 0 0,-1-10-795 0 0,1-1-1 0 0,0 0 1 0 0,-1 0 0 0 0,1 0 0 0 0,-1 0-1 0 0,0 0 1 0 0,1 0 0 0 0,-1 0 0 0 0,0 0 0 0 0,0 0-1 0 0,-1 0 1 0 0,1 0 0 0 0,0 0 0 0 0,-1-1 0 0 0,1 1-1 0 0,0-1 1 0 0,-4 4 0 0 0,-8 9 556 0 0,-18 35 1623 0 0,2 1-1 0 0,-42 102 1 0 0,63-135-1964 0 0,-1 0-1 0 0,-1 0 1 0 0,0-1-1 0 0,-1 0 1 0 0,-1-1-1 0 0,-20 20 1 0 0,24-26-317 0 0,-1 0 1 0 0,0-1 0 0 0,-1-1-1 0 0,1 1 1 0 0,-1-1 0 0 0,0-1-1 0 0,-22 10 1 0 0,-4-3-2208 0 0,34-13 1866 0 0,0 0 1 0 0,0 0 0 0 0,0 0 0 0 0,0 0 0 0 0,0 0 0 0 0,0 0-1 0 0,0-1 1 0 0,0 1 0 0 0,0-1 0 0 0,1 1 0 0 0,-1-1-1 0 0,0 0 1 0 0,-2-1 0 0 0,-29-22-7980 0 0</inkml:trace>
</inkml:ink>
</file>

<file path=ppt/ink/ink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06T18:08:58.31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54 0 2641 0 0,'0'0'5389'0'0,"0"0"-5292"0"0,0 0 0 0 0,0 1-1 0 0,0-1 1 0 0,0 0 0 0 0,1 0 0 0 0,-1 0-1 0 0,0 0 1 0 0,0 1 0 0 0,0-1-1 0 0,0 0 1 0 0,0 0 0 0 0,0 0 0 0 0,0 0-1 0 0,0 1 1 0 0,0-1 0 0 0,0 0-1 0 0,0 0 1 0 0,0 0 0 0 0,0 1 0 0 0,0-1-1 0 0,0 0 1 0 0,0 0 0 0 0,0 0-1 0 0,0 1 1 0 0,0-1 0 0 0,0 0 0 0 0,0 0-1 0 0,0 0 1 0 0,0 1 0 0 0,-1-1-1 0 0,1 0 1 0 0,0 0 0 0 0,0 0 0 0 0,0 0-1 0 0,0 1 1 0 0,0-1 0 0 0,0 0-1 0 0,-1 0 1 0 0,1 0 0 0 0,0 0-1 0 0,0 0 1 0 0,0 0 0 0 0,0 0 0 0 0,-1 1-1 0 0,1-1 1 0 0,0 0 0 0 0,0 0-1 0 0,0 0 1 0 0,-1 0 0 0 0,1 0 0 0 0,0 0-1 0 0,0 0 1 0 0,0 0 0 0 0,-1 0-1 0 0,1 0 1 0 0,0 0 0 0 0,0 0 0 0 0,0 0-1 0 0,-1 0 1 0 0,1 0 0 0 0,0 0-1 0 0,0 0 1 0 0,-1-1 0 0 0,-3 3 413 0 0,3-2-311 0 0,-1 1 0 0 0,1 0 0 0 0,-1-1 0 0 0,1 1-1 0 0,-1-1 1 0 0,0 0 0 0 0,1 1 0 0 0,-1-1-1 0 0,0 0 1 0 0,1 0 0 0 0,-1 0 0 0 0,-2 0 0 0 0,4 1 1298 0 0,0-1-1444 0 0,0 0 0 0 0,0 0-1 0 0,1 1 1 0 0,-1-1-1 0 0,0 0 1 0 0,0 0-1 0 0,0 0 1 0 0,0 1-1 0 0,0-1 1 0 0,0 0-1 0 0,0 0 1 0 0,0 0 0 0 0,0 1-1 0 0,0-1 1 0 0,0 0-1 0 0,0 0 1 0 0,0 0-1 0 0,0 1 1 0 0,0-1-1 0 0,0 0 1 0 0,0 0-1 0 0,-1 0 1 0 0,1 1 0 0 0,0-1-1 0 0,0 0 1 0 0,0 0-1 0 0,0 0 1 0 0,0 0-1 0 0,0 1 1 0 0,-1-1-1 0 0,1 0 1 0 0,0 0-1 0 0,0 0 1 0 0,0 0 0 0 0,0 0-1 0 0,-1 0 1 0 0,1 1-1 0 0,0-1 1 0 0,0 0-1 0 0,0 0 1 0 0,0 0-1 0 0,-1 0 1 0 0,1 0-1 0 0,0 0 1 0 0,0 0 0 0 0,0 0-1 0 0,-1 0 1 0 0,1 0-1 0 0,0 0 1 0 0,0 0-1 0 0,0 0 1 0 0,-1 0-1 0 0,1 0 1 0 0,-15 1 473 0 0,30 3-65 0 0,-10-3 3714 0 0,1-1-4095 0 0,217-14 787 0 0,-210 13-852 0 0,10 1-39 0 0,1 1 0 0 0,29 4 0 0 0,-46-3 18 0 0,0-1 1 0 0,0 1-1 0 0,-1 0 0 0 0,1 0 0 0 0,-1 1 0 0 0,1 0 0 0 0,-1 0 0 0 0,0 0 0 0 0,0 1 1 0 0,0 0-1 0 0,-1 0 0 0 0,7 7 0 0 0,-7-6 16 0 0,-3-3-7 0 0,0-1-1 0 0,0 1 1 0 0,0 0 0 0 0,-1 0-1 0 0,1 0 1 0 0,-1 0 0 0 0,1 0 0 0 0,-1 0-1 0 0,0 1 1 0 0,0-1 0 0 0,0 0-1 0 0,0 1 1 0 0,0-1 0 0 0,0 1-1 0 0,-1-1 1 0 0,1 1 0 0 0,-1-1 0 0 0,0 1-1 0 0,1 0 1 0 0,-2 4 0 0 0,1 163 1771 0 0,0-169-1765 0 0,0 0 1 0 0,0 1-1 0 0,0-1 1 0 0,1 0-1 0 0,-1 0 1 0 0,0 1-1 0 0,1-1 1 0 0,-1 0-1 0 0,0 0 1 0 0,1 0-1 0 0,-1 0 1 0 0,1 0-1 0 0,0 0 0 0 0,-1 1 1 0 0,1-1-1 0 0,0-1 1 0 0,0 1-1 0 0,-1 0 1 0 0,1 0-1 0 0,0 0 1 0 0,0 0-1 0 0,0 0 1 0 0,0-1-1 0 0,0 1 1 0 0,0-1-1 0 0,3 2 1 0 0,4 4-26 0 0,25 20-64 0 0,-28-18 75 0 0,-5-8 8 0 0,0 0-1 0 0,0 1 0 0 0,0-1 0 0 0,0 0 0 0 0,0 1 0 0 0,0-1 1 0 0,0 0-1 0 0,0 0 0 0 0,1 1 0 0 0,-1-1 0 0 0,0 0 0 0 0,0 0 0 0 0,0 1 1 0 0,0-1-1 0 0,0 0 0 0 0,1 0 0 0 0,-1 1 0 0 0,0-1 0 0 0,0 0 1 0 0,0 0-1 0 0,1 0 0 0 0,-1 1 0 0 0,0-1 0 0 0,0 0 0 0 0,1 0 1 0 0,-1 0-1 0 0,0 0 0 0 0,1 0 0 0 0,-1 1 0 0 0,0-1 0 0 0,0 0 0 0 0,1 0 1 0 0,6 2 27 0 0,-6-2-27 0 0,0 0 1 0 0,0 0-1 0 0,0 1 1 0 0,0-1-1 0 0,0 0 1 0 0,0 0-1 0 0,0 1 1 0 0,-1-1-1 0 0,1 1 1 0 0,0-1-1 0 0,0 1 1 0 0,0-1-1 0 0,-1 1 1 0 0,1-1-1 0 0,0 1 1 0 0,-1 0-1 0 0,1-1 1 0 0,0 1-1 0 0,-1 0 1 0 0,1-1-1 0 0,-1 1 1 0 0,1 0-1 0 0,-1 0 1 0 0,1 0-1 0 0,-1 0 1 0 0,0 0 0 0 0,1-1-1 0 0,-1 1 1 0 0,0 0-1 0 0,0 0 1 0 0,0 0-1 0 0,0 0 1 0 0,1 0-1 0 0,-1 0 1 0 0,-1 0-1 0 0,1 1 1 0 0,0-1-2 0 0,0 0 0 0 0,0-1 1 0 0,1 1-1 0 0,-1-1 1 0 0,0 1-1 0 0,0 0 1 0 0,0-1-1 0 0,1 1 0 0 0,-1-1 1 0 0,0 1-1 0 0,1-1 1 0 0,-1 1-1 0 0,0 0 0 0 0,1-1 1 0 0,-1 0-1 0 0,1 1 1 0 0,-1-1-1 0 0,1 1 1 0 0,-1-1-1 0 0,1 1 0 0 0,-1-1 1 0 0,1 0-1 0 0,-1 1 1 0 0,1-1-1 0 0,0 0 0 0 0,-1 0 1 0 0,1 0-1 0 0,-1 1 1 0 0,1-1-1 0 0,0 0 1 0 0,-1 0-1 0 0,1 0 0 0 0,1 0 1 0 0,-2 0-3 0 0,1 0 0 0 0,0 0 1 0 0,0 0-1 0 0,-1 0 0 0 0,1 1 1 0 0,0-1-1 0 0,-1 0 0 0 0,1 0 1 0 0,0 0-1 0 0,-1 1 0 0 0,1-1 1 0 0,0 0-1 0 0,-1 1 0 0 0,1-1 1 0 0,0 1-1 0 0,-1-1 0 0 0,1 1 1 0 0,-1-1-1 0 0,1 1 0 0 0,-1-1 1 0 0,1 1-1 0 0,-1-1 0 0 0,0 1 1 0 0,1 0-1 0 0,-1-1 0 0 0,0 1 0 0 0,1 0 1 0 0,-1-1-1 0 0,0 1 0 0 0,0 0 1 0 0,1 0-1 0 0,-1-1 0 0 0,0 1 1 0 0,0 1-1 0 0,0-1 2 0 0,0 1 1 0 0,1-1-1 0 0,-1 1 1 0 0,1-1-1 0 0,-1 1 1 0 0,1-1-1 0 0,-1 0 0 0 0,1 1 1 0 0,0-1-1 0 0,0 0 1 0 0,0 1-1 0 0,0-1 1 0 0,0 0-1 0 0,0 0 0 0 0,0 0 1 0 0,0 0-1 0 0,0 0 1 0 0,0 0-1 0 0,1 0 1 0 0,-1 0-1 0 0,0-1 0 0 0,1 1 1 0 0,-1 0-1 0 0,0-1 1 0 0,1 1-1 0 0,-1-1 1 0 0,2 1-1 0 0,0 0-2 0 0,-1 0 0 0 0,1 0 0 0 0,-1 0 0 0 0,1 1-1 0 0,-1-1 1 0 0,0 1 0 0 0,0-1 0 0 0,0 1 0 0 0,3 3 0 0 0,48 51-4 0 0,-39-43 21 0 0,0 1-1 0 0,-1 0 1 0 0,-1 1 0 0 0,12 18 0 0 0,-14-12 39 0 0,-9-18-48 0 0,0 0 0 0 0,1 0 0 0 0,-1 0 0 0 0,1 0 0 0 0,0 0 0 0 0,0-1 0 0 0,0 1 0 0 0,0 0 0 0 0,0-1 0 0 0,0 0 0 0 0,1 1 0 0 0,3 2 0 0 0,25 25 58 0 0,-28-26-70 0 0,0-1 0 0 0,1 1-1 0 0,-1 0 1 0 0,1-1 0 0 0,0 0 0 0 0,0 0 0 0 0,0 0 0 0 0,0 0 0 0 0,0-1 0 0 0,1 1-1 0 0,-1-1 1 0 0,1 0 0 0 0,0 0 0 0 0,0-1 0 0 0,6 2 0 0 0,8 1 10 0 0,0-1 2 0 0,0 1 1 0 0,-1 0 0 0 0,0 2-1 0 0,0 0 1 0 0,0 1 0 0 0,17 10 0 0 0,-13-7 14 0 0,-18-9-14 0 0,1 1-1 0 0,-1-1 0 0 0,0 1 1 0 0,-1 0-1 0 0,1 0 0 0 0,0 0 0 0 0,-1 1 1 0 0,1-1-1 0 0,4 5 0 0 0,9 5 34 0 0,-13-10-33 0 0,-1 0-1 0 0,0 0 1 0 0,0 0 0 0 0,0 0 0 0 0,0 1-1 0 0,0-1 1 0 0,0 1 0 0 0,-1 0 0 0 0,1-1-1 0 0,-1 1 1 0 0,3 5 0 0 0,-2 4 17 0 0,0 1 0 0 0,-1-1 0 0 0,-1 1 0 0 0,0 0-1 0 0,-1-1 1 0 0,-3 26 0 0 0,2 8 100 0 0,2-2-43 0 0,0-25-30 0 0,0 0 0 0 0,-2 1-1 0 0,0-1 1 0 0,-6 27 0 0 0,-14 22 160 0 0,10 4-66 0 0,-1-39-122 0 0,10-29-16 0 0,0 0-1 0 0,0 0 0 0 0,1 0 1 0 0,-1 0-1 0 0,1 1 1 0 0,0-1-1 0 0,0 1 1 0 0,0-1-1 0 0,1 0 0 0 0,0 1 1 0 0,0-1-1 0 0,0 1 1 0 0,0-1-1 0 0,0 1 0 0 0,3 7 1 0 0,19 22-196 0 0,-22-33 45 0 0,1 0-1 0 0,-1 0 1 0 0,1 0 0 0 0,-1 0-1 0 0,1-1 1 0 0,0 1-1 0 0,-1 0 1 0 0,1 0 0 0 0,0-1-1 0 0,0 1 1 0 0,0 0-1 0 0,0-1 1 0 0,-1 1-1 0 0,1-1 1 0 0,0 1 0 0 0,0-1-1 0 0,0 0 1 0 0,0 1-1 0 0,0-1 1 0 0,0 0 0 0 0,0 0-1 0 0,0 1 1 0 0,0-1-1 0 0,0 0 1 0 0,0 0 0 0 0,0 0-1 0 0,1 0 1 0 0,-1-1-1 0 0,0 1 1 0 0,0 0 0 0 0,0 0-1 0 0,0-1 1 0 0,0 1-1 0 0,0 0 1 0 0,1-1 0 0 0,4-3-1464 0 0,1-1 0 0 0,-1 1 0 0 0,0-1 1 0 0,9-8-1 0 0,-12 10 875 0 0,57-53-10461 0 0</inkml:trace>
</inkml:ink>
</file>

<file path=ppt/ink/ink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06T18:10:14.55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0 642 720 0 0,'0'-1'135'0'0,"0"0"0"0"0,0 0 0 0 0,1 0-1 0 0,-1 0 1 0 0,0 0 0 0 0,0 1 0 0 0,0-1 0 0 0,1 0-1 0 0,-1 0 1 0 0,0 0 0 0 0,1 1 0 0 0,-1-1-1 0 0,0 0 1 0 0,1 0 0 0 0,-1 1 0 0 0,1-1 0 0 0,-1 0-1 0 0,1 1 1 0 0,0-1 0 0 0,-1 1 0 0 0,1-1-1 0 0,0 1 1 0 0,-1-1 0 0 0,1 1 0 0 0,0-1 0 0 0,0 1-1 0 0,-1 0 1 0 0,1-1 0 0 0,0 1 0 0 0,1-1-1 0 0,-1 1-42 0 0,0 0-1 0 0,0 0 0 0 0,0-1 0 0 0,0 1 0 0 0,0 0 1 0 0,-1-1-1 0 0,1 1 0 0 0,0-1 0 0 0,0 1 0 0 0,-1-1 1 0 0,1 1-1 0 0,0-1 0 0 0,-1 1 0 0 0,1-1 0 0 0,-1 0 1 0 0,1 1-1 0 0,0-1 0 0 0,-1 0 0 0 0,0 0 0 0 0,1 1 1 0 0,-1-1-1 0 0,1 0 0 0 0,-1 0 0 0 0,0 0 0 0 0,0 1 1 0 0,1-1-1 0 0,-1 0 0 0 0,0 0 0 0 0,0 0 1 0 0,0 0-1 0 0,0-1 0 0 0,0 1 127 0 0,0-1-1 0 0,0 0 1 0 0,0 0 0 0 0,0 1-1 0 0,0-1 1 0 0,0 0 0 0 0,0 0-1 0 0,1 1 1 0 0,-1-1 0 0 0,0 0-1 0 0,1 1 1 0 0,0-1 0 0 0,-1 1-1 0 0,1-1 1 0 0,0 1 0 0 0,0-1-1 0 0,0 1 1 0 0,0-1 0 0 0,0 1-1 0 0,0 0 1 0 0,1-1 0 0 0,-1 1-1 0 0,2-1 1 0 0,8-10 521 0 0,-10 10-674 0 0,0 0 0 0 0,0 0 0 0 0,0 0 1 0 0,0 0-1 0 0,-1 0 0 0 0,1 0 0 0 0,-1 0 0 0 0,1 0 1 0 0,-1-1-1 0 0,0 1 0 0 0,0 0 0 0 0,0-4 1 0 0,0 3-50 0 0,0 0 1 0 0,0 1 0 0 0,0-1 0 0 0,0 1 0 0 0,1-1 0 0 0,-1 0 0 0 0,1 1 0 0 0,1-5 0 0 0,20-20 23 0 0,-21 25-30 0 0,0-1 1 0 0,1 1-1 0 0,-1 0 0 0 0,1 0 0 0 0,0 0 0 0 0,-1 0 1 0 0,1 1-1 0 0,0-1 0 0 0,0 0 0 0 0,0 1 1 0 0,4-3-1 0 0,3-1 27 0 0,-9 5-34 0 0,0 0 1 0 0,0 0-1 0 0,1 0 0 0 0,-1-1 0 0 0,0 1 0 0 0,1 0 0 0 0,-1 0 1 0 0,0-1-1 0 0,0 1 0 0 0,0 0 0 0 0,1 0 0 0 0,-1-1 0 0 0,0 1 1 0 0,0 0-1 0 0,0-1 0 0 0,0 1 0 0 0,1 0 0 0 0,-1-1 0 0 0,0 1 1 0 0,0 0-1 0 0,0-1 0 0 0,0 1 0 0 0,0 0 0 0 0,0-1 1 0 0,0 1-1 0 0,0 0 0 0 0,0-1 0 0 0,0 1 0 0 0,0-1 7 0 0,0 1 1 0 0,0-1-1 0 0,0 1 0 0 0,0-1 0 0 0,0 1 0 0 0,0-1 0 0 0,0 1 1 0 0,0-1-1 0 0,0 1 0 0 0,0-1 0 0 0,0 1 0 0 0,1-1 0 0 0,-1 1 1 0 0,0 0-1 0 0,0-1 0 0 0,0 1 0 0 0,1-1 0 0 0,-1 1 0 0 0,0 0 1 0 0,1-1-1 0 0,-1 1 0 0 0,0-1 0 0 0,1 1 0 0 0,-1 0 0 0 0,1 0 1 0 0,-1-1-1 0 0,0 1 0 0 0,1 0 0 0 0,27-18 361 0 0,23-15 4 0 0,99-48 0 0 0,258-108 11 0 0,-318 146-320 0 0,-39 16-78 0 0,-43 23 33 0 0,0 1 0 0 0,0 0 1 0 0,1 0-1 0 0,0 0 0 0 0,-1 1 1 0 0,1 0-1 0 0,0 1 0 0 0,0 0 1 0 0,11 0-1 0 0,1 3 29 0 0,-16-2-28 0 0,0 0 0 0 0,0 0 0 0 0,-1 1 0 0 0,1-1 1 0 0,0 1-1 0 0,-1 0 0 0 0,8 3 0 0 0,10 2 46 0 0,-17-5-46 0 0,1 1 1 0 0,-1-1 0 0 0,0 1 0 0 0,0-1-1 0 0,0 2 1 0 0,7 3 0 0 0,14 8 64 0 0,1-1 0 0 0,31 9 0 0 0,-11-3 52 0 0,-45-19-136 0 0,0 1 0 0 0,0 0 0 0 0,0 0 0 0 0,-1-1 0 0 0,1 2 0 0 0,0-1 0 0 0,0 0 0 0 0,-1 0 0 0 0,1 0 0 0 0,-1 1 0 0 0,1-1 1 0 0,-1 1-1 0 0,0-1 0 0 0,1 1 0 0 0,-1 0 0 0 0,0-1 0 0 0,1 3 0 0 0,-1 0 11 0 0,0 1 0 0 0,0-1 0 0 0,0 1 0 0 0,-1-1 0 0 0,0 1 1 0 0,0 7-1 0 0,0 2 19 0 0,-1-9-18 0 0,0 0 0 0 0,0-1 0 0 0,0 1 1 0 0,0-1-1 0 0,0 1 0 0 0,-1-1 0 0 0,0 1 1 0 0,0-1-1 0 0,0 0 0 0 0,-1 0 0 0 0,1 0 1 0 0,-1 0-1 0 0,0 0 0 0 0,0-1 0 0 0,0 1 1 0 0,-7 5-1 0 0,-8 5 37 0 0,0 0 0 0 0,-25 14 0 0 0,32-20-27 0 0,-13 5-31 0 0,-1 0 1 0 0,0-1-1 0 0,-29 9 1 0 0,19-8-13 0 0,-62 23 325 0 0,-2-3-1 0 0,-150 28 1 0 0,213-55-159 0 0,-33 5 164 0 0,65-11-300 0 0,-1 1 0 0 0,1-1 0 0 0,0-1-1 0 0,-1 1 1 0 0,1-1 0 0 0,0 1 0 0 0,0-1 0 0 0,0-1 0 0 0,0 1-1 0 0,-1 0 1 0 0,2-1 0 0 0,-6-2 0 0 0,-23-17-279 0 0,25 5 83 0 0,7 16 163 0 0,0-1-1 0 0,0 1 1 0 0,0-1-1 0 0,0 1 1 0 0,0-1-1 0 0,0 1 1 0 0,0-1-1 0 0,0 1 1 0 0,0-1-1 0 0,0 0 1 0 0,0 1-1 0 0,0-1 1 0 0,0 1-1 0 0,0-1 1 0 0,0 1-1 0 0,1-1 1 0 0,-1 1-1 0 0,0-1 1 0 0,0 1-1 0 0,1 0 1 0 0,-1-1-1 0 0,0 1 1 0 0,0-1-1 0 0,1 1 0 0 0,-1 0 1 0 0,1-1-1 0 0,-1 1 1 0 0,0 0-1 0 0,1-1 1 0 0,-1 1-1 0 0,1 0 1 0 0,0-1-1 0 0,2 1-113 0 0,-2 0 97 0 0,0 0 0 0 0,0 1 0 0 0,0-1 1 0 0,0 0-1 0 0,0 0 0 0 0,0 0 1 0 0,0-1-1 0 0,0 1 0 0 0,0 0 1 0 0,0 0-1 0 0,0 0 0 0 0,0-1 1 0 0,0 1-1 0 0,0 0 0 0 0,0-1 0 0 0,0 1 1 0 0,0-1-1 0 0,0 0 0 0 0,0 1 1 0 0,0-1-1 0 0,0 0 0 0 0,-1 1 1 0 0,2-2-1 0 0,3 2-629 0 0,13 3 4 0 0,10 1-701 0 0,-8 3-2759 0 0,-9-2 2199 0 0,0-1 0 0 0,0 0 0 0 0,15 3 0 0 0,7-1-1398 0 0</inkml:trace>
</inkml:ink>
</file>

<file path=ppt/ink/ink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06T18:10:34.04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2522 14 240 0 0,'-18'4'300'0'0,"0"-1"0"0"0,-1 0-1 0 0,1-2 1 0 0,0 0 0 0 0,-32-3 0 0 0,2 1 356 0 0,-88-8 571 0 0,-87 1-971 0 0,-130 2-205 0 0,182 19 189 0 0,-208 43 0 0 0,357-51-219 0 0,1 2 0 0 0,-1 0 1 0 0,-35 18-1 0 0,-21 8 134 0 0,19-14-78 0 0,37-13-45 0 0,0 1-1 0 0,0 1 1 0 0,0 1 0 0 0,1 0-1 0 0,-34 23 1 0 0,44-25 6 0 0,-1 0 1 0 0,0-1 0 0 0,0 0 0 0 0,-1 0-1 0 0,-19 5 1 0 0,17-7 8 0 0,1 2 0 0 0,-23 11 0 0 0,-7 14 73 0 0,14-14-10 0 0,18-11-31 0 0,1 0 0 0 0,0 1 1 0 0,-17 13-1 0 0,-59 46 133 0 0,53-42-24 0 0,-41 39-1 0 0,71-59-155 0 0,0 1 1 0 0,0 0-1 0 0,1 0 0 0 0,-1 0 0 0 0,1 0 1 0 0,0 1-1 0 0,-2 6 0 0 0,2-5 19 0 0,0-1-1 0 0,0 0 0 0 0,-1 1 1 0 0,0-1-1 0 0,-9 10 0 0 0,1-3 7 0 0,7-9-13 0 0,1 0 0 0 0,0 0 1 0 0,0 0-1 0 0,0 0 0 0 0,0 1 0 0 0,1 0 1 0 0,-1 0-1 0 0,1 0 0 0 0,1 0 1 0 0,-1 0-1 0 0,1 0 0 0 0,0 1 1 0 0,0-1-1 0 0,0 1 0 0 0,1 0 0 0 0,0-1 1 0 0,-1 8-1 0 0,2-10-19 0 0,0 1 0 0 0,-1-1 1 0 0,1 1-1 0 0,-1-1 0 0 0,0 1 0 0 0,0-1 0 0 0,0 1 1 0 0,0-1-1 0 0,0 0 0 0 0,-1 0 0 0 0,0 1 0 0 0,-3 4 0 0 0,3-5-10 0 0,0 0 0 0 0,0 0 0 0 0,0 0 0 0 0,1 1 0 0 0,-1-1-1 0 0,1 0 1 0 0,0 1 0 0 0,0-1 0 0 0,0 1 0 0 0,0-1 0 0 0,1 1-1 0 0,-1 6 1 0 0,1 4 49 0 0,-1-9-45 0 0,1 0 1 0 0,0 0-1 0 0,0 0 1 0 0,1 0 0 0 0,-1 0-1 0 0,1 0 1 0 0,0 0 0 0 0,3 8-1 0 0,18 21 115 0 0,-12-10-66 0 0,-8-19-52 0 0,0 0 1 0 0,0 0-1 0 0,0 0 1 0 0,1-1-1 0 0,0 1 1 0 0,0 0-1 0 0,8 7 1 0 0,2 3 63 0 0,-9-10-50 0 0,1 1 0 0 0,1 0 0 0 0,-1-1 0 0 0,1 0 0 0 0,0 0 0 0 0,0-1 0 0 0,8 5 0 0 0,10 2 96 0 0,1-1 1 0 0,0-1-1 0 0,48 11 1 0 0,7 1 127 0 0,15 6 22 0 0,-2 5 0 0 0,106 50-1 0 0,-157-61-138 0 0,0-2-1 0 0,1-3 1 0 0,47 12 0 0 0,135 21-200 0 0,-119-28 46 0 0,2 9 514 0 0,-68-18-25 0 0,41 8 0 0 0,152 24-286 0 0,235 29-252 0 0,-322-59-261 0 0,-85-7 144 0 0,96-2-1 0 0,51-24-253 0 0,-150 11 261 0 0,33-6 194 0 0,-2-4-1 0 0,154-52 1 0 0,-163 45 78 0 0,-52 18-64 0 0,-1-1-1 0 0,0-2 1 0 0,-1 0-1 0 0,42-24 1 0 0,-36 15-113 0 0,-12 9 123 0 0,0-2 0 0 0,-1 0 0 0 0,0-1 0 0 0,-1-1 0 0 0,-1 0 0 0 0,29-31 0 0 0,84-134 1999 0 0,-125 170-1891 0 0,0 1 0 0 0,-1-1 0 0 0,6-14 0 0 0,4-12 344 0 0,-3 19-295 0 0,-9 13-161 0 0,-1 1 0 0 0,1-1 0 0 0,0 0 0 0 0,-1 1 1 0 0,1-1-1 0 0,-1 0 0 0 0,0 0 0 0 0,0 0 0 0 0,0 0 1 0 0,0 0-1 0 0,-1-1 0 0 0,1 1 0 0 0,0-6 0 0 0,-1 6-8 0 0,0 0 0 0 0,0 0-1 0 0,1 0 1 0 0,-1 0 0 0 0,1 0-1 0 0,0 1 1 0 0,0-1 0 0 0,0 0-1 0 0,0 0 1 0 0,1 0-1 0 0,-1 1 1 0 0,1-1 0 0 0,3-3-1 0 0,-3 3-13 0 0,-1 1 1 0 0,1-1-1 0 0,0 1 0 0 0,-1-1 0 0 0,1 0 0 0 0,-1 0 0 0 0,0 0 0 0 0,0 0 0 0 0,0 1 0 0 0,0-1 0 0 0,-1-1 1 0 0,1 1-1 0 0,-1-5 0 0 0,0-136 637 0 0,0 143-650 0 0,0-1 0 0 0,0 1 0 0 0,0-1-1 0 0,0 1 1 0 0,0 0 0 0 0,-1-1-1 0 0,1 1 1 0 0,-1-1 0 0 0,1 1 0 0 0,-1 0-1 0 0,1-1 1 0 0,-1 1 0 0 0,0 0-1 0 0,1 0 1 0 0,-1 0 0 0 0,0-1 0 0 0,0 1-1 0 0,0 0 1 0 0,0 0 0 0 0,0 0-1 0 0,0 0 1 0 0,0 0 0 0 0,-2 0 0 0 0,2 0-3 0 0,0 0 1 0 0,-1 0-1 0 0,1 0 1 0 0,0 0 0 0 0,0 0-1 0 0,0 0 1 0 0,0 0 0 0 0,0-1-1 0 0,0 1 1 0 0,0 0-1 0 0,1-1 1 0 0,-1 1 0 0 0,0 0-1 0 0,1-1 1 0 0,-1 1-1 0 0,1-1 1 0 0,-1 1 0 0 0,1-1-1 0 0,0 1 1 0 0,0-1 0 0 0,-1 1-1 0 0,1-1 1 0 0,1-1-1 0 0,-2 0 8 0 0,1-1 0 0 0,-1 1 0 0 0,1 0 0 0 0,-1 0 0 0 0,0 0 0 0 0,0-1 0 0 0,0 1 0 0 0,-1 0 0 0 0,1 0-1 0 0,-1 1 1 0 0,1-1 0 0 0,-1 0 0 0 0,0 0 0 0 0,0 1 0 0 0,0-1 0 0 0,-5-3 0 0 0,-2-2 30 0 0,-1 0 1 0 0,-20-12-1 0 0,13 10 6 0 0,3 1-49 0 0,0 0 1 0 0,0 2-1 0 0,-1-1 1 0 0,0 2-1 0 0,0 0 1 0 0,-1 1 0 0 0,-18-4-1 0 0,-36-11-173 0 0,54 15 174 0 0,-126-38-5 0 0,70 21 112 0 0,50 14-68 0 0,-41-9 1 0 0,-207-17 38 0 0,-80-15 65 0 0,229 28-241 0 0,60 11 80 0 0,-104-30-1 0 0,159 38 27 0 0,0-1 0 0 0,0 1 0 0 0,0-2 0 0 0,1 1 0 0 0,-1 0 0 0 0,-7-7 0 0 0,-15-10 35 0 0,8 11-24 0 0,16 7-3 0 0,0 0 0 0 0,0-1 0 0 0,1 1 0 0 0,-1 0 0 0 0,0-1 0 0 0,1 0 1 0 0,0 0-1 0 0,-1 0 0 0 0,1 0 0 0 0,0-1 0 0 0,-3-5 0 0 0,0 5-4 0 0,1 0 0 0 0,0 0 0 0 0,-1 0 0 0 0,0 1-1 0 0,0 0 1 0 0,0 0 0 0 0,0 0 0 0 0,-1 1 0 0 0,1 0 0 0 0,-8-2 0 0 0,0 0-15 0 0,-21-6-20 0 0,1 1 1 0 0,-68-7-1 0 0,39 7-26 0 0,46 7 26 0 0,-8-3-48 0 0,0 1 1 0 0,0 2-1 0 0,-1 0 0 0 0,-47 4 0 0 0,47 0-311 0 0,21-2-762 0 0,-23-2-10484 0 0,28 2 11538 0 0,0 0-1 0 0,0 0 1 0 0,-1 0 0 0 0,1 0-1 0 0,0 0 1 0 0,0 0-1 0 0,-1 0 1 0 0,1 0-1 0 0,0 0 1 0 0,0-1-1 0 0,-1 1 1 0 0,1 0-1 0 0,0 0 1 0 0,0 0 0 0 0,0 0-1 0 0,-1-1 1 0 0,1 1-1 0 0,0 0 1 0 0,0 0-1 0 0,0 0 1 0 0,0-1-1 0 0,0 1 1 0 0,-1 0-1 0 0,1 0 1 0 0,0 0 0 0 0,0-1-1 0 0,0 1 1 0 0,0 0-1 0 0,0 0 1 0 0,0-1-1 0 0,0 1 1 0 0,0 0-1 0 0,0 0 1 0 0,0-1-1 0 0,0 1 1 0 0,0-1-1 0 0</inkml:trace>
</inkml:ink>
</file>

<file path=ppt/ink/ink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06T18:10:35.52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66 75 800 0 0,'4'0'242'0'0,"-2"1"-154"0"0,-1-1 1 0 0,1 0-1 0 0,-1 0 0 0 0,1 0 1 0 0,-1 0-1 0 0,0 0 1 0 0,1 0-1 0 0,-1 0 0 0 0,1 0 1 0 0,-1 0-1 0 0,1-1 1 0 0,-1 1-1 0 0,0-1 0 0 0,1 1 1 0 0,-1-1-1 0 0,0 1 0 0 0,1-1 1 0 0,1-1-1 0 0,-3 1 966 0 0,5 0 40 0 0,17-5-67 0 0,-17 5 1534 0 0,-5 1-2547 0 0,0 1-1 0 0,0-1 1 0 0,0 1-1 0 0,0-1 0 0 0,0 1 1 0 0,-1-1-1 0 0,1 1 1 0 0,0-1-1 0 0,0 1 1 0 0,-1-1-1 0 0,1 1 1 0 0,0-1-1 0 0,-1 1 1 0 0,1-1-1 0 0,0 0 1 0 0,-1 1-1 0 0,1-1 0 0 0,-1 1 1 0 0,1-1-1 0 0,-1 0 1 0 0,1 0-1 0 0,-1 1 1 0 0,1-1-1 0 0,-1 0 1 0 0,1 0-1 0 0,-1 1 1 0 0,1-1-1 0 0,-1 0 1 0 0,1 0-1 0 0,-1 0 0 0 0,1 0 1 0 0,-1 0-1 0 0,0 0 1 0 0,1 0-1 0 0,-1 0 1 0 0,1 0-1 0 0,-1 0 1 0 0,0 0-4 0 0,0-1 0 0 0,1 1 0 0 0,-1 0 0 0 0,1 0 0 0 0,-1 0 0 0 0,0 0 0 0 0,1 0 0 0 0,-1 0 0 0 0,1 1 0 0 0,-1-1 0 0 0,1 0 0 0 0,-1 0 0 0 0,0 0 0 0 0,1 0 1 0 0,-1 1-1 0 0,1-1 0 0 0,-1 0 0 0 0,1 1 0 0 0,-1-1 0 0 0,1 0 0 0 0,-1 1 0 0 0,1-1 0 0 0,-1 1 0 0 0,1-1 0 0 0,0 0 0 0 0,-1 1 0 0 0,1-1 0 0 0,0 1 0 0 0,-1-1 0 0 0,1 1 1 0 0,0-1-1 0 0,0 1 0 0 0,-1 0 0 0 0,1-1 0 0 0,0 1 0 0 0,0-1 0 0 0,0 2 0 0 0,-1-1 0 0 0,0 1 1 0 0,0-1-1 0 0,0 1 0 0 0,0-1 1 0 0,0 0-1 0 0,0 1 0 0 0,0-1 1 0 0,0 0-1 0 0,-1 0 0 0 0,1 0 1 0 0,0 0-1 0 0,-1 0 1 0 0,1 0-1 0 0,-1 0 0 0 0,1-1 1 0 0,-1 1-1 0 0,1-1 0 0 0,-3 2 1 0 0,-30 8 125 0 0,33-11-135 0 0,1 1 0 0 0,-1-1 0 0 0,1 1-1 0 0,-1-1 1 0 0,1 1 0 0 0,-1-1-1 0 0,1 0 1 0 0,-1 1 0 0 0,1-1-1 0 0,0 0 1 0 0,-1 1 0 0 0,1-1-1 0 0,0 0 1 0 0,-1 1 0 0 0,1-1-1 0 0,0 0 1 0 0,0 0 0 0 0,0 1 0 0 0,0-1-1 0 0,0 0 1 0 0,0 0 0 0 0,0 1-1 0 0,0-1 1 0 0,0 0 0 0 0,0 0-1 0 0,0 1 1 0 0,0-1 0 0 0,1-1-1 0 0,5-23 60 0 0,16 5 21 0 0,10-8 159 0 0,-10 12-31 0 0,-17 11-369 0 0,-22 12-391 0 0,13-5 452 0 0,-34 17-1982 0 0,-22 7-2281 0 0</inkml:trace>
</inkml:ink>
</file>

<file path=ppt/ink/ink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06T18:10:37.62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0 868 320 0 0,'33'0'707'0'0,"-35"2"-143"0"0,9 3-408 0 0,48 3 738 0 0,-23 4-107 0 0,-26-10-120 0 0,-1-4-360 0 0,17-3 13 0 0,-22 5-289 0 0,1 0 0 0 0,-1 0 1 0 0,0-1-1 0 0,1 1 0 0 0,-1 0 0 0 0,0 0 0 0 0,1 0 0 0 0,-1 0 0 0 0,0-1 0 0 0,0 1 1 0 0,1 0-1 0 0,-1 0 0 0 0,0 0 0 0 0,0-1 0 0 0,1 1 0 0 0,-1 0 0 0 0,0-1 0 0 0,0 1 1 0 0,1 0-1 0 0,-1 0 0 0 0,0-1 0 0 0,0 1 0 0 0,0 0 0 0 0,0-1 0 0 0,0 1 0 0 0,0 0 1 0 0,0-1-1 0 0,0 1 0 0 0,1 0 0 0 0,-1-1 0 0 0,0 1 0 0 0,0-1 0 0 0,0 1 1 0 0,-1 0-1 0 0,1-1 0 0 0,0 1 0 0 0,0-1 0 0 0,0 1-15 0 0,0-1-1 0 0,0 1 1 0 0,0 0-1 0 0,0-1 1 0 0,0 1-1 0 0,0-1 1 0 0,0 1 0 0 0,0 0-1 0 0,0-1 1 0 0,0 1-1 0 0,0-1 1 0 0,0 1-1 0 0,0 0 1 0 0,0-1-1 0 0,0 1 1 0 0,0-1 0 0 0,1 1-1 0 0,-1 0 1 0 0,0-1-1 0 0,0 1 1 0 0,0 0-1 0 0,1-1 1 0 0,-1 1-1 0 0,0 0 1 0 0,1 0 0 0 0,-1-1-1 0 0,0 1 1 0 0,0 0-1 0 0,1 0 1 0 0,-1-1-1 0 0,1 1 1 0 0,7-3 61 0 0,-7 3-54 0 0,0-1 1 0 0,0 1 0 0 0,0 0 0 0 0,0-1 0 0 0,0 1 0 0 0,0-1 0 0 0,0 1 0 0 0,0-1 0 0 0,0 1-1 0 0,0-1 1 0 0,0 0 0 0 0,0 1 0 0 0,-1-1 0 0 0,1 0 0 0 0,0 0 0 0 0,-1 0 0 0 0,1 0 0 0 0,0 1-1 0 0,-1-1 1 0 0,1 0 0 0 0,-1 0 0 0 0,1 0 0 0 0,-1 0 0 0 0,0 0 0 0 0,1 0 0 0 0,-1-1 0 0 0,0 1-1 0 0,0 0 1 0 0,0 0 0 0 0,0 0 0 0 0,0 0 0 0 0,0 0 0 0 0,0 0 0 0 0,0 0 0 0 0,0 0-1 0 0,-1-2 1 0 0,1 1-7 0 0,0 0-1 0 0,0 0 0 0 0,1 0 0 0 0,-1 0 0 0 0,0 0 0 0 0,1 0 0 0 0,-1 1 1 0 0,1-1-1 0 0,0 0 0 0 0,0 0 0 0 0,0 1 0 0 0,0-1 0 0 0,0 0 0 0 0,0 1 1 0 0,0-1-1 0 0,0 1 0 0 0,0-1 0 0 0,1 1 0 0 0,-1-1 0 0 0,3-1 0 0 0,4-4 32 0 0,-7 5-39 0 0,0 1-1 0 0,0 0 1 0 0,-1 0 0 0 0,1 0-1 0 0,0 0 1 0 0,-1-1-1 0 0,1 1 1 0 0,-1 0-1 0 0,0 0 1 0 0,1-1 0 0 0,-1 1-1 0 0,0-1 1 0 0,0 1-1 0 0,0 0 1 0 0,0-1-1 0 0,0 1 1 0 0,0 0 0 0 0,-1-3-1 0 0,1 3 1 0 0,0 0-1 0 0,0-1 1 0 0,0 1-1 0 0,0 0 1 0 0,0 0-1 0 0,0 0 1 0 0,0 0-1 0 0,0 0 1 0 0,0 0-1 0 0,0-1 1 0 0,0 1-1 0 0,1 0 1 0 0,-1 0 0 0 0,1 0-1 0 0,-1 0 1 0 0,1 0-1 0 0,-1 0 1 0 0,1 0-1 0 0,0-1 1 0 0,10-7 49 0 0,-10 8-21 0 0,0 0-1 0 0,1 0 1 0 0,-1 0 0 0 0,0 0-1 0 0,0-1 1 0 0,0 1-1 0 0,0 0 1 0 0,0-1 0 0 0,0 1-1 0 0,0-1 1 0 0,0 1 0 0 0,0-1-1 0 0,-1 1 1 0 0,1-1-1 0 0,-1 0 1 0 0,1 1 0 0 0,-1-1-1 0 0,1 0 1 0 0,-1 1-1 0 0,0-1 1 0 0,0 0 0 0 0,0 1-1 0 0,0-1 1 0 0,-1-3-1 0 0,1 3 15 0 0,0 1-1 0 0,0-1 1 0 0,0 0-1 0 0,0 0 0 0 0,0 1 1 0 0,0-1-1 0 0,0 0 1 0 0,1 1-1 0 0,-1-1 0 0 0,0 0 1 0 0,1 1-1 0 0,0-1 1 0 0,-1 0-1 0 0,1 1 1 0 0,0-1-1 0 0,0 1 0 0 0,0-1 1 0 0,0 1-1 0 0,0 0 1 0 0,0-1-1 0 0,0 1 0 0 0,0 0 1 0 0,1 0-1 0 0,-1-1 1 0 0,0 1-1 0 0,3-1 0 0 0,4-4 30 0 0,-7 4-15 0 0,0-1-1 0 0,0 0 1 0 0,0 1-1 0 0,0-1 0 0 0,0 0 1 0 0,0 0-1 0 0,-1 1 1 0 0,1-1-1 0 0,-1 0 1 0 0,0 0-1 0 0,0 0 1 0 0,0 0-1 0 0,0 0 1 0 0,0 0-1 0 0,-2-4 1 0 0,1-7 237 0 0,1-143 912 0 0,0 155-1202 0 0,0 1 1 0 0,0-1-1 0 0,0 1 0 0 0,1-1 0 0 0,-1 0 1 0 0,0 1-1 0 0,1 0 0 0 0,-1-1 1 0 0,1 1-1 0 0,-1-1 0 0 0,1 1 0 0 0,0 0 1 0 0,-1-1-1 0 0,1 1 0 0 0,0 0 0 0 0,0-1 1 0 0,0 1-1 0 0,0 0 0 0 0,0 0 1 0 0,0 0-1 0 0,1 0 0 0 0,1-1 0 0 0,-2 1 4 0 0,0 0 0 0 0,0 1-1 0 0,0-1 1 0 0,0 0-1 0 0,0 0 1 0 0,0 0-1 0 0,0-1 1 0 0,0 1-1 0 0,0 0 1 0 0,0 0 0 0 0,0 0-1 0 0,-1-1 1 0 0,1 1-1 0 0,-1 0 1 0 0,1-1-1 0 0,-1 1 1 0 0,1 0-1 0 0,-1-1 1 0 0,0 1 0 0 0,1-1-1 0 0,-1 1 1 0 0,0-2-1 0 0,-1-10 212 0 0,0 11-201 0 0,1 0 0 0 0,0 1 0 0 0,-1-1 0 0 0,1 0 0 0 0,0 0 0 0 0,0 0 0 0 0,0 0 0 0 0,0 1 0 0 0,1-1 0 0 0,-1 0 0 0 0,0 0 0 0 0,1 1 0 0 0,-1-1 0 0 0,1 0 0 0 0,0 0 0 0 0,0 1 0 0 0,-1-1 0 0 0,3-2 0 0 0,6-3 25 0 0,-7 6-27 0 0,-1 0 1 0 0,0 0-1 0 0,1 0 0 0 0,-1 0 1 0 0,0 0-1 0 0,0 0 1 0 0,1-1-1 0 0,-1 1 0 0 0,0 0 1 0 0,-1-1-1 0 0,1 1 0 0 0,0-1 1 0 0,0 1-1 0 0,0-1 1 0 0,-1 1-1 0 0,1-1 0 0 0,-1 0 1 0 0,1 1-1 0 0,-1-1 0 0 0,0 1 1 0 0,0-1-1 0 0,0 0 0 0 0,0 0 1 0 0,0 1-1 0 0,0-1 1 0 0,0 0-1 0 0,-1-1 0 0 0,1 2-18 0 0,0-1 1 0 0,0 1-1 0 0,1 0 0 0 0,-1 0 0 0 0,0 0 1 0 0,0 0-1 0 0,0 0 0 0 0,1 0 0 0 0,-1 0 0 0 0,0 0 1 0 0,1 0-1 0 0,-1 1 0 0 0,1-1 0 0 0,0 0 1 0 0,-1 0-1 0 0,1 0 0 0 0,-1 0 0 0 0,1 1 0 0 0,0-1 1 0 0,0 0-1 0 0,0 0 0 0 0,-1 1 0 0 0,1-1 1 0 0,0 1-1 0 0,0-1 0 0 0,0 1 0 0 0,2-1 0 0 0,-2 0-1 0 0,0 1 0 0 0,0-1 0 0 0,0 1-1 0 0,-1-1 1 0 0,1 1 0 0 0,0-1 0 0 0,0 1-1 0 0,0-1 1 0 0,0 0 0 0 0,-1 1 0 0 0,1-1-1 0 0,0 0 1 0 0,-1 0 0 0 0,1 0-1 0 0,-1 0 1 0 0,1 1 0 0 0,0-1 0 0 0,-1 0-1 0 0,0 0 1 0 0,1 0 0 0 0,-1 0 0 0 0,0 0-1 0 0,1 0 1 0 0,-1 0 0 0 0,0 0 0 0 0,0 0-1 0 0,0-2 1 0 0,0-3 21 0 0,-1 5-18 0 0,1 0-1 0 0,0-1 0 0 0,0 1 0 0 0,0-1 0 0 0,0 1 0 0 0,0-1 0 0 0,0 1 0 0 0,0-1 0 0 0,0 1 0 0 0,0 0 0 0 0,1-1 0 0 0,-1 1 0 0 0,1-1 0 0 0,-1 1 0 0 0,1 0 0 0 0,-1-1 0 0 0,1 1 0 0 0,1-2 0 0 0,7-4 28 0 0,-7 6-30 0 0,-1 0-1 0 0,1 0 1 0 0,-1 0-1 0 0,0 0 1 0 0,0 0-1 0 0,1 0 1 0 0,-1-1-1 0 0,0 1 1 0 0,0 0-1 0 0,0-1 0 0 0,0 1 1 0 0,-1-1-1 0 0,1 1 1 0 0,0-1-1 0 0,-1 0 1 0 0,1 1-1 0 0,-1-1 1 0 0,1 1-1 0 0,-1-1 1 0 0,0 0-1 0 0,1 1 0 0 0,-1-1 1 0 0,0 0-1 0 0,0 0 1 0 0,0 1-1 0 0,-1-1 1 0 0,1-1-1 0 0,-1-5 30 0 0,1 6-21 0 0,-1 0 0 0 0,1-1 0 0 0,0 1 0 0 0,0 0 0 0 0,0-1 0 0 0,0 1-1 0 0,0 0 1 0 0,0 0 0 0 0,1-1 0 0 0,-1 1 0 0 0,1 0 0 0 0,0 0 0 0 0,-1 0 0 0 0,1-1-1 0 0,2-2 1 0 0,6-2 33 0 0,-8 6-32 0 0,1 0 0 0 0,-1 0-1 0 0,1 0 1 0 0,-1-1-1 0 0,0 1 1 0 0,0 0 0 0 0,0 0-1 0 0,1-1 1 0 0,-1 1 0 0 0,-1-1-1 0 0,1 1 1 0 0,0-1-1 0 0,0 1 1 0 0,-1-1 0 0 0,1 0-1 0 0,0 1 1 0 0,-1-1 0 0 0,0 0-1 0 0,1 0 1 0 0,-1 1-1 0 0,0-1 1 0 0,0 0 0 0 0,0 0-1 0 0,0 1 1 0 0,-1-4 0 0 0,1 4-151 0 0,-1 0 1 0 0,1 1 0 0 0,-1-1 0 0 0,1 0 0 0 0,-1 1 0 0 0,1-1 0 0 0,-1 1 0 0 0,0-1 0 0 0,0 1 0 0 0,1-1 0 0 0,-1 1 0 0 0,0-1 0 0 0,1 1 0 0 0,-1 0 0 0 0,0-1 0 0 0,0 1 0 0 0,0 0 0 0 0,1 0 0 0 0,-1 0 0 0 0,0-1-1 0 0,0 1 1 0 0,0 0 0 0 0,0 0 0 0 0,0 0 0 0 0,0 1 0 0 0,-18-6-5064 0 0,-8-2 1305 0 0,-6-6 360 0 0</inkml:trace>
</inkml:ink>
</file>

<file path=ppt/ink/ink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06T18:10:40.43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2 301 640 0 0,'0'-8'288'0'0,"-1"5"-196"0"0,1 1 0 0 0,0 0 1 0 0,-1 0-1 0 0,1 0 0 0 0,0-1 0 0 0,0 1 0 0 0,1 0 0 0 0,-1 0 0 0 0,0 0 1 0 0,1-1-1 0 0,-1 1 0 0 0,1 0 0 0 0,0 0 0 0 0,0 0 0 0 0,-1 0 0 0 0,3-2 0 0 0,5-1 159 0 0,-7 5-209 0 0,0-1 0 0 0,0 1 0 0 0,0 0 1 0 0,0-1-1 0 0,0 1 0 0 0,0-1 0 0 0,0 0 0 0 0,0 1 1 0 0,0-1-1 0 0,0 0 0 0 0,-1 1 0 0 0,1-1 0 0 0,0 0 0 0 0,0 0 1 0 0,-1 0-1 0 0,1 0 0 0 0,0 1 0 0 0,-1-1 0 0 0,1 0 1 0 0,-1 0-1 0 0,0 0 0 0 0,1 0 0 0 0,-1 0 0 0 0,0 0 1 0 0,1-2-1 0 0,0 1 12 0 0,-1 1 0 0 0,1 0 0 0 0,-1 0 0 0 0,1 0 0 0 0,0-1 0 0 0,0 1 0 0 0,0 0 0 0 0,0 0 0 0 0,0 0 0 0 0,0 0 0 0 0,0 0 0 0 0,0 1 0 0 0,0-1 1 0 0,0 0-1 0 0,1 0 0 0 0,-1 1 0 0 0,0-1 0 0 0,1 1 0 0 0,-1-1 0 0 0,0 1 0 0 0,3-1 0 0 0,-2 0 117 0 0,16-10 661 0 0,0 2 0 0 0,33-14-1 0 0,-34 16-618 0 0,19-15 433 0 0,-7 2-251 0 0,-15 13-277 0 0,-6 3-40 0 0,0 0-1 0 0,-1 0 1 0 0,0-1 0 0 0,9-6 0 0 0,-1-7 243 0 0,13-11 145 0 0,-22 27-380 0 0,-5 1-68 0 0,1 1 0 0 0,-1 0 0 0 0,0-1 0 0 0,0 1 0 0 0,0-1 0 0 0,0 1-1 0 0,0-1 1 0 0,0 0 0 0 0,0 1 0 0 0,0-1 0 0 0,0 0 0 0 0,0 0 0 0 0,0 1 0 0 0,0-1 0 0 0,0 0 0 0 0,0 0-1 0 0,-1 0 1 0 0,1 0 0 0 0,0 0 0 0 0,-1 0 0 0 0,1-2 0 0 0,0 2-1 0 0,0 0 0 0 0,0 0 0 0 0,0 0 0 0 0,0 0-1 0 0,0 0 1 0 0,0 0 0 0 0,0 1 0 0 0,0-1 0 0 0,0 0 0 0 0,0 1 0 0 0,0-1 0 0 0,0 1 0 0 0,1-1-1 0 0,-1 1 1 0 0,0 0 0 0 0,0-1 0 0 0,1 1 0 0 0,-1 0 0 0 0,0 0 0 0 0,0 0 0 0 0,3 0 0 0 0,-3 0 11 0 0,-1 0-17 0 0,0 0-1 0 0,1 0 0 0 0,-1 0 1 0 0,0 0-1 0 0,0 0 1 0 0,1 0-1 0 0,-1 0 1 0 0,0 0-1 0 0,0 1 1 0 0,1-1-1 0 0,-1 0 0 0 0,0 0 1 0 0,0 0-1 0 0,1 0 1 0 0,-1 1-1 0 0,0-1 1 0 0,0 0-1 0 0,0 0 1 0 0,1 0-1 0 0,-1 1 0 0 0,0-1 1 0 0,0 0-1 0 0,0 0 1 0 0,0 1-1 0 0,0-1 1 0 0,0 0-1 0 0,1 1 0 0 0,-1-1 1 0 0,0 0-1 0 0,0 0 1 0 0,0 1-1 0 0,0-1 1 0 0,0 0-1 0 0,0 1 1 0 0,0-1-1 0 0,0 0 0 0 0,0 0 1 0 0,0 1-1 0 0,-1 10 150 0 0,1-11-153 0 0,0 2 20 0 0,0 0 0 0 0,0 0 1 0 0,0 0-1 0 0,0 0 0 0 0,1 0 1 0 0,-1-1-1 0 0,1 1 0 0 0,-1 0 0 0 0,1 0 1 0 0,0 0-1 0 0,-1-1 0 0 0,1 1 1 0 0,0 0-1 0 0,0-1 0 0 0,0 1 1 0 0,0 0-1 0 0,1-1 0 0 0,-1 0 1 0 0,0 1-1 0 0,1-1 0 0 0,-1 0 0 0 0,2 2 1 0 0,5 4 51 0 0,-6-5-57 0 0,-1 1-1 0 0,0-1 1 0 0,0 0 0 0 0,-1 1 0 0 0,1-1 0 0 0,0 1-1 0 0,-1-1 1 0 0,1 1 0 0 0,-1-1 0 0 0,0 1 0 0 0,0-1 0 0 0,0 1-1 0 0,0-1 1 0 0,0 1 0 0 0,-1-1 0 0 0,1 1 0 0 0,-1-1 0 0 0,0 1-1 0 0,0-1 1 0 0,1 0 0 0 0,-4 5 0 0 0,-32 35 80 0 0,12-17-44 0 0,14-13-57 0 0,-1-1 1 0 0,-1 0-1 0 0,0-1 1 0 0,0 0-1 0 0,-1-1 1 0 0,0-1-1 0 0,-1 0 1 0 0,-19 8-1 0 0,24-12 18 0 0,1 0 0 0 0,-1-1 0 0 0,0-1 0 0 0,-1 0 0 0 0,-16 3 0 0 0,10-3 1 0 0,10-1-89 0 0,0-1 0 0 0,0-1 0 0 0,0 1 0 0 0,0-1-1 0 0,0 0 1 0 0,0 0 0 0 0,0 0 0 0 0,0-1 0 0 0,1 0 0 0 0,-1 0 0 0 0,1-1 0 0 0,-1 1 0 0 0,1-1 0 0 0,0-1 0 0 0,0 1 0 0 0,-8-7 0 0 0,12 7 79 0 0,0 0 1 0 0,-1 0-1 0 0,1 0 0 0 0,0-1 1 0 0,1 1-1 0 0,-1 0 0 0 0,0-1 1 0 0,1 1-1 0 0,0 0 0 0 0,0-1 1 0 0,0 1-1 0 0,0-1 0 0 0,0 1 1 0 0,2-5-1 0 0,-1-8 62 0 0,-1 5 8 0 0,0 12-79 0 0,0-1 1 0 0,0 0-1 0 0,0 0 1 0 0,0 0-1 0 0,0 0 1 0 0,0 0-1 0 0,0 0 1 0 0,0 1-1 0 0,0-1 1 0 0,0 0-1 0 0,0 0 1 0 0,0 0-1 0 0,0 0 1 0 0,1 0 0 0 0,-1 0-1 0 0,0 0 1 0 0,0 0-1 0 0,0 0 1 0 0,0 1-1 0 0,0-1 1 0 0,0 0-1 0 0,0 0 1 0 0,0 0-1 0 0,0 0 1 0 0,1 0-1 0 0,-1 0 1 0 0,0 0-1 0 0,0 0 1 0 0,0 0-1 0 0,0 0 1 0 0,0 0-1 0 0,0 0 1 0 0,0 0-1 0 0,1 0 1 0 0,-1 0 0 0 0,0 0-1 0 0,0 0 1 0 0,0 0-1 0 0,0 0 1 0 0,0 0-1 0 0,0 0 1 0 0,1 0-1 0 0,-1 0 1 0 0,0 0-1 0 0,0 0 1 0 0,0 0-1 0 0,0 0 1 0 0,0 0-1 0 0,0 0 1 0 0,0 0-1 0 0,0 0 1 0 0,1-1-1 0 0,-1 1 1 0 0,0 0-1 0 0,0 0 1 0 0,0 0 0 0 0,0 0-1 0 0,0 0 1 0 0,0 0-1 0 0,0 0 1 0 0,0 0-1 0 0,0-1 1 0 0,0 1-1 0 0,0 0 1 0 0,0 0-1 0 0,0 0 1 0 0,0 0-1 0 0,0 0 1 0 0,0-1-1 0 0,22 11 213 0 0,0 0-1 0 0,-1 2 1 0 0,-1 0-1 0 0,21 16 1 0 0,4 13-6 0 0,-33-28-686 0 0,0-1-1 0 0,1-1 1 0 0,0 0 0 0 0,1-1 0 0 0,0 0 0 0 0,1-1 0 0 0,0-1-1 0 0,27 11 1 0 0,24-2-4524 0 0</inkml:trace>
</inkml:ink>
</file>

<file path=ppt/ink/ink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06T18:10:42.42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1 512 720 0 0,'0'-2'73'0'0,"0"1"0"0"0,0-1-1 0 0,1 1 1 0 0,-1-1-1 0 0,0 0 1 0 0,1 1 0 0 0,-1-1-1 0 0,1 1 1 0 0,0 0-1 0 0,-1-1 1 0 0,1 1 0 0 0,0-1-1 0 0,0 1 1 0 0,0 0-1 0 0,0 0 1 0 0,0-1 0 0 0,0 1-1 0 0,0 0 1 0 0,0 0-1 0 0,1 0 1 0 0,1-1 0 0 0,6-7 410 0 0,-1-1 395 0 0,-1 0-1 0 0,12-23 0 0 0,-10 17-67 0 0,-7 13-620 0 0,1 0 1 0 0,0-1-1 0 0,0 1 1 0 0,0 0-1 0 0,1 1 0 0 0,-1-1 1 0 0,1 0-1 0 0,6-3 1 0 0,9-6 483 0 0,7-12 257 0 0,-18 16-627 0 0,1 1 0 0 0,-1 0 0 0 0,12-7 0 0 0,105-45 1297 0 0,-7-8-784 0 0,61-32-344 0 0,-141 81-449 0 0,0 1-1 0 0,73-20 1 0 0,-105 36-94 0 0,1 0 0 0 0,-1 0 1 0 0,0 0-1 0 0,0 1 0 0 0,1 0 1 0 0,-1 1-1 0 0,0-1 0 0 0,10 3 1 0 0,-16-2 28 0 0,1 0 0 0 0,0 0 1 0 0,0 0-1 0 0,-1 0 1 0 0,1 0-1 0 0,-1 0 0 0 0,1 0 1 0 0,-1 0-1 0 0,1 0 1 0 0,-1 1-1 0 0,0-1 0 0 0,1 0 1 0 0,-1 0-1 0 0,0 0 1 0 0,0 1-1 0 0,0-1 0 0 0,0 0 1 0 0,0 0-1 0 0,0 0 1 0 0,0 1-1 0 0,-1-1 0 0 0,1 0 1 0 0,-1 1-1 0 0,1 7-92 0 0,-1-2 97 0 0,0 0-1 0 0,0-1 0 0 0,0 1 0 0 0,-1-1 0 0 0,0 0 1 0 0,0 1-1 0 0,-1-1 0 0 0,0 0 0 0 0,0 0 0 0 0,0-1 0 0 0,-1 1 1 0 0,1-1-1 0 0,-1 1 0 0 0,-1-1 0 0 0,-8 8 0 0 0,-7 6-34 0 0,-1-1-1 0 0,-32 20 1 0 0,40-29 34 0 0,-18 11-462 0 0,-2 0 0 0 0,0-3 0 0 0,-1 0 1 0 0,-63 20-1 0 0,88-34 296 0 0,0 0 0 0 0,0-1-1 0 0,0 0 1 0 0,-1 0 0 0 0,1-1 0 0 0,0 0 0 0 0,-1-1 0 0 0,-14-1 0 0 0,22 1 168 0 0,0 0 0 0 0,1 0 0 0 0,-1 0 1 0 0,0 0-1 0 0,1 0 0 0 0,-1-1 0 0 0,1 1 0 0 0,-1 0 0 0 0,0-1 0 0 0,1 0 0 0 0,-1 1 1 0 0,1-1-1 0 0,-1 0 0 0 0,1 1 0 0 0,0-1 0 0 0,-1 0 0 0 0,1 0 0 0 0,0 0 0 0 0,-1 0 1 0 0,1-1-1 0 0,0 1 0 0 0,0 0 0 0 0,-1-2 0 0 0,1 0-15 0 0,0-1 1 0 0,0 1-1 0 0,1 0 1 0 0,-1-1-1 0 0,1 1 1 0 0,0 0-1 0 0,0-1 1 0 0,0 1-1 0 0,1-4 0 0 0,0-12 76 0 0,-1 18 201 0 0,-2 2 73 0 0,9 6-173 0 0,-4-6-56 0 0,-1 1 1 0 0,1 0 0 0 0,-1 0-1 0 0,0 0 1 0 0,1 0 0 0 0,-1 0-1 0 0,0 1 1 0 0,0-1 0 0 0,0 1-1 0 0,-1-1 1 0 0,1 1 0 0 0,-1 0 0 0 0,1 0-1 0 0,-1-1 1 0 0,2 6 0 0 0,1-2-31 0 0,0 0 0 0 0,1-1 0 0 0,-1 0 0 0 0,1 0 0 0 0,1 0 0 0 0,-1-1 0 0 0,1 0 0 0 0,-1 0 0 0 0,1 0 0 0 0,0 0 0 0 0,1-1 0 0 0,9 4 0 0 0,-8-4-121 0 0,-1 1-186 0 0,0-1-1 0 0,1 0 1 0 0,-1 0-1 0 0,1 0 1 0 0,0-1-1 0 0,-1-1 1 0 0,1 1 0 0 0,0-1-1 0 0,0-1 1 0 0,14 0-1 0 0,-22 0 264 0 0,38-2-2305 0 0,-6-10-160 0 0</inkml:trace>
</inkml:ink>
</file>

<file path=ppt/ink/ink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06T18:10:42.81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21 640 0 0,'33'-6'1521'0'0,"0"-3"-320"0"0,-1 3-481 0 0,33 6-720 0 0,-32 0-881 0 0,0 0-719 0 0</inkml:trace>
</inkml:ink>
</file>

<file path=ppt/ink/ink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06T18:10:43.17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0 80 0 0,'65'0'2881'0'0,"66"34"801"0"0,65 36-2561 0 0,-72-16-5443 0 0</inkml:trace>
</inkml:ink>
</file>

<file path=ppt/ink/ink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06T18:10:44.65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245 242 400 0 0,'3'-1'121'0'0,"0"-1"0"0"0,0 1 0 0 0,-1-1 0 0 0,1 0-1 0 0,0 1 1 0 0,-1-1 0 0 0,1-1 0 0 0,-1 1 0 0 0,1 0 0 0 0,2-5-1 0 0,-2 4 25 0 0,1-1-1 0 0,-1 1 0 0 0,1-1 1 0 0,-1 1-1 0 0,1 0 0 0 0,0 1 0 0 0,0-1 1 0 0,5-2-1 0 0,85-38 1770 0 0,166-51 0 0 0,-213 81-1686 0 0,0 1 0 0 0,1 3 0 0 0,50-4 0 0 0,-73 12-178 0 0,1 0-1 0 0,-1 1 1 0 0,0 2-1 0 0,0 0 0 0 0,0 2 1 0 0,0 1-1 0 0,37 12 1 0 0,-57-15-38 0 0,0 0 0 0 0,0 1 0 0 0,0-1 0 0 0,0 1 0 0 0,0 0 0 0 0,-1 0 0 0 0,1 1 0 0 0,-1-1 0 0 0,0 1 0 0 0,0 0 0 0 0,0 0 0 0 0,5 8 0 0 0,-8-10-1 0 0,1 0 1 0 0,-1 1-1 0 0,0-1 0 0 0,0 0 0 0 0,0 1 0 0 0,0-1 0 0 0,-1 1 1 0 0,1-1-1 0 0,-1 1 0 0 0,1-1 0 0 0,-1 1 0 0 0,0 0 0 0 0,0-1 1 0 0,0 1-1 0 0,0-1 0 0 0,0 1 0 0 0,-1-1 0 0 0,1 1 0 0 0,-1 0 0 0 0,0-1 1 0 0,0 0-1 0 0,1 1 0 0 0,-2-1 0 0 0,1 1 0 0 0,0-1 0 0 0,0 0 1 0 0,-1 0-1 0 0,-1 3 0 0 0,-9 6 52 0 0,0-1 1 0 0,0 0-1 0 0,-1-1 1 0 0,-27 15-1 0 0,9-5-7 0 0,-8 4-9 0 0,-1-1 0 0 0,0-2 0 0 0,-69 24-1 0 0,63-29 9 0 0,-16 6-409 0 0,-91 19 0 0 0,63-24 87 0 0,-2-4 0 0 0,-139 0 0 0 0,169-13 330 0 0,-40-4-32 0 0,82 2 4 0 0,48 2 566 0 0,24-1 617 0 0,-24-1-649 0 0,-1 2 0 0 0,0 2 0 0 0,1 0 0 0 0,38 8 0 0 0,-35-5-106 0 0,61 10 978 0 0,0 5-1 0 0,132 45 1 0 0,-190-53-1873 0 0,-1-2-1 0 0,66 8 1 0 0,-74-14-902 0 0,-1-2 1 0 0,1-1 0 0 0,0-1 0 0 0,30-5-1 0 0,16-12-4588 0 0</inkml:trace>
</inkml:ink>
</file>

<file path=ppt/ink/ink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06T18:10:45.07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163 269 80 0 0,'-13'0'419'0'0,"-1"1"0"0"0,1 0 0 0 0,-1 1 1 0 0,-21 6-1 0 0,30-7-229 0 0,0 1-1 0 0,1-1 1 0 0,-1 1 0 0 0,1 0 0 0 0,0 0 0 0 0,0 1-1 0 0,0-1 1 0 0,0 1 0 0 0,0 0 0 0 0,0 0 0 0 0,1 0-1 0 0,-1 1 1 0 0,1-1 0 0 0,0 1 0 0 0,0 0 0 0 0,-3 4-1 0 0,6-7-118 0 0,-1 1 0 0 0,0-1-1 0 0,1 1 1 0 0,-1-1-1 0 0,1 1 1 0 0,-1-1-1 0 0,1 1 1 0 0,0 0-1 0 0,0-1 1 0 0,0 1 0 0 0,0 0-1 0 0,0-1 1 0 0,0 1-1 0 0,0-1 1 0 0,0 1-1 0 0,0 0 1 0 0,1-1-1 0 0,-1 1 1 0 0,1-1-1 0 0,0 3 1 0 0,1-1-1 0 0,0 0-1 0 0,0 0 1 0 0,0 0-1 0 0,1 0 1 0 0,-1 0-1 0 0,1-1 1 0 0,-1 1-1 0 0,6 3 1 0 0,4 2 10 0 0,-1-1 0 0 0,1-1 0 0 0,21 9 0 0 0,-17-8-23 0 0,1-1 1 0 0,-1 0-1 0 0,1-2 0 0 0,1 0 0 0 0,-1 0 0 0 0,23 0 0 0 0,10-2-70 0 0,0-3 0 0 0,0-2-1 0 0,-1-2 1 0 0,95-23 0 0 0,-102 16-86 0 0,0-1 0 0 0,76-38 0 0 0,-103 44 75 0 0,-2 0-1 0 0,1-1 1 0 0,-1-1 0 0 0,-1 0 0 0 0,1-1 0 0 0,-1-1 0 0 0,-1 0-1 0 0,0 0 1 0 0,-1-1 0 0 0,0 0 0 0 0,12-21 0 0 0,-19 28-20 0 0,0 1 0 0 0,-1-1 0 0 0,1-1 1 0 0,-1 1-1 0 0,0 0 0 0 0,-1-1 0 0 0,1 1 1 0 0,0-7-1 0 0,-2 8-10 0 0,-1 0 0 0 0,1 0 0 0 0,-1 1 0 0 0,0-1 1 0 0,0 0-1 0 0,0 1 0 0 0,-1-1 0 0 0,1 1 0 0 0,-1-1 0 0 0,0 1 1 0 0,0 0-1 0 0,-4-5 0 0 0,2 2-77 0 0,0 0 1 0 0,0 1 0 0 0,-1-1-1 0 0,0 1 1 0 0,0 0-1 0 0,0 1 1 0 0,-1-1-1 0 0,0 1 1 0 0,-8-5-1 0 0,-1 2-238 0 0,-1 1 0 0 0,-25-8 0 0 0,41 14 367 0 0,-98-28-1746 0 0</inkml:trace>
</inkml:ink>
</file>

<file path=ppt/ink/ink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06T18:10:46.16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35 322 400 0 0,'-3'-1'97'0'0,"0"0"1"0"0,1-1-1 0 0,-1 1 0 0 0,1-1 0 0 0,0 1 0 0 0,-1-1 1 0 0,1 0-1 0 0,0 0 0 0 0,0 0 0 0 0,0 0 0 0 0,-2-3 1 0 0,3 4-62 0 0,0-1 0 0 0,1 1 0 0 0,-1-1 0 0 0,1 1 0 0 0,-1-1 0 0 0,1 1 0 0 0,0-1 0 0 0,-1 1 0 0 0,1-1 0 0 0,0 1 0 0 0,0-1 0 0 0,0 1 0 0 0,0-1 0 0 0,0 1 0 0 0,1-1 0 0 0,-1 0 0 0 0,0 1 0 0 0,1-1 1 0 0,-1 1-1 0 0,1 0 0 0 0,0-1 0 0 0,-1 1 0 0 0,1-1 0 0 0,1-1 0 0 0,20-26 271 0 0,-11 6-152 0 0,-9 18-109 0 0,0-1-1 0 0,1 1 1 0 0,0 1-1 0 0,-1-1 1 0 0,1 0 0 0 0,1 1-1 0 0,4-6 1 0 0,-2 4 18 0 0,80-78 1163 0 0,-75 75-1097 0 0,0 1 0 0 0,0 0 0 0 0,1 1 0 0 0,0 0 0 0 0,0 0 0 0 0,23-7 0 0 0,-31 12-113 0 0,4 0 40 0 0,0-1-1 0 0,0 1 1 0 0,0 1 0 0 0,0-1-1 0 0,10 1 1 0 0,-17 1-47 0 0,1-1 0 0 0,-1 1-1 0 0,1 1 1 0 0,-1-1 0 0 0,1 0 0 0 0,-1 0-1 0 0,0 0 1 0 0,1 1 0 0 0,-1-1 0 0 0,0 1-1 0 0,1-1 1 0 0,-1 1 0 0 0,0 0 0 0 0,1-1-1 0 0,-1 1 1 0 0,0 0 0 0 0,0 0 0 0 0,0 0-1 0 0,0 0 1 0 0,0 0 0 0 0,0 0-1 0 0,0 0 1 0 0,0 0 0 0 0,0 0 0 0 0,0 0-1 0 0,-1 1 1 0 0,1-1 0 0 0,0 0 0 0 0,-1 0-1 0 0,1 1 1 0 0,-1-1 0 0 0,1 1 0 0 0,-1-1-1 0 0,0 0 1 0 0,0 1 0 0 0,0-1 0 0 0,0 1-1 0 0,0-1 1 0 0,0 3 0 0 0,0 112 457 0 0,1-111-443 0 0,-1-1 0 0 0,0 1 0 0 0,0-1 0 0 0,0 1 0 0 0,-1 0 0 0 0,1-1 0 0 0,-1 1 0 0 0,0-1 0 0 0,0 1 0 0 0,-1-1 0 0 0,0 0 0 0 0,1 0 0 0 0,-1 1 0 0 0,-1-1 0 0 0,1 0 0 0 0,0-1 0 0 0,-1 1 0 0 0,0 0 0 0 0,-6 6 0 0 0,-19 23 215 0 0,24-27-180 0 0,1-1 0 0 0,-1 0 1 0 0,0 0-1 0 0,-1-1 0 0 0,1 1 0 0 0,-10 6 1 0 0,-13 3 166 0 0,27-14-218 0 0,0 0 0 0 0,-1 0 0 0 0,1 1-1 0 0,0-1 1 0 0,0 0 0 0 0,0 0-1 0 0,-1 0 1 0 0,1 0 0 0 0,0 0 0 0 0,0 0-1 0 0,-1 0 1 0 0,1 0 0 0 0,0 0-1 0 0,0 0 1 0 0,0 0 0 0 0,-1 0 0 0 0,1 0-1 0 0,0 0 1 0 0,0 0 0 0 0,-1 0-1 0 0,1 0 1 0 0,0-1 0 0 0,0 1 0 0 0,0 0-1 0 0,-1 0 1 0 0,1 0 0 0 0,0 0-1 0 0,0 0 1 0 0,0 0 0 0 0,-1-1 0 0 0,1 1-1 0 0,0 0 1 0 0,0 0 0 0 0,0 0-1 0 0,0-1 1 0 0,0 1 0 0 0,0 0 0 0 0,-1 0-1 0 0,1 0 1 0 0,0-1 0 0 0,-3-2 36 0 0,-3-1-17 0 0,-10-10-158 0 0,15 12 99 0 0,0-1-1 0 0,0 0 1 0 0,1 0 0 0 0,-1 1-1 0 0,0-1 1 0 0,1 0 0 0 0,0 0-1 0 0,0 0 1 0 0,0-4 0 0 0,0 0 32 0 0,0 0 23 0 0,0-1 1 0 0,0 1-1 0 0,1 0 0 0 0,2-11 0 0 0,-2 15-14 0 0,0 0 0 0 0,0 0 0 0 0,1 0 0 0 0,-1 1-1 0 0,1-1 1 0 0,-1 0 0 0 0,1 1 0 0 0,0-1 0 0 0,0 1 0 0 0,0 0-1 0 0,1 0 1 0 0,-1 0 0 0 0,5-3 0 0 0,15-14 47 0 0,-19 16-55 0 0,-1 1 0 0 0,1-1 1 0 0,0 1-1 0 0,0-1 0 0 0,0 1 0 0 0,0 0 0 0 0,0 0 0 0 0,1 1 0 0 0,-1-1 0 0 0,1 0 1 0 0,-1 1-1 0 0,1 0 0 0 0,-1 0 0 0 0,1 0 0 0 0,-1 1 0 0 0,1-1 0 0 0,0 1 0 0 0,0-1 1 0 0,-1 1-1 0 0,7 1 0 0 0,-8-1-1 0 0,7 1 1 0 0,1-1 0 0 0,-1 1 0 0 0,1 1 0 0 0,-1 0 0 0 0,0 0 0 0 0,1 1 0 0 0,-1 0 0 0 0,-1 0 0 0 0,1 1 0 0 0,0 1 0 0 0,-1-1 0 0 0,11 9 0 0 0,-8-7 11 0 0,0 0-1 0 0,-1 2 1 0 0,0-1 0 0 0,-1 1 0 0 0,1 0-1 0 0,-1 1 1 0 0,13 17 0 0 0,37 37 188 0 0,-53-50-189 0 0,-6-12-12 0 0,1-1-1 0 0,-1 0 1 0 0,0 1 0 0 0,0-1-1 0 0,0 1 1 0 0,0-1 0 0 0,0 0-1 0 0,0 1 1 0 0,0-1 0 0 0,0 1-1 0 0,0-1 1 0 0,0 0 0 0 0,0 1-1 0 0,0-1 1 0 0,0 0 0 0 0,0 1 0 0 0,0-1-1 0 0,0 1 1 0 0,-1-1 0 0 0,1 0-1 0 0,0 1 1 0 0,0-1 0 0 0,0 0-1 0 0,-1 1 1 0 0,1-1 0 0 0,0 0-1 0 0,0 1 1 0 0,-1-1 0 0 0,1 0-1 0 0,0 0 1 0 0,0 1 0 0 0,-1-1-1 0 0,1 0 1 0 0,0 0 0 0 0,-1 0 0 0 0,1 1-1 0 0,0-1 1 0 0,-2 0 0 0 0,-25 0 41 0 0,24 0-34 0 0,-15-3-1 0 0,17 3-4 0 0,0 0-1 0 0,1 0 1 0 0,-1 0-1 0 0,1 0 1 0 0,-1 0-1 0 0,1 0 1 0 0,-1-1-1 0 0,1 1 1 0 0,0 0-1 0 0,-1 0 1 0 0,1-1-1 0 0,-1 1 1 0 0,1 0-1 0 0,-1-1 1 0 0,1 1 0 0 0,0 0-1 0 0,-1-1 1 0 0,1 1-1 0 0,0-1 1 0 0,-1 1-1 0 0,1 0 1 0 0,0-1-1 0 0,0 1 1 0 0,-1-1-1 0 0,1 1 1 0 0,0-1-1 0 0,0 1 1 0 0,0-2-1 0 0,0 1 4 0 0,0 0 1 0 0,-1 0-1 0 0,1 0 0 0 0,0 0 0 0 0,0 0 0 0 0,0 0 0 0 0,-1 1 0 0 0,1-1 0 0 0,0 0 0 0 0,-1 0 1 0 0,1 0-1 0 0,-1 0 0 0 0,1 0 0 0 0,-1 1 0 0 0,0-1 0 0 0,1 0 0 0 0,-1 0 0 0 0,0 1 0 0 0,1-1 1 0 0,-1 0-1 0 0,0 1 0 0 0,0-1 0 0 0,1 1 0 0 0,-1-1 0 0 0,0 1 0 0 0,-1-1 0 0 0,1 0 1 0 0,-1 1-1 0 0,1-1 0 0 0,0 1 1 0 0,0-1-1 0 0,0 0 0 0 0,0 1 0 0 0,0-1 1 0 0,0 0-1 0 0,1 0 0 0 0,-1 0 1 0 0,0 0-1 0 0,0 0 0 0 0,0 0 0 0 0,1 0 1 0 0,-1 0-1 0 0,1 0 0 0 0,-1 0 1 0 0,1 0-1 0 0,-1-1 0 0 0,1 1 0 0 0,0 0 1 0 0,-1 0-1 0 0,1 0 0 0 0,0-1 1 0 0,0 1-1 0 0,0-2 0 0 0,0-3 32 0 0,0 0 0 0 0,0 0 0 0 0,1 0 0 0 0,-1 0 0 0 0,4-10 0 0 0,-3 13-8 0 0,0 1-1 0 0,1-1 1 0 0,-1 0-1 0 0,1 1 1 0 0,0-1-1 0 0,0 1 1 0 0,0-1-1 0 0,0 1 1 0 0,0 0-1 0 0,0 0 1 0 0,1 0-1 0 0,3-2 1 0 0,4-4 132 0 0,1 0 0 0 0,0 1 0 0 0,0 0 0 0 0,1 1 0 0 0,0 0 0 0 0,0 1 0 0 0,0 1 0 0 0,1 0 0 0 0,0 0 0 0 0,-1 1 0 0 0,1 1 1 0 0,0 0-1 0 0,0 1 0 0 0,14 0 0 0 0,-16 0 24 0 0,0 1 0 0 0,0 1 0 0 0,0-1 0 0 0,0 2 0 0 0,0-1 0 0 0,-1 2 0 0 0,1-1 0 0 0,-1 1 1 0 0,1 1-1 0 0,-1 0 0 0 0,0 1 0 0 0,0-1 0 0 0,-1 2 0 0 0,13 8 0 0 0,136 98 2484 0 0,-131-98-2695 0 0,-16-13-626 0 0,-7-2 451 0 0,3 0-349 0 0,0-1 1 0 0,0 0-1 0 0,0 0 0 0 0,0 0 0 0 0,-1-1 0 0 0,1 0 0 0 0,-1-1 0 0 0,0 1 0 0 0,0-1 0 0 0,0 0 0 0 0,0-1 0 0 0,5-5 0 0 0,21-40-4851 0 0</inkml:trace>
</inkml:ink>
</file>

<file path=ppt/ink/ink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06T18:11:03.18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1295 1 1121 0 0,'-56'27'1513'0'0,"19"-10"-825"0"0,-6 13 472 0 0,-14-2 235 0 0,-68 22-1 0 0,90-37-1208 0 0,-63 17 696 0 0,28-11 130 0 0,41-12-488 0 0,0-2-1 0 0,0-1 1 0 0,-37 1-1 0 0,-162-12 3052 0 0,-103-28-747 0 0,282 29-2561 0 0,48 5-251 0 0,1 1 0 0 0,-1 0-1 0 0,0 0 1 0 0,1 0 0 0 0,-1-1 0 0 0,1 1 0 0 0,-1 0-1 0 0,0-1 1 0 0,1 1 0 0 0,-1 0 0 0 0,1-1 0 0 0,-1 1-1 0 0,1-1 1 0 0,-1 1 0 0 0,1-1 0 0 0,0 1 0 0 0,-1-1 0 0 0,1 1-1 0 0,0-1 1 0 0,-1 1 0 0 0,1-1 0 0 0,0 1 0 0 0,-1-1-1 0 0,1 0 1 0 0,0 1 0 0 0,0-1 0 0 0,0 0 0 0 0,0 1-1 0 0,0-1 1 0 0,0 0 0 0 0,-1 1 0 0 0,1-1 0 0 0,1 1 0 0 0,-1-1-1 0 0,0 0 1 0 0,0 1 0 0 0,0-1 0 0 0,0 0 0 0 0,0 1-1 0 0,1-1 1 0 0,-1 1 0 0 0,0-1 0 0 0,0 0 0 0 0,1 1-1 0 0,-1-1 1 0 0,1 1 0 0 0,-1-1 0 0 0,0 1 0 0 0,1-1-1 0 0,-1 1 1 0 0,1-1 0 0 0,-1 1 0 0 0,1-1 0 0 0,28-8 159 0 0,35-10 143 0 0,-11 7-89 0 0,19-2-71 0 0,-7 8-15 0 0,-42 3-115 0 0,1 1-1 0 0,0 2 1 0 0,35 2 0 0 0,-50-1-35 0 0,0 1 0 0 0,0 0 1 0 0,0 0-1 0 0,0 0 0 0 0,0 1 1 0 0,0 1-1 0 0,-1 0 0 0 0,1 0 1 0 0,9 7-1 0 0,-1-1 105 0 0,0 0 1 0 0,0-1-1 0 0,1-1 0 0 0,27 8 1 0 0,-23-8 22 0 0,1-1-26 0 0,1-1 0 0 0,27 4 0 0 0,14 2-33 0 0,-32-7-115 0 0,1-1 0 0 0,35 0-1 0 0,165-5-6696 0 0,-217 0 5003 0 0,0-2 0 0 0,24-5-1 0 0,25-11-3414 0 0</inkml:trace>
</inkml:ink>
</file>

<file path=ppt/ink/ink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06T18:11:03.86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1 2801 0 0,'0'6'3042'0'0,"0"2"-721"0"0,33-1-640 0 0,-33-1-721 0 0,33-6-480 0 0,-1 0-560 0 0,1 0-320 0 0,0 0-641 0 0,32-6-639 0 0,-32 6-641 0 0,-1 0-321 0 0,1 0 81 0 0</inkml:trace>
</inkml:ink>
</file>

<file path=ppt/ink/ink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06T18:11:04.25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33 34 400 0 0,'-32'0'3122'0'0,"32"-7"-641"0"0,32 7 1681 0 0,-32-6-2161 0 0,33 6-81 0 0,-33-8-79 0 0,33 8-160 0 0,32-6-320 0 0,-6 6-321 0 0,6-7-400 0 0,0 14-1600 0 0,33-7-2642 0 0,-32 6-2000 0 0,-1-6 79 0 0,0 0 1121 0 0</inkml:trace>
</inkml:ink>
</file>

<file path=ppt/ink/ink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06T18:11:06.38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1037 132 320 0 0,'0'0'11432'0'0,"5"0"-11045"0"0,50 1 613 0 0,-42 2-786 0 0,-11-3-208 0 0,-1 0 1 0 0,0 1-1 0 0,0-1 0 0 0,1 0 1 0 0,-1 0-1 0 0,0 0 0 0 0,1 0 1 0 0,-1 0-1 0 0,0 0 1 0 0,1 0-1 0 0,-1 0 0 0 0,0-1 1 0 0,0 1-1 0 0,2-1 0 0 0,5-1 59 0 0,15 1-52 0 0,14 1 54 0 0,-12-3-47 0 0,-24 3-16 0 0,-1 0 1 0 0,0-1 0 0 0,0 1 0 0 0,1 0-1 0 0,-1 0 1 0 0,0 0 0 0 0,0 0-1 0 0,1 0 1 0 0,-1 0 0 0 0,0-1 0 0 0,0 1-1 0 0,0 0 1 0 0,1 0 0 0 0,-1 0-1 0 0,0-1 1 0 0,0 1 0 0 0,0 0 0 0 0,1 0-1 0 0,-1-1 1 0 0,0 1 0 0 0,0 0-1 0 0,0 0 1 0 0,0-1 0 0 0,0 1 0 0 0,0 0-1 0 0,0 0 1 0 0,0-1 0 0 0,0 1-1 0 0,0 0 1 0 0,0-1 0 0 0,0 1 0 0 0,0 0-1 0 0,-8-11 314 0 0,-7 7-53 0 0,0 1 0 0 0,-22-2 0 0 0,-15-3 941 0 0,20-1-149 0 0,-34-14 0 0 0,35 12-153 0 0,-36-9 0 0 0,-25-6 1404 0 0,86 25-1268 0 0,8 3-901 0 0,-9 4-131 0 0,-14-1-39 0 0,-18 6 22 0 0,19-1 20 0 0,1 0 0 0 0,0 1 0 0 0,1 1 1 0 0,0 0-1 0 0,-18 18 0 0 0,25-18 33 0 0,0-1 0 0 0,-13 22 1 0 0,10-14 102 0 0,13-18-146 0 0,0 0 1 0 0,0 0 0 0 0,1 0-1 0 0,-1 0 1 0 0,0 0-1 0 0,1 0 1 0 0,-1 0 0 0 0,1 0-1 0 0,0 0 1 0 0,-1 0-1 0 0,1 0 1 0 0,0 1-1 0 0,-1-1 1 0 0,1 2 0 0 0,7 6-26 0 0,15-6-42 0 0,-22-3 65 0 0,104-6-279 0 0,-44 1 365 0 0,11 0 29 0 0,-66 5-106 0 0,0 0 1 0 0,0 0 0 0 0,0 1-1 0 0,0 0 1 0 0,-1 0-1 0 0,1 0 1 0 0,0 1 0 0 0,0-1-1 0 0,-1 1 1 0 0,7 4 0 0 0,20 6 5 0 0,-3-2-15 0 0,-28-9 1 0 0,1-1 0 0 0,0 1 0 0 0,0-1 0 0 0,0 1 0 0 0,-1 0 0 0 0,1-1 0 0 0,0 1 0 0 0,0 0 0 0 0,-1 0 0 0 0,1-1 0 0 0,-1 1 0 0 0,1 0 0 0 0,-1 0 0 0 0,1 0 0 0 0,-1 0 0 0 0,1-1 0 0 0,-1 1 0 0 0,0 0 0 0 0,0 0 0 0 0,1 0 0 0 0,-1 0 0 0 0,0 0 0 0 0,0 1 0 0 0,0 0 0 0 0,0-1 0 0 0,1 0 0 0 0,-1 1 0 0 0,0-1 0 0 0,1 0 0 0 0,-1 1 0 0 0,1-1 0 0 0,-1 0 0 0 0,1 1 0 0 0,0-1 0 0 0,-1 0 0 0 0,1 0 0 0 0,0 0 0 0 0,0 0 0 0 0,0 0 0 0 0,0 0 0 0 0,0 0 0 0 0,0 0 0 0 0,0 0 0 0 0,0 0 0 0 0,0-1 0 0 0,1 1 0 0 0,1 0 0 0 0,4 5 0 0 0,-6-6 0 0 0,-1 1 0 0 0,0-1 0 0 0,1 0 0 0 0,-1 1 0 0 0,0-1 0 0 0,0 0 0 0 0,1 1 0 0 0,-1-1 0 0 0,0 1 0 0 0,0-1 0 0 0,0 0 0 0 0,0 1 0 0 0,1-1 0 0 0,-1 1 0 0 0,0-1 0 0 0,0 1 0 0 0,0-1 0 0 0,0 1 0 0 0,0-1 0 0 0,0 0 0 0 0,0 1 0 0 0,0-1 0 0 0,0 1 0 0 0,0-1 0 0 0,-1 1 0 0 0,1-1 0 0 0,0 1 0 0 0,0-1 0 0 0,0 0 0 0 0,0 1 0 0 0,-1-1 0 0 0,1 1 0 0 0,0-1 0 0 0,0 0 0 0 0,-1 1 0 0 0,1-1 0 0 0,0 0 0 0 0,-1 1 0 0 0,1-1 0 0 0,-1 1 0 0 0,-16 8 0 0 0,14-7 0 0 0,-13 14 0 0 0,14-14-1 0 0,1 0 0 0 0,-1 0 0 0 0,0-1-1 0 0,0 1 1 0 0,0 0 0 0 0,0-1 0 0 0,-1 1 0 0 0,1-1 0 0 0,0 0 0 0 0,0 0 0 0 0,-4 1 0 0 0,-25 9 13 0 0,0-1 0 0 0,0-2 1 0 0,-55 7-1 0 0,75-13-8 0 0,-403 38 1503 0 0,377-39-1419 0 0,0-1 0 0 0,0-2 0 0 0,1-2 0 0 0,-45-10 0 0 0,75 12-230 0 0,-1 1 0 0 0,1-1 0 0 0,-1-1-1 0 0,1 1 1 0 0,0-1 0 0 0,-9-5-1 0 0,14 7-16 0 0,0 0 0 0 0,0 0-1 0 0,0 0 1 0 0,-1 0 0 0 0,1 0-1 0 0,0-1 1 0 0,0 1-1 0 0,0 0 1 0 0,1-1 0 0 0,-1 1-1 0 0,0 0 1 0 0,0-1 0 0 0,1 1-1 0 0,-1-1 1 0 0,1 1 0 0 0,-1-1-1 0 0,1 1 1 0 0,0-1 0 0 0,0 0-1 0 0,-1 1 1 0 0,1-1 0 0 0,0 1-1 0 0,0-1 1 0 0,1 0-1 0 0,-1 1 1 0 0,0-1 0 0 0,0 1-1 0 0,1-1 1 0 0,-1 1 0 0 0,2-4-1 0 0,0 1-440 0 0,0 1 0 0 0,0-1 0 0 0,0 0-1 0 0,0 1 1 0 0,1 0 0 0 0,-1-1-1 0 0,1 1 1 0 0,0 0 0 0 0,0 0 0 0 0,0 0-1 0 0,0 1 1 0 0,1-1 0 0 0,6-3 0 0 0,25-13-4990 0 0,44-17 1 0 0</inkml:trace>
</inkml:ink>
</file>

<file path=ppt/ink/ink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06T18:11:07.99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0 294 2081 0 0,'0'-11'9773'0'0,"0"0"-8741"0"0,0 10-991 0 0,1 0 0 0 0,-1 0 1 0 0,0-1-1 0 0,1 1 0 0 0,-1 0 0 0 0,0 0 1 0 0,1 0-1 0 0,0 0 0 0 0,-1 0 0 0 0,1 0 1 0 0,0 0-1 0 0,-1 0 0 0 0,1 0 0 0 0,0 0 0 0 0,0 0 1 0 0,0 1-1 0 0,0-1 0 0 0,0 0 0 0 0,0 0 1 0 0,0 1-1 0 0,0-1 0 0 0,0 1 0 0 0,0-1 1 0 0,2 0-1 0 0,4-3 195 0 0,21-23 809 0 0,-24 22-934 0 0,0 1 0 0 0,1-1 0 0 0,-1 1 1 0 0,1 0-1 0 0,0 1 0 0 0,0-1 0 0 0,6-2 0 0 0,81-48 836 0 0,-62 35-867 0 0,-25 15-99 0 0,-1 1 0 0 0,1 0 0 0 0,0 0 0 0 0,-1 1 1 0 0,1-1-1 0 0,0 1 0 0 0,1 0 0 0 0,-1 0 0 0 0,0 1 0 0 0,0-1 1 0 0,8 0-1 0 0,-5 1-25 0 0,1 1-1 0 0,-1 0 1 0 0,0 0 0 0 0,0 0 0 0 0,0 1 0 0 0,0 1-1 0 0,-1-1 1 0 0,1 1 0 0 0,0 0 0 0 0,0 1 0 0 0,7 4 0 0 0,-13-6 78 0 0,1 0 0 0 0,-1 1 0 0 0,0-1 0 0 0,0 1 0 0 0,0 0 1 0 0,0-1-1 0 0,0 1 0 0 0,-1 0 0 0 0,1 0 0 0 0,-1 0 0 0 0,1 0 0 0 0,-1 1 1 0 0,1-1-1 0 0,-1 0 0 0 0,0 1 0 0 0,0-1 0 0 0,-1 1 0 0 0,1-1 1 0 0,0 1-1 0 0,-1-1 0 0 0,1 1 0 0 0,-1-1 0 0 0,0 1 0 0 0,0 0 1 0 0,0-1-1 0 0,0 1 0 0 0,0-1 0 0 0,-1 1 0 0 0,1-1 0 0 0,-1 1 0 0 0,0 0 1 0 0,0-1-1 0 0,1 0 0 0 0,-2 1 0 0 0,1-1 0 0 0,-1 3 0 0 0,-2 0 3 0 0,1 1 0 0 0,-1-1 0 0 0,0 0 0 0 0,-1 0 0 0 0,1 0 0 0 0,-1-1 0 0 0,0 0-1 0 0,0 1 1 0 0,0-2 0 0 0,-1 1 0 0 0,1-1 0 0 0,-1 1 0 0 0,0-2 0 0 0,0 1 0 0 0,0-1-1 0 0,-8 3 1 0 0,14-7-149 0 0,0 1 90 0 0,0 0-1 0 0,0 0 0 0 0,0 0 1 0 0,0 0-1 0 0,0 0 1 0 0,0 0-1 0 0,0 0 0 0 0,0 0 1 0 0,0 0-1 0 0,0 0 1 0 0,0 0-1 0 0,1 0 0 0 0,-1 0 1 0 0,0 1-1 0 0,1-1 0 0 0,-1 0 1 0 0,1 0-1 0 0,-1 0 1 0 0,1 0-1 0 0,1-1 0 0 0,98-49-2015 0 0,-10 5-206 0 0,101-48-1731 0 0,-126 61 2935 0 0,-59 27 909 0 0,-7 11 342 0 0,-4 4 296 0 0,-33 19 1198 0 0,-74 40 1 0 0,77-48-835 0 0,-31 16 1370 0 0,39-20-934 0 0,44-15-1014 0 0,-14-5-353 0 0,4 0-66 0 0,-6 4 115 0 0,0 0 4 0 0,1 0 1 0 0,-1 0 0 0 0,0 0 0 0 0,0 0 0 0 0,1-1 0 0 0,-1 1-1 0 0,0 0 1 0 0,0 0 0 0 0,1-1 0 0 0,-1 1 0 0 0,0-1 0 0 0,0 1-1 0 0,0-1 1 0 0,0 1 0 0 0,0-1 0 0 0,1 0 0 0 0,-1 0 0 0 0,0 1-1 0 0,-1-1 1 0 0,1 0 0 0 0,2-2 0 0 0,-3 2 3 0 0,1 0-1 0 0,-1-1 1 0 0,1 1 0 0 0,0 0-1 0 0,-1 0 1 0 0,1 0-1 0 0,0 0 1 0 0,0 0 0 0 0,0 0-1 0 0,0 1 1 0 0,0-1 0 0 0,0 0-1 0 0,0 0 1 0 0,0 1 0 0 0,0-1-1 0 0,0 0 1 0 0,0 1 0 0 0,0-1-1 0 0,0 1 1 0 0,1 0-1 0 0,-1-1 1 0 0,3 1 0 0 0,4-4-40 0 0,22-18-238 0 0,-26 18 210 0 0,0 1 1 0 0,0 0 0 0 0,0-1-1 0 0,0 2 1 0 0,1-1 0 0 0,6-3-1 0 0,3 0-146 0 0,1 0-1 0 0,0 1 1 0 0,24-4 0 0 0,-35 8 200 0 0,-1 1 0 0 0,1-1 0 0 0,0 1 0 0 0,-1 0 0 0 0,1 0-1 0 0,-1 0 1 0 0,1 0 0 0 0,-1 1 0 0 0,1 0 0 0 0,-1-1 0 0 0,1 1 0 0 0,-1 1 0 0 0,1-1 0 0 0,-1 0 0 0 0,0 1 0 0 0,0 0 0 0 0,0-1 0 0 0,0 1 0 0 0,0 0 0 0 0,3 4 0 0 0,-5-6 37 0 0,-1 1-1 0 0,1 0 1 0 0,-1-1 0 0 0,1 1 0 0 0,-1 0-1 0 0,0 0 1 0 0,1-1 0 0 0,-1 1-1 0 0,0 0 1 0 0,0 0 0 0 0,0 0-1 0 0,0-1 1 0 0,0 1 0 0 0,0 0-1 0 0,0 0 1 0 0,0 0 0 0 0,0-1 0 0 0,0 1-1 0 0,0 0 1 0 0,0 0 0 0 0,0 0-1 0 0,-1-1 1 0 0,1 1 0 0 0,0 0-1 0 0,0 0 1 0 0,-1-1 0 0 0,0 2 0 0 0,-15 21 571 0 0,10-14-200 0 0,4-5-233 0 0,1 1-1 0 0,0-1 1 0 0,0 1 0 0 0,0-1-1 0 0,0 0 1 0 0,1 1 0 0 0,0 0-1 0 0,0-1 1 0 0,1 8 0 0 0,-1 5 319 0 0,3-17-759 0 0,-1 0-1 0 0,0 0 1 0 0,0-1-1 0 0,1 1 1 0 0,-1-1-1 0 0,0 1 0 0 0,0-1 1 0 0,0 0-1 0 0,1 0 1 0 0,1-2-1 0 0,7-11-1958 0 0,22-8-760 0 0,27-11-1014 0 0</inkml:trace>
</inkml:ink>
</file>

<file path=ppt/ink/ink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06T18:11:08.35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517 0 320 0 0,'0'21'1281'0'0,"-33"21"1440"0"0,-32 26 1761 0 0,-1-5-1040 0 0,1-9-1762 0 0,6-6-799 0 0,-39 1-641 0 0,66-9-1441 0 0,-34-5-2080 0 0,34-14-2962 0 0</inkml:trace>
</inkml:ink>
</file>

<file path=ppt/ink/ink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06T18:11:09.06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869 30 320 0 0,'-1'-2'86'0'0,"0"1"-1"0"0,0 0 1 0 0,0 0-1 0 0,0 0 1 0 0,0-1 0 0 0,0 1-1 0 0,0 0 1 0 0,-1 1-1 0 0,1-1 1 0 0,0 0-1 0 0,-1 0 1 0 0,1 0 0 0 0,-1 1-1 0 0,1-1 1 0 0,-1 1-1 0 0,-1-1 1 0 0,-5-2 540 0 0,-2 0-334 0 0,0 1 0 0 0,0 0 0 0 0,1 0 0 0 0,-1 1 0 0 0,0 1 0 0 0,0 0 0 0 0,0 0 0 0 0,-15 3 0 0 0,-220 32 5017 0 0,234-33-5044 0 0,2 0 14 0 0,-1 0-1 0 0,1 0 1 0 0,0 0 0 0 0,0 1-1 0 0,0 1 1 0 0,0 0 0 0 0,-14 8 0 0 0,23-12-254 0 0,-1 0 0 0 0,1 1 0 0 0,-1-1 1 0 0,1 1-1 0 0,-1-1 0 0 0,1 0 0 0 0,-1 1 1 0 0,1-1-1 0 0,0 1 0 0 0,-1 0 0 0 0,1-1 1 0 0,0 1-1 0 0,-1-1 0 0 0,1 1 0 0 0,0 0 1 0 0,0-1-1 0 0,-1 1 0 0 0,1-1 0 0 0,0 1 1 0 0,0 0-1 0 0,0-1 0 0 0,0 1 0 0 0,0 0 1 0 0,0-1-1 0 0,0 1 0 0 0,0 0 0 0 0,0-1 1 0 0,0 1-1 0 0,1 0 0 0 0,-1-1 0 0 0,0 1 1 0 0,0 0-1 0 0,0-1 0 0 0,1 1 0 0 0,-1-1 1 0 0,0 1-1 0 0,1-1 0 0 0,-1 1 0 0 0,1-1 1 0 0,-1 1-1 0 0,1 0 0 0 0,20 14 262 0 0,-18-13-260 0 0,5 3-12 0 0,0-1 1 0 0,0 0-1 0 0,0-1 1 0 0,0 0-1 0 0,1 0 1 0 0,-1 0-1 0 0,1-1 1 0 0,0-1-1 0 0,16 2 1 0 0,6 2 29 0 0,-19-3 0 0 0,0 0 1 0 0,0 2 0 0 0,0-1 0 0 0,0 1-1 0 0,0 1 1 0 0,14 8 0 0 0,-26-12-25 0 0,1 0 1 0 0,0 0-1 0 0,0 0 1 0 0,-1 1 0 0 0,1-1-1 0 0,-1 0 1 0 0,1 0-1 0 0,-1 1 1 0 0,0-1 0 0 0,1 0-1 0 0,-1 1 1 0 0,0-1-1 0 0,0 1 1 0 0,0-1-1 0 0,0 0 1 0 0,0 1 0 0 0,0-1-1 0 0,0 0 1 0 0,-1 1-1 0 0,1-1 1 0 0,0 0-1 0 0,-1 1 1 0 0,1-1 0 0 0,-1 0-1 0 0,0 1 1 0 0,1-1-1 0 0,-1 0 1 0 0,0 0 0 0 0,0 0-1 0 0,1 0 1 0 0,-1 0-1 0 0,0 0 1 0 0,-2 1-1 0 0,-5 6 110 0 0,0-1 0 0 0,-1-1 0 0 0,0 0 0 0 0,0 0-1 0 0,0 0 1 0 0,-1-1 0 0 0,0-1 0 0 0,-15 6 0 0 0,8-5 20 0 0,0 0 0 0 0,-1-1 1 0 0,1-1-1 0 0,-29 2 1 0 0,-16-4-1535 0 0,0-3 0 0 0,-75-11 0 0 0,118 10 22 0 0,1 0 1 0 0,-20-7-1 0 0,-49-21-3721 0 0</inkml:trace>
</inkml:ink>
</file>

<file path=ppt/ink/ink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06T18:11:09.75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425 44 320 0 0,'11'-2'477'0'0,"1"-2"0"0"0,-1 0 0 0 0,11-5 0 0 0,-12 5-197 0 0,-1 0 0 0 0,1 0 0 0 0,-1 1 0 0 0,1 1 0 0 0,11-2 0 0 0,-12 3-146 0 0,-1 0-1 0 0,1 0 1 0 0,0 1-1 0 0,-1 0 0 0 0,1 1 1 0 0,0 0-1 0 0,-1 0 1 0 0,14 4-1 0 0,-21-4-113 0 0,0 0-1 0 0,-1 0 1 0 0,1 0-1 0 0,0 0 1 0 0,-1 0 0 0 0,1 0-1 0 0,-1 0 1 0 0,0 0-1 0 0,1 0 1 0 0,-1 0 0 0 0,0 0-1 0 0,0 0 1 0 0,1 0-1 0 0,-1 0 1 0 0,0 0-1 0 0,0 0 1 0 0,0 0 0 0 0,0 1-1 0 0,0-1 1 0 0,-1 0-1 0 0,1 0 1 0 0,0 0 0 0 0,0 0-1 0 0,-1 0 1 0 0,1 0-1 0 0,-1 0 1 0 0,1 0 0 0 0,-1 0-1 0 0,1 0 1 0 0,-1 0-1 0 0,-1 1 1 0 0,-8 14 339 0 0,-1 0-1 0 0,-1 0 1 0 0,0-1-1 0 0,-1-1 1 0 0,-16 14 0 0 0,25-24-243 0 0,-15 14 447 0 0,-2-1 1 0 0,0-2-1 0 0,0 0 1 0 0,-1-1 0 0 0,-1-1-1 0 0,0-1 1 0 0,-45 16-1 0 0,26-11 289 0 0,-69 22 1833 0 0,98-35-2252 0 0,-1-1 1 0 0,0 0-1 0 0,0-2 0 0 0,0 1 0 0 0,-25-2 1 0 0,35 0-365 0 0,0-1 0 0 0,-1 0 0 0 0,1 1 1 0 0,0-2-1 0 0,0 1 0 0 0,0 0 0 0 0,0-1 1 0 0,0 0-1 0 0,0 0 0 0 0,-3-2 0 0 0,5 3-53 0 0,0 0 0 0 0,1-1 0 0 0,-1 1 0 0 0,1 0-1 0 0,-1-1 1 0 0,1 1 0 0 0,0-1 0 0 0,-1 1 0 0 0,1-1-1 0 0,0 1 1 0 0,0-1 0 0 0,0 0 0 0 0,0 0 0 0 0,1 1 0 0 0,-1-1-1 0 0,0 0 1 0 0,1 0 0 0 0,-1 0 0 0 0,1 0 0 0 0,-1-2-1 0 0,2 2 5 0 0,-1 0-1 0 0,1 0 0 0 0,0-1 1 0 0,0 1-1 0 0,0 0 0 0 0,0 1 0 0 0,0-1 1 0 0,0 0-1 0 0,0 0 0 0 0,1 0 1 0 0,-1 1-1 0 0,1-1 0 0 0,-1 1 1 0 0,1-1-1 0 0,0 1 0 0 0,-1 0 1 0 0,1-1-1 0 0,0 1 0 0 0,0 0 0 0 0,0 0 1 0 0,0 0-1 0 0,0 0 0 0 0,4 0 1 0 0,16-13 197 0 0,-11 2 9 0 0,-10 10-187 0 0,0 0 0 0 0,1 1 0 0 0,0-1 0 0 0,-1 0 0 0 0,1 1 0 0 0,0-1 0 0 0,0 1 0 0 0,0-1 0 0 0,0 1 0 0 0,0 0 0 0 0,0 0 0 0 0,4-1 0 0 0,8-4 192 0 0,1 1-1 0 0,-1 1 1 0 0,1 0-1 0 0,0 1 1 0 0,28-2-1 0 0,-1 5 239 0 0,44 4 0 0 0,-17 3-100 0 0,-1 2 1 0 0,0 3-1 0 0,-1 3 0 0 0,0 3 0 0 0,89 37 0 0 0,-133-45-731 0 0,0-2 0 0 0,1-1 1 0 0,25 5-1 0 0,-33-9-793 0 0,-1-1 0 0 0,1-1 0 0 0,0-1 0 0 0,-1 0 0 0 0,22-3 0 0 0,-4-3-4141 0 0,32-11 0 0 0</inkml:trace>
</inkml:ink>
</file>

<file path=ppt/ink/ink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06T18:11:13.96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8 560 0 0,'4'-5'10015'0'0,"4"3"-7808"0"0,7 3-2837 0 0,-14-1 660 0 0,-1 0 0 0 0,1 0 0 0 0,-1 1 0 0 0,0-1-1 0 0,1 0 1 0 0,-1 0 0 0 0,0 1 0 0 0,1-1 0 0 0,-1 0-1 0 0,0 1 1 0 0,1-1 0 0 0,-1 1 0 0 0,0-1 0 0 0,0 0-1 0 0,1 1 1 0 0,-1-1 0 0 0,0 1 0 0 0,0-1 0 0 0,0 1 0 0 0,0-1-1 0 0,1 1 1 0 0,-1-1 0 0 0,0 1 0 0 0,0-1 0 0 0,0 1-1 0 0,0-1 1 0 0,0 0 0 0 0,0 1 0 0 0,0-1 0 0 0,0 1 0 0 0,-1-1-1 0 0,1 1 1 0 0,0-1 0 0 0,0 1 0 0 0,0-1 0 0 0,0 1-1 0 0,-1-1 1 0 0,1 0 0 0 0,0 1 0 0 0,0-1 0 0 0,-1 1 0 0 0,1-1-1 0 0,0 0 1 0 0,-1 1 0 0 0,1-1 0 0 0,0 0 0 0 0,-1 1-1 0 0,1-1 1 0 0,-1 0 0 0 0,0 1 0 0 0,0-1 5 0 0,-1 1 0 0 0,0 0 0 0 0,1 0-1 0 0,-1-1 1 0 0,1 1 0 0 0,-1 0 0 0 0,1 1 0 0 0,-1-1 0 0 0,1 0 0 0 0,0 0 0 0 0,0 1 0 0 0,0-1-1 0 0,-1 0 1 0 0,1 1 0 0 0,1-1 0 0 0,-1 1 0 0 0,0 0 0 0 0,0-1 0 0 0,0 1 0 0 0,1-1 0 0 0,-1 1-1 0 0,1 0 1 0 0,-1 0 0 0 0,1-1 0 0 0,0 1 0 0 0,0 0 0 0 0,0 0 0 0 0,0 0 0 0 0,0-1 0 0 0,0 1-1 0 0,0 0 1 0 0,1 0 0 0 0,-1-1 0 0 0,0 1 0 0 0,1 0 0 0 0,0 0 0 0 0,-1-1 0 0 0,3 4 0 0 0,7 7 176 0 0,-8-11-176 0 0,-1 1-1 0 0,1-1 1 0 0,-1 1-1 0 0,0-1 1 0 0,0 1-1 0 0,0-1 1 0 0,0 1-1 0 0,0 0 1 0 0,0-1-1 0 0,0 1 1 0 0,0 0-1 0 0,-1 0 1 0 0,1 0-1 0 0,0 0 1 0 0,-1 0-1 0 0,0 0 1 0 0,1-1-1 0 0,-1 4 1 0 0,0-2 4 0 0,-1-1 1 0 0,2 1 0 0 0,-1-1 0 0 0,0 1-1 0 0,0-1 1 0 0,1 1 0 0 0,-1-1-1 0 0,1 0 1 0 0,0 1 0 0 0,0-1 0 0 0,0 0-1 0 0,0 0 1 0 0,0 1 0 0 0,0-1 0 0 0,0 0-1 0 0,1 0 1 0 0,-1 0 0 0 0,1 0-1 0 0,2 2 1 0 0,5 6 73 0 0,-7-7-44 0 0,1 1 1 0 0,0 0 0 0 0,0-1-1 0 0,0 0 1 0 0,1 1 0 0 0,-1-1-1 0 0,1 0 1 0 0,4 2 0 0 0,-3-2 12 0 0,1-1 0 0 0,-1 0 0 0 0,1 0 0 0 0,0-1 0 0 0,0 1 0 0 0,0-1 0 0 0,0-1 1 0 0,0 1-1 0 0,0-1 0 0 0,0 0 0 0 0,0 0 0 0 0,0-1 0 0 0,0 0 0 0 0,0 0 0 0 0,0 0 1 0 0,0-1-1 0 0,6-2 0 0 0,6 0 40 0 0,10-3 123 0 0,-1-2 0 0 0,-1 0-1 0 0,47-25 1 0 0,-27 12 70 0 0,-23 13-143 0 0,-2-2-1 0 0,1-1 0 0 0,-2-1 0 0 0,0-1 0 0 0,27-23 0 0 0,-47 37-212 0 0,1-1-1 0 0,0 0 0 0 0,-1 0 0 0 0,0 0 0 0 0,1 0 0 0 0,-1 0 0 0 0,1 0 0 0 0,-1 1 1 0 0,0-1-1 0 0,0 0 0 0 0,1 0 0 0 0,-1 0 0 0 0,0 0 0 0 0,0 0 0 0 0,0 0 0 0 0,0 0 0 0 0,-1-2 1 0 0,1 2-120 0 0,0 1 1 0 0,0-1 0 0 0,0 1-1 0 0,0-1 1 0 0,0 0 0 0 0,0 1 0 0 0,0-1-1 0 0,0 1 1 0 0,0-1 0 0 0,0 1-1 0 0,0-1 1 0 0,0 0 0 0 0,0 1 0 0 0,0-1-1 0 0,1 1 1 0 0,-1-1 0 0 0,0 1-1 0 0,0-1 1 0 0,1 1 0 0 0,-1-1 0 0 0,0 1-1 0 0,1-1 1 0 0,-1 1 0 0 0,0-1 0 0 0,1 1-1 0 0,-1 0 1 0 0,1-1 0 0 0,-1 1-1 0 0,1 0 1 0 0,0-1 0 0 0,20-4-4216 0 0,-15 4-239 0 0</inkml:trace>
</inkml:ink>
</file>

<file path=ppt/ink/ink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06T18:11:14.64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425 1 960 0 0,'-33'6'1361'0'0,"33"2"-80"0"0,-33-1 319 0 0,-32 20 801 0 0,0 8 241 0 0,-33 7-241 0 0,33-1-720 0 0,32-1-161 0 0,0 10-479 0 0,33-17-641 0 0,0-6-880 0 0,0-6-2642 0 0,33-21-3761 0 0</inkml:trace>
</inkml:ink>
</file>

<file path=ppt/ink/ink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06T18:11:15.09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245 150 480 0 0,'-39'12'2205'0'0,"1"2"-1"0"0,0 1 0 0 0,-38 22 1 0 0,73-35-2012 0 0,1 0 0 0 0,-1-1 0 0 0,1 1 0 0 0,-1 0 0 0 0,1 0 0 0 0,0 1 0 0 0,0-1 0 0 0,-1 0 0 0 0,2 1 0 0 0,-1-1 0 0 0,0 1 0 0 0,0 0 0 0 0,1 0 0 0 0,0-1 0 0 0,-1 1 0 0 0,0 4 0 0 0,-5 10 848 0 0,2-8-619 0 0,5-8-380 0 0,-1 0 0 0 0,0 0 0 0 0,0 0 0 0 0,1 0 0 0 0,-1 0 0 0 0,1 0 0 0 0,-1 0 0 0 0,1 0 0 0 0,-1 0 0 0 0,1 0 0 0 0,0 1 0 0 0,-1-1 0 0 0,1 0 0 0 0,0 0 0 0 0,0 0 0 0 0,0 0 0 0 0,0 0 0 0 0,0 1 0 0 0,0-1 0 0 0,0 0 0 0 0,1 0 0 0 0,-1 0 0 0 0,0 0 0 0 0,0 0 0 0 0,1 1 0 0 0,-1-1 0 0 0,1 0 0 0 0,-1 0 0 0 0,1 0 0 0 0,0 0 0 0 0,-1 0 0 0 0,1 0 0 0 0,0 0 0 0 0,0-1-1 0 0,-1 1 1 0 0,1 0 0 0 0,0 0 0 0 0,0-1 0 0 0,0 1 0 0 0,0 0 0 0 0,0-1 0 0 0,2 2 0 0 0,1 0-1 0 0,0 1-1 0 0,-1-1 0 0 0,1 0 1 0 0,0 0-1 0 0,0-1 0 0 0,0 1 1 0 0,1-1-1 0 0,-1 0 0 0 0,0 0 1 0 0,1 0-1 0 0,-1 0 1 0 0,7-1-1 0 0,2-1-16 0 0,0 0 0 0 0,0-1 0 0 0,14-4 0 0 0,-23 5-4 0 0,37-11 149 0 0,0-2-1 0 0,-1-3 1 0 0,-1 0 0 0 0,0-3 0 0 0,55-37 0 0 0,-78 47-132 0 0,0-1 0 0 0,0 0-1 0 0,17-17 1 0 0,-31 25-63 0 0,1 0 1 0 0,-1 1-1 0 0,-1-1 1 0 0,1 0-1 0 0,0-1 0 0 0,-1 1 1 0 0,1 0-1 0 0,-1 0 0 0 0,1-5 1 0 0,2-4-172 0 0,5-4-213 0 0,-9 15 348 0 0,1 0 1 0 0,-1 0-1 0 0,1 0 0 0 0,-1 1 0 0 0,1-1 0 0 0,-1 0 0 0 0,1 0 1 0 0,-1 0-1 0 0,0 0 0 0 0,1 0 0 0 0,-1 0 0 0 0,0 0 0 0 0,0 0 0 0 0,0 0 1 0 0,0 0-1 0 0,0-1 0 0 0,-1 0-83 0 0,0 1 0 0 0,0-1-1 0 0,0 1 1 0 0,0-1 0 0 0,0 1 0 0 0,-1 0 0 0 0,1 0-1 0 0,0-1 1 0 0,-1 1 0 0 0,1 0 0 0 0,-1 0 0 0 0,-2-1-1 0 0,-29-21-3936 0 0,0-8-1920 0 0</inkml:trace>
</inkml:ink>
</file>

<file path=ppt/ink/ink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06T18:11:15.60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261 0 960 0 0,'0'0'2322'0'0,"33"0"-81"0"0,0 8-161 0 0,-33 11-239 0 0,0 16-160 0 0,0 22 400 0 0,-33 3-560 0 0,0-12-1041 0 0,-32-13-400 0 0,32 0-480 0 0,-32-8-2161 0 0,-33 15-3202 0 0</inkml:trace>
</inkml:ink>
</file>

<file path=ppt/ink/ink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06T18:11:16.25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0 80 0 0,'33'0'4162'0'0,"-1"7"-2401"0"0,1-1-401 0 0,0 2-639 0 0,-1 5-1121 0 0,34 1-1441 0 0,-1-8-1041 0 0,0 1 1 0 0</inkml:trace>
</inkml:ink>
</file>

<file path=ppt/ink/ink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06T18:11:16.65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1 720 0 0,'0'0'2481'0'0,"33"0"-640"0"0,0 0-240 0 0,32 0-160 0 0,66 0-161 0 0,25 0-559 0 0,73 0-3203 0 0,-99 0-3520 0 0</inkml:trace>
</inkml:ink>
</file>

<file path=ppt/ink/ink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06T18:11:17.53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647 16 1121 0 0,'-30'-6'2213'0'0,"1"1"0"0"0,-1 2 0 0 0,-60 2 1 0 0,68 1-1423 0 0,-12 0 233 0 0,-7-1 793 0 0,-77 10 1 0 0,103-7-1588 0 0,0 1 1 0 0,0 1-1 0 0,1 0 0 0 0,-1 1 1 0 0,1 1-1 0 0,0 0 1 0 0,1 1-1 0 0,-1 1 1 0 0,-12 9-1 0 0,18-11-64 0 0,-6 4 173 0 0,1 0-1 0 0,-20 20 1 0 0,30-27-288 0 0,0 1 0 0 0,0-1 0 0 0,0 0 1 0 0,1 1-1 0 0,0 0 0 0 0,0-1 0 0 0,0 1 0 0 0,0 0 1 0 0,0 0-1 0 0,1 0 0 0 0,0 0 0 0 0,0 1 0 0 0,0-1 1 0 0,0 0-1 0 0,0 6 0 0 0,1-3-7 0 0,0 4 27 0 0,0 0 0 0 0,1 0-1 0 0,3 18 1 0 0,-3-24-59 0 0,1-1 0 0 0,0 0-1 0 0,-1 0 1 0 0,1 0-1 0 0,1 0 1 0 0,-1 0 0 0 0,0 0-1 0 0,1 0 1 0 0,0-1 0 0 0,0 1-1 0 0,7 5 1 0 0,6 5-2 0 0,2-1-1 0 0,-1-1 1 0 0,2 0-1 0 0,0-1 1 0 0,0-1 0 0 0,0-1-1 0 0,2-1 1 0 0,-1 0-1 0 0,1-2 1 0 0,28 6 0 0 0,-10-6-85 0 0,-1-1 1 0 0,1-2-1 0 0,0-2 1 0 0,78-7-1 0 0,-109 6 67 0 0,24-3 51 0 0,0 0 1 0 0,0-2 0 0 0,0-2-1 0 0,0 0 1 0 0,56-23 0 0 0,-82 26 3 0 0,1 1 0 0 0,-1-1 0 0 0,0 0 0 0 0,0 0 1 0 0,0 0-1 0 0,-1-1 0 0 0,0 0 0 0 0,7-8 1 0 0,-11 12-22 0 0,1-1 0 0 0,-1 0 1 0 0,0 0-1 0 0,0 0 0 0 0,0 0 0 0 0,0 0 1 0 0,0 0-1 0 0,0 0 0 0 0,-1-1 1 0 0,1 1-1 0 0,0 0 0 0 0,-1 0 0 0 0,0 0 1 0 0,0-1-1 0 0,0 1 0 0 0,0 0 1 0 0,0-1-1 0 0,0 1 0 0 0,0 0 1 0 0,-1 0-1 0 0,1-1 0 0 0,-1 1 0 0 0,0 0 1 0 0,1 0-1 0 0,-1 0 0 0 0,0 0 1 0 0,0 0-1 0 0,0 0 0 0 0,-3-4 0 0 0,-14-12 98 0 0,0 0 0 0 0,0 1 0 0 0,-2 1 0 0 0,0 1 0 0 0,-1 1 0 0 0,-22-12 0 0 0,5 7-138 0 0,0 2 1 0 0,-2 2 0 0 0,0 1-1 0 0,0 2 1 0 0,-1 2-1 0 0,-65-8 1 0 0,98 17-10 0 0,-19-2-774 0 0,-1 0 0 0 0,-40 3 0 0 0,56 5-1760 0 0,8-3 1285 0 0,-18 11-5197 0 0,22-12 5969 0 0,-1 0 0 0 0,0 0 0 0 0,1 0 0 0 0,-1 0 0 0 0,1 0 1 0 0,-1 0-1 0 0,1 0 0 0 0,0 0 0 0 0,-1 0 0 0 0,1 0 0 0 0,0 0 1 0 0,0 0-1 0 0,0 1 0 0 0,0-1 0 0 0,0 0 0 0 0,0 2 0 0 0</inkml:trace>
</inkml:ink>
</file>

<file path=ppt/ink/ink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06T18:11:18.74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131 1 640 0 0,'-27'44'3228'0'0,"24"-38"-2710"0"0,0 1 0 0 0,0-2-1 0 0,0 1 1 0 0,-8 10-1 0 0,1-3 4 0 0,9-11-417 0 0,0 0 0 0 0,0 0 0 0 0,0 0 0 0 0,1 1 1 0 0,-1-1-1 0 0,0 0 0 0 0,1 1 0 0 0,0-1 0 0 0,-1 0 1 0 0,1 1-1 0 0,0-1 0 0 0,1 3 0 0 0,-6 25 916 0 0,-16 10 207 0 0,10 1 54 0 0,-1-22-569 0 0,10-17-581 0 0,1 1 0 0 0,-1-1 0 0 0,1 1 0 0 0,-1-1 0 0 0,1 1 1 0 0,0 0-1 0 0,0-1 0 0 0,0 1 0 0 0,0 0 0 0 0,0 0 0 0 0,1 0 0 0 0,-1 0 0 0 0,1 3 1 0 0,-1-3 11 0 0,1-1 1 0 0,0 0-1 0 0,0 0 1 0 0,0 1-1 0 0,0-1 1 0 0,1 0-1 0 0,-1 0 1 0 0,1 1-1 0 0,-1-1 1 0 0,1 0-1 0 0,0 0 1 0 0,1 3-1 0 0,0-4-88 0 0,-1 1-1 0 0,1-1 1 0 0,0 0-1 0 0,0 0 1 0 0,-1 0-1 0 0,1 0 1 0 0,0-1-1 0 0,0 1 1 0 0,0 0-1 0 0,0-1 1 0 0,0 1 0 0 0,3-1-1 0 0,21 9 179 0 0,-23-8-232 0 0,-1 1-1 0 0,1-1 1 0 0,0 0-1 0 0,1-1 1 0 0,-1 1-1 0 0,0 0 0 0 0,0-1 1 0 0,0 1-1 0 0,0-1 1 0 0,0 0-1 0 0,1 0 1 0 0,-1-1-1 0 0,0 1 1 0 0,4-2-1 0 0,2 1-4 0 0,6-2 40 0 0,0 0-1 0 0,-1-2 1 0 0,1 1-1 0 0,15-9 1 0 0,253-96 751 0 0,-223 85-624 0 0,11-4 216 0 0,76-41-1 0 0,-136 62-316 0 0,1 1 0 0 0,0 0 0 0 0,0 1 0 0 0,1 1 0 0 0,-1 0 0 0 0,1 0 0 0 0,18-2 0 0 0,-12 3 29 0 0,-14-1 202 0 0</inkml:trace>
</inkml:ink>
</file>

<file path=ppt/ink/ink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06T18:11:19.25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713 1 1761 0 0,'-196'41'4882'0'0,"32"7"-2001"0"0,40 8-1680 0 0,26-2-241 0 0,0 17 401 0 0,66-11-160 0 0,32-4-1442 0 0,98-22-2640 0 0,-33-20-2882 0 0</inkml:trace>
</inkml:ink>
</file>

<file path=ppt/ink/ink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06T18:11:19.85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455 39 320 0 0,'0'-1'285'0'0,"0"0"0"0"0,1 0 0 0 0,-1 1 0 0 0,0-1-1 0 0,0 0 1 0 0,1 1 0 0 0,-1-1 0 0 0,0 0 0 0 0,1 1 0 0 0,-1-1 0 0 0,1 0-1 0 0,-1 1 1 0 0,1-1 0 0 0,-1 1 0 0 0,1-1 0 0 0,-1 0 0 0 0,1 1-1 0 0,-1 0 1 0 0,1-1 0 0 0,0 1 0 0 0,1-1 0 0 0,23-9 1492 0 0,32 0-1535 0 0,-52 10 263 0 0,12-3-294 0 0,1 2 0 0 0,-1 0 0 0 0,1 1 1 0 0,-1 1-1 0 0,20 3 0 0 0,-31-3-162 0 0,0 1 0 0 0,0-1 0 0 0,-1 1 0 0 0,1 1 0 0 0,0-1 0 0 0,-1 1-1 0 0,0 0 1 0 0,10 7 0 0 0,-15-10-43 0 0,1 1-1 0 0,-1-1 1 0 0,0 0-1 0 0,1 1 1 0 0,-1-1-1 0 0,0 0 1 0 0,0 1 0 0 0,1-1-1 0 0,-1 1 1 0 0,0-1-1 0 0,0 0 1 0 0,1 1-1 0 0,-1-1 1 0 0,0 1-1 0 0,0-1 1 0 0,0 1-1 0 0,0-1 1 0 0,0 0-1 0 0,0 1 1 0 0,0-1-1 0 0,0 1 1 0 0,0-1 0 0 0,0 1-1 0 0,0-1 1 0 0,0 1-1 0 0,0-1 1 0 0,0 0-1 0 0,0 1 1 0 0,-1-1-1 0 0,1 1 1 0 0,0-1-1 0 0,0 1 1 0 0,0-1-1 0 0,-1 0 1 0 0,1 1-1 0 0,0-1 1 0 0,0 0-1 0 0,-1 1 1 0 0,1-1 0 0 0,-1 1-1 0 0,-6 8 150 0 0,-1-1 0 0 0,0 1-1 0 0,-1-1 1 0 0,0-1 0 0 0,0 0 0 0 0,-1 0 0 0 0,0 0-1 0 0,-16 7 1 0 0,-2 2 200 0 0,-26 17 314 0 0,-2-3 1 0 0,0-3-1 0 0,-2-2 1 0 0,-66 19 0 0 0,110-41-578 0 0,0-1 0 0 0,0-1 0 0 0,0 0 1 0 0,0-1-1 0 0,0-1 0 0 0,0 0 0 0 0,0-1 0 0 0,0 0 1 0 0,-13-5-1 0 0,16 5-121 0 0,5 1 16 0 0,0-1 0 0 0,1 1-1 0 0,-1-1 1 0 0,0 0 0 0 0,0 0-1 0 0,1-1 1 0 0,-1 1 0 0 0,1-1-1 0 0,-9-7 1 0 0,-19-22-67 0 0,33 31 79 0 0,0 1 0 0 0,-1 0 0 0 0,1-1 0 0 0,0 1 0 0 0,0-1 0 0 0,-1 1 0 0 0,1-1 0 0 0,0 1 0 0 0,0-1 0 0 0,0 1 0 0 0,-1-1 0 0 0,1 1 0 0 0,0-1 0 0 0,0 1 1 0 0,0-1-1 0 0,0 1 0 0 0,0-1 0 0 0,0 1 0 0 0,0-1 0 0 0,0 1 0 0 0,0-1 0 0 0,0 1 0 0 0,1-1 0 0 0,-1 1 0 0 0,0 0 0 0 0,0-1 0 0 0,0 1 0 0 0,0-1 0 0 0,1 1 0 0 0,-1-1 0 0 0,0 1 0 0 0,1-1 0 0 0,-1 1 0 0 0,0 0 0 0 0,1-1 0 0 0,-1 1 0 0 0,0 0 0 0 0,2-1 0 0 0,15-14-38 0 0,-15 14 23 0 0,2-13-54 0 0,-4 13 63 0 0,0 1 1 0 0,0-1-1 0 0,0 0 1 0 0,0 1-1 0 0,0-1 1 0 0,0 1-1 0 0,0-1 0 0 0,0 0 1 0 0,1 1-1 0 0,-1-1 1 0 0,0 1-1 0 0,0-1 1 0 0,0 1-1 0 0,1-1 1 0 0,-1 0-1 0 0,0 1 1 0 0,1-1-1 0 0,-1 1 0 0 0,0-1 1 0 0,1 1-1 0 0,-1 0 1 0 0,1-1-1 0 0,-1 1 1 0 0,1-1-1 0 0,0 0 1 0 0,2 1-4 0 0,0-1 0 0 0,-1 1 0 0 0,1-1 1 0 0,0 1-1 0 0,0 0 0 0 0,0 0 0 0 0,0 0 1 0 0,-1 1-1 0 0,1-1 0 0 0,0 1 0 0 0,0-1 1 0 0,0 1-1 0 0,3 2 0 0 0,37 15 10 0 0,-42-17 3 0 0,135 74 371 0 0,-85-47-255 0 0,56 27-145 0 0,-100-52-109 0 0,0-1-1 0 0,0 0 1 0 0,0 0-1 0 0,0-1 1 0 0,0 0-1 0 0,0 0 1 0 0,0-1-1 0 0,1 1 1 0 0,9-2-1 0 0,0 0-390 0 0,-9 1-345 0 0,1 0 0 0 0,-1 0 0 0 0,1-1 0 0 0,-1 0 0 0 0,0 0 0 0 0,1-1 0 0 0,-1 0 0 0 0,0-1 0 0 0,15-6 0 0 0,9-5-2638 0 0</inkml:trace>
</inkml:ink>
</file>

<file path=ppt/ink/ink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06T18:11:20.30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359 1 2001 0 0,'33'29'2641'0'0,"-1"60"1761"0"0,-5-8-1521 0 0,-54-12-1280 0 0,-5 2-320 0 0,-1-3 159 0 0,1-7 1 0 0,-1-5-400 0 0,-32-8-401 0 0,-1-13-400 0 0,34-23-1841 0 0,-34-18-4241 0 0,1-15-2082 0 0</inkml:trace>
</inkml:ink>
</file>

<file path=ppt/ink/ink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06T18:11:23.48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0 880 0 0,'0'0'7044'0'0,"33"0"-3443"0"0,-33 7-2160 0 0,33-7-160 0 0,-33 6-321 0 0,65-6-320 0 0,0 8-480 0 0,27-2-800 0 0,38 1-2001 0 0,1-7-1281 0 0,-66 8-400 0 0,-32-8 800 0 0</inkml:trace>
</inkml:ink>
</file>

<file path=ppt/ink/ink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06T18:11:24.15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27 640 0 0,'0'0'2561'0'0,"0"-6"-800"0"0,33 6-400 0 0,0 0 0 0 0,-1 0-161 0 0,66-8-239 0 0,33 1-961 0 0,91 1-3842 0 0</inkml:trace>
</inkml:ink>
</file>

<file path=ppt/ink/ink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06T18:11:24.66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33 88 960 0 0,'-5'-1'532'0'0,"3"1"-392"0"0,1 0 0 0 0,0 0 0 0 0,-1 0-1 0 0,1 0 1 0 0,-1 0 0 0 0,1-1 0 0 0,-1 1 0 0 0,1 0 0 0 0,-1-1-1 0 0,1 1 1 0 0,0-1 0 0 0,-1 0 0 0 0,1 1 0 0 0,0-1-1 0 0,0 0 1 0 0,-1 0 0 0 0,1 0 0 0 0,-2-1 0 0 0,9-1 1220 0 0,-5 3-1166 0 0,0 0-93 0 0,0 0 0 0 0,1 0 1 0 0,-1 0-1 0 0,0-1 0 0 0,1 1 0 0 0,-1 0 1 0 0,0-1-1 0 0,1 1 0 0 0,-1-1 1 0 0,0 1-1 0 0,0-1 0 0 0,1 1 1 0 0,-1-1-1 0 0,0 0 0 0 0,0 0 1 0 0,0 0-1 0 0,0 1 0 0 0,0-1 1 0 0,0 0-1 0 0,1-2 0 0 0,-1 2-26 0 0,0 0 1 0 0,0 0-1 0 0,0 0 0 0 0,0 0 0 0 0,0 0 0 0 0,0 0 0 0 0,0 0 1 0 0,0 0-1 0 0,0 1 0 0 0,0-1 0 0 0,1 0 0 0 0,-1 1 1 0 0,0-1-1 0 0,1 1 0 0 0,-1-1 0 0 0,0 1 0 0 0,1 0 0 0 0,-1-1 1 0 0,2 1-1 0 0,-1 0 115 0 0,21-9 264 0 0,0 1-1 0 0,0 1 1 0 0,0 1 0 0 0,1 1-1 0 0,0 2 1 0 0,43-2-1 0 0,-39 3-379 0 0,-1 1 1 0 0,1 1-1 0 0,0 1 0 0 0,-1 2 1 0 0,1 1-1 0 0,29 8 0 0 0,-35-2 46 0 0,-22-9-105 0 0,1-1-1 0 0,-1 1 1 0 0,1-1-1 0 0,-1 0 1 0 0,0 1 0 0 0,1-1-1 0 0,-1 1 1 0 0,0-1-1 0 0,1 1 1 0 0,-1-1-1 0 0,0 1 1 0 0,0-1 0 0 0,0 1-1 0 0,1-1 1 0 0,-1 1-1 0 0,0-1 1 0 0,0 1 0 0 0,0-1-1 0 0,0 1 1 0 0,0-1-1 0 0,0 1 1 0 0,0-1 0 0 0,0 1-1 0 0,0 0 1 0 0,-2 2 70 0 0,0 1 1 0 0,0-1 0 0 0,0 0 0 0 0,0 0-1 0 0,-1-1 1 0 0,1 1 0 0 0,-1 0 0 0 0,0-1-1 0 0,0 1 1 0 0,-5 3 0 0 0,-150 130 3662 0 0,156-134-3720 0 0,0 0 10 0 0,-1-1 0 0 0,1 1 0 0 0,0 0-1 0 0,0 1 1 0 0,-1-1 0 0 0,1 0 0 0 0,0 1 0 0 0,1-1 0 0 0,-1 1-1 0 0,0-1 1 0 0,1 1 0 0 0,0 0 0 0 0,-1 0 0 0 0,1 0 0 0 0,0-1-1 0 0,0 1 1 0 0,1 0 0 0 0,-1 0 0 0 0,1 0 0 0 0,-1 1 0 0 0,1-1-1 0 0,0 0 1 0 0,0 0 0 0 0,1 6 0 0 0,-1-7-64 0 0,1 0 1 0 0,-1 0-1 0 0,1 1 0 0 0,-1-1 1 0 0,1 0-1 0 0,0 0 0 0 0,0 1 1 0 0,0-1-1 0 0,0 0 0 0 0,0 0 1 0 0,0 0-1 0 0,0 0 0 0 0,1 0 1 0 0,-1-1-1 0 0,1 1 0 0 0,-1 0 1 0 0,1-1-1 0 0,0 1 0 0 0,0-1 1 0 0,0 1-1 0 0,-1-1 0 0 0,1 0 1 0 0,1 0-1 0 0,-1 0 0 0 0,0 0 1 0 0,0 0-1 0 0,0 0 0 0 0,0-1 1 0 0,4 1-1 0 0,8 2-1150 0 0,0 0-1 0 0,0-1 1 0 0,23 1-1 0 0,-31-3 650 0 0,54 0-5115 0 0,-22-5 479 0 0</inkml:trace>
</inkml:ink>
</file>

<file path=ppt/ink/ink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06T18:11:25.07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0 1681 0 0,'0'6'3601'0'0,"0"1"-639"0"0,33-1-881 0 0,-1 2-1201 0 0,1-1-1680 0 0,0-7-1361 0 0,-1 0-881 0 0,1-7-239 0 0</inkml:trace>
</inkml:ink>
</file>

<file path=ppt/ink/ink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06T18:12:58.66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67 179 320 0 0,'0'0'66'0'0,"0"-1"0"0"0,0 1 1 0 0,1 0-1 0 0,-1 0 0 0 0,0 0 0 0 0,0 0 0 0 0,0 0 0 0 0,0-1 0 0 0,0 1 0 0 0,0 0 1 0 0,0 0-1 0 0,0 0 0 0 0,0 0 0 0 0,0-1 0 0 0,0 1 0 0 0,0 0 0 0 0,0 0 0 0 0,0 0 1 0 0,0-1-1 0 0,0 1 0 0 0,0 0 0 0 0,0 0 0 0 0,0 0 0 0 0,0 0 0 0 0,0-1 0 0 0,0 1 1 0 0,0 0-1 0 0,0 0 0 0 0,0 0 0 0 0,0 0 0 0 0,0-1 0 0 0,0 1 0 0 0,0 0 0 0 0,-1 0 1 0 0,1 0-1 0 0,0 0 0 0 0,0 0 0 0 0,0-1 0 0 0,0 1 0 0 0,0 0 0 0 0,-1 0 0 0 0,1 0 1 0 0,0 0-1 0 0,0 0 0 0 0,0 0 0 0 0,0 0 0 0 0,0 0 0 0 0,-1 0 0 0 0,1 0 0 0 0,0 0 1 0 0,0 0-1 0 0,0 0 0 0 0,-1 0 0 0 0,1 0 0 0 0,0 0 0 0 0,0 0 0 0 0,0 0 0 0 0,0 0 1 0 0,-1 0-1 0 0,1 0 0 0 0,0 0 0 0 0,0 0 0 0 0,0 0 0 0 0,0 0 0 0 0,-1 0 0 0 0,1 0 1 0 0,0 0-1 0 0,0 0 0 0 0,0 0 0 0 0,-22 0 654 0 0,22 1-705 0 0,0-1 0 0 0,-1 0 0 0 0,1 0 0 0 0,0 0 0 0 0,0 0 0 0 0,0 0 0 0 0,0 0 0 0 0,0 0 0 0 0,-1 0 0 0 0,1 0 0 0 0,0 0 0 0 0,0 0 0 0 0,0 0 0 0 0,0 0 0 0 0,0 0 0 0 0,-1 0 0 0 0,1 0 0 0 0,0 0 0 0 0,0 0 0 0 0,0 0 0 0 0,0 0 0 0 0,-1 0 0 0 0,1 0 0 0 0,0 0 0 0 0,0 0 0 0 0,0 0 0 0 0,0 0 0 0 0,0 0 0 0 0,0 0 0 0 0,-1 0 0 0 0,1-1 0 0 0,0 1 0 0 0,0 0 0 0 0,0 0 0 0 0,0 0 0 0 0,0 0 0 0 0,0 0 0 0 0,0 0 0 0 0,0-1 0 0 0,-1 1 0 0 0,1 0 0 0 0,0 0-1 0 0,0 0 1 0 0,0 0 0 0 0,0 0 0 0 0,0-1 0 0 0,0 1 0 0 0,0 0 0 0 0,0 0 0 0 0,0 0 0 0 0,0 0 0 0 0,0 0 0 0 0,0-1 0 0 0,0 1 0 0 0,0 0 0 0 0,0 0 0 0 0,0 0 0 0 0,0 0 0 0 0,0-1 0 0 0,0 1 17 0 0,0 0 0 0 0,1 0-1 0 0,-1 0 1 0 0,0 0 0 0 0,0-1-1 0 0,0 1 1 0 0,0 0 0 0 0,0 0 0 0 0,0 0-1 0 0,0 0 1 0 0,0 0 0 0 0,0-1-1 0 0,0 1 1 0 0,0 0 0 0 0,0 0-1 0 0,-1 0 1 0 0,1 0 0 0 0,0-1 0 0 0,0 1-1 0 0,0 0 1 0 0,0 0 0 0 0,0 0-1 0 0,0 0 1 0 0,0 0 0 0 0,0 0 0 0 0,0-1-1 0 0,0 1 1 0 0,-1 0 0 0 0,1 0-1 0 0,0 0 1 0 0,0 0 0 0 0,0 0-1 0 0,0 0 1 0 0,0 0 0 0 0,0 0 0 0 0,-1 0-1 0 0,1 0 1 0 0,0 0 0 0 0,0-1-1 0 0,0 1 1 0 0,0 0 0 0 0,0 0 0 0 0,-1 0-1 0 0,1 0 1 0 0,0 0 0 0 0,0 0-1 0 0,0 0 1 0 0,0 0 0 0 0,-1 0-1 0 0,1 0 1 0 0,0 1 0 0 0,0-1 0 0 0,0 0-1 0 0,0 0 1 0 0,0 0 0 0 0,-1 0-1 0 0,1 0 1 0 0,0 0 0 0 0,0 0 0 0 0,-22 0 288 0 0,22 0-302 0 0,-1 0-1 0 0,1-1 1 0 0,-1 1 0 0 0,1 0 0 0 0,0 0 0 0 0,-1-1 0 0 0,1 1 0 0 0,0 0 0 0 0,-1-1-1 0 0,1 1 1 0 0,0-1 0 0 0,-1 1 0 0 0,1 0 0 0 0,0-1 0 0 0,0 1 0 0 0,0-1 0 0 0,-1 1-1 0 0,1-1 1 0 0,0 1 0 0 0,0 0 0 0 0,0-1 0 0 0,0 1 0 0 0,0-1 0 0 0,0 1 0 0 0,0-1-1 0 0,0 1 1 0 0,0-1 0 0 0,0 1 0 0 0,0-1 0 0 0,0 1 0 0 0,0-1 0 0 0,0 1 0 0 0,0-1-1 0 0,1 1 1 0 0,-1-1 0 0 0,0 1 0 0 0,0 0 0 0 0,1-1 0 0 0,-1 1 0 0 0,0-1 0 0 0,0 1-1 0 0,1 0 1 0 0,-1-1 0 0 0,0 1 0 0 0,1 0 0 0 0,-1-1 0 0 0,1 1 0 0 0,-1 0 0 0 0,1-1-1 0 0,5-2 18 0 0,-5 2-21 0 0,1 1-1 0 0,-1-1 1 0 0,0 0-1 0 0,0 1 1 0 0,1-1-1 0 0,-1 0 1 0 0,0 0-1 0 0,0 0 1 0 0,0 1 0 0 0,0-1-1 0 0,0 0 1 0 0,0-1-1 0 0,-1 1 1 0 0,1 0-1 0 0,0 0 1 0 0,0 0-1 0 0,-1 0 1 0 0,1-1-1 0 0,-1 1 1 0 0,1 0-1 0 0,-1 0 1 0 0,1-1-1 0 0,-1 1 1 0 0,0 0 0 0 0,0-1-1 0 0,0-2 1 0 0,1 2-3 0 0,0 1 1 0 0,-1-1 0 0 0,1 0-1 0 0,0 0 1 0 0,0 1 0 0 0,0-1-1 0 0,0 1 1 0 0,1-1 0 0 0,-1 1-1 0 0,0-1 1 0 0,1 1 0 0 0,-1 0 0 0 0,0 0-1 0 0,1-1 1 0 0,0 1 0 0 0,-1 0-1 0 0,1 0 1 0 0,0 1 0 0 0,-1-1-1 0 0,1 0 1 0 0,0 1 0 0 0,0-1-1 0 0,0 1 1 0 0,2-1 0 0 0,19-12 162 0 0,-12 1-39 0 0,-10 10-113 0 0,0 1-1 0 0,1-1 1 0 0,0 0-1 0 0,-1 1 1 0 0,1-1-1 0 0,0 0 0 0 0,0 1 1 0 0,0 0-1 0 0,0 0 1 0 0,0-1-1 0 0,0 1 1 0 0,4-1-1 0 0,10-5 117 0 0,1 1 1 0 0,-1 0-1 0 0,1 1 1 0 0,33-4-1 0 0,-44 8-106 0 0,0 1 0 0 0,0 0 0 0 0,0 0 0 0 0,0 0 0 0 0,1 1 0 0 0,-1 0 0 0 0,0 0 0 0 0,0 1 0 0 0,0-1 0 0 0,-1 2 0 0 0,1-1 0 0 0,0 0 0 0 0,-1 1-1 0 0,0 0 1 0 0,1 0 0 0 0,-1 1 0 0 0,9 7 0 0 0,-7-2 83 0 0,1-1-1 0 0,-2 1 0 0 0,1 1 1 0 0,-1-1-1 0 0,0 1 1 0 0,7 19-1 0 0,-1-4 72 0 0,-6-13-115 0 0,-2-6-15 0 0,0 0 0 0 0,-1 0 1 0 0,0 0-1 0 0,-1 1 1 0 0,1-1-1 0 0,-1 1 0 0 0,-1 0 1 0 0,1 0-1 0 0,-1-1 1 0 0,0 1-1 0 0,0 9 0 0 0,-1 6-140 0 0,0-22-113 0 0,0-14-269 0 0,-1 13 452 0 0,0 0 0 0 0,0 0 0 0 0,1 0 0 0 0,-1 0 0 0 0,0 0 0 0 0,0 0 0 0 0,0 1 0 0 0,0-1 0 0 0,0 0-1 0 0,0 0 1 0 0,-1 1 0 0 0,1-1 0 0 0,0 1 0 0 0,0-1 0 0 0,0 1 0 0 0,-1 0 0 0 0,1-1 0 0 0,0 1 0 0 0,-2 0-1 0 0,-1-1-36 0 0,-1-3 4 0 0,0 0 1 0 0,0 1-1 0 0,1-2 1 0 0,-8-8-1 0 0,9 9 48 0 0,0 1-1 0 0,-1-1 1 0 0,1 1 0 0 0,-1 0-1 0 0,0 0 1 0 0,1 0 0 0 0,-1 0-1 0 0,-8-3 1 0 0,2 1 3 0 0,0 1 0 0 0,0 1 0 0 0,0-1 0 0 0,-1 2 0 0 0,1-1 0 0 0,-1 2 0 0 0,-16-2 0 0 0,20 3-11 0 0,0 1 0 0 0,0-1 0 0 0,0 2 0 0 0,0-1 0 0 0,0 1 0 0 0,0 0 0 0 0,1 0 0 0 0,-1 0 0 0 0,1 1 0 0 0,0 0 0 0 0,0 1 0 0 0,0-1-1 0 0,-10 9 1 0 0,12-9 25 0 0,-9 7 29 0 0,1 0 1 0 0,0 0-1 0 0,-19 24 0 0 0,28-31-15 0 0,1 0-1 0 0,0 0 0 0 0,0 0 0 0 0,0 0 0 0 0,0 0 0 0 0,0 0 0 0 0,1 1 0 0 0,-1-1 0 0 0,1 1 0 0 0,0-1 0 0 0,0 1 0 0 0,0-1 0 0 0,1 1 0 0 0,-1 0 0 0 0,1-1 0 0 0,0 1 0 0 0,0 0 0 0 0,0-1 0 0 0,0 1 0 0 0,1 0 0 0 0,-1-1 0 0 0,1 1 0 0 0,0 0 0 0 0,0-1 0 0 0,2 5 0 0 0,19 24 356 0 0,-21-30-369 0 0,0 1 0 0 0,0-1 0 0 0,1 0-1 0 0,-1 1 1 0 0,1-1 0 0 0,-1 0 0 0 0,1 0 0 0 0,0 0-1 0 0,-1 0 1 0 0,1 0 0 0 0,0-1 0 0 0,0 1 0 0 0,0-1 0 0 0,1 1-1 0 0,-1-1 1 0 0,0 0 0 0 0,0 1 0 0 0,1-1 0 0 0,-1 0 0 0 0,1-1-1 0 0,-1 1 1 0 0,1 0 0 0 0,4 0 0 0 0,8 2 8 0 0,2 2-86 0 0,2-2 0 0 0,-1 0 0 0 0,0-1 1 0 0,1 0-1 0 0,-1-2 0 0 0,22-2 0 0 0,103-22-457 0 0,-136 23 492 0 0,149-40-1583 0 0,-130 32-1443 0 0,47-23 0 0 0,-41 16-724 0 0</inkml:trace>
</inkml:ink>
</file>

<file path=ppt/ink/ink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06T18:12:59.22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61 1121 0 0,'0'-1'105'0'0,"0"1"0"0"0,0-1 0 0 0,0 0 0 0 0,1 0 1 0 0,-1 0-1 0 0,0 0 0 0 0,1 1 0 0 0,-1-1 0 0 0,1 0 1 0 0,-1 0-1 0 0,1 1 0 0 0,-1-1 0 0 0,1 0 1 0 0,-1 1-1 0 0,1-1 0 0 0,0 0 0 0 0,-1 1 0 0 0,1-1 1 0 0,0 1-1 0 0,-1-1 0 0 0,1 1 0 0 0,0-1 1 0 0,1 1-1 0 0,26-10 1215 0 0,-9 4-163 0 0,-13 2-780 0 0,0 0 1 0 0,1 1-1 0 0,0 0 0 0 0,0 0 1 0 0,0 0-1 0 0,0 1 1 0 0,0 0-1 0 0,0 1 0 0 0,1-1 1 0 0,-1 1-1 0 0,11 0 0 0 0,-9 2-301 0 0,0 0 0 0 0,0 0 0 0 0,0 1 0 0 0,0 0-1 0 0,0 0 1 0 0,-1 1 0 0 0,1 1 0 0 0,-1-1 0 0 0,1 1-1 0 0,14 10 1 0 0,8 8 169 0 0,0 0 0 0 0,-2 2 1 0 0,-1 2-1 0 0,-1 0 0 0 0,-1 2 0 0 0,-1 1 0 0 0,23 36 0 0 0,-45-60-236 0 0,0-1 0 0 0,0 1 0 0 0,-1 0 0 0 0,1 0 0 0 0,-1 0 0 0 0,0 0 0 0 0,-1 0 0 0 0,1 0 0 0 0,-1 0 0 0 0,0 1 0 0 0,0-1 0 0 0,-1 0 0 0 0,1 1 0 0 0,-1-1 0 0 0,0 1 0 0 0,-1-1 1 0 0,0 0-1 0 0,1 1 0 0 0,-2-1 0 0 0,1 0 0 0 0,-3 8 0 0 0,-1 7-8 0 0,-6 58 106 0 0,2-43-107 0 0,-2 0 0 0 0,-29 60 0 0 0,36-86-145 0 0,-1 0 0 0 0,0 0 1 0 0,0-1-1 0 0,-1 1 0 0 0,-1-2 1 0 0,1 1-1 0 0,-1-1 0 0 0,0 1 0 0 0,-1-2 1 0 0,1 1-1 0 0,-2-1 0 0 0,1-1 0 0 0,0 1 1 0 0,-1-1-1 0 0,0-1 0 0 0,0 0 1 0 0,-1 0-1 0 0,1 0 0 0 0,-16 2 0 0 0,-40 6-4230 0 0</inkml:trace>
</inkml:ink>
</file>

<file path=ppt/ink/ink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06T18:13:31.10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99 150 80 0 0,'0'-2'236'0'0,"-1"0"1"0"0,1 0-1 0 0,0 0 0 0 0,1 0 0 0 0,-1 0 1 0 0,0 0-1 0 0,1 0 0 0 0,-1 0 0 0 0,1 0 1 0 0,-1 0-1 0 0,2-3 0 0 0,-1 4-157 0 0,0 1 1 0 0,-1-1-1 0 0,1 1 0 0 0,0-1 0 0 0,0 1 0 0 0,0-1 0 0 0,-1 1 1 0 0,1 0-1 0 0,0-1 0 0 0,0 1 0 0 0,0 0 0 0 0,0 0 0 0 0,-1-1 1 0 0,1 1-1 0 0,0 0 0 0 0,2 0 0 0 0,4-1-31 0 0,-7 1 10 0 0,1 0 0 0 0,-1-1-1 0 0,1 1 1 0 0,-1 0 0 0 0,0 0 0 0 0,1 0 0 0 0,-1-1 0 0 0,0 1 0 0 0,0 0 0 0 0,1-1 0 0 0,-1 1 0 0 0,0 0 0 0 0,1-1 0 0 0,-1 1 0 0 0,0 0 0 0 0,0-1-1 0 0,0 1 1 0 0,1 0 0 0 0,-1-1 0 0 0,0 1 0 0 0,0-1 0 0 0,0 1 0 0 0,0 0 0 0 0,0-1 0 0 0,0 1 0 0 0,0-1 0 0 0,0 0 0 0 0,0 0 1183 0 0,-1 8-876 0 0,0-6-373 0 0,0 0-1 0 0,0 0 1 0 0,0 0 0 0 0,0 0 0 0 0,-1-1 0 0 0,1 1 0 0 0,0 0-1 0 0,-1-1 1 0 0,1 1 0 0 0,-1-1 0 0 0,1 1 0 0 0,0-1 0 0 0,-1 1-1 0 0,1-1 1 0 0,-1 0 0 0 0,1 0 0 0 0,-3 0 0 0 0,3 0-5 0 0,1 0 4 0 0,-1 0 0 0 0,1 1 0 0 0,0-1 1 0 0,-1 0-1 0 0,1 0 0 0 0,0 0 0 0 0,-1 1 1 0 0,1-1-1 0 0,0 0 0 0 0,-1 0 0 0 0,1 1 1 0 0,0-1-1 0 0,-1 0 0 0 0,1 1 0 0 0,0-1 1 0 0,0 0-1 0 0,0 1 0 0 0,-1-1 0 0 0,1 1 1 0 0,0-1-1 0 0,0 0 0 0 0,0 1 0 0 0,0-1 1 0 0,0 1-1 0 0,0-1 0 0 0,-1 0 0 0 0,1 1 1 0 0,0-1-1 0 0,0 1 0 0 0,0-1 0 0 0,1 0 1 0 0,-1 1-1 0 0,0-1 0 0 0,0 1 0 0 0,0-1 1 0 0,0 0-1 0 0,0 1 0 0 0,1 0 6 0 0,-1 0 1 0 0,0-1-1 0 0,0 1 0 0 0,0-1 1 0 0,0 1-1 0 0,0-1 0 0 0,0 1 0 0 0,0-1 1 0 0,0 1-1 0 0,0-1 0 0 0,0 1 1 0 0,0 0-1 0 0,0-1 0 0 0,0 1 1 0 0,0-1-1 0 0,-1 1 0 0 0,1-1 1 0 0,0 1-1 0 0,0-1 0 0 0,-1 1 0 0 0,1-1 1 0 0,0 0-1 0 0,-1 1 0 0 0,1-1 1 0 0,0 1-1 0 0,-1-1 0 0 0,1 0 1 0 0,-1 1-1 0 0,0 0 0 0 0,-6 1 14 0 0,6-1-7 0 0,0-1 0 0 0,0 0 1 0 0,0 1-1 0 0,0-1 0 0 0,0 1 0 0 0,0-1 1 0 0,0 1-1 0 0,0-1 0 0 0,0 1 0 0 0,0 0 1 0 0,0 0-1 0 0,0-1 0 0 0,0 1 1 0 0,1 0-1 0 0,-1 0 0 0 0,0 0 0 0 0,1 0 1 0 0,-1 0-1 0 0,0 0 0 0 0,1 0 0 0 0,-1 0 1 0 0,1 0-1 0 0,0 0 0 0 0,-1 0 1 0 0,1 0-1 0 0,0 0 0 0 0,0 0 0 0 0,-1 1 1 0 0,1-1-1 0 0,0 0 0 0 0,0 0 0 0 0,0 0 1 0 0,1 0-1 0 0,-1 3 0 0 0,-5 3 90 0 0,-1-4-61 0 0,5-2-23 0 0,-1 0 0 0 0,1-1 0 0 0,0 1 0 0 0,0 0 0 0 0,0-1 0 0 0,-1 1 0 0 0,1 0 0 0 0,0 0 0 0 0,0 0 0 0 0,0 0 0 0 0,0 0 0 0 0,0 0 0 0 0,1 0 0 0 0,-1 0 0 0 0,0 0 0 0 0,0 1 0 0 0,1-1 0 0 0,-1 0 0 0 0,1 0 0 0 0,-1 1 0 0 0,1-1 0 0 0,-1 1 0 0 0,1-1 0 0 0,0 0 0 0 0,-1 3 0 0 0,2-3-6 0 0,-2 1 0 0 0,1-1 0 0 0,0 0 0 0 0,0 0-1 0 0,0 1 1 0 0,0-1 0 0 0,-1 0 0 0 0,1 0 0 0 0,-1 0 0 0 0,1 0 0 0 0,-1 0-1 0 0,1 1 1 0 0,-1-1 0 0 0,0 0 0 0 0,1 0 0 0 0,-1 0 0 0 0,0 0 0 0 0,0-1-1 0 0,0 1 1 0 0,0 0 0 0 0,1 0 0 0 0,-1 0 0 0 0,0-1 0 0 0,-3 2 0 0 0,3-1-4 0 0,0-1 0 0 0,0 1 1 0 0,0 0-1 0 0,0-1 1 0 0,0 1-1 0 0,0 0 0 0 0,0 0 1 0 0,0 0-1 0 0,0 0 1 0 0,1 0-1 0 0,-1 0 1 0 0,0 0-1 0 0,1 0 0 0 0,-1 0 1 0 0,0 1-1 0 0,1-1 1 0 0,-1 0-1 0 0,1 0 0 0 0,0 0 1 0 0,-1 1-1 0 0,1-1 1 0 0,0 0-1 0 0,0 0 0 0 0,0 3 1 0 0,0 183 799 0 0,0-186-795 0 0,0 1 0 0 0,0-1 0 0 0,1 0 0 0 0,-1 1 0 0 0,1-1 0 0 0,-1 0 0 0 0,1 1 0 0 0,-1-1 0 0 0,1 0 0 0 0,-1 0 0 0 0,1 1 0 0 0,0-1 0 0 0,0 0 0 0 0,0 0 0 0 0,0 0 0 0 0,0 0 0 0 0,0 0 0 0 0,0 0 0 0 0,0-1 0 0 0,0 1 0 0 0,0 0 0 0 0,0 0 0 0 0,2 0 0 0 0,5 5 35 0 0,-6-4-19 0 0,0 0 0 0 0,-1 0 1 0 0,1-1-1 0 0,1 1 0 0 0,-1 0 0 0 0,0-1 0 0 0,0 1 0 0 0,5 2 0 0 0,3 1 16 0 0,-6 4 11 0 0,-4-9-47 0 0,0 1 1 0 0,0-1-1 0 0,0 0 1 0 0,0 1-1 0 0,0-1 1 0 0,0 1-1 0 0,0-1 1 0 0,0 1-1 0 0,0-1 1 0 0,0 0-1 0 0,0 1 0 0 0,1-1 1 0 0,-1 0-1 0 0,0 1 1 0 0,0-1-1 0 0,0 1 1 0 0,1-1-1 0 0,-1 0 1 0 0,0 1-1 0 0,1-1 1 0 0,-1 0-1 0 0,0 0 1 0 0,1 1-1 0 0,-1-1 1 0 0,0 0-1 0 0,1 0 1 0 0,-1 1-1 0 0,0-1 0 0 0,1 0 1 0 0,0 0-1 0 0,17 7 3 0 0,7 3-10 0 0,0-1 1 0 0,26 6-1 0 0,-44-15 5 0 0,-1 1 1 0 0,0-1-1 0 0,1 0 1 0 0,-1 0-1 0 0,1-1 0 0 0,-1 0 1 0 0,0 0-1 0 0,0 0 0 0 0,1-1 1 0 0,-1 0-1 0 0,0 0 1 0 0,0-1-1 0 0,-1 0 0 0 0,1 0 1 0 0,5-4-1 0 0,21-8 104 0 0,-28 13-73 0 0,0-1-1 0 0,0 1 0 0 0,0 0 1 0 0,0-1-1 0 0,-1 0 0 0 0,1 0 1 0 0,-1 0-1 0 0,0 0 0 0 0,4-4 1 0 0,19-18 143 0 0,-5 7 6 0 0,-1-1-1 0 0,-1 0 1 0 0,0-1-1 0 0,-1-2 0 0 0,-2 1 1 0 0,0-2-1 0 0,18-34 1 0 0,-33 56-168 0 0,4-11 80 0 0,2 2-1 0 0,-1-1 1 0 0,13-14-1 0 0,30-25 97 0 0,-37 24-127 0 0,-8 12-40 0 0,8-4 14 0 0,-10 15-30 0 0,-1 1 0 0 0,1 0 0 0 0,0-1-1 0 0,-1 1 1 0 0,0-1 0 0 0,0 0-1 0 0,1 1 1 0 0,-2-1 0 0 0,1 0-1 0 0,0 0 1 0 0,0 0 0 0 0,-1 1-1 0 0,0-1 1 0 0,1 0 0 0 0,-1-4-1 0 0,-1 7 2 0 0,1-1-1 0 0,0 0 0 0 0,0 1 0 0 0,0-1 1 0 0,0 0-1 0 0,0 0 0 0 0,0 1 0 0 0,0-1 1 0 0,0 0-1 0 0,0 0 0 0 0,0 1 0 0 0,1-1 1 0 0,-1 0-1 0 0,0 1 0 0 0,0-1 0 0 0,1 0 1 0 0,-1 1-1 0 0,0-1 0 0 0,1 0 0 0 0,-1 1 1 0 0,1-1-1 0 0,-1 1 0 0 0,1-1 0 0 0,-1 1 1 0 0,1-1-1 0 0,-1 1 0 0 0,1-1 0 0 0,-1 1 1 0 0,1-1-1 0 0,0 1 0 0 0,-1 0 0 0 0,1-1 0 0 0,0 1 1 0 0,-1 0-1 0 0,1 0 0 0 0,0-1 0 0 0,0 1 1 0 0,-1 0-1 0 0,1 0 0 0 0,0 0 0 0 0,-1 0 1 0 0,1 0-1 0 0,0 0 0 0 0,1 0 0 0 0,6 0 32 0 0,-4-2 11 0 0,-2 4 192 0 0,-3 5-178 0 0,1-6-50 0 0,-1 0 0 0 0,1 0 1 0 0,-1 1-1 0 0,1-1 0 0 0,-1 0 0 0 0,0-1 1 0 0,1 1-1 0 0,-1 0 0 0 0,0 0 0 0 0,0 0 1 0 0,0 0-1 0 0,1 0 0 0 0,-1-1 0 0 0,0 1 1 0 0,0 0-1 0 0,0-1 0 0 0,0 1 0 0 0,0-1 1 0 0,-1 1-1 0 0,1-1 0 0 0,-1 1 0 0 0,-6 3 62 0 0,7-2-54 0 0,0-1 0 0 0,0 1 0 0 0,0 0 0 0 0,0-1 0 0 0,1 1 0 0 0,-1 0 0 0 0,1 0 0 0 0,-1 0 0 0 0,1 0 0 0 0,-1-1 0 0 0,1 1 0 0 0,0 0 0 0 0,0 0 0 0 0,0 0 0 0 0,0 2 0 0 0,-3 23 144 0 0,-22 23 71 0 0,20-42-213 0 0,1-1 0 0 0,0 1 0 0 0,0 0 1 0 0,0 0-1 0 0,1 0 0 0 0,1 1 0 0 0,-1-1 0 0 0,1 1 0 0 0,1 0 1 0 0,-2 12-1 0 0,3 89 259 0 0,0-108-281 0 0,0 0 0 0 0,0 0-1 0 0,0 0 1 0 0,1 0 0 0 0,-1 0 0 0 0,0 0 0 0 0,1 0-1 0 0,-1 0 1 0 0,1 0 0 0 0,0-1 0 0 0,0 1 0 0 0,-1 0-1 0 0,1 0 1 0 0,1 0 0 0 0,-1-1 0 0 0,0 1 0 0 0,0 0-1 0 0,1-1 1 0 0,-1 1 0 0 0,0-1 0 0 0,3 2 0 0 0,4 5 14 0 0,-7-7-16 0 0,0 1 1 0 0,1-1 0 0 0,-1 1-1 0 0,0-1 1 0 0,0 1 0 0 0,1-1 0 0 0,-1 0-1 0 0,1 0 1 0 0,-1 0 0 0 0,1 0-1 0 0,-1 0 1 0 0,1 0 0 0 0,0 0 0 0 0,-1 0-1 0 0,1-1 1 0 0,0 1 0 0 0,0-1-1 0 0,2 1 1 0 0,-2 0-8 0 0,9-3-257 0 0,1-2 132 0 0,-6 2 90 0 0,-1 0 1 0 0,1 0-1 0 0,-1 0 0 0 0,0 0 0 0 0,0-1 0 0 0,0 0 1 0 0,5-4-1 0 0,16-13-7 0 0,-15 13 95 0 0,0-1-1 0 0,-1 0 0 0 0,0 0 1 0 0,14-17-1 0 0,30-40 135 0 0,-32 40-101 0 0,-1-1 0 0 0,-1 0-1 0 0,21-39 1 0 0,-39 62-67 0 0,-1-1 0 0 0,1 1 0 0 0,0 0 0 0 0,0 0 0 0 0,0 0 0 0 0,1 1 0 0 0,-1-1 0 0 0,5-4 0 0 0,3-2 4 0 0,-9 7-4 0 0,0 0 1 0 0,0 0 0 0 0,0 0 0 0 0,-1 0 0 0 0,1 0 0 0 0,0 0-1 0 0,-1-1 1 0 0,1 1 0 0 0,-1 0 0 0 0,0 0 0 0 0,0-4 0 0 0,-2-7 44 0 0,2 13-56 0 0,0-1 0 0 0,0 1 0 0 0,0 0 0 0 0,0 0 0 0 0,0 0 0 0 0,0 0 0 0 0,0 0 0 0 0,0 0 0 0 0,0-1-1 0 0,0 1 1 0 0,0 0 0 0 0,0 0 0 0 0,0 0 0 0 0,0 0 0 0 0,-1 0 0 0 0,1 0 0 0 0,0 0 0 0 0,0-1 0 0 0,0 1 0 0 0,0 0 0 0 0,0 0 0 0 0,0 0 0 0 0,0 0 0 0 0,-1 0 0 0 0,1 0 0 0 0,0 0 0 0 0,0 0 0 0 0,0 0 0 0 0,0 0 0 0 0,0 0 0 0 0,-1 0 0 0 0,1 0 0 0 0,0 0 0 0 0,0 0 0 0 0,0 0 0 0 0,0 0 0 0 0,0 0 0 0 0,-1 0 0 0 0,1 0 0 0 0,0 0 0 0 0,0 0 0 0 0,0 0 0 0 0,0 0-1 0 0,0 0 1 0 0,0 0 0 0 0,-1 0 0 0 0,1 0 0 0 0,0 0 0 0 0,0 0 0 0 0,0 1 0 0 0,0-1 0 0 0,-2 1-3 0 0,-1 2-4 0 0,0-1-1 0 0,1 1 1 0 0,-1-1-1 0 0,1 1 1 0 0,-1 0 0 0 0,1 0-1 0 0,0 0 1 0 0,0 0-1 0 0,1 0 1 0 0,-1 0-1 0 0,1 1 1 0 0,-1-1-1 0 0,1 1 1 0 0,-1 4 0 0 0,-20 42 12 0 0,16-39 44 0 0,1 1 0 0 0,-1 0 0 0 0,2 0 0 0 0,0 0 0 0 0,0 1 0 0 0,1-1 0 0 0,1 1 0 0 0,-2 19 0 0 0,4 43 60 0 0,0-74-88 0 0,0 0 0 0 0,0 1 0 0 0,0-1 0 0 0,0 0 0 0 0,0 1 0 0 0,0-1 0 0 0,1 0-1 0 0,-1 1 1 0 0,0-1 0 0 0,1 0 0 0 0,-1 1 0 0 0,1-1 0 0 0,-1 0 0 0 0,1 0 0 0 0,0 0 0 0 0,-1 0 0 0 0,1 0 0 0 0,0 1 0 0 0,0-1-1 0 0,0 0 1 0 0,0-1 0 0 0,0 1 0 0 0,0 0 0 0 0,0 0 0 0 0,2 1 0 0 0,0-1-25 0 0,-1-1 0 0 0,1 1 0 0 0,-1-1 0 0 0,1 1-1 0 0,-1-1 1 0 0,1 0 0 0 0,-1 0 0 0 0,1 0 0 0 0,0 0 0 0 0,-1 0 0 0 0,1-1 0 0 0,4-1 0 0 0,5-1-72 0 0,-1-2 0 0 0,0 1 1 0 0,1-2-1 0 0,-2 1 0 0 0,16-12 1 0 0,-5 0 67 0 0,0 0 1 0 0,-2-2-1 0 0,0-1 1 0 0,-1 0-1 0 0,-2-1 1 0 0,23-35-1 0 0,10-27 45 0 0,5-5 90 0 0,-28 60 385 0 0,-22 23-1663 0 0,-39 33-6208 0 0,-25 26 1332 0 0</inkml:trace>
</inkml:ink>
</file>

<file path=ppt/ink/ink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06T18:13:31.95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0 703 880 0 0,'0'-2'89'0'0,"1"1"-1"0"0,0-1 0 0 0,-1 1 0 0 0,1 0 0 0 0,0-1 0 0 0,0 1 0 0 0,-1 0 0 0 0,1-1 0 0 0,0 1 0 0 0,0 0 1 0 0,1 0-1 0 0,-1 0 0 0 0,0 0 0 0 0,0 0 0 0 0,0 0 0 0 0,1 0 0 0 0,-1 0 0 0 0,0 0 0 0 0,1 1 1 0 0,2-2-1 0 0,5-3 289 0 0,0-3-55 0 0,1-1 0 0 0,-1 1 0 0 0,-1-1 0 0 0,0-1 0 0 0,0 0 0 0 0,10-18 0 0 0,2 0 188 0 0,80-125 1742 0 0,-94 143-2120 0 0,-1-1 0 0 0,0 0 0 0 0,-1 0 0 0 0,0 0 0 0 0,0 0 0 0 0,-1-1 0 0 0,1-16 0 0 0,-1-3 325 0 0,-2-45 1 0 0,-2 36-175 0 0,1-33 131 0 0,0 71-401 0 0,0 0 1 0 0,0 0 0 0 0,0-1 0 0 0,-1 1 0 0 0,1 0-1 0 0,-1 0 1 0 0,0 0 0 0 0,1 0 0 0 0,-1 0 0 0 0,0 0 0 0 0,0 0-1 0 0,0 0 1 0 0,-1 0 0 0 0,1 0 0 0 0,0 0 0 0 0,-1 0-1 0 0,1 1 1 0 0,-1-1 0 0 0,-1-1 0 0 0,-5-5 43 0 0,7 7-48 0 0,0-1 0 0 0,0 1 0 0 0,0 0 0 0 0,0-1 0 0 0,0 1 0 0 0,0 0 0 0 0,0 0 0 0 0,0 0 0 0 0,-1 0 0 0 0,1 0-1 0 0,0 0 1 0 0,-1 0 0 0 0,1 0 0 0 0,-1 0 0 0 0,1 1 0 0 0,-4-2 0 0 0,-4-1-14 0 0,4-4-31 0 0,5 7 37 0 0,0 0 0 0 0,0-1 0 0 0,0 1 0 0 0,0 0 0 0 0,0 0 0 0 0,0 0 0 0 0,0-1 0 0 0,0 1-1 0 0,0 0 1 0 0,0 0 0 0 0,0-1 0 0 0,0 1 0 0 0,0 0 0 0 0,0 0 0 0 0,-1 0 0 0 0,1-1 0 0 0,0 1 0 0 0,0 0 0 0 0,0 0 0 0 0,0 0 0 0 0,-1-1 0 0 0,1 1 0 0 0,0 0 0 0 0,0 0 0 0 0,0 0-1 0 0,-1 0 1 0 0,1 0 0 0 0,0 0 0 0 0,0 0 0 0 0,0-1 0 0 0,-1 1 0 0 0,1 0 0 0 0,0 0 0 0 0,0 0 0 0 0,-1 0 0 0 0,1 0 0 0 0,0 0 0 0 0,-22-1 26 0 0,16 1 39 0 0,6 1 1 0 0,-5 5-54 0 0,-2-4-14 0 0,6-1 8 0 0,0-1-1 0 0,0 0 1 0 0,0 1 0 0 0,0-1 0 0 0,0 1 0 0 0,-1-1 0 0 0,1 1 0 0 0,0 0 0 0 0,1-1 0 0 0,-1 1 0 0 0,0 0-1 0 0,0 0 1 0 0,0 0 0 0 0,0 0 0 0 0,0 0 0 0 0,1-1 0 0 0,-1 1 0 0 0,0 1 0 0 0,1-1 0 0 0,-1 0 0 0 0,1 0 0 0 0,-1 0-1 0 0,1 0 1 0 0,0 0 0 0 0,-1 0 0 0 0,1 0 0 0 0,0 1 0 0 0,0-1 0 0 0,0 0 0 0 0,0 0 0 0 0,0 0 0 0 0,0 1 0 0 0,0-1-1 0 0,1 2 1 0 0,0 14 125 0 0,-1-13-101 0 0,1 1 0 0 0,-1-1 0 0 0,0 0 1 0 0,0 1-1 0 0,0-1 0 0 0,-1 1 1 0 0,1-1-1 0 0,-1 0 0 0 0,0 0 1 0 0,-1 1-1 0 0,-1 4 0 0 0,-6 4 125 0 0,7-10-116 0 0,0-1-1 0 0,0 1 0 0 0,0-1 1 0 0,1 1-1 0 0,-1 0 1 0 0,1 0-1 0 0,0 0 0 0 0,0 0 1 0 0,0 0-1 0 0,0 0 1 0 0,0 0-1 0 0,1 0 0 0 0,-1 0 1 0 0,1 6-1 0 0,-1 24 117 0 0,-1-23-129 0 0,2 0 1 0 0,-1 1-1 0 0,1-1 0 0 0,1 1 0 0 0,0-1 0 0 0,0 0 1 0 0,5 17-1 0 0,1-13-9 0 0,-4-8 15 0 0,0-1 1 0 0,-1 1-1 0 0,1 0 1 0 0,-1 0-1 0 0,0 0 1 0 0,0 1-1 0 0,-1-1 1 0 0,0 0-1 0 0,0 1 1 0 0,-1-1-1 0 0,1 1 0 0 0,-1-1 1 0 0,-1 1-1 0 0,1-1 1 0 0,-1 0-1 0 0,-3 11 1 0 0,-6 8 71 0 0,7-19-70 0 0,0-1-1 0 0,1 1 0 0 0,0 0 0 0 0,0 0 0 0 0,1 1 1 0 0,-1-1-1 0 0,1 0 0 0 0,0 10 0 0 0,2-5 99 0 0,-1-1-1 0 0,-1 0 0 0 0,0 0 1 0 0,0 0-1 0 0,-1 0 0 0 0,0 0 1 0 0,0 0-1 0 0,-1 0 1 0 0,-1 0-1 0 0,1-1 0 0 0,-2 0 1 0 0,-5 10-1 0 0,-7 8 364 0 0,11-19-376 0 0,1 0-1 0 0,0 0 1 0 0,0 1-1 0 0,-6 17 0 0 0,10-23-143 0 0,1-1-1 0 0,-1 0 1 0 0,1 0-1 0 0,0 0 0 0 0,0 1 1 0 0,0-1-1 0 0,0 0 1 0 0,0 0-1 0 0,0 0 0 0 0,1 1 1 0 0,-1-1-1 0 0,1 0 1 0 0,-1 0-1 0 0,1 0 0 0 0,0 0 1 0 0,0 0-1 0 0,0 0 0 0 0,0 0 1 0 0,0 0-1 0 0,0 0 1 0 0,0 0-1 0 0,1-1 0 0 0,-1 1 1 0 0,1 0-1 0 0,2 1 1 0 0,8 6-630 0 0,4 3-596 0 0,-12-3-3556 0 0</inkml:trace>
</inkml:ink>
</file>

<file path=ppt/ink/ink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06T18:13:32.75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27 15 320 0 0,'0'-1'65'0'0,"-1"1"1"0"0,1-1-1 0 0,0 1 0 0 0,-1-1 0 0 0,1 0 1 0 0,0 1-1 0 0,-1-1 0 0 0,1 1 1 0 0,-1-1-1 0 0,1 1 0 0 0,-1 0 0 0 0,1-1 1 0 0,-1 1-1 0 0,1-1 0 0 0,-1 1 0 0 0,0 0 1 0 0,1 0-1 0 0,-1-1 0 0 0,1 1 0 0 0,-1 0 1 0 0,0 0-1 0 0,1 0 0 0 0,-1-1 1 0 0,0 1-1 0 0,1 0 0 0 0,-1 0 0 0 0,0 0 1 0 0,1 0-1 0 0,-1 0 0 0 0,0 0 0 0 0,1 1 1 0 0,-1-1-1 0 0,1 0 0 0 0,-2 0 0 0 0,0 1 226 0 0,2-1-254 0 0,0 0 0 0 0,0 0 0 0 0,-1 0 0 0 0,1 0 0 0 0,0 0 0 0 0,0 0-1 0 0,0 0 1 0 0,0 0 0 0 0,0 0 0 0 0,-1 0 0 0 0,1 0 0 0 0,0 0 0 0 0,0 0 0 0 0,0 0 0 0 0,0 0 0 0 0,0 0 0 0 0,-1 0 0 0 0,1 0 0 0 0,0 0 0 0 0,0 0 0 0 0,0 0 0 0 0,0 0 0 0 0,0-1 0 0 0,0 1 0 0 0,-1 0 0 0 0,1 0 0 0 0,0 0 0 0 0,0 0 0 0 0,0 0 0 0 0,0 0 0 0 0,0 0 0 0 0,0 0 0 0 0,0-1 0 0 0,0 1 0 0 0,0 0 0 0 0,-1 0 0 0 0,1 0 0 0 0,0 0 0 0 0,0 0 0 0 0,0-1 0 0 0,0 1 0 0 0,0 0 0 0 0,0 0 0 0 0,0 0-1 0 0,0 0 1 0 0,0 0 0 0 0,0-1 0 0 0,0 1 0 0 0,0 0 0 0 0,0 0 0 0 0,0 0 0 0 0,0 0 0 0 0,0 0 0 0 0,0-1 0 0 0,0 1 0 0 0,0 0 0 0 0,1 0 0 0 0,-1 0 0 0 0,4-2 4691 0 0,13 2-4141 0 0,-12 0 227 0 0,0 0-520 0 0,84 7 228 0 0,13 1-3339 0 0,-97-8 2174 0 0,-4 0 449 0 0,0 1 1 0 0,0-1-1 0 0,0 0 0 0 0,0 0 1 0 0,0 0-1 0 0,1 0 1 0 0,-1 0-1 0 0,0 0 1 0 0,0 0-1 0 0,0 0 1 0 0,0 0-1 0 0,0 0 0 0 0,0 0 1 0 0,0-1-1 0 0,0 1 1 0 0,0-1-1 0 0,0 1 1 0 0,0-1-1 0 0,0 1 1 0 0,0-1-1 0 0,0 1 0 0 0,0-1 1 0 0,0 0-1 0 0,1-1 1 0 0</inkml:trace>
</inkml:ink>
</file>

<file path=ppt/ink/ink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06T18:13:33.16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0 480 0 0,'0'0'1681'0'0,"32"0"3361"0"0,1 0-3681 0 0,0 6-321 0 0,-1 1-399 0 0,1 1-961 0 0,0-8-1361 0 0,-1 0-3602 0 0,1 0 2642 0 0</inkml:trace>
</inkml:ink>
</file>

<file path=ppt/ink/ink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06T18:13:36.01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389 196 320 0 0,'0'-1'61'0'0,"0"1"0"0"0,1-1 1 0 0,-1 0-1 0 0,0 0 0 0 0,0 1 0 0 0,0-1 0 0 0,0 0 0 0 0,0 1 1 0 0,0-1-1 0 0,-1 0 0 0 0,1 0 0 0 0,0 1 0 0 0,0-1 0 0 0,0 0 1 0 0,-1 1-1 0 0,1-1 0 0 0,0 0 0 0 0,-1 1 0 0 0,1-1 0 0 0,0 0 1 0 0,-1 1-1 0 0,1-1 0 0 0,-1 1 0 0 0,1-1 0 0 0,-1 1 0 0 0,1-1 1 0 0,-1 1-1 0 0,0-1 0 0 0,1 1 0 0 0,-1 0 0 0 0,1-1 1 0 0,-1 1-1 0 0,0 0 0 0 0,1 0 0 0 0,-1-1 0 0 0,0 1 0 0 0,0 0 1 0 0,1 0-1 0 0,-1 0 0 0 0,0 0 0 0 0,1 0 0 0 0,-1 0 0 0 0,0 0 1 0 0,0 0-1 0 0,0 0 0 0 0,-7-1 140 0 0,0 0 29 0 0,0 0 1 0 0,-1 1-1 0 0,1 0 1 0 0,0 0-1 0 0,0 0 1 0 0,0 1-1 0 0,0 1 1 0 0,0-1-1 0 0,-9 4 0 0 0,9-3-120 0 0,-6 2 11 0 0,-17 3 232 0 0,-39 16 1 0 0,61-20-314 0 0,1 0 0 0 0,0 1 0 0 0,1 0 0 0 0,-1 1 0 0 0,1 0 0 0 0,0 0 0 0 0,0 0 0 0 0,0 1 0 0 0,-10 12 0 0 0,-4 1 66 0 0,18-18-96 0 0,0 1-1 0 0,0 0 0 0 0,1 0 1 0 0,-1 0-1 0 0,1 0 0 0 0,-1 0 1 0 0,1 1-1 0 0,0-1 0 0 0,0 1 1 0 0,0-1-1 0 0,0 1 0 0 0,1 0 1 0 0,-1 0-1 0 0,1 0 0 0 0,-1 0 1 0 0,1 0-1 0 0,0 0 0 0 0,0 0 1 0 0,0 4-1 0 0,0 19 67 0 0,-1-18 59 0 0,2 0 1 0 0,-1 0-1 0 0,1 0 0 0 0,1 0 1 0 0,-1 0-1 0 0,1 0 0 0 0,1 0 1 0 0,3 13-1 0 0,-2-15 13 0 0,0-1 0 0 0,1 0 0 0 0,-1 0-1 0 0,1-1 1 0 0,0 1 0 0 0,0-1 0 0 0,0 0 0 0 0,1 0 0 0 0,0 0 0 0 0,-1 0 0 0 0,1-1 0 0 0,1 0-1 0 0,5 3 1 0 0,-2-2-56 0 0,1 0 0 0 0,0-1-1 0 0,0 0 1 0 0,1-1 0 0 0,-1 0 0 0 0,21 1-1 0 0,4-4 32 0 0,-1-1-1 0 0,0-1 0 0 0,60-14 0 0 0,-29 2 37 0 0,66-24 0 0 0,-99 28-156 0 0,-1-2 0 0 0,0-2 0 0 0,-1 0 1 0 0,31-23-1 0 0,-52 31 15 0 0,0-1 0 0 0,-1 0 0 0 0,0 0 0 0 0,0 0 0 0 0,-1-1 0 0 0,0-1 1 0 0,0 1-1 0 0,-1-1 0 0 0,0 0 0 0 0,-1 0 0 0 0,0-1 0 0 0,-1 0 0 0 0,5-15 0 0 0,2-50 249 0 0,-6 55-215 0 0,-4 16-46 0 0,1 0 0 0 0,-1 0 0 0 0,0 1-1 0 0,0-1 1 0 0,-1 0 0 0 0,1 0-1 0 0,-1 0 1 0 0,0 0 0 0 0,0 0-1 0 0,-2-5 1 0 0,1 7-6 0 0,-1 0-1 0 0,0 0 1 0 0,1 0-1 0 0,-2 0 1 0 0,1 0 0 0 0,0 0-1 0 0,0 0 1 0 0,-1 1-1 0 0,0-1 1 0 0,1 1-1 0 0,-1 0 1 0 0,0 0-1 0 0,0 0 1 0 0,0 0 0 0 0,-1 0-1 0 0,1 1 1 0 0,0-1-1 0 0,-6 0 1 0 0,-2-3 0 0 0,-1 0 0 0 0,0 2 0 0 0,0-1 0 0 0,0 1 0 0 0,0 1 0 0 0,0 0 0 0 0,-1 1 0 0 0,1 1 0 0 0,0 0 0 0 0,-1 0 0 0 0,-17 3 0 0 0,16-1-40 0 0,7-1-13 0 0,-1 0-1 0 0,1 0 1 0 0,-1 1-1 0 0,1 0 1 0 0,0 0 0 0 0,0 1-1 0 0,0 0 1 0 0,0 0 0 0 0,-12 8-1 0 0,-46 28-2120 0 0,-28 8-2922 0 0</inkml:trace>
</inkml:ink>
</file>

<file path=ppt/ink/ink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06T18:13:37.08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28 1761 0 0,'-1'-7'7444'0'0,"8"2"-6831"0"0,12 3-202 0 0,1 0-1 0 0,25 1 1 0 0,-9 0-269 0 0,165-7 178 0 0,-149 6-832 0 0,57 5 1 0 0,50 17-4069 0 0,-61-1-609 0 0</inkml:trace>
</inkml:ink>
</file>

<file path=ppt/ink/ink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06T18:13:37.47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131 0 240 0 0,'-65'63'1761'0'0,"65"-7"-400"0"0,0-8 79 0 0,-33 6-79 0 0,33 2-321 0 0,-32 13 561 0 0,32-22-160 0 0,0-11-1121 0 0,0-9-1040 0 0,32-21-2242 0 0,-32 2-2320 0 0</inkml:trace>
</inkml:ink>
</file>

<file path=ppt/ink/ink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06T18:13:45.44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549 57 1761 0 0,'0'-42'12379'0'0,"5"42"-12259"0"0,26 0 185 0 0,-11-1-168 0 0,-1 1 0 0 0,1 1 0 0 0,21 4 1 0 0,46 2 302 0 0,-81-6-253 0 0,-6 1-122 0 0,1 2-56 0 0,25-2 103 0 0,-21-2-58 0 0,-5 0-53 0 0,0-1 1 0 0,1 1 0 0 0,-1 0 0 0 0,0 0 0 0 0,0 0-1 0 0,0-1 1 0 0,0 1 0 0 0,0 0 0 0 0,0 0-1 0 0,0 0 1 0 0,0-1 0 0 0,0 1 0 0 0,0 0 0 0 0,0 0-1 0 0,1 0 1 0 0,-1-1 0 0 0,0 1 0 0 0,0 0-1 0 0,-1 0 1 0 0,1-1 0 0 0,0 1 0 0 0,0 0 0 0 0,0 0-1 0 0,0 0 1 0 0,0-1 0 0 0,0 1 0 0 0,0 0-1 0 0,0 0 1 0 0,0 0 0 0 0,0-1 0 0 0,0 1 0 0 0,-1 0-1 0 0,1 0 1 0 0,0 0 0 0 0,0 0 0 0 0,0-1-1 0 0,0 1 1 0 0,-1 0 0 0 0,1 0 0 0 0,0 0 0 0 0,0 0-1 0 0,0 0 1 0 0,-1 0 0 0 0,1-1 0 0 0,0 1-1 0 0,0 0 1 0 0,0 0 0 0 0,-1 0 0 0 0,1 0 0 0 0,0 0-1 0 0,0 0 1 0 0,0 0 0 0 0,-1 0 0 0 0,1 0-1 0 0,0 0 1 0 0,0 0 0 0 0,-1 0 0 0 0,1 0 0 0 0,0 0-1 0 0,-125-21 386 0 0,-17 15-512 0 0,93 6 157 0 0,16 0-312 0 0,26 4 0 0 0,4 0 213 0 0,-13 5-64 0 0,3 0-1 0 0,-1-1 0 0 0,1 2 1 0 0,-21 19-1 0 0,31-25 129 0 0,-1-1 0 0 0,1 2 0 0 0,0-1 0 0 0,0 0 1 0 0,0 1-1 0 0,0-1 0 0 0,1 1 0 0 0,0 0 0 0 0,0 0 0 0 0,0 0 0 0 0,1 0 0 0 0,-1 0 0 0 0,1 0 1 0 0,0 1-1 0 0,1-1 0 0 0,-1 6 0 0 0,1-6 16 0 0,0 0 1 0 0,0 0-1 0 0,0 0 0 0 0,-1-1 1 0 0,0 1-1 0 0,0 0 0 0 0,-1-1 1 0 0,1 1-1 0 0,-1-1 0 0 0,0 1 1 0 0,0-1-1 0 0,0 0 0 0 0,-1 0 1 0 0,1 0-1 0 0,-1 0 0 0 0,0 0 1 0 0,-4 4-1 0 0,5-6-3 0 0,-1 0 0 0 0,1 0 0 0 0,1 1 0 0 0,-1-1 0 0 0,0 1 0 0 0,1-1 0 0 0,-1 1 0 0 0,1 0 0 0 0,0 0 0 0 0,-2 4 0 0 0,3-5-11 0 0,0-1 1 0 0,1 1-1 0 0,-1-1 0 0 0,0 1 0 0 0,1-1 0 0 0,-1 1 0 0 0,1-1 0 0 0,-1 1 0 0 0,1-1 0 0 0,0 0 1 0 0,-1 1-1 0 0,1-1 0 0 0,0 0 0 0 0,0 0 0 0 0,0 1 0 0 0,0-1 0 0 0,0 0 0 0 0,2 2 0 0 0,2 8-10 0 0,-5-10 10 0 0,0-1-1 0 0,0 0 1 0 0,0 1-1 0 0,0-1 1 0 0,0 1-1 0 0,0-1 1 0 0,0 1-1 0 0,0-1 1 0 0,0 0-1 0 0,0 1 1 0 0,1-1-1 0 0,-1 1 1 0 0,0-1-1 0 0,0 0 1 0 0,0 1-1 0 0,1-1 1 0 0,-1 0-1 0 0,0 1 1 0 0,1-1-1 0 0,-1 0 1 0 0,0 1-1 0 0,1-1 1 0 0,-1 0-1 0 0,0 0 1 0 0,1 1-1 0 0,-1-1 1 0 0,1 0-1 0 0,3 2-30 0 0,1-1 0 0 0,-1 0 0 0 0,0 0-1 0 0,0-1 1 0 0,1 1 0 0 0,-1-1 0 0 0,1 0 0 0 0,-1 0 0 0 0,0-1-1 0 0,1 1 1 0 0,-1-1 0 0 0,0 0 0 0 0,8-2 0 0 0,-5 0-17 0 0,0 0 0 0 0,0 0 0 0 0,0 0 1 0 0,0 0-1 0 0,0-1 0 0 0,-1 0 0 0 0,9-8 1 0 0,-10 9 52 0 0,1-1 0 0 0,0 1 1 0 0,0 0-1 0 0,0 0 0 0 0,0 1 1 0 0,0 0-1 0 0,9-2 0 0 0,16-7 28 0 0,11-15 3 0 0,-36 21-26 0 0,1 0 0 0 0,0 1 0 0 0,0 0 0 0 0,0 0 0 0 0,0 1 0 0 0,1-1 0 0 0,10-2 0 0 0,3 0 57 0 0,-9 2-58 0 0,0 0 0 0 0,1 1 1 0 0,0 0-1 0 0,-1 1 0 0 0,19 0 1 0 0,-27 2 16 0 0,-1 0 0 0 0,0 0 0 0 0,0 0 0 0 0,0 1 0 0 0,0-1 0 0 0,0 1 0 0 0,-1 0 0 0 0,1 0 0 0 0,0 0 0 0 0,0 1 0 0 0,0-1 0 0 0,-1 0 0 0 0,1 1 0 0 0,-1 0 0 0 0,1 0 0 0 0,-1-1 1 0 0,0 2-1 0 0,1-1 0 0 0,-1 0 0 0 0,0 0 0 0 0,-1 1 0 0 0,1-1 0 0 0,0 1 0 0 0,-1-1 0 0 0,1 1 0 0 0,-1 0 0 0 0,0-1 0 0 0,0 1 0 0 0,2 5 0 0 0,-2-3 41 0 0,0 1 0 0 0,-1-1 0 0 0,1 0-1 0 0,-1 1 1 0 0,0-1 0 0 0,0 0 0 0 0,-1 1 0 0 0,1-1-1 0 0,-3 9 1 0 0,-18 48 423 0 0,18-55-484 0 0,0 0 0 0 0,0-1 0 0 0,0 1 0 0 0,-1 0 0 0 0,-4 5 0 0 0,-12 18-128 0 0,16-24 127 0 0,-2 0 1 0 0,1-1-1 0 0,0 1 1 0 0,-1-1-1 0 0,0-1 1 0 0,0 1-1 0 0,-1-1 0 0 0,-11 7 1 0 0,-6 3 62 0 0,-74 54 666 0 0,86-61-679 0 0,-1 0-1 0 0,-1 0 0 0 0,1-1 0 0 0,-1-1 1 0 0,0 0-1 0 0,-1-1 0 0 0,-22 3 0 0 0,-27 8 55 0 0,40-9-215 0 0,-1-1 0 0 0,0-1 1 0 0,0-2-1 0 0,0 0 0 0 0,0-2 1 0 0,0 0-1 0 0,0-2 0 0 0,0-1 0 0 0,0 0 1 0 0,-46-15-1 0 0,71 18 100 0 0,-27-9-345 0 0,27 8 318 0 0,-1 1-1 0 0,0 0 1 0 0,0-1-1 0 0,1 1 1 0 0,-1-1-1 0 0,1 0 1 0 0,-1 1-1 0 0,0-1 0 0 0,1 1 1 0 0,-1-1-1 0 0,1 0 1 0 0,-1 0-1 0 0,1 1 1 0 0,-1-1-1 0 0,1 0 1 0 0,0 0-1 0 0,-1 1 1 0 0,1-1-1 0 0,0 0 1 0 0,0 0-1 0 0,0 0 1 0 0,-1 1-1 0 0,1-3 1 0 0,1 2-41 0 0,0 0 0 0 0,-1 0 0 0 0,1 0 0 0 0,0 0 0 0 0,0 1 0 0 0,0-1 0 0 0,-1 0 0 0 0,1 0 0 0 0,0 1 0 0 0,0-1 0 0 0,0 0 0 0 0,0 1 0 0 0,0-1 0 0 0,0 1 0 0 0,0-1 0 0 0,1 1-1 0 0,-1 0 1 0 0,0 0 0 0 0,0-1 0 0 0,0 1 0 0 0,0 0 0 0 0,0 0 0 0 0,1 0 0 0 0,1 0 0 0 0,-2 0-130 0 0,4-1-2063 0 0</inkml:trace>
</inkml:ink>
</file>

<file path=ppt/ink/ink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06T18:13:49.61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0 1201 0 0,'0'1'178'0'0,"0"-1"1"0"0,0 1-1 0 0,0-1 0 0 0,0 1 1 0 0,0-1-1 0 0,0 1 1 0 0,0-1-1 0 0,0 1 1 0 0,0-1-1 0 0,0 1 1 0 0,1-1-1 0 0,-1 1 1 0 0,0-1-1 0 0,0 1 1 0 0,1-1-1 0 0,-1 1 1 0 0,0-1-1 0 0,1 0 1 0 0,-1 1-1 0 0,0-1 1 0 0,1 0-1 0 0,-1 1 1 0 0,0-1-1 0 0,1 1 1 0 0,17 0 340 0 0,-14-1 9 0 0,1 2 1126 0 0,-5-2-1614 0 0,0 0 0 0 0,0 1 0 0 0,0-1 0 0 0,0 0 0 0 0,0 0 0 0 0,0 1 0 0 0,0-1 0 0 0,0 0 0 0 0,0 0 0 0 0,0 0 0 0 0,1 1 0 0 0,-1-1 0 0 0,0 0 0 0 0,0 0 0 0 0,0 1 0 0 0,0-1 0 0 0,0 0 0 0 0,0 0 0 0 0,0 0 0 0 0,1 1 0 0 0,-1-1 0 0 0,0 0 0 0 0,0 0 0 0 0,0 0 0 0 0,0 0 0 0 0,1 0 0 0 0,-1 1 0 0 0,0-1 0 0 0,0 0 0 0 0,0 0 0 0 0,1 0 0 0 0,-1 0 0 0 0,0 0 0 0 0,0 0 0 0 0,0 0 0 0 0,1 0 0 0 0,-1 0 1 0 0,0 0-1 0 0,1 0 0 0 0,10 5 272 0 0,0 0 1 0 0,-1 1 0 0 0,0 0 0 0 0,0 1 0 0 0,0 0 0 0 0,-1 0 0 0 0,0 1 0 0 0,0 0-1 0 0,-1 0 1 0 0,15 19 0 0 0,5 18 104 0 0,-24-40-407 0 0,29 30-477 0 0,-32-35 233 0 0,-1 1 0 0 0,1 0 0 0 0,-1 0 0 0 0,1 0-1 0 0,-1 0 1 0 0,1 0 0 0 0,-1 0 0 0 0,1 0 0 0 0,-1 0 0 0 0,0 0 0 0 0,1 0 0 0 0,-1 0-1 0 0,0 0 1 0 0,0 0 0 0 0,0 0 0 0 0,0 0 0 0 0,0 0 0 0 0,0 0 0 0 0,0 0 0 0 0,0 2-1 0 0,-1 1-3599 0 0,1-11 820 0 0</inkml:trace>
</inkml:ink>
</file>

<file path=ppt/ink/ink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06T18:13:50.01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0 125 1121 0 0,'0'-15'1600'0'0,"33"3"-239"0"0,-1-9-561 0 0,1 0-960 0 0,0-6-1120 0 0,32-2-561 0 0</inkml:trace>
</inkml:ink>
</file>

<file path=ppt/ink/ink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06T18:13:50.88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681 15 560 0 0,'0'-1'43'0'0,"0"1"0"0"0,0-1-1 0 0,0 1 1 0 0,0-1 0 0 0,0 0-1 0 0,0 1 1 0 0,1-1 0 0 0,-1 1-1 0 0,0-1 1 0 0,0 1 0 0 0,1-1-1 0 0,-1 1 1 0 0,0-1 0 0 0,1 1 0 0 0,-1 0-1 0 0,0-1 1 0 0,1 1 0 0 0,-1-1-1 0 0,1 1 1 0 0,-1 0 0 0 0,1-1-1 0 0,-1 1 1 0 0,1 0 0 0 0,-1 0-1 0 0,1-1 1 0 0,-1 1 0 0 0,1 0-1 0 0,-1 0 1 0 0,1 0 0 0 0,0 0 0 0 0,26-3 941 0 0,-12 3-809 0 0,0 1 0 0 0,0 1 0 0 0,1 0 0 0 0,24 7 0 0 0,-33-6-53 0 0,1 0 0 0 0,0 0 0 0 0,-1 0 0 0 0,1 1 0 0 0,-1 0 0 0 0,0 0 0 0 0,0 0-1 0 0,-1 1 1 0 0,13 12 0 0 0,-18-15-61 0 0,0 0-1 0 0,0 1 1 0 0,0-1 0 0 0,0 0-1 0 0,-1 1 1 0 0,1-1-1 0 0,0 1 1 0 0,-1 0 0 0 0,0-1-1 0 0,0 1 1 0 0,0-1-1 0 0,0 1 1 0 0,0-1 0 0 0,-1 6-1 0 0,0 4 259 0 0,1-9-244 0 0,0 1 0 0 0,0-1 0 0 0,-1 1 0 0 0,1-1 0 0 0,-1 1 0 0 0,0-1 0 0 0,0 0 0 0 0,0 0 0 0 0,0 1 0 0 0,-1-1 0 0 0,1 0 0 0 0,-1 0 0 0 0,0 0 0 0 0,-3 4 0 0 0,-1 0 26 0 0,-1-1 1 0 0,0 0-1 0 0,0 0 1 0 0,-9 5 0 0 0,-21 17 466 0 0,18-12-288 0 0,8-5-149 0 0,-1 0 1 0 0,-1-1-1 0 0,0-1 1 0 0,0 0-1 0 0,-1-1 1 0 0,-27 12-1 0 0,11-9 4 0 0,3-1 331 0 0,-45 24 0 0 0,39-20-126 0 0,0-2 1 0 0,0-1-1 0 0,-2-1 0 0 0,1-2 0 0 0,-43 4 0 0 0,61-9-244 0 0,0-2 0 0 0,0 0 0 0 0,-21-2 0 0 0,-20-1 14 0 0,50 2-105 0 0,-16 1 13 0 0,-1-1-1 0 0,0-2 1 0 0,1 0-1 0 0,-28-7 1 0 0,51 9-25 0 0,-1 0 0 0 0,1 0 0 0 0,0 0 0 0 0,-1 0 0 0 0,1-1 0 0 0,0 1-1 0 0,-1 0 1 0 0,1 0 0 0 0,0 0 0 0 0,0 0 0 0 0,-1-1 0 0 0,1 1 0 0 0,0 0 0 0 0,0 0 0 0 0,-1 0 0 0 0,1-1 0 0 0,0 1 0 0 0,0 0-1 0 0,0 0 1 0 0,0-1 0 0 0,-1 1 0 0 0,1 0 0 0 0,0-1 0 0 0,0 1 0 0 0,0 0 0 0 0,0-1 0 0 0,0 1 0 0 0,0 0 0 0 0,0-1-1 0 0,0 1 1 0 0,0 0 0 0 0,0 0 0 0 0,0-1 0 0 0,0 1 0 0 0,0 0 0 0 0,0-1 0 0 0,0 1 0 0 0,0 0 0 0 0,0-1 0 0 0,0 1 0 0 0,0 0-1 0 0,0-1 1 0 0,1 1 0 0 0,-1 0 0 0 0,0 0 0 0 0,0-1 0 0 0,0 1 0 0 0,0 0 0 0 0,1 0 0 0 0,-1-1 0 0 0,0 1 0 0 0,0 0-1 0 0,1 0 1 0 0,-1 0 0 0 0,0-1 0 0 0,0 1 0 0 0,1 0 0 0 0,-1 0 0 0 0,0 0 0 0 0,1 0 0 0 0,-1 0 0 0 0,0 0 0 0 0,1-1 0 0 0,3 1 15 0 0,1-1 0 0 0,-1 1 0 0 0,1 0 0 0 0,0 0 0 0 0,-1 1 0 0 0,1-1 0 0 0,-1 1 0 0 0,9 2-1 0 0,-2 0 68 0 0,66 11 559 0 0,115 35-1 0 0,-167-42-526 0 0,-12-3-77 0 0,64 18-432 0 0,120 20 1 0 0,-191-42-840 0 0,0 0 0 0 0,0 0 1 0 0,1 0-1 0 0,-1-1 1 0 0,0 1-1 0 0,0-2 1 0 0,11-2-1 0 0,-12-3-2334 0 0</inkml:trace>
</inkml:ink>
</file>

<file path=ppt/ink/ink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06T18:13:53.54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35 59 400 0 0,'0'0'2548'0'0,"0"-34"520"0"0,0 13-2175 0 0,0 17-371 0 0,0 15-510 0 0,0-9-11 0 0,-1-1-1 0 0,0 0 0 0 0,0 0 1 0 0,0 0-1 0 0,0 0 0 0 0,0 0 1 0 0,0-1-1 0 0,0 1 0 0 0,0 0 0 0 0,-1 0 1 0 0,1-1-1 0 0,0 1 0 0 0,0-1 1 0 0,-1 1-1 0 0,1-1 0 0 0,0 1 1 0 0,-1-1-1 0 0,-1 1 0 0 0,-1 0 8 0 0,3 0 0 0 0,0 1 1 0 0,0-1 0 0 0,0 1-1 0 0,1 0 1 0 0,-1 0 0 0 0,0-1-1 0 0,1 1 1 0 0,-1 0 0 0 0,1 0-1 0 0,0 0 1 0 0,-1 0 0 0 0,1-1-1 0 0,0 1 1 0 0,0 0 0 0 0,0 0-1 0 0,1 0 1 0 0,-1 0 0 0 0,1 3-1 0 0,0 6 55 0 0,-2 1-20 0 0,1-8-14 0 0,0 1 0 0 0,0 0 0 0 0,0-1 0 0 0,0 1 0 0 0,1-1 0 0 0,-1 1 0 0 0,1-1 0 0 0,0 0 0 0 0,2 6 0 0 0,-1-7-2 0 0,4 9 104 0 0,0-1 0 0 0,1 1 0 0 0,0-1 1 0 0,0-1-1 0 0,18 19 0 0 0,-12-17 66 0 0,55 42 358 0 0,-61-49-541 0 0,1 0 1 0 0,0-1-1 0 0,0 0 0 0 0,0 0 1 0 0,0 0-1 0 0,1-1 0 0 0,11 2 1 0 0,-2-1-37 0 0,0-1 0 0 0,35 0-1 0 0,-48-2 7 0 0,0-2-1 0 0,0 1 0 0 0,0-1 1 0 0,-1 1-1 0 0,1-1 0 0 0,0-1 1 0 0,0 1-1 0 0,-1-1 0 0 0,1 1 0 0 0,-1-1 1 0 0,0-1-1 0 0,1 1 0 0 0,-1 0 1 0 0,0-1-1 0 0,7-6 0 0 0,25-15 47 0 0,-30 21-14 0 0,0 0 0 0 0,-1 0 1 0 0,1-1-1 0 0,-1 1 0 0 0,0-1 1 0 0,0 0-1 0 0,8-9 0 0 0,-3-5 44 0 0,-9 16-48 0 0,0 0 0 0 0,0-1 0 0 0,1 1 0 0 0,-1-1 0 0 0,1 1 0 0 0,0 0 0 0 0,0 0 0 0 0,0 0 0 0 0,0 0-1 0 0,0 0 1 0 0,0 1 0 0 0,0-1 0 0 0,4-1 0 0 0,-1-1 8 0 0,-3 4-15 0 0,0-1 1 0 0,-1 0 0 0 0,1 1-1 0 0,-1-1 1 0 0,1 0 0 0 0,-1 0-1 0 0,0 0 1 0 0,1 0 0 0 0,-1 0 0 0 0,0-1-1 0 0,0 1 1 0 0,1 0 0 0 0,-1 0-1 0 0,0-1 1 0 0,0 1 0 0 0,-1-1 0 0 0,1 1-1 0 0,0-1 1 0 0,0 1 0 0 0,-1-1-1 0 0,1 0 1 0 0,-1 1 0 0 0,1-1-1 0 0,-1 0 1 0 0,0 1 0 0 0,0-3 0 0 0,0 2-1 0 0,0 1 1 0 0,0-1 0 0 0,1 0-1 0 0,-1 1 1 0 0,0-1 0 0 0,1 0 0 0 0,-1 1-1 0 0,1-1 1 0 0,-1 1 0 0 0,1-1 0 0 0,0 0-1 0 0,0 1 1 0 0,-1 0 0 0 0,1-1-1 0 0,0 1 1 0 0,0-1 0 0 0,1 1 0 0 0,-1 0-1 0 0,0 0 1 0 0,2-2 0 0 0,-1 2 0 0 0,-1 0-1 0 0,0 0 1 0 0,1-1 0 0 0,-1 1-1 0 0,0-1 1 0 0,0 1 0 0 0,0 0-1 0 0,0-1 1 0 0,0 0 0 0 0,0 1 0 0 0,0-1-1 0 0,-1 0 1 0 0,1 1 0 0 0,-1-1-1 0 0,1 0 1 0 0,-1 0 0 0 0,1 0 0 0 0,-1 1-1 0 0,0-1 1 0 0,0-3 0 0 0,0-56 474 0 0,0 60-400 0 0,27 1 13 0 0,-21 1-39 0 0,-6 1-57 0 0,0-2 2 0 0,0 0-1 0 0,0 1 1 0 0,0-1-1 0 0,0 0 1 0 0,0 0 0 0 0,0 1-1 0 0,0-1 1 0 0,0 0 0 0 0,0 1-1 0 0,0-1 1 0 0,0 0-1 0 0,0 0 1 0 0,0 1 0 0 0,0-1-1 0 0,0 0 1 0 0,0 0-1 0 0,0 1 1 0 0,0-1 0 0 0,0 0-1 0 0,0 0 1 0 0,0 1-1 0 0,0-1 1 0 0,0 0 0 0 0,-1 0-1 0 0,1 1 1 0 0,0-1 0 0 0,0 0-1 0 0,0 0 1 0 0,0 0-1 0 0,-1 1 1 0 0,1-1 0 0 0,0 0-1 0 0,0 0 1 0 0,0 0-1 0 0,-1 0 1 0 0,1 1 0 0 0,0-1-1 0 0,-1 0 1 0 0,-1 1-9 0 0,-3 1-23 0 0,-11 9 68 0 0,15-9-10 0 0,0 0 0 0 0,0 1 1 0 0,0-1-1 0 0,0 0 0 0 0,1 1 1 0 0,-1-1-1 0 0,1 1 0 0 0,0-1 0 0 0,0 1 1 0 0,0 3-1 0 0,0 127 1242 0 0,0-130-1250 0 0,0-1-1 0 0,0 1 0 0 0,0-1 0 0 0,0 1 0 0 0,1 0 1 0 0,-1-1-1 0 0,1 1 0 0 0,0-1 0 0 0,-1 0 1 0 0,1 1-1 0 0,0-1 0 0 0,0 0 0 0 0,1 1 0 0 0,-1-1 1 0 0,0 0-1 0 0,1 0 0 0 0,0 0 0 0 0,3 3 1 0 0,3 5 48 0 0,-7-9-55 0 0,0 0-1 0 0,-1 0 1 0 0,1 0 0 0 0,-1 0 0 0 0,1 1 0 0 0,-1-1-1 0 0,1 0 1 0 0,-1 0 0 0 0,0 0 0 0 0,0 0-1 0 0,1 0 1 0 0,-1 1 0 0 0,0-1 0 0 0,0 2 0 0 0,0-3-10 0 0,0 1 0 0 0,0-1 0 0 0,0 0 0 0 0,0 1 1 0 0,0-1-1 0 0,0 1 0 0 0,1-1 0 0 0,-1 0 0 0 0,0 1 0 0 0,0-1 1 0 0,0 1-1 0 0,1-1 0 0 0,-1 0 0 0 0,0 1 0 0 0,1-1 1 0 0,-1 0-1 0 0,0 0 0 0 0,0 1 0 0 0,1-1 0 0 0,-1 0 1 0 0,1 0-1 0 0,-1 1 0 0 0,0-1 0 0 0,1 0 0 0 0,-1 0 0 0 0,0 0 1 0 0,1 0-1 0 0,-1 0 0 0 0,1 1 0 0 0,-1-1 0 0 0,1 0 1 0 0,-1 0-1 0 0,1 0 0 0 0,17 0-117 0 0,-14-1 67 0 0,2 1 29 0 0,61-2-272 0 0,-62 2 280 0 0,-1-1-1 0 0,0 0 0 0 0,1 0 0 0 0,-1 0 0 0 0,0 0 0 0 0,0 0 0 0 0,1-1 0 0 0,-1 0 0 0 0,0 0 0 0 0,5-4 1 0 0,5-6 15 0 0,11-3-18 0 0,-22 13 9 0 0,1 0-1 0 0,0-1 0 0 0,0 1 1 0 0,-1-1-1 0 0,0 1 1 0 0,1-1-1 0 0,3-4 0 0 0,-5 4 9 0 0,1 0 0 0 0,0 0 0 0 0,1 0 0 0 0,-1 1 0 0 0,0-1-1 0 0,1 1 1 0 0,-1 0 0 0 0,5-2 0 0 0,-1 2 11 0 0,-6 2-9 0 0,0 0-1 0 0,0-1 0 0 0,1 1 1 0 0,-1 0-1 0 0,0-1 1 0 0,0 1-1 0 0,0-1 1 0 0,1 1-1 0 0,-1-1 0 0 0,0 0 1 0 0,0 1-1 0 0,0-1 1 0 0,0 0-1 0 0,0 0 0 0 0,0 0 1 0 0,0 0-1 0 0,-1 0 1 0 0,1 0-1 0 0,0 0 1 0 0,0 0-1 0 0,-1 0 0 0 0,1 0 1 0 0,-1 0-1 0 0,1 0 1 0 0,-1 0-1 0 0,1-1 1 0 0,0-1-1 0 0,-2 3 0 0 0,1 0 0 0 0,0-1 0 0 0,0 1 0 0 0,0 0 0 0 0,0-1 0 0 0,0 1 1 0 0,1 0-1 0 0,-1-1 0 0 0,0 1 0 0 0,0 0 0 0 0,0 0 0 0 0,0-1 0 0 0,0 1 0 0 0,0 0 0 0 0,0-1 0 0 0,1 1 0 0 0,-1 0 0 0 0,0-1 1 0 0,0 1-1 0 0,0 0 0 0 0,1 0 0 0 0,-1 0 0 0 0,0-1 0 0 0,0 1 0 0 0,1 0 0 0 0,-1 0 0 0 0,0 0 0 0 0,0-1 0 0 0,1 1 0 0 0,-1 0 1 0 0,1 0-1 0 0,9-5 20 0 0,-13 7-24 0 0,2-2 1 0 0,0 1 0 0 0,0-1-1 0 0,0 1 1 0 0,1 0 0 0 0,-1-1 0 0 0,0 1 0 0 0,0 0 0 0 0,1 0 0 0 0,-1 0 0 0 0,0-1 0 0 0,1 1 0 0 0,-1 0 0 0 0,1 0 0 0 0,-1 0 0 0 0,1 0 0 0 0,0 0 0 0 0,-1 0 0 0 0,1 2 0 0 0,-1 14 20 0 0,1-13 5 0 0,0 1 1 0 0,0-1 0 0 0,0 1 0 0 0,0-1 0 0 0,1 1 0 0 0,1 6 0 0 0,-1-10-20 0 0,-1 1 0 0 0,1-1 1 0 0,0 0-1 0 0,-1 0 1 0 0,1 0-1 0 0,0 0 0 0 0,0 0 1 0 0,0 0-1 0 0,0 0 1 0 0,0 0-1 0 0,0 0 0 0 0,0-1 1 0 0,0 1-1 0 0,0 0 1 0 0,0 0-1 0 0,1-1 0 0 0,-1 1 1 0 0,0-1-1 0 0,0 0 1 0 0,1 1-1 0 0,-1-1 0 0 0,0 0 1 0 0,0 1-1 0 0,1-1 1 0 0,1 0-1 0 0,9 1 27 0 0,0-1 0 0 0,1-1-1 0 0,-1 0 1 0 0,0 0 0 0 0,0-1-1 0 0,21-6 1 0 0,67-30-192 0 0,-56 20-515 0 0,-71 18-5768 0 0,-5 6 3081 0 0</inkml:trace>
</inkml:ink>
</file>

<file path=ppt/ink/ink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06T18:13:54.37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2 716 80 0 0,'0'0'1281'0'0,"0"-1"-1214"0"0,0 1-1 0 0,0 0 1 0 0,-1 0 0 0 0,1 0 0 0 0,0 0 0 0 0,0-1 0 0 0,0 1 0 0 0,0 0 0 0 0,0 0 0 0 0,0 0 0 0 0,0 0 0 0 0,0-1 0 0 0,0 1 0 0 0,0 0 0 0 0,0 0 0 0 0,0 0 0 0 0,0-1-1 0 0,0 1 1 0 0,0 0 0 0 0,0 0 0 0 0,0 0 0 0 0,0-1 0 0 0,0 1 0 0 0,0 0 0 0 0,0 0 0 0 0,0 0 0 0 0,0 0 0 0 0,0-1 0 0 0,1 1 0 0 0,-1 0 0 0 0,0 0 0 0 0,0 0-1 0 0,0 0 1 0 0,0-1 0 0 0,0 1 0 0 0,1 0 0 0 0,-1 0 0 0 0,0 0 0 0 0,0 0 0 0 0,0 0 0 0 0,0 0 0 0 0,1 0 0 0 0,-1 0 0 0 0,0-1 0 0 0,0 1 0 0 0,0 0 0 0 0,0 0 0 0 0,1 0-1 0 0,-1 0 1 0 0,0 0 0 0 0,0 0 0 0 0,0 0 0 0 0,1 0 0 0 0,-1 0 0 0 0,0 0 0 0 0,4-1 206 0 0,-1 0 0 0 0,0-1 0 0 0,0 0 1 0 0,0 1-1 0 0,0-1 0 0 0,0 0 0 0 0,3-3 0 0 0,21-14 890 0 0,-18 14-939 0 0,0-1 0 0 0,0 0 0 0 0,-1-1 0 0 0,0 0-1 0 0,0 0 1 0 0,0-1 0 0 0,11-15 0 0 0,41-67 394 0 0,-35 50-412 0 0,9-18-45 0 0,29-70 1 0 0,3-4-112 0 0,-63 128-48 0 0,-1-1-1 0 0,1 1 1 0 0,-1 0-1 0 0,0-1 1 0 0,-1 1-1 0 0,1-1 0 0 0,-1 0 1 0 0,2-8-1 0 0,-4 9 7 0 0,1 0-1 0 0,-1 0 1 0 0,0 0-1 0 0,0 0 1 0 0,0 0-1 0 0,0 0 0 0 0,-1 0 1 0 0,-3-6-1 0 0,1-16 54 0 0,4 24-59 0 0,0 0 0 0 0,1 1 0 0 0,-1-1-1 0 0,0 0 1 0 0,-1 1 0 0 0,1-1 0 0 0,0 1 0 0 0,0-1-1 0 0,-1 1 1 0 0,1-1 0 0 0,-1 0 0 0 0,1 1 0 0 0,-1-1-1 0 0,1 1 1 0 0,-1 0 0 0 0,0-1 0 0 0,-1-1 0 0 0,-2 3 9 0 0,3 0-8 0 0,-1 0 0 0 0,1 0 0 0 0,-1-1-1 0 0,1 1 1 0 0,-1 0 0 0 0,0 0 0 0 0,1-1-1 0 0,0 1 1 0 0,-1-1 0 0 0,1 1 0 0 0,-1-1 0 0 0,1 0-1 0 0,0 1 1 0 0,-2-3 0 0 0,-3 2-56 0 0,-16 1 26 0 0,17 0-40 0 0,4 1 50 0 0,1 0 1 0 0,-1 0-1 0 0,1-1 0 0 0,-1 1 0 0 0,0 0 0 0 0,1-1 0 0 0,-1 1 1 0 0,0 0-1 0 0,0-1 0 0 0,1 1 0 0 0,-1-1 0 0 0,0 1 1 0 0,0-1-1 0 0,0 0 0 0 0,0 1 0 0 0,1-1 0 0 0,-1 0 0 0 0,0 0 1 0 0,-2 1-1 0 0,2-1 13 0 0,1 0 1 0 0,-1 0-1 0 0,0 0 1 0 0,1 0-1 0 0,-1 0 1 0 0,0 0-1 0 0,1 1 1 0 0,-1-1-1 0 0,0 0 1 0 0,1 0-1 0 0,-1 1 0 0 0,1-1 1 0 0,-1 0-1 0 0,1 1 1 0 0,-1-1-1 0 0,0 1 1 0 0,1-1-1 0 0,-1 1 1 0 0,1-1-1 0 0,0 1 1 0 0,-1-1-1 0 0,1 1 1 0 0,-1-1-1 0 0,1 1 1 0 0,0 0-1 0 0,0-1 1 0 0,-1 1-1 0 0,1-1 1 0 0,0 1-1 0 0,0 0 1 0 0,-1-1-1 0 0,1 1 0 0 0,0 0 1 0 0,0-1-1 0 0,0 1 1 0 0,0 1-1 0 0,0 0 4 0 0,-1 1-1 0 0,1-1 0 0 0,-1 0 0 0 0,0 0 0 0 0,0 1 0 0 0,0-1 0 0 0,0 0 1 0 0,0 0-1 0 0,0 0 0 0 0,-1 0 0 0 0,1 0 0 0 0,-1 0 0 0 0,1 0 0 0 0,-1-1 0 0 0,0 1 1 0 0,1 0-1 0 0,-1-1 0 0 0,0 0 0 0 0,0 1 0 0 0,-4 1 0 0 0,3-2 5 0 0,1 0-1 0 0,0 1 0 0 0,0-1 0 0 0,0 1 1 0 0,0-1-1 0 0,0 1 0 0 0,0 0 0 0 0,0 0 1 0 0,0 0-1 0 0,1 0 0 0 0,-1 0 0 0 0,1 0 1 0 0,-1 0-1 0 0,1 1 0 0 0,0-1 0 0 0,0 0 1 0 0,0 1-1 0 0,0-1 0 0 0,1 1 0 0 0,-1-1 0 0 0,0 4 1 0 0,1-4 1 0 0,0 0 1 0 0,-1 0-1 0 0,1 0 0 0 0,0 0 1 0 0,-1 0-1 0 0,1 0 1 0 0,-1 0-1 0 0,0 0 0 0 0,0 0 1 0 0,0-1-1 0 0,0 1 0 0 0,0 0 1 0 0,0 0-1 0 0,0-1 1 0 0,0 1-1 0 0,-1-1 0 0 0,-1 2 1 0 0,-8 12 84 0 0,9-10-44 0 0,0 1 1 0 0,1-1 0 0 0,0 0 0 0 0,0 1-1 0 0,1-1 1 0 0,-1 1 0 0 0,1-1 0 0 0,0 1-1 0 0,1 8 1 0 0,0 6 166 0 0,1 26 265 0 0,-3-1 0 0 0,-2 0 0 0 0,-1 1 0 0 0,-3-1 0 0 0,-12 46 0 0 0,7-54-162 0 0,0-1-11 0 0,1 0 0 0 0,1 1 0 0 0,3 0 0 0 0,-7 76 0 0 0,14 5 255 0 0,0-117-571 0 0,0 1 0 0 0,0 0 0 0 0,0-1-1 0 0,0 1 1 0 0,0 0 0 0 0,0 0 0 0 0,0-1 0 0 0,1 1 0 0 0,-1 0 0 0 0,0-1-1 0 0,1 1 1 0 0,0 0 0 0 0,-1-1 0 0 0,1 1 0 0 0,0-1 0 0 0,0 1 0 0 0,0-1 0 0 0,0 0-1 0 0,0 1 1 0 0,0-1 0 0 0,0 0 0 0 0,0 0 0 0 0,0 1 0 0 0,1-1 0 0 0,1 1-1 0 0,0-1-131 0 0,0-1 0 0 0,0 1 0 0 0,0-1 0 0 0,0 1-1 0 0,0-1 1 0 0,0 0 0 0 0,0 0 0 0 0,0-1 0 0 0,0 1-1 0 0,0-1 1 0 0,0 1 0 0 0,0-1 0 0 0,6-2 0 0 0,23-11-3232 0 0,1-6-2601 0 0</inkml:trace>
</inkml:ink>
</file>

<file path=ppt/ink/ink1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06T18:13:55.26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13 240 0 0,'0'0'4162'0'0,"0"-6"-880"0"0,0-1-561 0 0,33 7-1681 0 0,-1 0-239 0 0,1 0-241 0 0,0 7-240 0 0,-1-1-240 0 0,34-6-240 0 0,-34 6-480 0 0,1 2-961 0 0,0-1-880 0 0,-1-7-561 0 0,-32 6 1 0 0</inkml:trace>
</inkml:ink>
</file>

<file path=ppt/ink/ink1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06T18:13:55.72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7 160 0 0,'33'0'1681'0'0,"0"-6"160"0"0,-1 6 80 0 0,34 0-1 0 0,-1 6-239 0 0,0 2-480 0 0,1 5-321 0 0,-1 1-960 0 0,-32-1-2001 0 0,-33 16-2561 0 0</inkml:trace>
</inkml:ink>
</file>

<file path=ppt/ink/ink1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06T18:13:57.56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2 372 800 0 0,'0'0'4696'0'0,"0"0"-4669"0"0,0 0-1 0 0,-1 0 1 0 0,1 0 0 0 0,0 0-1 0 0,0-1 1 0 0,0 1 0 0 0,0 0-1 0 0,0 0 1 0 0,0 0 0 0 0,0 0-1 0 0,0-1 1 0 0,0 1 0 0 0,-1 0-1 0 0,1 0 1 0 0,0 0 0 0 0,0-1-1 0 0,0 1 1 0 0,0 0 0 0 0,0 0-1 0 0,0 0 1 0 0,0 0 0 0 0,0-1-1 0 0,0 1 1 0 0,1 0 0 0 0,-1 0-1 0 0,0 0 1 0 0,0-1 0 0 0,0 1 0 0 0,0 0-1 0 0,0 0 1 0 0,0 0 0 0 0,0 0-1 0 0,0-1 1 0 0,0 1 0 0 0,1 0-1 0 0,-1 0 1 0 0,0 0 0 0 0,0 0-1 0 0,0 0 1 0 0,0-1 0 0 0,0 1-1 0 0,1 0 1 0 0,-1 0 0 0 0,0 0-1 0 0,0 0 1 0 0,0 0 0 0 0,0 0-1 0 0,1 0 1 0 0,-1 0 0 0 0,0 0-1 0 0,0 0 1 0 0,0 0 0 0 0,1 0 0 0 0,-1 0-1 0 0,0 0 1 0 0,0 0 0 0 0,0 0-1 0 0,1 0 1 0 0,-1 0 0 0 0,0 0-1 0 0,0 0 1 0 0,0 0 0 0 0,0 0-1 0 0,1 0 1 0 0,-1 0 0 0 0,0 0-1 0 0,2 0 255 0 0,-1 1-175 0 0,0-1 0 0 0,0 0 1 0 0,0 0-1 0 0,0 0 0 0 0,1 0 0 0 0,-1 0 0 0 0,0 0 0 0 0,0 0 0 0 0,0-1 0 0 0,0 1 0 0 0,0 0 0 0 0,0-1 1 0 0,0 1-1 0 0,1 0 0 0 0,-1-1 0 0 0,0 1 0 0 0,0-1 0 0 0,-1 0 0 0 0,1 1 0 0 0,0-1 0 0 0,0 0 0 0 0,1-1 1 0 0,0 1-21 0 0,-1 0 1 0 0,0 0 0 0 0,0 0-1 0 0,0 0 1 0 0,1 0-1 0 0,-1 0 1 0 0,0 0 0 0 0,1 1-1 0 0,-1-1 1 0 0,1 0 0 0 0,-1 1-1 0 0,1 0 1 0 0,-1-1 0 0 0,1 1-1 0 0,2 0 1 0 0,-1-1 101 0 0,35-19 865 0 0,-35 19-996 0 0,0 0 0 0 0,1-1 0 0 0,-1 1 0 0 0,0-1 0 0 0,0 0 0 0 0,0 0 0 0 0,0 0 0 0 0,-1-1 0 0 0,1 1 0 0 0,-1 0 0 0 0,3-4 0 0 0,23-18 300 0 0,-24 21-320 0 0,0 0 1 0 0,0-1 0 0 0,0 1-1 0 0,0-1 1 0 0,0 0-1 0 0,-1 0 1 0 0,0 0-1 0 0,0 0 1 0 0,0-1-1 0 0,2-4 1 0 0,19-27 123 0 0,-2 12-61 0 0,-8 9-25 0 0,0 0 0 0 0,-1-1 0 0 0,17-29 0 0 0,-24 32 9 0 0,-4 8-59 0 0,0 1 0 0 0,0 0 1 0 0,0 0-1 0 0,1 0 0 0 0,-1 0 0 0 0,1 0 0 0 0,0 1 1 0 0,0-1-1 0 0,0 1 0 0 0,0 0 0 0 0,6-5 1 0 0,19-6 227 0 0,-29 15-243 0 0,0 0 1 0 0,0 1-1 0 0,0-1 0 0 0,0 0 1 0 0,0-1-1 0 0,0 1 0 0 0,0 0 1 0 0,0 0-1 0 0,0 0 0 0 0,0-1 0 0 0,-1 1 1 0 0,1 0-1 0 0,0-1 0 0 0,0 1 1 0 0,-1-1-1 0 0,1 0 0 0 0,0 1 1 0 0,-3-1-1 0 0,0 1 34 0 0,4 0-33 0 0,-1 0 0 0 0,1-1-1 0 0,-1 1 1 0 0,0 0 0 0 0,1-1-1 0 0,-1 1 1 0 0,1 0 0 0 0,0-1 0 0 0,-1 1-1 0 0,1 0 1 0 0,0 0 0 0 0,-1 0 0 0 0,1-1-1 0 0,0 1 1 0 0,0 0 0 0 0,-1 0-1 0 0,1 0 1 0 0,0 0 0 0 0,0 0 0 0 0,0-1-1 0 0,0 2 1 0 0,-3 17 167 0 0,-3-10-99 0 0,-10 25 162 0 0,5 35 146 0 0,3-43-241 0 0,0 15 81 0 0,8-36-204 0 0,0-1-1 0 0,1 1 1 0 0,0-1-1 0 0,0 1 1 0 0,1-1 0 0 0,-1 1-1 0 0,3 3 1 0 0,-3-5-20 0 0,1 0 1 0 0,-1 0-1 0 0,0 0 1 0 0,0 0-1 0 0,0 0 1 0 0,0 1-1 0 0,-1-1 1 0 0,1 0-1 0 0,-1 0 1 0 0,0 1-1 0 0,0-1 1 0 0,0 0-1 0 0,0 0 1 0 0,-1 1-1 0 0,1-1 1 0 0,-2 5-1 0 0,-9 16 79 0 0,8-19-52 0 0,1 0 1 0 0,0 0-1 0 0,0 0 1 0 0,0 0-1 0 0,1 1 1 0 0,-1-1 0 0 0,1 0-1 0 0,1 1 1 0 0,-1 6-1 0 0,1 0-3 0 0,1-10-41 0 0,-1 1 1 0 0,1 0 0 0 0,-1-1-1 0 0,0 1 1 0 0,0-1 0 0 0,0 1-1 0 0,-1-1 1 0 0,1 1 0 0 0,-1-1-1 0 0,1 1 1 0 0,-1-1 0 0 0,0 1-1 0 0,0-1 1 0 0,-2 5 0 0 0,-7 3-217 0 0,6-5-198 0 0,18-4-355 0 0,-6-6-3436 0 0,-5 2 2795 0 0,-1 2 490 0 0,16-4-941 0 0,-11-2-2212 0 0,-7 1 1232 0 0</inkml:trace>
</inkml:ink>
</file>

<file path=ppt/ink/ink1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06T18:13:58.10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293 86 800 0 0,'-4'0'451'0'0,"0"0"-1"0"0,0 1 1 0 0,0-1-1 0 0,0 1 1 0 0,0 0-1 0 0,0 1 1 0 0,0-1-1 0 0,0 1 1 0 0,0-1-1 0 0,0 1 1 0 0,1 0-1 0 0,-5 4 1 0 0,-38 36 1695 0 0,17-14-1118 0 0,2 3-255 0 0,24-27-674 0 0,1 0 0 0 0,-2 0-1 0 0,1 0 1 0 0,0 0 0 0 0,-1-1 0 0 0,1 1 0 0 0,-1-1-1 0 0,0 0 1 0 0,-5 2 0 0 0,3-1 23 0 0,-1 0-1 0 0,1 0 1 0 0,0 0-1 0 0,0 1 1 0 0,1-1-1 0 0,-1 1 1 0 0,1 1-1 0 0,-8 9 1 0 0,3 11 398 0 0,2-18-323 0 0,-7 10 123 0 0,15-17-305 0 0,-1-1 0 0 0,1 1 0 0 0,-1 0 0 0 0,1-1 0 0 0,0 1 0 0 0,0 0 0 0 0,-1 0 0 0 0,1-1 0 0 0,0 1-1 0 0,0 0 1 0 0,0 0 0 0 0,0 0 0 0 0,0-1 0 0 0,0 1 0 0 0,0 0 0 0 0,0 0 0 0 0,0 0 0 0 0,0-1 0 0 0,1 1 0 0 0,-1 0 0 0 0,0 0 0 0 0,0-1 0 0 0,1 1 0 0 0,-1 0 0 0 0,0-1 0 0 0,2 2-1 0 0,52 40 333 0 0,-48-35-311 0 0,-5-5-22 0 0,0-1 0 0 0,0 1 0 0 0,0-1 1 0 0,0 1-1 0 0,1-1 0 0 0,-1 0 1 0 0,1 1-1 0 0,-1-1 0 0 0,1 0 1 0 0,0 0-1 0 0,-1 0 0 0 0,1 0 0 0 0,0 0 1 0 0,0 0-1 0 0,0-1 0 0 0,-1 1 1 0 0,1-1-1 0 0,3 1 0 0 0,21 7-9 0 0,1-1 0 0 0,50 6-1 0 0,-64-12-45 0 0,-1 0-1 0 0,0-1 0 0 0,1-1 1 0 0,-1 1-1 0 0,0-2 1 0 0,1 0-1 0 0,-1 0 1 0 0,20-8-1 0 0,3-4-39 0 0,-19 8 69 0 0,1 0 1 0 0,-1-2 0 0 0,0 0 0 0 0,-1-1-1 0 0,0 0 1 0 0,24-21 0 0 0,-17 11 42 0 0,38-43 0 0 0,-51 51-17 0 0,0-1 0 0 0,-1 1 0 0 0,0-2 0 0 0,-1 1 0 0 0,0-1 0 0 0,5-14 0 0 0,-11 22-3 0 0,1 0-1 0 0,-1 0 1 0 0,0 0 0 0 0,0-1 0 0 0,-1 1-1 0 0,0 0 1 0 0,0 0 0 0 0,0-1-1 0 0,0 1 1 0 0,-1 0 0 0 0,0 0 0 0 0,0 0-1 0 0,0 0 1 0 0,-1 0 0 0 0,0 0 0 0 0,0 0-1 0 0,0 0 1 0 0,0 0 0 0 0,-1 1 0 0 0,0-1-1 0 0,0 1 1 0 0,0 0 0 0 0,0 0-1 0 0,-5-5 1 0 0,2 4-11 0 0,0-1 0 0 0,0 1 0 0 0,0 1 0 0 0,-1-1 0 0 0,0 1 0 0 0,1 0-1 0 0,-2 0 1 0 0,1 1 0 0 0,0 0 0 0 0,-1 1 0 0 0,1-1 0 0 0,-1 1 0 0 0,0 1 0 0 0,-11-2 0 0 0,-16 3-1147 0 0,1 1-1 0 0,-55 10 1 0 0,65-1-462 0 0,4 0-3118 0 0,-7-4 1419 0 0</inkml:trace>
</inkml:ink>
</file>

<file path=ppt/ink/ink1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06T18:13:59.44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2 373 160 0 0,'0'54'9911'0'0,"0"-54"-9889"0"0,-1-1 0 0 0,1 1-1 0 0,0 0 1 0 0,0 0 0 0 0,0-1-1 0 0,0 1 1 0 0,0 0 0 0 0,0-1-1 0 0,0 1 1 0 0,-1 0 0 0 0,1 0-1 0 0,0-1 1 0 0,0 1 0 0 0,0 0-1 0 0,0-1 1 0 0,0 1 0 0 0,0 0-1 0 0,1-1 1 0 0,-1 1 0 0 0,0 0-1 0 0,0-1 1 0 0,0 1 0 0 0,0 0 0 0 0,0 0-1 0 0,0-1 1 0 0,0 1 0 0 0,1 0-1 0 0,-1 0 1 0 0,0-1 0 0 0,0 1-1 0 0,0 0 1 0 0,1 0 0 0 0,-1-1-1 0 0,0 1 1 0 0,0 0 0 0 0,1 0-1 0 0,-1 0 1 0 0,0-1 0 0 0,0 1-1 0 0,1 0 1 0 0,-1 0 0 0 0,0 0-1 0 0,1 0 1 0 0,-1 0 0 0 0,0 0-1 0 0,1 0 1 0 0,-1 0 0 0 0,8-2 4 0 0,-8 2-12 0 0,1 0-1 0 0,0 0 0 0 0,0 0 0 0 0,0 0 1 0 0,0 0-1 0 0,0 0 0 0 0,-1-1 0 0 0,1 1 1 0 0,0 0-1 0 0,0 0 0 0 0,0-1 0 0 0,-1 1 1 0 0,1-1-1 0 0,0 1 0 0 0,0-1 0 0 0,-1 1 1 0 0,1-1-1 0 0,0 0 0 0 0,0-2 31 0 0,0 0 1 0 0,0 1-1 0 0,0-1 0 0 0,-1 0 0 0 0,0 1 0 0 0,1-1 1 0 0,-1 0-1 0 0,0 0 0 0 0,-1-3 0 0 0,1-23 182 0 0,-1 11-79 0 0,1 0 0 0 0,1 0 0 0 0,4-20 0 0 0,12-23 133 0 0,-7 6-133 0 0,2 29-34 0 0,-10 22-83 0 0,0 0 0 0 0,0 0-1 0 0,0 0 1 0 0,0 0 0 0 0,-1 0-1 0 0,0 0 1 0 0,0 0 0 0 0,0 0-1 0 0,0-1 1 0 0,-1-4 0 0 0,0-53 730 0 0,0 61-546 0 0,0 2 138 0 0,0-1-341 0 0,0 0 0 0 0,0 0 0 0 0,0 1 0 0 0,0-1 0 0 0,1 0 0 0 0,-1 0 0 0 0,0 1 0 0 0,0-1 0 0 0,0 0 0 0 0,0 0 0 0 0,0 0 0 0 0,0 1 0 0 0,0-1 0 0 0,0 0 0 0 0,0 0 0 0 0,-1 1 0 0 0,1-1 0 0 0,0 0 0 0 0,0 0 0 0 0,0 0 0 0 0,0 1 0 0 0,0-1 0 0 0,0 0 0 0 0,0 0 0 0 0,0 0 0 0 0,-1 1 0 0 0,1-1 0 0 0,0 0 0 0 0,0 0 0 0 0,0 0 0 0 0,0 0 0 0 0,-1 1 0 0 0,1-1 0 0 0,0 0 0 0 0,0 0 0 0 0,0 0 0 0 0,-1 0 0 0 0,1 0 0 0 0,0 0 0 0 0,0 0 0 0 0,-1 0 0 0 0,1 0 0 0 0,0 0 0 0 0,0 1 0 0 0,0-1 0 0 0,-1 0 0 0 0,1-1 0 0 0,0 2-16 0 0,-21 11 424 0 0,20-12-396 0 0,0 1 0 0 0,1-1 0 0 0,-1 0 1 0 0,1 1-1 0 0,-1-1 0 0 0,1 1 0 0 0,-1-1 1 0 0,1 1-1 0 0,0-1 0 0 0,-1 1 1 0 0,1-1-1 0 0,-1 1 0 0 0,1 0 0 0 0,0-1 1 0 0,0 1-1 0 0,-1 0 0 0 0,1-1 0 0 0,0 1 1 0 0,0 0-1 0 0,0-1 0 0 0,0 1 1 0 0,0 0-1 0 0,-1-1 0 0 0,1 1 0 0 0,1 0 1 0 0,-1-1-1 0 0,0 1 0 0 0,0 0 0 0 0,0-1 1 0 0,0 1-1 0 0,0 0 0 0 0,1-1 1 0 0,-1 1-1 0 0,0 0 0 0 0,0-1 0 0 0,1 1 1 0 0,-1-1-1 0 0,1 1 0 0 0,-1-1 0 0 0,0 1 1 0 0,1-1-1 0 0,-1 1 0 0 0,1-1 1 0 0,-1 1-1 0 0,1-1 0 0 0,0 1 0 0 0,4 3-89 0 0,0-1-1 0 0,0 0 1 0 0,0 0 0 0 0,0 0-1 0 0,1-1 1 0 0,-1 0-1 0 0,1 0 1 0 0,-1 0-1 0 0,1-1 1 0 0,0 1-1 0 0,0-1 1 0 0,0-1 0 0 0,-1 1-1 0 0,9-1 1 0 0,-5-1-793 0 0,-1 0 0 0 0,1 0 0 0 0,-1 0 0 0 0,0-1 0 0 0,1 0 0 0 0,-1-1 0 0 0,0 0 0 0 0,0 0 0 0 0,-1-1 1 0 0,11-6-1 0 0,15-15-3090 0 0</inkml:trace>
</inkml:ink>
</file>

<file path=ppt/ink/ink1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06T18:14:00.22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452 0 480 0 0,'21'50'508'0'0,"-13"-37"-347"0"0,-2 1 1 0 0,0 0-1 0 0,-1 1 1 0 0,0-1-1 0 0,-1 1 1 0 0,0 0-1 0 0,-2 0 1 0 0,2 17-1 0 0,-4-29-93 0 0,0-1 0 0 0,0 1 0 0 0,-1 0 1 0 0,1-1-1 0 0,-1 1 0 0 0,1 0 0 0 0,-1-1 0 0 0,0 1 0 0 0,0-1 0 0 0,0 0 0 0 0,0 1 1 0 0,0-1-1 0 0,-1 0 0 0 0,1 1 0 0 0,-1-1 0 0 0,-2 3 0 0 0,2-3 66 0 0,1-1-1 0 0,-1 1 1 0 0,1 0-1 0 0,0 0 1 0 0,-1 0-1 0 0,1 0 1 0 0,0 0 0 0 0,0 0-1 0 0,0 0 1 0 0,1 0-1 0 0,-1 0 1 0 0,1 1-1 0 0,-1-1 1 0 0,1 0-1 0 0,-1 0 1 0 0,1 4-1 0 0,-5-6 121 0 0,-17-4-228 0 0,22 4-31 0 0,-1 0 0 0 0,1 0-1 0 0,0 0 1 0 0,0 0-1 0 0,-1-1 1 0 0,1 1 0 0 0,0 0-1 0 0,-1 0 1 0 0,1 0-1 0 0,0 0 1 0 0,0 0 0 0 0,-1-1-1 0 0,1 1 1 0 0,0 0-1 0 0,0 0 1 0 0,-1 0 0 0 0,1-1-1 0 0,0 1 1 0 0,0 0-1 0 0,0 0 1 0 0,0-1 0 0 0,-1 1-1 0 0,1 0 1 0 0,0 0-1 0 0,0-1 1 0 0,0 1 0 0 0,0 0-1 0 0,0-1 1 0 0,0 1-1 0 0,0 0 1 0 0,0 0-1 0 0,0-1 1 0 0,0 1 0 0 0,0-1-1 0 0,-5-7-111 0 0,-1 4 64 0 0,4 4 45 0 0,1 0 1 0 0,0 0 0 0 0,0-1 0 0 0,0 1 0 0 0,0-1 0 0 0,0 1-1 0 0,0-1 1 0 0,0 1 0 0 0,0-1 0 0 0,0 0 0 0 0,1 1 0 0 0,-1-1 0 0 0,0 0-1 0 0,0 0 1 0 0,1 0 0 0 0,-1 0 0 0 0,0 1 0 0 0,1-1 0 0 0,-1 0-1 0 0,1 0 1 0 0,-1 0 0 0 0,1 0 0 0 0,-1 0 0 0 0,1-1 0 0 0,0 1 0 0 0,-1 0-1 0 0,1-1 1 0 0,0 0-1 0 0,-1 1 0 0 0,1-1-1 0 0,-1 1 1 0 0,1 0-1 0 0,-1-1 1 0 0,0 1 0 0 0,0 0-1 0 0,1 0 1 0 0,-1 0 0 0 0,0-1-1 0 0,0 1 1 0 0,0 0 0 0 0,0 0-1 0 0,0 0 1 0 0,0 0 0 0 0,0 1-1 0 0,-1-1 1 0 0,-1-1 0 0 0,-32-16-13 0 0,23 11-13 0 0,2 3 99 0 0,1 0 1 0 0,-1 1-1 0 0,1 0 0 0 0,-1 1 1 0 0,0-1-1 0 0,0 2 1 0 0,0 0-1 0 0,0 0 1 0 0,-1 0-1 0 0,1 2 0 0 0,0-1 1 0 0,-17 4-1 0 0,-4 2 1137 0 0,0 1 0 0 0,-49 19-1 0 0,68-22-766 0 0,-24 12 597 0 0,35-15-946 0 0,0 0 1 0 0,-1 0 0 0 0,1 0 0 0 0,0 0-1 0 0,0 0 1 0 0,0 0 0 0 0,0 1 0 0 0,0-1-1 0 0,0 0 1 0 0,0 1 0 0 0,0-1 0 0 0,1 1-1 0 0,-1-1 1 0 0,0 1 0 0 0,1-1 0 0 0,-1 1-1 0 0,1-1 1 0 0,0 1 0 0 0,-1-1 0 0 0,1 1-1 0 0,0 2 1 0 0,0-2-31 0 0,0-1 1 0 0,0 1-1 0 0,0-1 1 0 0,1 1-1 0 0,-1-1 1 0 0,0 0-1 0 0,1 1 1 0 0,-1-1-1 0 0,1 1 0 0 0,0-1 1 0 0,-1 0-1 0 0,1 1 1 0 0,0-1-1 0 0,0 0 1 0 0,0 0-1 0 0,0 0 1 0 0,0 0-1 0 0,0 1 0 0 0,0-1 1 0 0,0-1-1 0 0,0 1 1 0 0,0 0-1 0 0,1 0 1 0 0,1 1-1 0 0,2 0-7 0 0,0 0-1 0 0,0-1 1 0 0,0 1-1 0 0,0-1 0 0 0,0 0 1 0 0,0 0-1 0 0,7-1 1 0 0,9 0-182 0 0,0 0 0 0 0,33-7 1 0 0,-23 0-1461 0 0,0-1 0 0 0,0-2 1 0 0,-2 0-1 0 0,44-23 0 0 0,20-8-3289 0 0</inkml:trace>
</inkml:ink>
</file>

<file path=ppt/ink/ink1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06T18:14:00.84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379 743 1121 0 0,'-25'-6'976'0'0,"-1"3"0"0"0,1 0 1 0 0,-1 1-1 0 0,-30 2 1 0 0,45 1-656 0 0,1 1 0 0 0,0 0 0 0 0,-1 1-1 0 0,1 0 1 0 0,0 1 0 0 0,1 0 0 0 0,-1 0 0 0 0,1 1 0 0 0,-1 0 0 0 0,1 1 0 0 0,1 0 0 0 0,-1 0 0 0 0,1 1 0 0 0,0 0 0 0 0,1 1 0 0 0,-7 8 0 0 0,9-11-81 0 0,1 0 1 0 0,0 1 0 0 0,1 0 0 0 0,0 0-1 0 0,-1 0 1 0 0,2 0 0 0 0,-1 0 0 0 0,1 1-1 0 0,0-1 1 0 0,0 1 0 0 0,1-1 0 0 0,-1 12-1 0 0,-5 16 419 0 0,2-14-383 0 0,3-16-226 0 0,1 0 0 0 0,0 0-1 0 0,-1 1 1 0 0,1-1 0 0 0,1 0 0 0 0,-1 1 0 0 0,1-1 0 0 0,-1 1 0 0 0,1-1 0 0 0,1 1 0 0 0,-1-1 0 0 0,0 0 0 0 0,1 1 0 0 0,0-1-1 0 0,0 0 1 0 0,1 1 0 0 0,-1-1 0 0 0,1 0 0 0 0,0 0 0 0 0,0 0 0 0 0,5 7 0 0 0,-4-6-63 0 0,1-1-1 0 0,1 1 1 0 0,-1-1 0 0 0,1 0-1 0 0,0 0 1 0 0,0 0-1 0 0,0-1 1 0 0,0 0 0 0 0,0 0-1 0 0,1 0 1 0 0,0 0 0 0 0,-1-1-1 0 0,1 0 1 0 0,0 0 0 0 0,0-1-1 0 0,0 0 1 0 0,0 0 0 0 0,0 0-1 0 0,1-1 1 0 0,-1 1 0 0 0,0-2-1 0 0,0 1 1 0 0,9-2 0 0 0,9-2-324 0 0,1 0 1 0 0,-1-2 0 0 0,-1-1 0 0 0,30-12 0 0 0,-40 14 181 0 0,-1 0-1 0 0,0-1 1 0 0,0 0 0 0 0,0-1-1 0 0,0-1 1 0 0,-1 1 0 0 0,-1-2 0 0 0,1 0-1 0 0,-1 0 1 0 0,-1 0 0 0 0,0-1-1 0 0,0-1 1 0 0,12-19 0 0 0,22-63-1033 0 0,-29 65 809 0 0,-6 12 61 0 0,0-1 0 0 0,6-20 0 0 0,-3-28-543 0 0,-6 29 428 0 0,4-9-277 0 0,25-72-1 0 0,-23 87 641 0 0,-1 0 0 0 0,-2-1 0 0 0,-1-1 0 0 0,-1 1 0 0 0,1-42 0 0 0,-7-190 870 0 0,1 277 157 0 0,-1-10-883 0 0,0-1 0 0 0,-1 1-1 0 0,1 0 1 0 0,-1-1 0 0 0,1 1 0 0 0,-1 0 0 0 0,-2 5 0 0 0,-11 15 391 0 0,7-11-156 0 0,0 0 0 0 0,0 0 1 0 0,2 1-1 0 0,-1-1 0 0 0,-3 18 1 0 0,5 3 235 0 0,1 1 0 0 0,1 0 1 0 0,4 36-1 0 0,0-4-19 0 0,-2-22-198 0 0,1-10 48 0 0,-1 0-1 0 0,-7 38 0 0 0,-4-23-64 0 0,8-39-271 0 0,0 0-1 0 0,0 0 1 0 0,2 0 0 0 0,-1 1-1 0 0,1-1 1 0 0,1 0-1 0 0,0 0 1 0 0,3 21-1 0 0,18 32-79 0 0,-15-45-7 0 0,-6-15-78 0 0,1 0-1 0 0,0 0 1 0 0,0 0 0 0 0,0-1 0 0 0,1 1 0 0 0,-1-1-1 0 0,1 1 1 0 0,0-1 0 0 0,0 1 0 0 0,0-1-1 0 0,0 0 1 0 0,1 0 0 0 0,4 5 0 0 0,-2-5-1670 0 0,-5-5-919 0 0,0-16-5143 0 0</inkml:trace>
</inkml:ink>
</file>

<file path=ppt/ink/ink1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06T18:14:01.52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680 1 1281 0 0,'0'0'2881'0'0,"0"14"-1280"0"0,-65 28 1200 0 0,-1 27 160 0 0,1-1-1520 0 0,0 15-961 0 0,6 13 0 0 0,26 14-79 0 0,-65 0 239 0 0,33-14-160 0 0,0-19-160 0 0,0-8-240 0 0,65-9-880 0 0,-33-39-1041 0 0,33-34-2081 0 0,0-14-1920 0 0</inkml:trace>
</inkml:ink>
</file>

<file path=ppt/ink/ink1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06T18:14:02.22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1007 33 240 0 0,'-1'-1'82'0'0,"1"0"-1"0"0,-1 0 0 0 0,0 0 1 0 0,1 0-1 0 0,-1 0 1 0 0,0 1-1 0 0,1-1 0 0 0,-1 0 1 0 0,0 0-1 0 0,0 1 1 0 0,0-1-1 0 0,0 1 0 0 0,0-1 1 0 0,1 0-1 0 0,-1 1 1 0 0,0 0-1 0 0,0-1 0 0 0,0 1 1 0 0,0 0-1 0 0,0-1 1 0 0,-1 1-1 0 0,1 0 1 0 0,0 0-1 0 0,0 0 0 0 0,-1 0 1 0 0,-2-1 256 0 0,-8-3 219 0 0,-1 0 0 0 0,0 1 1 0 0,0 1-1 0 0,-1 0 1 0 0,1 1-1 0 0,0 0 1 0 0,-1 1-1 0 0,1 0 1 0 0,-15 3-1 0 0,-13 4 610 0 0,-59 17 1 0 0,67-15-580 0 0,5-2-173 0 0,-31 9 222 0 0,56-14-598 0 0,-1-1 0 0 0,1 1 1 0 0,-1 0-1 0 0,1 0 0 0 0,-1 0 0 0 0,1 0 0 0 0,0 1 0 0 0,0-1 0 0 0,0 1 0 0 0,0 0 0 0 0,1 0 0 0 0,-3 3 1 0 0,1 10 220 0 0,4-15-238 0 0,0 0 0 0 0,0 0 0 0 0,0 0 0 0 0,0 0 0 0 0,0 0 0 0 0,0-1 0 0 0,-1 1 1 0 0,1 0-1 0 0,0 0 0 0 0,0 0 0 0 0,-1-1 0 0 0,1 1 0 0 0,0 0 0 0 0,-1 0 1 0 0,1-1-1 0 0,-1 1 0 0 0,1 0 0 0 0,-1-1 0 0 0,1 1 0 0 0,-1 0 0 0 0,0 0 1 0 0,-12 10 207 0 0,27-7-107 0 0,23 4 17 0 0,33 12-50 0 0,-44-14-167 0 0,0 1-1 0 0,-1 2 1 0 0,0 0 0 0 0,0 2 0 0 0,28 16 0 0 0,-50-26 76 0 0,-1 1 0 0 0,1-1 0 0 0,-1 1 0 0 0,0-1 1 0 0,0 1-1 0 0,0 0 0 0 0,0 0 0 0 0,0 0 0 0 0,0 0 0 0 0,0 0 1 0 0,0 0-1 0 0,-1 1 0 0 0,1-1 0 0 0,-1 1 0 0 0,0-1 1 0 0,0 1-1 0 0,0-1 0 0 0,0 1 0 0 0,0 0 0 0 0,0-1 1 0 0,-1 1-1 0 0,0 0 0 0 0,1 0 0 0 0,-1-1 0 0 0,0 1 0 0 0,0 0 1 0 0,0 0-1 0 0,-1-1 0 0 0,1 1 0 0 0,-1 0 0 0 0,1 0 1 0 0,-1-1-1 0 0,0 1 0 0 0,0 0 0 0 0,0-1 0 0 0,0 1 1 0 0,-3 3-1 0 0,-3 4 48 0 0,0-1 0 0 0,-1 0 0 0 0,0-1 1 0 0,0 1-1 0 0,-1-2 0 0 0,0 1 0 0 0,-16 9 0 0 0,-2 0 4 0 0,-1-2-1 0 0,0-1 1 0 0,-1-1-1 0 0,0-2 1 0 0,-1-1-1 0 0,0-1 1 0 0,-1-1-1 0 0,0-2 1 0 0,0-1-1 0 0,0-2 1 0 0,-1-1-1 0 0,1-1 1 0 0,-43-4-1 0 0,-116-23-3811 0 0,92 10-1308 0 0</inkml:trace>
</inkml:ink>
</file>

<file path=ppt/ink/ink1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06T18:14:06.78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158 69 80 0 0,'-24'-6'430'0'0,"40"1"-196"0"0,-14 5-258 0 0,4-1 425 0 0,-1 1-321 0 0,22 0 320 0 0,-54-6 240 0 0,27 6-634 0 0,0 0 0 0 0,0 0 0 0 0,0 0 1 0 0,0 0-1 0 0,-1 0 0 0 0,1 0 0 0 0,0 0 0 0 0,0 0 0 0 0,0 1 0 0 0,0-1 1 0 0,0 0-1 0 0,-1 0 0 0 0,1 0 0 0 0,0 0 0 0 0,0 0 0 0 0,0 0 0 0 0,0 0 0 0 0,0 0 1 0 0,-1 0-1 0 0,1 0 0 0 0,0 0 0 0 0,0 0 0 0 0,0 0 0 0 0,0 0 0 0 0,0 0 1 0 0,-1-1-1 0 0,1 1 0 0 0,0 0 0 0 0,0 0 0 0 0,0 0 0 0 0,0 0 0 0 0,0 0 0 0 0,0 0 1 0 0,-1 0-1 0 0,1 0 0 0 0,0 0 0 0 0,0 0 0 0 0,0-1 0 0 0,0 1 0 0 0,0 0 1 0 0,0 0-1 0 0,0 0 0 0 0,0 0 0 0 0,0 0 0 0 0,0 0 0 0 0,0-1 0 0 0,-1 1 0 0 0,1 0 1 0 0,0 0-1 0 0,0 0 0 0 0,0 0 0 0 0,0 0 0 0 0,0-1 0 0 0,0 1 0 0 0,0 0 1 0 0,0 0-1 0 0,0 0 0 0 0,0 0 0 0 0,0-1 0 0 0,1 1 0 0 0,-1 0 8 0 0,0 0 0 0 0,0 0 0 0 0,0-1 0 0 0,0 1-1 0 0,0 0 1 0 0,0 0 0 0 0,0 0 0 0 0,0-1 0 0 0,0 1 0 0 0,0 0-1 0 0,0 0 1 0 0,0 0 0 0 0,0 0 0 0 0,0-1 0 0 0,0 1 0 0 0,0 0 0 0 0,0 0-1 0 0,0 0 1 0 0,-1-1 0 0 0,1 1 0 0 0,0 0 0 0 0,0 0 0 0 0,0 0-1 0 0,0 0 1 0 0,0 0 0 0 0,0-1 0 0 0,0 1 0 0 0,-1 0 0 0 0,1 0-1 0 0,0 0 1 0 0,0 0 0 0 0,0 0 0 0 0,0 0 0 0 0,-1 0 0 0 0,1-1-1 0 0,0 1 1 0 0,0 0 0 0 0,0 0 0 0 0,0 0 0 0 0,-1 0 0 0 0,1 0-1 0 0,0 0 1 0 0,0 0 0 0 0,0 0 0 0 0,-1 0 0 0 0,1 0 0 0 0,0 0 0 0 0,0 0-1 0 0,0 0 1 0 0,0 0 0 0 0,-1 0 0 0 0,1 0 18 0 0,-2 0-11 0 0,1 0-1 0 0,-1 0 0 0 0,1 0 1 0 0,-1 0-1 0 0,1 0 1 0 0,-1-1-1 0 0,1 1 1 0 0,-1-1-1 0 0,1 1 1 0 0,-1-1-1 0 0,1 1 0 0 0,0-1 1 0 0,-1 0-1 0 0,1 0 1 0 0,0 0-1 0 0,0 1 1 0 0,-2-3-1 0 0,-2 1 100 0 0,4 1-106 0 0,-1 1-7 0 0,1 0 0 0 0,0 0 0 0 0,-1 0 0 0 0,1 0 0 0 0,0 0 0 0 0,-1-1 0 0 0,1 1 0 0 0,0-1 0 0 0,0 1 0 0 0,-1-1 0 0 0,1 1 0 0 0,0-1 0 0 0,0 0 0 0 0,0 1 0 0 0,-1-1-1 0 0,1 0 1 0 0,0 0 0 0 0,0 0 0 0 0,1 0 0 0 0,-3-2 0 0 0,2 2-3 0 0,0 0 0 0 0,0 0 0 0 0,-1 0 0 0 0,1 0 0 0 0,-1 0 0 0 0,1 0 0 0 0,-1 0-1 0 0,1 0 1 0 0,-1 1 0 0 0,1-1 0 0 0,-1 1 0 0 0,0-1 0 0 0,1 1 0 0 0,-1-1 0 0 0,0 1 0 0 0,-2 0 0 0 0,1-1-4 0 0,2 1 9 0 0,0 0-1 0 0,0-1 1 0 0,0 1 0 0 0,0 0-1 0 0,0 0 1 0 0,1 0 0 0 0,-1 0-1 0 0,0 0 1 0 0,0 0 0 0 0,0 0-1 0 0,0 0 1 0 0,0 0 0 0 0,0 1-1 0 0,0-1 1 0 0,0 0 0 0 0,1 1-1 0 0,-1-1 1 0 0,0 0 0 0 0,0 1-1 0 0,0-1 1 0 0,0 1 0 0 0,-6 3 53 0 0,5-3-42 0 0,0-1 0 0 0,1 1 0 0 0,-1-1 0 0 0,1 0 0 0 0,-1 0 0 0 0,0 0 0 0 0,1 0 0 0 0,-1 0 0 0 0,1 0 0 0 0,-1 0 0 0 0,0 0 0 0 0,-2-1 0 0 0,0 0 27 0 0,-1 1 207 0 0,6 1-58 0 0,0-1 0 0 0,1 1 1 0 0,-1-1-1 0 0,0 1 1 0 0,1-1-1 0 0,-1 1 0 0 0,0-1 1 0 0,1 0-1 0 0,-1 0 1 0 0,0 0-1 0 0,1 0 0 0 0,-1 0 1 0 0,1 0-1 0 0,-1 0 0 0 0,0 0 1 0 0,2-1-1 0 0,43 3 694 0 0,35 20-103 0 0,-80-22-785 0 0,-1 0-1 0 0,0 1 0 0 0,1-1 1 0 0,-1 0-1 0 0,0 0 1 0 0,1 0-1 0 0,-1 1 0 0 0,0-1 1 0 0,1 0-1 0 0,-1 0 0 0 0,0 1 1 0 0,1-1-1 0 0,-1 0 1 0 0,0 1-1 0 0,0-1 0 0 0,1 0 1 0 0,-1 1-1 0 0,0-1 1 0 0,0 0-1 0 0,0 1 0 0 0,0-1 1 0 0,1 0-1 0 0,-1 1 0 0 0,0-1 1 0 0,0 1-1 0 0,0-1 1 0 0,0 0-1 0 0,0 1 0 0 0,0-1 1 0 0,0 1-1 0 0,0-1 1 0 0,0 0-1 0 0,0 1 0 0 0,0-1 1 0 0,0 1-1 0 0,-1-1 0 0 0,1 0 1 0 0,0 1-1 0 0,0 0 1 0 0,-1-1-3 0 0,1 0 0 0 0,0 1 0 0 0,0-1 1 0 0,0 1-1 0 0,0-1 0 0 0,0 0 1 0 0,0 1-1 0 0,-1-1 0 0 0,1 1 0 0 0,0-1 1 0 0,0 0-1 0 0,0 1 0 0 0,0-1 1 0 0,0 1-1 0 0,1-1 0 0 0,-1 0 0 0 0,0 1 1 0 0,0-1-1 0 0,0 0 0 0 0,0 1 1 0 0,0-1-1 0 0,0 1 0 0 0,1-1 0 0 0,-1 0 1 0 0,0 1-1 0 0,0-1 0 0 0,1 0 0 0 0,-1 1 1 0 0,0-1-1 0 0,0 0 0 0 0,1 0 1 0 0,-1 1-1 0 0,0-1 0 0 0,1 0 0 0 0,-1 0 1 0 0,0 1-1 0 0,1-1 0 0 0,-1 0 1 0 0,1 0-1 0 0,5 2-8 0 0,-5-2 9 0 0,0 0 0 0 0,0 0 0 0 0,0 0 0 0 0,0 0-1 0 0,0 0 1 0 0,-1 1 0 0 0,1-1 0 0 0,0 0 0 0 0,0 1 0 0 0,0-1 0 0 0,0 0-1 0 0,-1 1 1 0 0,1-1 0 0 0,0 1 0 0 0,0-1 0 0 0,-1 1 0 0 0,1 0 0 0 0,0-1-1 0 0,-1 1 1 0 0,1 0 0 0 0,-1-1 0 0 0,1 1 0 0 0,-1 0 0 0 0,1 0 0 0 0,-1-1-1 0 0,1 1 1 0 0,-1 0 0 0 0,0 0 0 0 0,1 0 0 0 0,-1 0 0 0 0,0 1 0 0 0,1-1-3 0 0,0 0 0 0 0,-1 0 0 0 0,1 0 1 0 0,0 0-1 0 0,0 0 0 0 0,-1 0 0 0 0,1-1 1 0 0,0 1-1 0 0,0 0 0 0 0,0 0 0 0 0,0-1 1 0 0,0 1-1 0 0,0 0 0 0 0,0-1 0 0 0,1 1 1 0 0,-1-1-1 0 0,0 1 0 0 0,0-1 0 0 0,0 0 1 0 0,1 0-1 0 0,-1 1 0 0 0,0-1 0 0 0,2 0 1 0 0,-2 0-12 0 0,32 12-227 0 0,-26-7 29 0 0,-3-1 184 0 0,50 17-132 0 0,-48-15 147 0 0,-6-5 11 0 0,0 0 0 0 0,0-1 0 0 0,1 1 0 0 0,-1-1 0 0 0,0 1 0 0 0,0-1 0 0 0,1 1 0 0 0,-1-1 0 0 0,0 1 0 0 0,1-1 0 0 0,-1 1 0 0 0,0-1 0 0 0,1 0-1 0 0,-1 1 1 0 0,1-1 0 0 0,-1 0 0 0 0,1 1 0 0 0,-1-1 0 0 0,1 0 0 0 0,-1 1 0 0 0,1-1 0 0 0,-1 0 0 0 0,1 0 0 0 0,-1 0 0 0 0,1 1 0 0 0,0-1 0 0 0,-1 0 0 0 0,1 0 0 0 0,-1 0 0 0 0,1 0 0 0 0,0 0 0 0 0,-1 0 0 0 0,2 0 0 0 0,-2 0 2 0 0,1-1 0 0 0,0 1 0 0 0,-1 0 0 0 0,1 0 0 0 0,-1 0 0 0 0,1 0 0 0 0,0 1 0 0 0,-1-1 1 0 0,1 0-1 0 0,-1 0 0 0 0,1 0 0 0 0,0 0 0 0 0,-1 1 0 0 0,1-1 0 0 0,-1 0 0 0 0,1 0 0 0 0,-1 1 0 0 0,1-1 0 0 0,-1 1 0 0 0,1-1 0 0 0,-1 0 0 0 0,1 1 0 0 0,-1-1 0 0 0,1 1 1 0 0,-1-1-1 0 0,0 1 0 0 0,1-1 0 0 0,-1 1 0 0 0,0-1 0 0 0,1 1 0 0 0,-1 0 0 0 0,0-1 0 0 0,0 1 0 0 0,1 0 0 0 0,-2 7 7 0 0,1-6-1 0 0,-1 0 0 0 0,1-1 0 0 0,0 1 0 0 0,0 0 0 0 0,0 0 0 0 0,0 0-1 0 0,0 0 1 0 0,0 0 0 0 0,1 0 0 0 0,-1 0 0 0 0,1-1 0 0 0,-1 1-1 0 0,1 0 1 0 0,0 0 0 0 0,-1-1 0 0 0,3 4 0 0 0,4 2 18 0 0,-5-6-11 0 0,-1 1 1 0 0,1-1-1 0 0,0 1 1 0 0,-1 0-1 0 0,1 0 1 0 0,-1 0-1 0 0,0 0 1 0 0,0 0-1 0 0,1 0 1 0 0,-1 0-1 0 0,-1 0 1 0 0,1 0-1 0 0,0 1 0 0 0,0-1 1 0 0,-1 0-1 0 0,1 0 1 0 0,-1 1-1 0 0,0-1 1 0 0,0 5-1 0 0,0 32 384 0 0,0-16-594 0 0,0-22-923 0 0,-5-1-1388 0 0,-22 0-867 0 0</inkml:trace>
</inkml:ink>
</file>

<file path=ppt/ink/ink1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06T18:14:19.78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1657 72 1201 0 0,'-27'5'787'0'0,"27"-5"-771"0"0,0 0 1 0 0,-1 1 0 0 0,1-1 0 0 0,0 0-1 0 0,0 0 1 0 0,0 0 0 0 0,0 0 0 0 0,0 0-1 0 0,0 0 1 0 0,0 0 0 0 0,0 0 0 0 0,0 1 0 0 0,0-1-1 0 0,-1 0 1 0 0,1 0 0 0 0,0 0 0 0 0,0 0-1 0 0,0 0 1 0 0,0 0 0 0 0,0 0 0 0 0,0 0-1 0 0,0 0 1 0 0,-1 0 0 0 0,1 0 0 0 0,0 0-1 0 0,0 0 1 0 0,0 0 0 0 0,0 0 0 0 0,0 0 0 0 0,0 0-1 0 0,-1 0 1 0 0,1 0 0 0 0,0 0 0 0 0,0 0-1 0 0,0 0 1 0 0,0 0 0 0 0,0 0 0 0 0,0 0-1 0 0,0 0 1 0 0,-1 0 0 0 0,1 0 0 0 0,0-1-1 0 0,0 1 1 0 0,0 0 0 0 0,0 0 0 0 0,0 0 0 0 0,0 0-1 0 0,0 0 1 0 0,0 0 0 0 0,0 0 0 0 0,-1 0-1 0 0,1 0 1 0 0,0-1 0 0 0,0 1 0 0 0,0 0-1 0 0,0 0 1 0 0,0 0 0 0 0,0 0 0 0 0,0 0 0 0 0,0 0-1 0 0,0-1 1 0 0,0 1 0 0 0,0 0 0 0 0,0 0-1 0 0,0 0 1 0 0,0 0 0 0 0,0 0 5 0 0,0-1 1 0 0,0 1-1 0 0,0 0 1 0 0,0 0-1 0 0,0 0 1 0 0,0 0-1 0 0,0-1 1 0 0,0 1-1 0 0,0 0 1 0 0,0 0-1 0 0,0 0 1 0 0,0 0-1 0 0,0 0 1 0 0,0-1-1 0 0,0 1 1 0 0,0 0-1 0 0,0 0 1 0 0,0 0-1 0 0,0 0 1 0 0,0 0-1 0 0,0 0 1 0 0,0-1-1 0 0,-1 1 1 0 0,1 0-1 0 0,0 0 1 0 0,0 0-1 0 0,0 0 1 0 0,0 0-1 0 0,0 0 1 0 0,0 0-1 0 0,0 0 1 0 0,-1 0-1 0 0,1-1 1 0 0,0 1-1 0 0,0 0 1 0 0,0 0-1 0 0,0 0 1 0 0,0 0-1 0 0,-1 0 1 0 0,1 0-1 0 0,0 0 0 0 0,0 0 1 0 0,0 0-1 0 0,0 0 1 0 0,0 0-1 0 0,-1 0 1 0 0,1 0-1 0 0,0 0 1 0 0,0 0-1 0 0,0 0 1 0 0,0 0-1 0 0,0 1 1 0 0,-1-1-1 0 0,1 0 1 0 0,0 0-1 0 0,0 0 1 0 0,0 0-1 0 0,-1 0 105 0 0,0 0-14 0 0,-1 1 0 0 0,1-1 0 0 0,0 0 0 0 0,-1 0 0 0 0,1 0 0 0 0,-1 0 0 0 0,1 0 0 0 0,-1 0 0 0 0,1-1 0 0 0,-1 1 0 0 0,1 0 0 0 0,0-1 0 0 0,-1 1 0 0 0,1-1 0 0 0,0 0 0 0 0,-1 1 0 0 0,0-2 0 0 0,7-1 1155 0 0,1 3-810 0 0,15-7 3968 0 0,-21 7-4399 0 0,0 0 0 0 0,0-1 0 0 0,1 1 0 0 0,-1 0 0 0 0,0 0 1 0 0,0 0-1 0 0,0 0 0 0 0,0-1 0 0 0,0 1 0 0 0,0 0 0 0 0,0 0 0 0 0,0 0 0 0 0,0 0 0 0 0,0-1 0 0 0,0 1 1 0 0,0 0-1 0 0,0 0 0 0 0,0 0 0 0 0,0 0 0 0 0,0-1 0 0 0,-1 1 0 0 0,1 0 0 0 0,0 0 0 0 0,0 0 0 0 0,0 0 1 0 0,0-1-1 0 0,0 1 0 0 0,0 0 0 0 0,0 0 0 0 0,0 0 0 0 0,-1 0 0 0 0,1 0 0 0 0,0 0 0 0 0,0-1 0 0 0,0 1 1 0 0,0 0-1 0 0,-1 0 0 0 0,1 0 0 0 0,0 0 0 0 0,0 0 0 0 0,0 0 0 0 0,0 0 0 0 0,-1 0 0 0 0,1 0 1 0 0,0 0-1 0 0,0 0 0 0 0,0 0 0 0 0,0 0 0 0 0,-1 0 0 0 0,1 0 0 0 0,0 0 0 0 0,0 0 0 0 0,0 0 0 0 0,0 0 1 0 0,-1 0-1 0 0,1 0 0 0 0,0 0 0 0 0,-65-1 1418 0 0,0-3 0 0 0,-126-24 0 0 0,168 22-1321 0 0,1 2 0 0 0,0 1 0 0 0,-1 0 0 0 0,0 2 0 0 0,0 0-1 0 0,-42 6 1 0 0,-1 4 96 0 0,-118 34 0 0 0,119-26 24 0 0,-26 9-74 0 0,80-22-172 0 0,1 0 0 0 0,0 1-1 0 0,0 0 1 0 0,0 0 0 0 0,-17 13 0 0 0,-27 9 82 0 0,41-18-49 0 0,1-1 0 0 0,-1-1 1 0 0,-16 7-1 0 0,16-8-9 0 0,0 1 0 0 0,0 0 0 0 0,-12 9 0 0 0,18-11 14 0 0,0 0-1 0 0,-1-1 1 0 0,1 1-1 0 0,-15 4 1 0 0,17-7-30 0 0,1-1 0 0 0,-1 1 0 0 0,1 1 1 0 0,-1-1-1 0 0,1 1 0 0 0,0-1 0 0 0,0 1 1 0 0,0 1-1 0 0,-4 3 0 0 0,-3 7 18 0 0,-16 16 19 0 0,0-7-41 0 0,1 1 17 0 0,-45 30 0 0 0,67-51-12 0 0,0 1-1 0 0,0-1 1 0 0,0 1-1 0 0,0 0 1 0 0,1 0-1 0 0,-1 0 1 0 0,1 0 0 0 0,0 1-1 0 0,-2 5 1 0 0,1-4-7 0 0,0 1 0 0 0,0-1 0 0 0,0-1 0 0 0,-7 8 1 0 0,-13 7 4 0 0,18-15 5 0 0,1-1 1 0 0,-1 1-1 0 0,1 0 0 0 0,0 0 0 0 0,-4 6 0 0 0,-2 15 17 0 0,0-12 5 0 0,9-12-30 0 0,1 0 0 0 0,-1 0 0 0 0,0 0 0 0 0,1 1-1 0 0,0-1 1 0 0,-1 0 0 0 0,1 1 0 0 0,0-1 0 0 0,0 1-1 0 0,1 0 1 0 0,-1-1 0 0 0,0 1 0 0 0,1-1 0 0 0,-1 1-1 0 0,1 0 1 0 0,0 0 0 0 0,0-1 0 0 0,1 5 0 0 0,-3 20-18 0 0,1-18 46 0 0,0 0 0 0 0,1-1 0 0 0,0 1 0 0 0,0 0 0 0 0,0 0-1 0 0,1 0 1 0 0,1 0 0 0 0,4 15 0 0 0,4-13-16 0 0,-1-1 0 0 0,2 0 1 0 0,-1-1-1 0 0,13 8 0 0 0,1 2 49 0 0,-18-14-59 0 0,0-1 0 0 0,0 1 1 0 0,0-2-1 0 0,0 1 1 0 0,1-1-1 0 0,-1 0 1 0 0,1 0-1 0 0,14 3 1 0 0,-19-5 8 0 0,1 0-1 0 0,-1 0 1 0 0,1 1 0 0 0,-1-1 0 0 0,0 0 0 0 0,1 1 0 0 0,-1-1 0 0 0,0 1 0 0 0,0 0 0 0 0,0 0 0 0 0,0 0 0 0 0,3 4 0 0 0,-3-4-2 0 0,0 1 0 0 0,0-1 0 0 0,0 1 1 0 0,1-1-1 0 0,-1 0 0 0 0,1 0 0 0 0,-1 0 0 0 0,1 0 1 0 0,4 1-1 0 0,0 0-3 0 0,-6-3-8 0 0,0 0 0 0 0,0 0 0 0 0,1 0 1 0 0,-1 1-1 0 0,0-1 0 0 0,0 1 0 0 0,0-1 0 0 0,0 1 1 0 0,0-1-1 0 0,0 1 0 0 0,0-1 0 0 0,0 1 0 0 0,0 0 1 0 0,0 0-1 0 0,0-1 0 0 0,0 1 0 0 0,0 0 0 0 0,0 0 1 0 0,-1 0-1 0 0,1 0 0 0 0,0 0 0 0 0,-1 0 0 0 0,1 0 1 0 0,-1 0-1 0 0,1 2 0 0 0,0-2 2 0 0,-1 0 0 0 0,0 0 1 0 0,0 1-1 0 0,1-1 0 0 0,-1 0 0 0 0,1 0 0 0 0,-1 0 0 0 0,1 0 1 0 0,-1 0-1 0 0,1 0 0 0 0,0 0 0 0 0,-1-1 0 0 0,1 1 0 0 0,0 0 1 0 0,0 0-1 0 0,0 0 0 0 0,0-1 0 0 0,-1 1 0 0 0,1 0 0 0 0,0-1 1 0 0,0 1-1 0 0,0-1 0 0 0,1 1 0 0 0,1 0 0 0 0,5 3 37 0 0,35 45 348 0 0,-29-38-334 0 0,-5-2 5 0 0,0-1 0 0 0,1 0 0 0 0,1 0 0 0 0,-1-1 0 0 0,20 9-1 0 0,35 19 170 0 0,-31-25-209 0 0,-17-6-52 0 0,-1 1-1 0 0,1 1 1 0 0,24 12-1 0 0,-32-13 62 0 0,0-1-1 0 0,0-1 1 0 0,0 1 0 0 0,0-1 0 0 0,20 3-1 0 0,57 6 132 0 0,-50-8-102 0 0,54 5 83 0 0,-39-6-105 0 0,166-2 19 0 0,-71-6 241 0 0,192-31-1 0 0,-261 16-159 0 0,-48 14-121 0 0,-14 4 11 0 0,0-1 1 0 0,0 0-1 0 0,0-1 1 0 0,0-1-1 0 0,26-12 1 0 0,-10-4 27 0 0,-16 11-60 0 0,-1 0-1 0 0,30-13 1 0 0,-40 21 20 0 0,-1 0 1 0 0,1 0 0 0 0,-1 0-1 0 0,1 0 1 0 0,-1-1 0 0 0,0 0-1 0 0,0 1 1 0 0,0-1 0 0 0,3-5-1 0 0,23-19 75 0 0,-16 18-109 0 0,0 0-1 0 0,21-21 1 0 0,-33 29 18 0 0,-1-1 0 0 0,1 1 0 0 0,-1 0 1 0 0,1 0-1 0 0,-1 0 0 0 0,1 0 0 0 0,-1 0 0 0 0,0 0 0 0 0,1-1 0 0 0,-1 1 0 0 0,0 0 0 0 0,0 0 0 0 0,0 0 0 0 0,0-1 0 0 0,0 1 0 0 0,0 0 0 0 0,0-2 0 0 0,-1 2 5 0 0,1 0-1 0 0,0 0 0 0 0,0 0 0 0 0,0-1 0 0 0,0 1 1 0 0,0 0-1 0 0,0 0 0 0 0,0 0 0 0 0,0 0 0 0 0,1-1 1 0 0,-1 1-1 0 0,0 0 0 0 0,1 0 0 0 0,-1 0 0 0 0,1 0 1 0 0,-1 0-1 0 0,1 0 0 0 0,0 0 0 0 0,-1 0 0 0 0,2-1 1 0 0,7-5 14 0 0,-8 6-9 0 0,0 0 1 0 0,1 1-1 0 0,-1-1 0 0 0,0 0 0 0 0,0 0 0 0 0,0 0 0 0 0,0 0 0 0 0,0 0 0 0 0,0-1 0 0 0,0 1 0 0 0,0 0 0 0 0,0 0 0 0 0,-1-1 0 0 0,1 1 0 0 0,0 0 0 0 0,-1-1 0 0 0,1 1 0 0 0,-1-1 1 0 0,1 1-1 0 0,-1-1 0 0 0,0 1 0 0 0,0-1 0 0 0,0 1 0 0 0,0-1 0 0 0,0-2 0 0 0,0-57 207 0 0,0 60-213 0 0,0 0 0 0 0,0 0 0 0 0,0 0 0 0 0,0 0 0 0 0,0 0 0 0 0,0 0 0 0 0,-1 0 0 0 0,1 0-1 0 0,0 0 1 0 0,-1 0 0 0 0,1 0 0 0 0,0 0 0 0 0,-1 0 0 0 0,0 0 0 0 0,1 0 0 0 0,-1 1 0 0 0,1-1-1 0 0,-1 0 1 0 0,0 0 0 0 0,0 1 0 0 0,1-1 0 0 0,-1 0 0 0 0,0 1 0 0 0,0-1 0 0 0,0 0 0 0 0,0 1-1 0 0,0 0 1 0 0,-1-2 0 0 0,1 2 4 0 0,0 0-1 0 0,0-1 0 0 0,0 1 1 0 0,0-1-1 0 0,0 1 0 0 0,0-1 0 0 0,0 0 1 0 0,1 1-1 0 0,-1-1 0 0 0,0 0 1 0 0,0 0-1 0 0,1 1 0 0 0,-1-1 1 0 0,0 0-1 0 0,1 0 0 0 0,-1 0 1 0 0,1 0-1 0 0,-1 0 0 0 0,1 0 1 0 0,0 0-1 0 0,-1 0 0 0 0,1 0 1 0 0,0 0-1 0 0,0 0 0 0 0,-1 0 1 0 0,1 0-1 0 0,0 0 0 0 0,0-2 1 0 0,0-159 783 0 0,0 161-787 0 0,1 0 0 0 0,-1 0 0 0 0,-1 0 0 0 0,1 0 0 0 0,0 0 0 0 0,0 0 0 0 0,0 1 0 0 0,0-1 0 0 0,-1 0 0 0 0,1 0 0 0 0,0 0 0 0 0,-1 0 0 0 0,1 0 0 0 0,-1 1 0 0 0,1-1 0 0 0,-1 0 0 0 0,1 0 0 0 0,-1 1 0 0 0,1-1 0 0 0,-1 0 0 0 0,0 1 0 0 0,1-1 0 0 0,-1 1 0 0 0,0-1 0 0 0,0 1 0 0 0,0-1 0 0 0,1 1 0 0 0,-1-1 0 0 0,0 1 0 0 0,0 0 0 0 0,-1-1 0 0 0,1 1 0 0 0,0 0 0 0 0,0-1 0 0 0,0 1 0 0 0,1 0 0 0 0,-1 0 0 0 0,0-1 0 0 0,0 1 0 0 0,1-1 0 0 0,-1 1 0 0 0,0-1 0 0 0,1 1 0 0 0,-1-1 0 0 0,0 1 0 0 0,1-1 0 0 0,-1 1 0 0 0,1-1 0 0 0,-1 0 0 0 0,1 1 0 0 0,-1-1 0 0 0,1 0 0 0 0,0 0 0 0 0,-1 1 0 0 0,1-1 0 0 0,0 0 0 0 0,-1 0 0 0 0,1 0 0 0 0,0 1 0 0 0,0-1 0 0 0,0 0 0 0 0,0 0 0 0 0,0-1 0 0 0,0-60-80 0 0,0 61 80 0 0,0 0 0 0 0,0 0 0 0 0,0 0 0 0 0,0 1-1 0 0,-1-1 1 0 0,1 0 0 0 0,0 0 0 0 0,0 0 0 0 0,0 0 0 0 0,-1 1 0 0 0,1-1 0 0 0,0 0 0 0 0,-1 0 0 0 0,1 1 0 0 0,-1-1 0 0 0,1 0 0 0 0,-1 1 0 0 0,1-1 0 0 0,-1 0-1 0 0,0 1 1 0 0,1-1 0 0 0,-1 1 0 0 0,0-1 0 0 0,1 1 0 0 0,-1-1 0 0 0,0 1 0 0 0,0 0 0 0 0,1-1 0 0 0,-1 1 0 0 0,0 0 0 0 0,0-1 0 0 0,-1 1 0 0 0,2 0 2 0 0,-1 0 1 0 0,0-1-1 0 0,0 1 1 0 0,0 0-1 0 0,1 0 1 0 0,-1-1-1 0 0,0 1 1 0 0,0-1-1 0 0,1 1 1 0 0,-1-1-1 0 0,0 1 1 0 0,1-1-1 0 0,-1 1 1 0 0,0-1-1 0 0,1 1 1 0 0,-1-1-1 0 0,1 0 0 0 0,-1 0 1 0 0,1 1-1 0 0,-1-1 1 0 0,1 0-1 0 0,0 0 1 0 0,-1 1-1 0 0,1-1 1 0 0,0 0-1 0 0,0 0 1 0 0,-1 0-1 0 0,1 1 1 0 0,0-1-1 0 0,0 0 1 0 0,0 0-1 0 0,0-1 1 0 0,0 1 0 0 0,0 1 1 0 0,0-1-1 0 0,0 0 1 0 0,0 0-1 0 0,0 0 1 0 0,0 1-1 0 0,0-1 1 0 0,-1 0-1 0 0,1 0 1 0 0,0 0-1 0 0,0 1 1 0 0,-1-1 0 0 0,1 0-1 0 0,-1 1 1 0 0,1-1-1 0 0,0 0 1 0 0,-1 1-1 0 0,1-1 1 0 0,-1 0-1 0 0,0 1 1 0 0,1-1-1 0 0,-1 1 1 0 0,1-1-1 0 0,-1 1 1 0 0,0-1-1 0 0,1 1 1 0 0,-1 0-1 0 0,0-1 1 0 0,0 1-1 0 0,1 0 1 0 0,-1-1-1 0 0,0 1 1 0 0,-1 0-1 0 0,2 0-1 0 0,-1-1 0 0 0,0 1-1 0 0,0 0 1 0 0,0 0-1 0 0,0-1 1 0 0,0 1-1 0 0,1-1 1 0 0,-1 1 0 0 0,0-1-1 0 0,0 1 1 0 0,1-1-1 0 0,-1 1 1 0 0,0-1 0 0 0,1 0-1 0 0,-1 1 1 0 0,1-1-1 0 0,-1 0 1 0 0,1 1-1 0 0,-1-1 1 0 0,1 0 0 0 0,-1 0-1 0 0,1 0 1 0 0,0 1-1 0 0,-1-1 1 0 0,1 0 0 0 0,0 0-1 0 0,0 0 1 0 0,-1 0-1 0 0,1 0 1 0 0,0 0-1 0 0,0 0 1 0 0,0 1 0 0 0,0-2-1 0 0,0 0 2 0 0,0 0 1 0 0,0 0-1 0 0,0 0 0 0 0,-1 0 0 0 0,1 0 0 0 0,-1 0 0 0 0,1 0 1 0 0,-1 0-1 0 0,0 1 0 0 0,0-1 0 0 0,0 0 0 0 0,0 1 1 0 0,0-1-1 0 0,0 0 0 0 0,0 1 0 0 0,-1-1 0 0 0,-2-2 0 0 0,-7-8 7 0 0,0-13-10 0 0,1 12-7 0 0,8 12 3 0 0,1 0 0 0 0,-1-1 0 0 0,1 1 0 0 0,0-1 1 0 0,0 1-1 0 0,0-1 0 0 0,-1 1 0 0 0,2-1 0 0 0,-1 0 0 0 0,0 0 1 0 0,0 0-1 0 0,0 1 0 0 0,1-1 0 0 0,-1 0 0 0 0,1 0 0 0 0,0 0 1 0 0,-1 0-1 0 0,1-3 0 0 0,0 3-2 0 0,0 1 1 0 0,0-1-1 0 0,0 0 1 0 0,-1 1-1 0 0,1-1 0 0 0,0 0 1 0 0,-1 1-1 0 0,1-1 1 0 0,-1 1-1 0 0,0-1 0 0 0,0 1 1 0 0,1-1-1 0 0,-1 1 1 0 0,0-1-1 0 0,0 1 0 0 0,0 0 1 0 0,-1-1-1 0 0,1 1 1 0 0,0 0-1 0 0,0 0 0 0 0,-3-1 1 0 0,-5-8-19 0 0,-2-4 4 0 0,7 9 8 0 0,0 0 0 0 0,0 0 0 0 0,-1 0-1 0 0,0 0 1 0 0,-6-4 0 0 0,4 5 18 0 0,0-1 1 0 0,0 1 0 0 0,-1 0-1 0 0,1 1 1 0 0,-1 0 0 0 0,0 0-1 0 0,0 1 1 0 0,0-1 0 0 0,-10 0-1 0 0,-41-5 8 0 0,53 2 39 0 0,6 5-133 0 0,-5 1-213 0 0,-17 0-414 0 0,16 0-494 0 0,1 0-973 0 0,-7 1 444 0 0,1 2-935 0 0,-4 0-2398 0 0,-39-2-1487 0 0</inkml:trace>
</inkml:ink>
</file>

<file path=ppt/ink/ink1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06T18:14:41.80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66 0 320 0 0,'-5'7'13740'0'0,"-50"-7"-8778"0"0,50 0-3735 0 0,10 0-920 0 0,23 0 427 0 0,-28 2-484 0 0,0-1-234 0 0,-1-1 0 0 0,1 0 0 0 0,0 1 1 0 0,0-1-1 0 0,0 0 0 0 0,0 0 0 0 0,0 1 0 0 0,0-1 0 0 0,0 0 0 0 0,0 1 1 0 0,0-1-1 0 0,0 0 0 0 0,0 1 0 0 0,0-1 0 0 0,0 0 0 0 0,0 1 0 0 0,0-1 1 0 0,0 0-1 0 0,0 0 0 0 0,0 1 0 0 0,0-1 0 0 0,0 0 0 0 0,1 1 0 0 0,-1-1 1 0 0,0 0-1 0 0,0 0 0 0 0,0 1 0 0 0,0-1 0 0 0,1 0 0 0 0,-1 0 0 0 0,0 1 0 0 0,0-1 1 0 0,1 0-1 0 0,-1 0 0 0 0,0 0 0 0 0,0 1 0 0 0,1-1 0 0 0,-1 0 0 0 0,0 0 1 0 0,1 0-1 0 0,-1 0 0 0 0,0 0 0 0 0,1 0 0 0 0,5 2 10 0 0,15 3 188 0 0,-22-3-87 0 0,8 1-94 0 0,14-1 47 0 0,-15-2 0 0 0,-6 0-74 0 0,0 0 0 0 0,0 0-1 0 0,0 0 1 0 0,0 1-1 0 0,0-1 1 0 0,0 0 0 0 0,0 0-1 0 0,0 0 1 0 0,0 0-1 0 0,0 1 1 0 0,0-1-1 0 0,0 0 1 0 0,0 0 0 0 0,0 0-1 0 0,0 1 1 0 0,1-1-1 0 0,-1 0 1 0 0,0 0 0 0 0,0 0-1 0 0,0 0 1 0 0,0 1-1 0 0,0-1 1 0 0,0 0-1 0 0,1 0 1 0 0,-1 0 0 0 0,0 0-1 0 0,0 0 1 0 0,0 0-1 0 0,0 0 1 0 0,1 0 0 0 0,-1 1-1 0 0,0-1 1 0 0,0 0-1 0 0,0 0 1 0 0,1 0-1 0 0,-1 0 1 0 0,0 0 0 0 0,0 0-1 0 0,0 0 1 0 0,1 0-1 0 0,-1 0 1 0 0,0 0 0 0 0,22 1 154 0 0,-17-1 146 0 0,1 0-226 0 0,32 0-34 0 0,-30 3-35 0 0,11 3 106 0 0,79 5 123 0 0,-71-10-240 0 0,-16-3 0 0 0,-1 0 0 0 0,35 7 0 0 0,-13 0 0 0 0,1-5 13 0 0,65-7 54 0 0,-54 2-65 0 0,-33 5-2 0 0,5 5-15 0 0,38 10-279 0 0,-53-14 302 0 0,-1-1 0 0 0,1 1 0 0 0,0-1 0 0 0,-1 1 0 0 0,1 0 0 0 0,-1-1 0 0 0,1 1 0 0 0,-1 0 0 0 0,0 0 0 0 0,1-1 0 0 0,-1 1-1 0 0,0 0 1 0 0,1 0 0 0 0,-1-1 0 0 0,0 1 0 0 0,0 0 0 0 0,0 0 0 0 0,0 0 0 0 0,0 0 0 0 0,0-1 0 0 0,0 1 0 0 0,0 0 0 0 0,0 0 0 0 0,0 0 0 0 0,0 0 0 0 0,0-1 0 0 0,-1 2 0 0 0,1 5 249 0 0,5-2-137 0 0,27 2-93 0 0,-10-6-40 0 0,-18-1 22 0 0,-3-1-1 0 0,1 1 0 0 0,-1 0 1 0 0,0-1-1 0 0,0 1 0 0 0,0 0 1 0 0,1 0-1 0 0,-1 0 0 0 0,0 0 0 0 0,0 0 1 0 0,0 1-1 0 0,1-1 0 0 0,-1 0 1 0 0,0 0-1 0 0,0 1 0 0 0,0-1 1 0 0,0 1-1 0 0,0-1 0 0 0,1 1 1 0 0,-1-1-1 0 0,0 1 0 0 0,0 0 1 0 0,1 1-1 0 0,-1-1 22 0 0,0 0 1 0 0,0 0-1 0 0,0 0 1 0 0,0 0-1 0 0,0 0 1 0 0,0 0-1 0 0,0 0 1 0 0,0-1-1 0 0,0 1 1 0 0,0 0-1 0 0,1-1 1 0 0,-1 1-1 0 0,0-1 1 0 0,0 1-1 0 0,1-1 1 0 0,-1 0-1 0 0,0 1 1 0 0,1-1-1 0 0,-1 0 1 0 0,3 0-1 0 0,-4 0 24 0 0,15 3 136 0 0,0-1 1 0 0,1 0 0 0 0,27-1-1 0 0,-34-1-152 0 0,-3 0 42 0 0,-1 1 0 0 0,55 5 67 0 0,-33 0-121 0 0,-21-5 14 0 0,21-1-493 0 0,5-9 306 0 0,34-1-93 0 0,-61 8 280 0 0,-4 4-251 0 0,-2 1 210 0 0,28-1-14 0 0,-21-2-25 0 0,-1 0 80 0 0,17 0-13 0 0,-17 0 40 0 0,8 2 35 0 0,-13-2-91 0 0,58-2-218 0 0,-31 2 221 0 0,25 1-53 0 0,-48-1-8 0 0,6-1-27 0 0,17-6-167 0 0,-22 7 161 0 0,1 0 0 0 0,30 0-19 0 0,-26 1 70 0 0,9 4 11 0 0,8-4 84 0 0,28-1-66 0 0,-55 0-111 0 0,0-1-1 0 0,1 1 0 0 0,-1 0 0 0 0,0 0 0 0 0,0 0 1 0 0,1 0-1 0 0,-1 0 0 0 0,0-1 0 0 0,0 1 0 0 0,1 0 0 0 0,-1 0 1 0 0,0-1-1 0 0,0 1 0 0 0,0 0 0 0 0,0 0 0 0 0,1-1 1 0 0,-1 1-1 0 0,0 0 0 0 0,0 0 0 0 0,0-1 0 0 0,0 1 1 0 0,0 0-1 0 0,0-1 0 0 0,0 1 0 0 0,0 0 0 0 0,0-1 1 0 0,0 1-1 0 0,0 0 0 0 0,0 0 0 0 0,0-1 0 0 0,0 1 0 0 0,0 0 1 0 0,0-1-1 0 0,0 1 0 0 0,0 0 0 0 0,0 0 0 0 0,0-1 1 0 0,0 1-1 0 0,-1 0 0 0 0,1-1 0 0 0,0 1 0 0 0,0 0 1 0 0,0 0-1 0 0,0-1 0 0 0,-1 1 0 0 0,1 0 0 0 0,0 0 1 0 0,0 0-1 0 0,-1-1 0 0 0,1 1 0 0 0,0 0 0 0 0,0 0 0 0 0,-1 0 1 0 0,1 0-1 0 0,-52-6-10161 0 0,22 3 7460 0 0,-8-9-1562 0 0</inkml:trace>
</inkml:ink>
</file>

<file path=ppt/ink/ink1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06T18:14:48.16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35 200 160 0 0,'0'-7'1537'0'0,"1"5"-917"0"0,-1-1 0 0 0,1 1 0 0 0,-1-1 1 0 0,0 1-1 0 0,0-1 0 0 0,0 1 0 0 0,0-1 0 0 0,0 1 0 0 0,-1-1 0 0 0,1 1 0 0 0,-1 0 0 0 0,0-1 0 0 0,1 1 0 0 0,-1 0 1 0 0,-3-5-1 0 0,-3 5 428 0 0,-9-4 1037 0 0,12-6 3679 0 0,4 11-4337 0 0,0 31 1922 0 0,0-25-3167 0 0,-1-3-141 0 0,1 0-1 0 0,0 0 0 0 0,-1-1 0 0 0,1 1 1 0 0,0 0-1 0 0,0 0 0 0 0,0 0 0 0 0,0-1 0 0 0,1 1 1 0 0,-1 0-1 0 0,0 0 0 0 0,1-1 0 0 0,-1 1 1 0 0,1 0-1 0 0,0-1 0 0 0,-1 1 0 0 0,1 0 0 0 0,2 1 1 0 0,7 2-21 0 0,1 0 1 0 0,0-2 0 0 0,1 1 0 0 0,-1-1-1 0 0,1-1 1 0 0,-1 0 0 0 0,1-1 0 0 0,22 0-1 0 0,118-13 34 0 0,-136 11-60 0 0,262-11-762 0 0,-71 12 661 0 0,-181 1 119 0 0,-25 2-8 0 0,-2-2-24 0 0,7 0-29 0 0,11-2 49 0 0,-34-3 67 0 0,-58-11 927 0 0,-143-48-1 0 0,208 60-940 0 0,-17-7 136 0 0,27 10-239 0 0,0-1-1 0 0,-1 1 1 0 0,1 0 0 0 0,-1-1 0 0 0,1 1 0 0 0,0 0 0 0 0,-1-1-1 0 0,1 1 1 0 0,0-1 0 0 0,0 1 0 0 0,-1-1 0 0 0,1 1-1 0 0,0 0 1 0 0,0-1 0 0 0,0 1 0 0 0,0-1 0 0 0,0 1-1 0 0,-1-1 1 0 0,1 1 0 0 0,0-1 0 0 0,0 1 0 0 0,0-1 0 0 0,0 0-1 0 0,0 1 1 0 0,1-1 0 0 0,-1 1 0 0 0,0-1 0 0 0,0 1-1 0 0,0-1 1 0 0,0 1 0 0 0,0 0 0 0 0,1-1 0 0 0,-1 1 0 0 0,0-1-1 0 0,0 1 1 0 0,1-1 0 0 0,-1 1 0 0 0,0 0 0 0 0,1-1-1 0 0,-1 1 1 0 0,0 0 0 0 0,1-1 0 0 0,-1 1 0 0 0,1 0 0 0 0,-1-1-1 0 0,1 1 1 0 0,-1 0 0 0 0,1 0 0 0 0,0-1 0 0 0,8-5-1297 0 0,0 1 1 0 0,1 0 0 0 0,0 0 0 0 0,0 1-1 0 0,20-6 1 0 0,-10 4-474 0 0,72-21-4717 0 0,6 6 1002 0 0</inkml:trace>
</inkml:ink>
</file>

<file path=ppt/ink/ink1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06T18:14:48.58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353 1 7203 0 0,'-156'27'9525'0'0,"-8"-7"-5123"0"0,132-20-3362 0 0,64-20-11445 0 0,34-7-960 0 0</inkml:trace>
</inkml:ink>
</file>

<file path=ppt/ink/ink1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06T18:14:49.71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1008 0 400 0 0,'11'5'348'0'0,"-1"0"-1"0"0,0 0 1 0 0,9 8 0 0 0,-9-6-58 0 0,23 19 670 0 0,-32-25-904 0 0,-1 0 0 0 0,1 0 0 0 0,0 0 0 0 0,-1 0 0 0 0,1 0 0 0 0,-1 0-1 0 0,1 0 1 0 0,-1 0 0 0 0,1 0 0 0 0,-1 1 0 0 0,0-1 0 0 0,0 0 0 0 0,1 0-1 0 0,-1 0 1 0 0,0 0 0 0 0,0 1 0 0 0,0-1 0 0 0,0 0 0 0 0,0 0 0 0 0,-1 0-1 0 0,1 1 1 0 0,0-1 0 0 0,-1 0 0 0 0,1 0 0 0 0,0 0 0 0 0,-1 0 0 0 0,1 0-1 0 0,-1 0 1 0 0,0 0 0 0 0,1 0 0 0 0,-2 1 0 0 0,-5 4 148 0 0,-1-1 1 0 0,1 0 0 0 0,-1 0-1 0 0,0-1 1 0 0,-1 0-1 0 0,1 0 1 0 0,-9 2 0 0 0,-9 4 372 0 0,-230 77 4485 0 0,-10-20-26 0 0,180-47-3088 0 0,84-19-1896 0 0,-164 35 2997 0 0,143-33-2893 0 0,-1 0 0 0 0,0-2 0 0 0,1 0 0 0 0,-36-4 1 0 0,53 3-140 0 0,1-1 0 0 0,0 0 0 0 0,0 0 0 0 0,0 0 0 0 0,1-1 0 0 0,-1 1 1 0 0,0-1-1 0 0,0 0 0 0 0,1-1 0 0 0,-7-4 0 0 0,9 6-17 0 0,1 0 0 0 0,0 0 0 0 0,0-1 0 0 0,0 1 0 0 0,0-1 0 0 0,0 1 0 0 0,0-1 0 0 0,0 1 0 0 0,1-1 0 0 0,-1 0 0 0 0,1 1 0 0 0,-1-1-1 0 0,1 0 1 0 0,-1 1 0 0 0,1-1 0 0 0,0 0 0 0 0,0 0 0 0 0,0 1 0 0 0,0-1 0 0 0,0 0 0 0 0,0 0 0 0 0,1 1 0 0 0,-1-1 0 0 0,0 0 0 0 0,1 1 0 0 0,-1-1 0 0 0,1 0-1 0 0,0 1 1 0 0,0-1 0 0 0,1-2 0 0 0,1-1 18 0 0,0 0 0 0 0,0 1 0 0 0,1 0 0 0 0,-1-1 0 0 0,1 1 0 0 0,0 0 0 0 0,0 1 0 0 0,0-1 0 0 0,10-5 0 0 0,50-27 90 0 0,-49 28-116 0 0,-3 3-6 0 0,1-1 1 0 0,-1 2-1 0 0,1-1 0 0 0,-1 2 0 0 0,21-4 0 0 0,3 0-49 0 0,10 1-52 0 0,-43 6 109 0 0,0 1 1 0 0,-1-1-1 0 0,1 0 1 0 0,-1 0 0 0 0,1 1-1 0 0,-1 0 1 0 0,1-1-1 0 0,-1 1 1 0 0,1 0-1 0 0,-1 0 1 0 0,0 0-1 0 0,1 1 1 0 0,-1-1-1 0 0,0 0 1 0 0,0 1-1 0 0,0 0 1 0 0,4 3-1 0 0,1 5 38 0 0,0 1 0 0 0,-1 0 0 0 0,0 0 0 0 0,-1 1 0 0 0,0 0 0 0 0,-1 0 0 0 0,4 14 0 0 0,-3-5 87 0 0,-1 0 1 0 0,-1 1-1 0 0,1 39 1 0 0,-5-44-59 0 0,-1 1-1 0 0,0-1 1 0 0,-1 1 0 0 0,-8 23 0 0 0,3-9 88 0 0,6-27-100 0 0,2 0-1 0 0,-1 0 0 0 0,1 0 1 0 0,-1 0-1 0 0,1 0 1 0 0,1 0-1 0 0,-1 0 0 0 0,1 1 1 0 0,0-2-1 0 0,0 1 0 0 0,0 0 1 0 0,3 6-1 0 0,-3-8-107 0 0,0-1 1 0 0,0 0-1 0 0,0 0 1 0 0,1 1-1 0 0,-1-1 1 0 0,1 0-1 0 0,-1 0 1 0 0,1-1-1 0 0,0 1 1 0 0,0 0-1 0 0,-1 0 0 0 0,1-1 1 0 0,0 1-1 0 0,1-1 1 0 0,-1 0-1 0 0,0 0 1 0 0,0 0-1 0 0,1 0 1 0 0,-1 0-1 0 0,0 0 0 0 0,1 0 1 0 0,-1-1-1 0 0,1 1 1 0 0,-1-1-1 0 0,5 0 1 0 0,-2 0-840 0 0,0-1 0 0 0,0 0 1 0 0,0-1-1 0 0,0 1 1 0 0,-1-1-1 0 0,9-4 0 0 0,-11 5 565 0 0,85-36-11299 0 0</inkml:trace>
</inkml:ink>
</file>

<file path=ppt/ink/ink1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06T18:14:50.26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69 1121 0 0,'0'-9'2401'0'0,"32"3"480"0"0,-32 0 80 0 0,33-2-159 0 0,0 1-241 0 0,32 1-480 0 0,33-2-481 0 0,0 2-559 0 0,0-1-801 0 0,0 7-1681 0 0,-7 0-2000 0 0,-58 0-561 0 0,0 0-80 0 0,-1-6 400 0 0</inkml:trace>
</inkml:ink>
</file>

<file path=ppt/ink/ink1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06T18:14:50.67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392 0 2401 0 0,'-33'0'2641'0'0,"1"9"401"0"0,-34 32 1840 0 0,-32 20-880 0 0,1 1-3122 0 0,64-14-1200 0 0,0-7-80 0 0,33 1-401 0 0,0 6-1440 0 0,0-7-2481 0 0,0-14-1120 0 0</inkml:trace>
</inkml:ink>
</file>

<file path=ppt/ink/ink1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06T18:14:51.09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262 1 2001 0 0,'0'0'2961'0'0,"0"21"481"0"0,-65 18 1360 0 0,0 38 160 0 0,32-8-3041 0 0,-32-28-1921 0 0,65-7-720 0 0,-33 7-2722 0 0,66-5-4641 0 0</inkml:trace>
</inkml:ink>
</file>

<file path=ppt/ink/ink1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06T18:14:51.85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33 322 800 0 0,'0'1'78'0'0,"0"0"0"0"0,-1-1-1 0 0,1 1 1 0 0,0-1 0 0 0,-1 1-1 0 0,1-1 1 0 0,0 1 0 0 0,-1-1-1 0 0,1 1 1 0 0,0-1 0 0 0,-1 0-1 0 0,1 1 1 0 0,-1-1 0 0 0,1 0-1 0 0,-1 1 1 0 0,1-1 0 0 0,-1 0-1 0 0,1 1 1 0 0,-1-1-1 0 0,1 0 1 0 0,-1 0 0 0 0,0 0-1 0 0,1 1 1 0 0,-1-1 0 0 0,1 0-1 0 0,-1 0 1 0 0,1 0 0 0 0,-1 0-1 0 0,0 0 1 0 0,1 0 0 0 0,-1 0-1 0 0,1 0 1 0 0,-1 0 0 0 0,0-1-1 0 0,1 1 1 0 0,-1 0 0 0 0,0 0 7 0 0,1-1 0 0 0,-1 1 0 0 0,1 0 0 0 0,-1 0 0 0 0,1 0 0 0 0,-1 0 1 0 0,1 0-1 0 0,-1 0 0 0 0,1 0 0 0 0,-1 0 0 0 0,1 0 0 0 0,0 0 0 0 0,-1 0 0 0 0,1 0 1 0 0,-1 0-1 0 0,-6 7 8258 0 0,7-34-5088 0 0,0 24-3191 0 0,0 1 0 0 0,0 0 0 0 0,0-1 0 0 0,1 1 0 0 0,-1 0 0 0 0,0-1 0 0 0,1 1 0 0 0,0 0 0 0 0,-1 0 0 0 0,1-1 0 0 0,0 1 0 0 0,0 0 0 0 0,0 0 0 0 0,0 0 0 0 0,1 0 0 0 0,-1 0 0 0 0,1 1 0 0 0,2-4 0 0 0,7-8 108 0 0,3-12 214 0 0,-11 19-319 0 0,0 1 0 0 0,0 0-1 0 0,0 0 1 0 0,1 1 0 0 0,4-6 0 0 0,2-2 188 0 0,0-1 1 0 0,14-24 0 0 0,-8 11 70 0 0,-16 25-305 0 0,1-1-1 0 0,0 1 1 0 0,-1 0-1 0 0,1-1 0 0 0,-1 1 1 0 0,1-1-1 0 0,-1 1 0 0 0,0-1 1 0 0,1 1-1 0 0,-1-1 1 0 0,0 1-1 0 0,0-4 0 0 0,0 4-5 0 0,0 0-1 0 0,0 0 0 0 0,0 0 0 0 0,0 0 1 0 0,0 0-1 0 0,0-1 0 0 0,0 1 0 0 0,0 0 0 0 0,1 0 1 0 0,-1 0-1 0 0,1 0 0 0 0,-1 0 0 0 0,1 0 1 0 0,-1 0-1 0 0,1 0 0 0 0,0-1 0 0 0,21-13 226 0 0,-21 15-221 0 0,-1-1 0 0 0,1 1 0 0 0,0-1-1 0 0,-1 1 1 0 0,1-1 0 0 0,-1 0-1 0 0,1 1 1 0 0,-1-1 0 0 0,0 0-1 0 0,1 0 1 0 0,-1 1 0 0 0,0-1-1 0 0,1 0 1 0 0,-1 0 0 0 0,0 1-1 0 0,0-1 1 0 0,0 0 0 0 0,1 0 0 0 0,-1 0-1 0 0,0 1 1 0 0,0-1 0 0 0,0 0-1 0 0,-1 0 1 0 0,1 0 0 0 0,0 1-1 0 0,0-1 1 0 0,-1-1 0 0 0,1-4 498 0 0,4 6-277 0 0,19 4-1 0 0,0-1 0 0 0,0 0 0 0 0,0-2 0 0 0,29-2 0 0 0,60 3 247 0 0,-37 4-270 0 0,116-4 1 0 0,-71-17-6346 0 0,-111 14 4077 0 0,0-1 1 0 0,-1-1-1 0 0,1 0 0 0 0,16-7 1 0 0,-20 2-2485 0 0</inkml:trace>
</inkml:ink>
</file>

<file path=ppt/ink/ink1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06T18:14:52.45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405 50 1441 0 0,'3'0'487'0'0,"-2"0"-276"0"0,1 0 0 0 0,-1 0 0 0 0,1-1 0 0 0,-1 1-1 0 0,1 0 1 0 0,-1-1 0 0 0,1 1 0 0 0,-1-1-1 0 0,0 1 1 0 0,1-1 0 0 0,-1 0 0 0 0,0 1-1 0 0,1-1 1 0 0,-1 0 0 0 0,0 0 0 0 0,0 0 0 0 0,2-1-1 0 0,1-22 8061 0 0,-3 23-8105 0 0,-1 0 0 0 0,1 0 0 0 0,0 1 1 0 0,0-1-1 0 0,0 0 0 0 0,0 0 0 0 0,0 0 0 0 0,0 1 0 0 0,0-1 0 0 0,0 0 1 0 0,1 1-1 0 0,-1-1 0 0 0,0 1 0 0 0,0 0 0 0 0,0-1 0 0 0,1 1 0 0 0,-1 0 1 0 0,0 0-1 0 0,0 0 0 0 0,1 0 0 0 0,1 0 0 0 0,-2 0 101 0 0,3-1-105 0 0,1 0 0 0 0,-1 0 0 0 0,1 1 1 0 0,-1-1-1 0 0,1 1 0 0 0,0 1 0 0 0,-1-1 0 0 0,1 0 0 0 0,-1 1 1 0 0,1 0-1 0 0,-1 0 0 0 0,0 1 0 0 0,1-1 0 0 0,-1 1 0 0 0,0 0 1 0 0,4 2-1 0 0,-6-2-152 0 0,0-1 1 0 0,0 1 0 0 0,-1 0-1 0 0,1-1 1 0 0,0 1 0 0 0,-1 0-1 0 0,1 0 1 0 0,-1 0-1 0 0,0 1 1 0 0,0-1 0 0 0,0 0-1 0 0,0 0 1 0 0,0 1 0 0 0,0-1-1 0 0,-1 0 1 0 0,1 1 0 0 0,-1-1-1 0 0,1 0 1 0 0,-1 1-1 0 0,0-1 1 0 0,0 1 0 0 0,0-1-1 0 0,-1 1 1 0 0,1-1 0 0 0,0 1-1 0 0,-1-1 1 0 0,-1 5 0 0 0,-3 9 129 0 0,-1-1 1 0 0,-1 1 0 0 0,0-1 0 0 0,-1-1 0 0 0,-1 1-1 0 0,0-1 1 0 0,-1-1 0 0 0,-22 24 0 0 0,2 5-66 0 0,26-36-71 0 0,1 0-1 0 0,-2 0 1 0 0,1-1 0 0 0,-9 10-1 0 0,7-9-143 0 0,6-6 137 0 0,0 0 1 0 0,0 0-1 0 0,0 0 0 0 0,0 0 1 0 0,0 0-1 0 0,0 0 0 0 0,0 1 1 0 0,0-1-1 0 0,0 0 0 0 0,0 0 1 0 0,0 0-1 0 0,0 0 0 0 0,0 0 1 0 0,0 0-1 0 0,1 1 0 0 0,-1-1 0 0 0,0 0 1 0 0,0 0-1 0 0,0 0 0 0 0,0 0 1 0 0,0 0-1 0 0,0 0 0 0 0,0 0 1 0 0,0 0-1 0 0,0 1 0 0 0,0-1 1 0 0,0 0-1 0 0,1 0 0 0 0,-1 0 1 0 0,0 0-1 0 0,0 0 0 0 0,0 0 0 0 0,0 0 1 0 0,0 0-1 0 0,0 0 0 0 0,0 0 1 0 0,1 0-1 0 0,-1 0 0 0 0,0 0 1 0 0,0 0-1 0 0,0 0 0 0 0,0 0 1 0 0,0 0-1 0 0,0 0 0 0 0,0 0 1 0 0,1 0-1 0 0,-1 0 0 0 0,0 0 0 0 0,0 0 1 0 0,0 0-1 0 0,0 0 0 0 0,0 0 1 0 0,0 0-1 0 0,0 0 0 0 0,1 0 1 0 0,-1 0-1 0 0,0 0 0 0 0,0 0 1 0 0,0 0-1 0 0,0-1 0 0 0,0 1 1 0 0,0 0-1 0 0,0 0 0 0 0,0 0 0 0 0,0 0 1 0 0,1 0-1 0 0,-1 0-7 0 0,1 0 5 0 0,1 0 0 0 0,-1 0 0 0 0,0 0 0 0 0,0 0 0 0 0,0 0 0 0 0,0 0 0 0 0,0-1 0 0 0,1 1 0 0 0,-1 0 0 0 0,0-1 1 0 0,0 1-1 0 0,0 0 0 0 0,0-1 0 0 0,0 1 0 0 0,0-1 0 0 0,0 0 0 0 0,0 1 0 0 0,0-1 0 0 0,0 0 0 0 0,0 0 0 0 0,-1 0 0 0 0,1 1 1 0 0,0-1-1 0 0,1-2 0 0 0,-2 2 11 0 0,0 0-1 0 0,0 0 1 0 0,1 0 0 0 0,-1 0 0 0 0,0 0 0 0 0,1 0 0 0 0,-1 0-1 0 0,1 0 1 0 0,-1 0 0 0 0,1 0 0 0 0,0 0 0 0 0,-1 0 0 0 0,1 0-1 0 0,0 0 1 0 0,0 1 0 0 0,-1-1 0 0 0,1 0 0 0 0,0 1 0 0 0,0-1-1 0 0,0 0 1 0 0,0 1 0 0 0,0-1 0 0 0,0 1 0 0 0,0 0 0 0 0,2-1-1 0 0,5-4 57 0 0,25-25 245 0 0,-32 29-302 0 0,-1 0 0 0 0,1 0 0 0 0,0 0 0 0 0,0 0 0 0 0,-1 0 0 0 0,1 0 0 0 0,-1 0 0 0 0,1-1 0 0 0,-1 1 1 0 0,1 0-1 0 0,-1 0 0 0 0,0-1 0 0 0,1 1 0 0 0,-1 0 0 0 0,0 0 0 0 0,0-1 0 0 0,0 1 0 0 0,0 0 0 0 0,0-1 0 0 0,0 1 0 0 0,0 0 0 0 0,-1 0 0 0 0,1-1 0 0 0,0 1 0 0 0,-1 0 0 0 0,1 0 0 0 0,-1 0 1 0 0,0-1-1 0 0,1 1 0 0 0,-1 0 0 0 0,0 0 0 0 0,1 0 0 0 0,-1 0 0 0 0,0 0 0 0 0,0 0 0 0 0,0 0 0 0 0,0 0 0 0 0,0 1 0 0 0,-2-2 0 0 0,-4-4 2 0 0,-1 0 0 0 0,0 1 0 0 0,0 0-1 0 0,-10-4 1 0 0,14 7-16 0 0,-3-1-8 0 0,0 0 0 0 0,0 0 0 0 0,0 1-1 0 0,0 0 1 0 0,0 1 0 0 0,-1-1 0 0 0,1 1 0 0 0,0 1 0 0 0,-1-1 0 0 0,1 1 0 0 0,-1 1 0 0 0,1-1 0 0 0,-10 3 0 0 0,-3-1 2 0 0,-19 2 114 0 0,-67 17 0 0 0,93-18-33 0 0,0 1-1 0 0,0 0 1 0 0,1 1-1 0 0,-1 0 0 0 0,1 1 1 0 0,0 0-1 0 0,1 1 1 0 0,-21 17-1 0 0,31-23-59 0 0,-1 0-1 0 0,1 0 0 0 0,0 0 0 0 0,0 1 1 0 0,0-1-1 0 0,0 0 0 0 0,1 1 1 0 0,-1-1-1 0 0,0 1 0 0 0,1-1 1 0 0,-1 1-1 0 0,0-1 0 0 0,1 1 0 0 0,0-1 1 0 0,-1 1-1 0 0,1-1 0 0 0,0 1 1 0 0,0 0-1 0 0,0-1 0 0 0,0 3 1 0 0,-4 16 82 0 0,-1-10-62 0 0,4-9-23 0 0,0 0 0 0 0,1 0-1 0 0,-1 0 1 0 0,0 0 0 0 0,1 0 0 0 0,-1-1 0 0 0,0 1-1 0 0,1 0 1 0 0,-1 0 0 0 0,1 1 0 0 0,0-1 0 0 0,-1 0 0 0 0,1 0-1 0 0,0 0 1 0 0,0 0 0 0 0,-1 0 0 0 0,1 0 0 0 0,0 0-1 0 0,0 0 1 0 0,0 1 0 0 0,0-1 0 0 0,1 0 0 0 0,-1 0 0 0 0,0 0-1 0 0,0 0 1 0 0,1 0 0 0 0,-1 0 0 0 0,0 0 0 0 0,1 0-1 0 0,-1 0 1 0 0,1 0 0 0 0,0 0 0 0 0,-1 0 0 0 0,1 0 0 0 0,0 0-1 0 0,-1 0 1 0 0,1-1 0 0 0,0 1 0 0 0,0 0 0 0 0,0 0-1 0 0,0-1 1 0 0,1 2 0 0 0,1 0-6 0 0,-3-2-7 0 0,1 1 0 0 0,-1-1 0 0 0,1 1 0 0 0,-1-1 0 0 0,1 0 0 0 0,0 1 0 0 0,-1-1 0 0 0,1 0 0 0 0,-1 1 0 0 0,1-1 0 0 0,0 0 0 0 0,-1 0 0 0 0,1 0 0 0 0,0 0 0 0 0,-1 0 0 0 0,1 1 0 0 0,0-1 0 0 0,-1 0 0 0 0,1 0 0 0 0,1-1 0 0 0,43-4-3892 0 0,62-15 0 0 0,-32 0-1487 0 0,39-22-1748 0 0</inkml:trace>
</inkml:ink>
</file>

<file path=ppt/ink/ink1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06T18:14:53.01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327 690 3121 0 0,'0'1'220'0'0,"0"0"0"0"0,0 0 0 0 0,0 0-1 0 0,0 0 1 0 0,0 1 0 0 0,0-1-1 0 0,-1 0 1 0 0,1 0 0 0 0,0 0 0 0 0,-1 0-1 0 0,1 0 1 0 0,0 0 0 0 0,-1 0-1 0 0,0 0 1 0 0,1 0 0 0 0,-1 0 0 0 0,1 0-1 0 0,-1 0 1 0 0,0 0 0 0 0,0-1-1 0 0,0 2 1 0 0,-34 12 3217 0 0,23-10-2612 0 0,-30 9 3278 0 0,-78 35 0 0 0,113-43-3941 0 0,0-1 0 0 0,0 1 1 0 0,1 0-1 0 0,0 1 0 0 0,0-1 0 0 0,0 1 1 0 0,0 1-1 0 0,-8 12 0 0 0,3-4-208 0 0,7-10 30 0 0,0 0 1 0 0,1 0 0 0 0,0 1-1 0 0,0-1 1 0 0,0 1-1 0 0,0 0 1 0 0,1 0 0 0 0,0 0-1 0 0,0 0 1 0 0,-1 12-1 0 0,3-15 16 0 0,0 0-1 0 0,0 0 0 0 0,0 0 1 0 0,0 0-1 0 0,0 0 0 0 0,1 0 1 0 0,-1 0-1 0 0,1-1 0 0 0,0 1 1 0 0,0 0-1 0 0,0 0 0 0 0,1 0 1 0 0,-1-1-1 0 0,0 1 0 0 0,1-1 1 0 0,0 1-1 0 0,0-1 0 0 0,0 1 1 0 0,0-1-1 0 0,0 0 0 0 0,0 0 1 0 0,0 0-1 0 0,1 0 0 0 0,-1-1 1 0 0,5 4-1 0 0,5 0-144 0 0,-1 0 0 0 0,1-1 0 0 0,-1 0 0 0 0,1 0-1 0 0,1-1 1 0 0,-1-1 0 0 0,0 0 0 0 0,0-1 0 0 0,1 0 0 0 0,-1-1 0 0 0,14-2 0 0 0,-1 0-163 0 0,1-1 0 0 0,-1-2 0 0 0,0-1 0 0 0,38-13-1 0 0,-47 13 336 0 0,-1-1 0 0 0,1-1-1 0 0,17-12 1 0 0,402-315-27 0 0,-321 248-687 0 0,-81 63 441 0 0,0 0 1 0 0,-2-3-1 0 0,-1 0 0 0 0,-1-2 1 0 0,28-35-1 0 0,63-88 340 0 0,-115 144-86 0 0,0 1 1 0 0,0-1 0 0 0,-1 0 0 0 0,0-1 0 0 0,4-13 0 0 0,3-29-36 0 0,-2 33 58 0 0,-9 17-29 0 0,1 0-1 0 0,0 0 1 0 0,-1 0-1 0 0,1 0 1 0 0,-1 0-1 0 0,1 0 1 0 0,-1 0-1 0 0,1 0 0 0 0,-1 0 1 0 0,0 0-1 0 0,0-1 1 0 0,1 1-1 0 0,-1 0 1 0 0,0 0-1 0 0,0 0 1 0 0,-1-2-1 0 0,0 1 26 0 0,0 0-1 0 0,0 0 1 0 0,-1 0-1 0 0,1 0 1 0 0,-1 0-1 0 0,0 1 1 0 0,1-1-1 0 0,-1 0 1 0 0,0 1-1 0 0,0 0 0 0 0,0-1 1 0 0,-4-1-1 0 0,4 2 109 0 0,0 1-81 0 0,1 0 1 0 0,0-1-1 0 0,-1 1 1 0 0,1-1 0 0 0,0 1-1 0 0,-1-1 1 0 0,1 0-1 0 0,0 1 1 0 0,0-1-1 0 0,-1 0 1 0 0,1 0 0 0 0,0 0-1 0 0,0 0 1 0 0,0 0-1 0 0,0 0 1 0 0,0 0 0 0 0,0 0-1 0 0,1 0 1 0 0,-1-1-1 0 0,-1-1 1 0 0,2 10-89 0 0,-1-1-1 0 0,0 1 1 0 0,0 0 0 0 0,0 0 0 0 0,-1 0-1 0 0,0-1 1 0 0,0 1 0 0 0,-1-1-1 0 0,0 0 1 0 0,0 1 0 0 0,-7 9-1 0 0,-2 1 157 0 0,-1-2 0 0 0,-23 23 0 0 0,7-9 71 0 0,-23 30 441 0 0,23-25 243 0 0,-64 58-1 0 0,41-49-355 0 0,7-8 6 0 0,-75 79 0 0 0,-82 133-461 0 0,187-230-223 0 0,-33 38-1895 0 0,45-52 1441 0 0,1 0-1 0 0,-1 1 0 0 0,1 0 0 0 0,0-1 0 0 0,0 1 0 0 0,0 0 0 0 0,0 0 1 0 0,1 0-1 0 0,-1 0 0 0 0,1 0 0 0 0,-1 5 0 0 0,2-8 300 0 0,1-1 0 0 0,-1 1 1 0 0,0 0-1 0 0,0-1 0 0 0,1 1 0 0 0,-1 0 0 0 0,1-1 0 0 0,-1 1 0 0 0,0-1 1 0 0,1 1-1 0 0,-1-1 0 0 0,1 1 0 0 0,0-1 0 0 0,-1 1 0 0 0,1-1 0 0 0,-1 0 1 0 0,1 1-1 0 0,-1-1 0 0 0,1 0 0 0 0,0 1 0 0 0,-1-1 0 0 0,1 0 1 0 0,0 0-1 0 0,-1 0 0 0 0,1 1 0 0 0,0-1 0 0 0,0 0 0 0 0,-1 0 0 0 0,1 0 1 0 0,0 0-1 0 0,-1 0 0 0 0,1 0 0 0 0,0-1 0 0 0,-1 1 0 0 0,1 0 0 0 0,1 0 1 0 0</inkml:trace>
</inkml:ink>
</file>

<file path=ppt/ink/ink1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06T18:15:04.33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1039 1393 320 0 0,'0'0'347'0'0,"0"0"-316"0"0,0 0 1 0 0,0 0-1 0 0,-1-1 0 0 0,1 1 1 0 0,0 0-1 0 0,0 0 0 0 0,0 0 1 0 0,0 0-1 0 0,0-1 0 0 0,0 1 1 0 0,0 0-1 0 0,0 0 0 0 0,0 0 1 0 0,0-1-1 0 0,0 1 0 0 0,0 0 1 0 0,0 0-1 0 0,0 0 0 0 0,0-1 1 0 0,0 1-1 0 0,0 0 0 0 0,0 0 1 0 0,0 0-1 0 0,0-1 0 0 0,0 1 1 0 0,0 0-1 0 0,0 0 0 0 0,0 0 1 0 0,0-1-1 0 0,0 1 0 0 0,0 0 1 0 0,0 0-1 0 0,1 0 0 0 0,-1 0 1 0 0,0-1-1 0 0,0 1 0 0 0,0 0 1 0 0,0 0-1 0 0,1 0 0 0 0,-1 0 1 0 0,0 0-1 0 0,0 0 0 0 0,0-1 1 0 0,0 1-1 0 0,1 0 0 0 0,-1 0 1 0 0,0 0-1 0 0,0 0 0 0 0,0 0 1 0 0,1 0-1 0 0,-1 0 1 0 0,0 0-1 0 0,0 0 0 0 0,0 0 1 0 0,1 0-1 0 0,-1 0 0 0 0,0 0 1 0 0,0 0-1 0 0,0 0 0 0 0,1 0 1 0 0,-1 0-1 0 0,0 1 0 0 0,22-7 436 0 0,-16 5-53 0 0,-7 0-355 0 0,1 0 0 0 0,0 0 1 0 0,0-1-1 0 0,0 1 1 0 0,0 0-1 0 0,0 0 0 0 0,0 0 1 0 0,0 0-1 0 0,0 0 1 0 0,0 0-1 0 0,0 0 0 0 0,0 0 1 0 0,1 0-1 0 0,-1 0 1 0 0,0 0-1 0 0,1 0 0 0 0,-1 0 1 0 0,1 0-1 0 0,-1 0 1 0 0,1 1-1 0 0,0-1 0 0 0,-1 0 1 0 0,1 0-1 0 0,0 0 1 0 0,-1 1-1 0 0,1-1 1 0 0,0 0-1 0 0,0 1 0 0 0,0-1 1 0 0,0 1-1 0 0,0-1 1 0 0,0 1-1 0 0,-1-1 0 0 0,1 1 1 0 0,0 0-1 0 0,0-1 1 0 0,2 1-1 0 0,5-3 98 0 0,-8 3-147 0 0,0 0 0 0 0,1 0 0 0 0,-1 0 0 0 0,0 0 0 0 0,1 0 0 0 0,-1 0 0 0 0,0 0 0 0 0,0-1 0 0 0,1 1 0 0 0,-1 0 0 0 0,0 0 0 0 0,0 0 0 0 0,1 0 0 0 0,-1-1 0 0 0,0 1 0 0 0,0 0 0 0 0,0 0 1 0 0,0-1-1 0 0,1 1 0 0 0,-1 0 0 0 0,0 0 0 0 0,0-1 0 0 0,0 1 0 0 0,0 0 0 0 0,0 0 0 0 0,0-1 0 0 0,1 1 0 0 0,-1 0 0 0 0,0-1 0 0 0,0 1 0 0 0,0 0 0 0 0,0-1 0 0 0,5-7 219 0 0,49-26 878 0 0,-53 34-1090 0 0,-1-1 0 0 0,0 1 0 0 0,1 0-1 0 0,-1-1 1 0 0,1 1 0 0 0,-1-1-1 0 0,0 1 1 0 0,1-1 0 0 0,-1 1-1 0 0,0 0 1 0 0,1-1 0 0 0,-1 0 0 0 0,0 1-1 0 0,0-1 1 0 0,0 1 0 0 0,0-1-1 0 0,1 1 1 0 0,-1-1 0 0 0,0 1-1 0 0,0-1 1 0 0,0 1 0 0 0,0-1 0 0 0,0 0-1 0 0,0 0 1 0 0,0 0 5 0 0,-1 1 0 0 0,1-1 0 0 0,0 0 0 0 0,1 1 0 0 0,-1-1 0 0 0,0 0 0 0 0,0 0 0 0 0,0 1 0 0 0,0-1 0 0 0,0 0 0 0 0,1 1 1 0 0,-1-1-1 0 0,0 0 0 0 0,1 1 0 0 0,-1-1 0 0 0,0 1 0 0 0,1-1 0 0 0,-1 1 0 0 0,1-1 0 0 0,0 0 0 0 0,7-4 171 0 0,-7 5-161 0 0,0 0-1 0 0,0-1 0 0 0,0 1 1 0 0,0-1-1 0 0,0 1 0 0 0,0-1 1 0 0,0 1-1 0 0,0-1 1 0 0,0 0-1 0 0,0 1 0 0 0,0-1 1 0 0,-1 0-1 0 0,1 0 0 0 0,0 1 1 0 0,-1-1-1 0 0,1 0 1 0 0,0 0-1 0 0,-1 0 0 0 0,1 0 1 0 0,-1 0-1 0 0,1 0 0 0 0,-1 0 1 0 0,0 0-1 0 0,1 0 1 0 0,-1 0-1 0 0,0-2 0 0 0,0 2-4 0 0,0 0 0 0 0,0 0 0 0 0,0 0 0 0 0,0 0 0 0 0,1 1 0 0 0,-1-1 0 0 0,0 0 0 0 0,0 0-1 0 0,1 0 1 0 0,-1 0 0 0 0,0 1 0 0 0,1-1 0 0 0,-1 0 0 0 0,1 0 0 0 0,-1 1 0 0 0,1-1 0 0 0,-1 0 0 0 0,1 1-1 0 0,-1-1 1 0 0,1 1 0 0 0,0-1 0 0 0,-1 1 0 0 0,1-1 0 0 0,0 1 0 0 0,0-1 0 0 0,-1 1 0 0 0,1-1-1 0 0,0 1 1 0 0,0 0 0 0 0,0 0 0 0 0,0-1 0 0 0,0 1-4 0 0,0 0-1 0 0,0 0 1 0 0,0-1 0 0 0,0 1 0 0 0,-1 0-1 0 0,1-1 1 0 0,0 1 0 0 0,0-1-1 0 0,-1 1 1 0 0,1-1 0 0 0,0 1 0 0 0,-1-1-1 0 0,1 0 1 0 0,0 1 0 0 0,-1-1-1 0 0,1 0 1 0 0,-1 1 0 0 0,1-1 0 0 0,-1 0-1 0 0,1 1 1 0 0,-1-1 0 0 0,0 0-1 0 0,1 0 1 0 0,-1 0 0 0 0,0 0-1 0 0,0 1 1 0 0,1-1 0 0 0,-1 0 0 0 0,0 0-1 0 0,0 0 1 0 0,0-1 0 0 0,0 0 23 0 0,0 0 0 0 0,0 0 1 0 0,0-1-1 0 0,0 1 1 0 0,1 0-1 0 0,-1 0 0 0 0,1 0 1 0 0,-1 0-1 0 0,1 0 0 0 0,0 0 1 0 0,0 0-1 0 0,0 0 0 0 0,0 0 1 0 0,0 0-1 0 0,0 0 0 0 0,1 1 1 0 0,-1-1-1 0 0,0 0 0 0 0,4-2 1 0 0,-1 0 0 0 0,-4 4-33 0 0,1-1 1 0 0,-1 0 0 0 0,1 0-1 0 0,0 1 1 0 0,-1-1 0 0 0,0 0 0 0 0,1 0-1 0 0,-1 0 1 0 0,1 0 0 0 0,-1 1 0 0 0,0-1-1 0 0,0 0 1 0 0,1 0 0 0 0,-1 0 0 0 0,0 0-1 0 0,0 0 1 0 0,0 0 0 0 0,0 0-1 0 0,0 0 1 0 0,0 0 0 0 0,0 0 0 0 0,-1 0-1 0 0,1 0 1 0 0,-1-1 0 0 0,1 1-8 0 0,0 1 0 0 0,0-1-1 0 0,-1 0 1 0 0,1 1 0 0 0,0-1 0 0 0,0 0 0 0 0,0 0 0 0 0,0 1 0 0 0,0-1-1 0 0,0 0 1 0 0,0 0 0 0 0,0 1 0 0 0,0-1 0 0 0,0 0 0 0 0,1 0 0 0 0,-1 1-1 0 0,0-1 1 0 0,0 0 0 0 0,1 1 0 0 0,-1-1 0 0 0,0 0 0 0 0,1 1 0 0 0,-1-1-1 0 0,1 0 1 0 0,-1 1 0 0 0,1-1 0 0 0,0 0 0 0 0,9-5 58 0 0,-9 6-54 0 0,0-1 0 0 0,0 1 1 0 0,0-1-1 0 0,0 0 0 0 0,0 1 0 0 0,0-1 0 0 0,0 0 0 0 0,0 1 1 0 0,0-1-1 0 0,0 0 0 0 0,-1 0 0 0 0,1 0 0 0 0,0 0 0 0 0,-1 0 1 0 0,1 0-1 0 0,0 0 0 0 0,-1 0 0 0 0,1 0 0 0 0,-1 0 0 0 0,1 0 1 0 0,-1 0-1 0 0,0 0 0 0 0,0-1 0 0 0,1 1 0 0 0,-1 0 0 0 0,0 0 0 0 0,0 0 1 0 0,0-1-1 0 0,0 0 0 0 0,0 1-8 0 0,0 0 0 0 0,0 1 0 0 0,0-1 1 0 0,0 0-1 0 0,0 1 0 0 0,1-1 0 0 0,-1 0 0 0 0,0 1 0 0 0,0-1 1 0 0,1 0-1 0 0,-1 1 0 0 0,0-1 0 0 0,1 1 0 0 0,-1-1 0 0 0,1 0 0 0 0,-1 1 1 0 0,1-1-1 0 0,-1 1 0 0 0,1-1 0 0 0,-1 1 0 0 0,1 0 0 0 0,0-1 1 0 0,-1 1-1 0 0,1 0 0 0 0,-1-1 0 0 0,1 1 0 0 0,0 0 0 0 0,0 0 0 0 0,-1-1 1 0 0,1 1-1 0 0,0 0 0 0 0,-1 0 0 0 0,1 0 0 0 0,0 0 0 0 0,0 0 1 0 0,0 0-1 0 0,-1 0 1 0 0,1 0 0 0 0,0 0-1 0 0,-1 0 1 0 0,1 0 0 0 0,-1 0 0 0 0,1 0-1 0 0,0 0 1 0 0,-1-1 0 0 0,1 1-1 0 0,-1 0 1 0 0,1 0 0 0 0,-1 0 0 0 0,1-1-1 0 0,-1 1 1 0 0,1 0 0 0 0,-1-1 0 0 0,1 1-1 0 0,-1 0 1 0 0,1-1 0 0 0,-1 1-1 0 0,0-1 1 0 0,1 1 0 0 0,-1-1 0 0 0,0 1-1 0 0,1-1 1 0 0,-1 1 0 0 0,0-1-1 0 0,0 1 1 0 0,1-1 0 0 0,-1 1 0 0 0,0-1-1 0 0,0-1 1 0 0,0 2-1 0 0,0-1 1 0 0,0 1-1 0 0,0-1 0 0 0,-1 1 0 0 0,1-1 1 0 0,0 1-1 0 0,0-1 0 0 0,-1 1 1 0 0,1-1-1 0 0,0 1 0 0 0,-1 0 0 0 0,1-1 1 0 0,-1 1-1 0 0,1-1 0 0 0,0 1 1 0 0,-1 0-1 0 0,1-1 0 0 0,-1 1 0 0 0,1 0 1 0 0,-1 0-1 0 0,1-1 0 0 0,-1 1 1 0 0,1 0-1 0 0,-1 0 0 0 0,1 0 0 0 0,-1 0 1 0 0,1-1-1 0 0,-1 1 0 0 0,0 0 1 0 0,1 0-1 0 0,-1 0 0 0 0,1 0 0 0 0,-1 0 1 0 0,1 1-1 0 0,-2-1 0 0 0,2 0 1 0 0,-1 0 0 0 0,1 0 0 0 0,-1 0-1 0 0,1 0 1 0 0,-1 0 0 0 0,0 0 0 0 0,1 0-1 0 0,-1 0 1 0 0,1 0 0 0 0,-1 0 0 0 0,0 0-1 0 0,1 0 1 0 0,-1-1 0 0 0,1 1 0 0 0,-1 0-1 0 0,1 0 1 0 0,-1-1 0 0 0,1 1 0 0 0,-1 0-1 0 0,1-1 1 0 0,-1 1 0 0 0,1 0 0 0 0,-1-1-1 0 0,1 1 1 0 0,0-1 0 0 0,-1 1 0 0 0,1-1-1 0 0,-1 1 1 0 0,1-1 0 0 0,0 1 0 0 0,0-1 0 0 0,-1 1-1 0 0,1-1 1 0 0,0 1 0 0 0,0-2 0 0 0,0 0 21 0 0,0 0 0 0 0,0 0 0 0 0,0 1 0 0 0,0-1 0 0 0,0 0 0 0 0,0 0 0 0 0,-1 0 0 0 0,1 0 0 0 0,-1 1 1 0 0,1-1-1 0 0,-1 0 0 0 0,0 1 0 0 0,1-1 0 0 0,-1 0 0 0 0,0 1 0 0 0,0-1 0 0 0,0 1 0 0 0,0-1 0 0 0,0 1 1 0 0,-1-1-1 0 0,1 1 0 0 0,0 0 0 0 0,-1 0 0 0 0,1-1 0 0 0,-3 0 0 0 0,-3-3 30 0 0,7 4-33 0 0,-1 0 0 0 0,0 0 0 0 0,0 0 0 0 0,1 0 0 0 0,-1 0 0 0 0,1 0 0 0 0,-1-1 0 0 0,1 1 0 0 0,-1 0 0 0 0,1 0 0 0 0,0 0 0 0 0,-1-1 0 0 0,1 1 0 0 0,0 0 0 0 0,0 0 0 0 0,0-1 0 0 0,0 1 0 0 0,0 0 0 0 0,0 0 0 0 0,1-3 0 0 0,-1 3-6 0 0,0 0 1 0 0,0 0-1 0 0,0-1 0 0 0,0 1 1 0 0,0 0-1 0 0,0-1 0 0 0,0 1 0 0 0,0 0 1 0 0,0 0-1 0 0,-1-1 0 0 0,1 1 1 0 0,-1 0-1 0 0,1 0 0 0 0,-1-2 1 0 0,-8-6 77 0 0,8 9-81 0 0,0-1 0 0 0,0 0 1 0 0,0 0-1 0 0,0 0 0 0 0,0 0 0 0 0,0 1 1 0 0,0-1-1 0 0,1 0 0 0 0,-1-1 1 0 0,0 1-1 0 0,1 0 0 0 0,-1 0 1 0 0,1 0-1 0 0,-1 0 0 0 0,1 0 1 0 0,0-1-1 0 0,-1 1 0 0 0,1 0 0 0 0,0 0 1 0 0,0-1-1 0 0,0 1 0 0 0,0-2 1 0 0,0 1 10 0 0,0 1 0 0 0,0-1 0 0 0,0 0 0 0 0,0 0 0 0 0,0 0 0 0 0,0 0 0 0 0,-1 0 0 0 0,1 0 0 0 0,0 0 0 0 0,-1 1 0 0 0,0-1 0 0 0,1 0 0 0 0,-1 0 0 0 0,0 1 0 0 0,0-1 0 0 0,0 0 0 0 0,0 1 0 0 0,0-1 0 0 0,-1 1 0 0 0,1-1 0 0 0,0 1 0 0 0,-1 0 0 0 0,-1-2 0 0 0,-6-5 53 0 0,-24-26 324 0 0,31 29-352 0 0,1 0 1 0 0,-1 0 0 0 0,1-1 0 0 0,0 1-1 0 0,0 0 1 0 0,1-1 0 0 0,0 1 0 0 0,0 0-1 0 0,0-1 1 0 0,2-8 0 0 0,-1 0-24 0 0,-2 13-24 0 0,1 0 0 0 0,0 0 0 0 0,0 0 0 0 0,0-1 0 0 0,1 1 0 0 0,-1 0 1 0 0,0 0-1 0 0,0 0 0 0 0,1 0 0 0 0,-1-1 0 0 0,0 1 0 0 0,1 0 0 0 0,-1 0 0 0 0,1 0 0 0 0,0 0 0 0 0,-1 0 0 0 0,1 0 0 0 0,0 0 0 0 0,-1 0 0 0 0,1 0 0 0 0,0 1 0 0 0,0-1 0 0 0,0 0 1 0 0,0 0-1 0 0,0 1 0 0 0,0-1 0 0 0,0 0 0 0 0,0 1 0 0 0,0-1 0 0 0,2 0 0 0 0,5-3 1 0 0,-8 4-1 0 0,1 0 0 0 0,-1-1-1 0 0,1 1 1 0 0,-1 0 0 0 0,0-1 0 0 0,1 1 0 0 0,-1-1 0 0 0,0 1 0 0 0,1-1 0 0 0,-1 1-1 0 0,0-1 1 0 0,1 1 0 0 0,-1-1 0 0 0,0 1 0 0 0,0-1 0 0 0,0 1 0 0 0,1-1 0 0 0,-1 0 0 0 0,0 1-1 0 0,0-1 1 0 0,0 1 0 0 0,0-1 0 0 0,0 1 0 0 0,0-1 0 0 0,0 0 0 0 0,0 1 0 0 0,-1-1-1 0 0,1 0 1 0 0,0 0-1 0 0,0 1 1 0 0,0 0-1 0 0,-1-1 0 0 0,1 1 0 0 0,0-1 0 0 0,0 1 0 0 0,0-1 0 0 0,0 1 1 0 0,0-1-1 0 0,0 1 0 0 0,0-1 0 0 0,0 1 0 0 0,0-1 0 0 0,1 1 0 0 0,-1 0 1 0 0,0-1-1 0 0,0 1 0 0 0,0-1 0 0 0,0 1 0 0 0,1-1 0 0 0,-1 1 0 0 0,0 0 1 0 0,0-1-1 0 0,1 1 0 0 0,-1 0 0 0 0,0-1 0 0 0,1 1 0 0 0,-1 0 0 0 0,0-1 1 0 0,1 1-1 0 0,-1 0 0 0 0,1 0 0 0 0,0-1 0 0 0,-1 1 4 0 0,14-6 23 0 0,-7 0 19 0 0,-28 4 7 0 0,15-4-28 0 0,7-2-7 0 0,-1 6-16 0 0,1 1-1 0 0,-1-1 1 0 0,0 0-1 0 0,0 1 0 0 0,0-1 1 0 0,0 1-1 0 0,0-1 0 0 0,0 0 1 0 0,0 1-1 0 0,0-1 1 0 0,0 0-1 0 0,-1 1 0 0 0,1-1 1 0 0,-1 1-1 0 0,0-1 0 0 0,1 1 1 0 0,-1-1-1 0 0,0 1 1 0 0,-1-3-1 0 0,-4 0 2 0 0,4 4-1 0 0,1-1 0 0 0,0 0 0 0 0,-1 1 0 0 0,1-1 0 0 0,0 0 1 0 0,0 0-1 0 0,0 0 0 0 0,0 0 0 0 0,0 0 0 0 0,0 0 0 0 0,0 0 0 0 0,0 0 0 0 0,0-1 0 0 0,0 1 0 0 0,0 0 0 0 0,1 0 0 0 0,-1-1 0 0 0,0 1 1 0 0,1-1-1 0 0,0 1 0 0 0,-1 0 0 0 0,1-1 0 0 0,0 1 0 0 0,-1-1 0 0 0,1 1 0 0 0,0-1 0 0 0,0 1 0 0 0,1-3 0 0 0,-2 3 2 0 0,1 0 0 0 0,-1 0 0 0 0,1 0 0 0 0,-1 0 0 0 0,1 0 0 0 0,-1 0 0 0 0,0 0 0 0 0,1 0 0 0 0,-1 0 0 0 0,0 0 0 0 0,0 0 0 0 0,0 1 0 0 0,1-1 0 0 0,-1 0 0 0 0,0 1 0 0 0,0-1 0 0 0,0 0 0 0 0,0 1 0 0 0,-1-1 0 0 0,1 1 0 0 0,0-1 0 0 0,0 1-1 0 0,-2-1 1 0 0,-3-1 23 0 0,2-2 2 0 0,1 2-18 0 0,1 0 0 0 0,0 0 0 0 0,-1 0 0 0 0,1 1 0 0 0,0-1 0 0 0,-1 1 0 0 0,0-1-1 0 0,1 1 1 0 0,-1 0 0 0 0,0 0 0 0 0,-3 0 0 0 0,-59-32 295 0 0,42 26-149 0 0,0-2-1 0 0,1 0 0 0 0,0-2 1 0 0,-24-15-1 0 0,-19 5 190 0 0,44 16-240 0 0,15 4-78 0 0,1-1-1 0 0,0 1 1 0 0,-1-1-1 0 0,1 0 1 0 0,0 0-1 0 0,-8-4 1 0 0,-74-34 278 0 0,83 38-305 0 0,-1-1 0 0 0,1 1 0 0 0,-1 1-1 0 0,0-1 1 0 0,0 0 0 0 0,-6 0 0 0 0,-15-7 11 0 0,11-3 45 0 0,13 11-55 0 0,0-1-1 0 0,1 1 0 0 0,-1 0 0 0 0,0-1 0 0 0,0 1 1 0 0,0 0-1 0 0,0 0 0 0 0,0 0 0 0 0,-4-1 0 0 0,-64-18 25 0 0,-109-17 0 0 0,162 34 10 0 0,0 0 0 0 0,0-2 0 0 0,-25-10 1 0 0,-1-1 53 0 0,27 11-88 0 0,2 0 1 0 0,-1-1-1 0 0,1-1 0 0 0,0 0 1 0 0,0-1-1 0 0,1-1 0 0 0,-24-18 1 0 0,30 23 14 0 0,6 3-16 0 0,0 1-1 0 0,0 0 1 0 0,0-1 0 0 0,0 1 0 0 0,0-1 0 0 0,0 1 0 0 0,0-1 0 0 0,0 0 0 0 0,0 1-1 0 0,0-1 1 0 0,0 0 0 0 0,0 0 0 0 0,1 0 0 0 0,-1 0 0 0 0,0 1 0 0 0,0-1-1 0 0,1 0 1 0 0,-1 0 0 0 0,1 0 0 0 0,-1 0 0 0 0,1-1 0 0 0,-1 1 0 0 0,1 0 0 0 0,0 0-1 0 0,-1-1 1 0 0,1 1-2 0 0,0 0 0 0 0,0 1 0 0 0,0-1 0 0 0,0 0 0 0 0,0 1 0 0 0,-1-1 0 0 0,1 0 0 0 0,0 1 0 0 0,0-1 0 0 0,-1 0 0 0 0,1 1 0 0 0,-1-1 0 0 0,1 1 0 0 0,0-1 0 0 0,-1 1 0 0 0,1-1 0 0 0,-1 1 0 0 0,1-1 0 0 0,-1 1 0 0 0,1-1 0 0 0,-1 1 0 0 0,0 0 0 0 0,1-1 0 0 0,-1 1 0 0 0,1 0 0 0 0,-1-1 0 0 0,0 1 0 0 0,1 0 0 0 0,-1 0 0 0 0,0 0 0 0 0,1 0 0 0 0,-1 0 0 0 0,-1-1 0 0 0,1 1 0 0 0,1 0 0 0 0,-1 0 0 0 0,0 0 0 0 0,0 0 0 0 0,1 0 0 0 0,-1 0 0 0 0,0 0 0 0 0,1-1 0 0 0,-1 1 0 0 0,1 0 0 0 0,-1 0 0 0 0,0-1 0 0 0,1 1 0 0 0,-1 0 0 0 0,1-1 0 0 0,-1 1 0 0 0,1-1 0 0 0,-1 1 0 0 0,1-1 0 0 0,-1 1 0 0 0,1-1 0 0 0,-1 1 0 0 0,1-1 0 0 0,0 0 0 0 0,-1 1 0 0 0,1-1 0 0 0,0 1 0 0 0,-1-1 0 0 0,1 0 0 0 0,0 1 0 0 0,0-1 0 0 0,0 0 0 0 0,0-1 0 0 0,0 1 4 0 0,0-1 0 0 0,0 1 0 0 0,0-1-1 0 0,1 1 1 0 0,-1-1 0 0 0,1 1 0 0 0,-1-1-1 0 0,1 1 1 0 0,-1-1 0 0 0,1 1 0 0 0,0 0-1 0 0,0-1 1 0 0,0 1 0 0 0,0 0 0 0 0,0 0-1 0 0,0 0 1 0 0,0 0 0 0 0,0 0 0 0 0,0 0-1 0 0,0 0 1 0 0,3-1 0 0 0,29-13-11 0 0,-25 12 11 0 0,-7 3-4 0 0,-1 0 0 0 0,0 0 0 0 0,0 0 0 0 0,0 0 0 0 0,1 0 0 0 0,-1 0 0 0 0,0 0-1 0 0,0 0 1 0 0,0 0 0 0 0,0 0 0 0 0,1 0 0 0 0,-1 0 0 0 0,0 0 0 0 0,0-1 0 0 0,0 1-1 0 0,0 0 1 0 0,1 0 0 0 0,-1 0 0 0 0,0 0 0 0 0,0 0 0 0 0,0 0 0 0 0,0-1 0 0 0,0 1 0 0 0,0 0-1 0 0,0 0 1 0 0,1 0 0 0 0,-1 0 0 0 0,0 0 0 0 0,0-1 0 0 0,0 1 0 0 0,0 0 0 0 0,0 0 0 0 0,0 0-1 0 0,0-1 1 0 0,0 1 0 0 0,0 0 0 0 0,0 0 0 0 0,0 0 0 0 0,0 0 0 0 0,0-1 0 0 0,0 1 0 0 0,0 0-1 0 0,0 0 1 0 0,0 0 0 0 0,0-1 0 0 0,0 1 0 0 0,0 0 0 0 0,0 0 0 0 0,-1 0 0 0 0,1-1-1 0 0,2-3-24 0 0,25 3-37 0 0,-21 1 22 0 0,-6-1 40 0 0,1 0 0 0 0,0 0 0 0 0,0 0 0 0 0,-1 1 0 0 0,1-1 0 0 0,0 0 0 0 0,0 1 0 0 0,0-1 0 0 0,0 0 0 0 0,0 1 0 0 0,0-1 0 0 0,0 1 0 0 0,0 0 0 0 0,0-1 0 0 0,1 1 0 0 0,-1 0 0 0 0,0 0 0 0 0,0 0 0 0 0,0 0 0 0 0,0 0 0 0 0,0 0 0 0 0,0 0 0 0 0,1 0 0 0 0,-1 0 0 0 0,1 0 0 0 0,36 3-40 0 0,93 12-37 0 0,221 37 247 0 0,-314-38-330 0 0,-30-9 156 0 0,-28-7-845 0 0,-22-3-2086 0 0,-73-7-6003 0 0</inkml:trace>
</inkml:ink>
</file>

<file path=ppt/ink/ink1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06T18:15:06.74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3226 353 320 0 0,'0'0'1161'0'0,"0"-7"519"0"0,0 5-1653 0 0,0 1-1 0 0,1 0 1 0 0,-1 0-1 0 0,0 0 0 0 0,1 0 1 0 0,-1 0-1 0 0,1 0 1 0 0,-1-1-1 0 0,1 1 0 0 0,0 0 1 0 0,-1 0-1 0 0,1 1 1 0 0,0-1-1 0 0,0 0 0 0 0,0 0 1 0 0,0 0-1 0 0,-1 0 0 0 0,1 1 1 0 0,0-1-1 0 0,0 0 1 0 0,0 1-1 0 0,1-1 0 0 0,-1 1 1 0 0,1-1-1 0 0,6-4 75 0 0,30-28 219 0 0,-22 23-280 0 0,-9 6-11 0 0,0 0 1 0 0,-1 0-1 0 0,1-1 0 0 0,10-10 1 0 0,-8 3 102 0 0,-8 10-103 0 0,0 0-1 0 0,1 1 1 0 0,-1-1-1 0 0,1 0 1 0 0,-1 1-1 0 0,1-1 1 0 0,0 0-1 0 0,-1 1 1 0 0,1 0-1 0 0,0 0 1 0 0,0-1-1 0 0,0 1 1 0 0,0 0-1 0 0,4-1 1 0 0,-4 2 48 0 0,0-1 0 0 0,-1 1 0 0 0,1 0 1 0 0,-1-1-1 0 0,1 0 0 0 0,0 1 0 0 0,-1-1 0 0 0,1 0 0 0 0,-1 0 0 0 0,0 0 1 0 0,1 0-1 0 0,-1 0 0 0 0,0 0 0 0 0,1 0 0 0 0,-1 0 0 0 0,0-1 1 0 0,0 1-1 0 0,0 0 0 0 0,0-1 0 0 0,0 1 0 0 0,0-1 0 0 0,-1 1 0 0 0,1-1 1 0 0,0 1-1 0 0,-1-1 0 0 0,1 0 0 0 0,-1 1 0 0 0,0-1 0 0 0,1 0 1 0 0,-1 1-1 0 0,0-1 0 0 0,0 0 0 0 0,0 0 0 0 0,0 1 0 0 0,0-1 0 0 0,-1-2 1 0 0,0 3-28 0 0,0 0 0 0 0,0 0 1 0 0,0 0-1 0 0,1 0 1 0 0,-1 0-1 0 0,-1 1 1 0 0,1-1-1 0 0,0 0 0 0 0,0 0 1 0 0,0 1-1 0 0,0-1 1 0 0,0 1-1 0 0,-1-1 0 0 0,1 1 1 0 0,0 0-1 0 0,0-1 1 0 0,-1 1-1 0 0,1 0 1 0 0,0 0-1 0 0,-2 0 0 0 0,1-1 105 0 0,-31-11 974 0 0,0 2-1 0 0,0 1 0 0 0,-65-8 0 0 0,23 4-145 0 0,-149-15 724 0 0,99 15-1093 0 0,-336-29 1067 0 0,387 40-1678 0 0,0 3-1 0 0,0 3 1 0 0,1 3 0 0 0,-121 29 0 0 0,47-8 23 0 0,133-24-2 0 0,0-2-1 0 0,0 0 1 0 0,-21 0 0 0 0,-29 2-79 0 0,-159 11 615 0 0,206-15-567 0 0,-5 0 112 0 0,0 0 0 0 0,-1-2 1 0 0,-24-4-1 0 0,33 3-98 0 0,7 1 4 0 0,-1 1 1 0 0,1 0-1 0 0,0 1 1 0 0,-1-1 0 0 0,-10 2-1 0 0,-11-1-7 0 0,-18 3 123 0 0,-90 16-1 0 0,99-7-126 0 0,32-11 15 0 0,0 0 0 0 0,0 0-1 0 0,0 0 1 0 0,1 1-1 0 0,-1 0 1 0 0,0 0-1 0 0,1 1 1 0 0,-1-1-1 0 0,1 1 1 0 0,-9 6 0 0 0,3-3 11 0 0,0-1 1 0 0,-1-1-1 0 0,0 0 1 0 0,-12 3-1 0 0,-31 10 42 0 0,40-11-68 0 0,-3 1 6 0 0,0 0-1 0 0,0 2 0 0 0,0 0 0 0 0,-20 15 0 0 0,12-4-5 0 0,20-16 0 0 0,0 0 0 0 0,0 0 0 0 0,1 1 0 0 0,0 0 0 0 0,-6 7 0 0 0,4-2 0 0 0,6-8 0 0 0,0 0 0 0 0,0-1 0 0 0,0 1 0 0 0,0-1 0 0 0,-1 1 0 0 0,1-1 0 0 0,0 1 0 0 0,-1-1 0 0 0,1 0 0 0 0,0 0 0 0 0,-1 1 0 0 0,0-1 0 0 0,1 0 0 0 0,-1 0 0 0 0,0-1 0 0 0,1 1 0 0 0,-1 0 0 0 0,0-1 0 0 0,-3 2 0 0 0,-5 0-5 0 0,9-2 4 0 0,0 0-1 0 0,0 1 1 0 0,0-1-1 0 0,0 0 0 0 0,0 0 1 0 0,0 0-1 0 0,1 1 1 0 0,-1-1-1 0 0,0 0 0 0 0,0 1 1 0 0,0-1-1 0 0,0 1 1 0 0,0-1-1 0 0,0 1 1 0 0,1-1-1 0 0,-1 1 0 0 0,0 0 1 0 0,1-1-1 0 0,-1 1 1 0 0,0 0-1 0 0,1 0 0 0 0,-1-1 1 0 0,1 1-1 0 0,-1 0 1 0 0,1 0-1 0 0,-1 0 1 0 0,1 0-1 0 0,0 0 0 0 0,-1 0 1 0 0,1 0-1 0 0,0 0 1 0 0,0 0-1 0 0,0 0 1 0 0,-1-1-1 0 0,1 1 0 0 0,0 0 1 0 0,0 0-1 0 0,1 2 1 0 0,-1-2 0 0 0,-1 0 1 0 0,1 0-1 0 0,0 0 1 0 0,0-1 0 0 0,-1 1-1 0 0,1 0 1 0 0,0 0 0 0 0,-1 0-1 0 0,1-1 1 0 0,-1 1-1 0 0,1 0 1 0 0,-1-1 0 0 0,0 1-1 0 0,1 0 1 0 0,-1-1 0 0 0,0 1-1 0 0,1-1 1 0 0,-1 1-1 0 0,0-1 1 0 0,0 1 0 0 0,1-1-1 0 0,-1 1 1 0 0,0-1-1 0 0,0 0 1 0 0,0 1 0 0 0,0-1-1 0 0,-1 0 1 0 0,-7 5 11 0 0,-2 12 42 0 0,4-10-61 0 0,0-1 1 0 0,0 0-1 0 0,0-1 0 0 0,-1 0 1 0 0,1 0-1 0 0,-10 4 1 0 0,9-6-21 0 0,7-3 24 0 0,0 0-1 0 0,0 0 0 0 0,0 1 0 0 0,-1-1 1 0 0,1 0-1 0 0,0 1 0 0 0,0-1 0 0 0,0 1 1 0 0,0-1-1 0 0,0 1 0 0 0,0 0 0 0 0,0-1 1 0 0,0 1-1 0 0,0 0 0 0 0,0 0 0 0 0,0 0 1 0 0,0 0-1 0 0,1 0 0 0 0,-1 0 1 0 0,0 0-1 0 0,0 0 0 0 0,1 0 0 0 0,-1 0 1 0 0,1 0-1 0 0,-1 0 0 0 0,1 0 0 0 0,-1 3 1 0 0,1-3-2 0 0,-1 0 1 0 0,0 0-1 0 0,1 0 1 0 0,-1 0-1 0 0,0 0 1 0 0,0-1-1 0 0,0 1 1 0 0,1 0-1 0 0,-1 0 1 0 0,0-1-1 0 0,0 1 1 0 0,0 0-1 0 0,0-1 1 0 0,0 1-1 0 0,-1-1 1 0 0,1 1-1 0 0,0-1 1 0 0,0 0-1 0 0,0 0 1 0 0,0 1-1 0 0,0-1 1 0 0,-2 0-1 0 0,-1 1-28 0 0,-7 13-19 0 0,-5 1 123 0 0,12-11-44 0 0,-1 0 1 0 0,1 1-1 0 0,0-1 0 0 0,0 1 0 0 0,0 0 0 0 0,-4 6 1 0 0,7-8-23 0 0,0 0 0 0 0,0-1 1 0 0,0 1-1 0 0,-1 0 1 0 0,1-1-1 0 0,-1 1 1 0 0,1-1-1 0 0,-1 0 1 0 0,0 1-1 0 0,0-1 0 0 0,0 0 1 0 0,-1 0-1 0 0,1 0 1 0 0,0-1-1 0 0,-1 1 1 0 0,1 0-1 0 0,-5 1 1 0 0,1 1-18 0 0,1 1 1 0 0,-1-1 0 0 0,1 1 0 0 0,0 0 0 0 0,0 1 0 0 0,1-1 0 0 0,-1 1 0 0 0,1 0-1 0 0,-6 11 1 0 0,-6 8 160 0 0,-38 33-41 0 0,53-56-105 0 0,0 0 0 0 0,0-1 0 0 0,0 1 0 0 0,1 0 0 0 0,-1-1 1 0 0,1 1-1 0 0,-1 0 0 0 0,1 0 0 0 0,-1 0 0 0 0,1-1 0 0 0,0 1 0 0 0,0 0 0 0 0,0 0 0 0 0,0 0 1 0 0,1 3-1 0 0,-1-3 4 0 0,0 0 1 0 0,0 0 0 0 0,0 0-1 0 0,0 0 1 0 0,0 0 0 0 0,0 0-1 0 0,-1 1 1 0 0,1-1-1 0 0,-1 0 1 0 0,1 0 0 0 0,-1 0-1 0 0,-1 2 1 0 0,-7 8 3 0 0,9-12-9 0 0,-1 0-1 0 0,1 1 0 0 0,0-1 0 0 0,-1 0 0 0 0,1 0 0 0 0,0 1 0 0 0,-1-1 0 0 0,1 0 0 0 0,0 1 0 0 0,0-1 0 0 0,0 0 0 0 0,-1 1 0 0 0,1-1 0 0 0,0 0 0 0 0,0 1 0 0 0,0-1 0 0 0,0 1 0 0 0,0-1 0 0 0,-1 0 0 0 0,1 1 0 0 0,0-1 0 0 0,0 1 0 0 0,0-1 1 0 0,0 0-1 0 0,0 1 0 0 0,0-1 0 0 0,0 1 0 0 0,1-1 0 0 0,-1 0 0 0 0,0 1 0 0 0,0-1 0 0 0,0 0 0 0 0,0 1 0 0 0,0-1 0 0 0,1 1 0 0 0,-1-1 0 0 0,0 0 0 0 0,0 1 0 0 0,1-1 0 0 0,-1 0 0 0 0,0 0 0 0 0,0 1 0 0 0,1-1 0 0 0,-1 0 0 0 0,0 0 0 0 0,1 1 1 0 0,-1-1-1 0 0,0 0 0 0 0,1 0 0 0 0,-1 0 0 0 0,0 1 0 0 0,1-1 0 0 0,6 6 0 0 0,-6-3-4 0 0,1-1 0 0 0,-1 0 1 0 0,0 0-1 0 0,-1 1 0 0 0,1-1 0 0 0,0 0 0 0 0,-1 1 0 0 0,1-1 0 0 0,-1 0 0 0 0,0 1 0 0 0,1-1 0 0 0,-1 1 0 0 0,0-1 0 0 0,-1 1 0 0 0,1-1 0 0 0,0 1 0 0 0,-2 4 0 0 0,1-5 8 0 0,1 1-1 0 0,-1 0 1 0 0,1 0 0 0 0,-1 0-1 0 0,1 0 1 0 0,0 0-1 0 0,1-1 1 0 0,-1 1 0 0 0,0 0-1 0 0,1 0 1 0 0,-1 0 0 0 0,1 0-1 0 0,0-1 1 0 0,0 1-1 0 0,2 4 1 0 0,19 11 9 0 0,-22-18-13 0 0,1 1-1 0 0,-1-1 1 0 0,0 0-1 0 0,1 1 1 0 0,-1-1-1 0 0,1 0 1 0 0,-1 1-1 0 0,0-1 1 0 0,0 1-1 0 0,1-1 1 0 0,-1 1-1 0 0,0-1 1 0 0,0 1-1 0 0,1-1 1 0 0,-1 0-1 0 0,0 1 1 0 0,0-1-1 0 0,0 1 1 0 0,0 0-1 0 0,0-1 1 0 0,0 1-1 0 0,0-1 1 0 0,0 1-1 0 0,0-1 1 0 0,0 1-1 0 0,0 3-18 0 0,-1-2 13 0 0,1 0 1 0 0,0-1-1 0 0,0 1 1 0 0,-1 0-1 0 0,1 0 0 0 0,0-1 1 0 0,1 1-1 0 0,-1 0 1 0 0,0 0-1 0 0,0 0 0 0 0,1-1 1 0 0,-1 1-1 0 0,1 0 0 0 0,0-1 1 0 0,-1 1-1 0 0,1 0 1 0 0,2 2-1 0 0,6 2 29 0 0,-8-6-17 0 0,0 1 0 0 0,0-1 0 0 0,0 1 0 0 0,0 0 0 0 0,0-1 0 0 0,0 1 0 0 0,0 0 0 0 0,0 0 0 0 0,0-1 0 0 0,0 1 1 0 0,-1 0-1 0 0,1 0 0 0 0,0 0 0 0 0,0 0 0 0 0,-1 0 0 0 0,1 0 0 0 0,-1 1 0 0 0,1-1 0 0 0,-1 0 0 0 0,1 0 0 0 0,-1 0 0 0 0,0 0 0 0 0,0 1 0 0 0,1-1 1 0 0,-1 0-1 0 0,0 2 0 0 0,0-3-5 0 0,0 1-1 0 0,0 0 1 0 0,0-1 0 0 0,0 1 0 0 0,0 0-1 0 0,0-1 1 0 0,0 1 0 0 0,0 0 0 0 0,0 0-1 0 0,0-1 1 0 0,1 1 0 0 0,-1 0 0 0 0,0-1 0 0 0,1 1-1 0 0,-1-1 1 0 0,0 1 0 0 0,1 0 0 0 0,-1-1-1 0 0,1 1 1 0 0,-1-1 0 0 0,1 1 0 0 0,-1-1 0 0 0,1 1-1 0 0,-1-1 1 0 0,1 1 0 0 0,-1-1 0 0 0,1 0-1 0 0,0 1 1 0 0,-1-1 0 0 0,1 0 0 0 0,0 0-1 0 0,-1 1 1 0 0,1-1 0 0 0,0 0 0 0 0,-1 0 0 0 0,1 0-1 0 0,0 0 1 0 0,0 0 0 0 0,0 0-1 0 0,0 0-1 0 0,-1 0 1 0 0,1 0-1 0 0,0 1 1 0 0,-1-1-1 0 0,1 0 1 0 0,0 0-1 0 0,-1 0 1 0 0,1 1 0 0 0,0-1-1 0 0,-1 0 1 0 0,1 1-1 0 0,0-1 1 0 0,-1 0-1 0 0,1 1 1 0 0,-1-1 0 0 0,1 1-1 0 0,-1-1 1 0 0,1 1-1 0 0,-1-1 1 0 0,1 1-1 0 0,-1-1 1 0 0,0 1 0 0 0,1 0-1 0 0,-1-1 1 0 0,0 1-1 0 0,1 0 1 0 0,-1-1-1 0 0,0 1 1 0 0,0 0 0 0 0,0-1-1 0 0,1 1 1 0 0,-1 0-1 0 0,0-1 1 0 0,0 1-1 0 0,0 0 1 0 0,0-1 0 0 0,0 2-1 0 0,0 0-2 0 0,0-1 0 0 0,0 1 0 0 0,0 0 0 0 0,1 0 0 0 0,-1-1 0 0 0,1 1 0 0 0,-1-1 0 0 0,1 1 0 0 0,0 0 0 0 0,0-1 0 0 0,0 1 0 0 0,0-1 0 0 0,0 0 0 0 0,0 1 0 0 0,0-1 0 0 0,0 0 0 0 0,0 1 0 0 0,1-1 0 0 0,-1 0 0 0 0,3 2 0 0 0,4 3 13 0 0,-2-1-31 0 0,0-1 0 0 0,0 1 0 0 0,0-1 0 0 0,1-1 0 0 0,0 1 0 0 0,-1-1 0 0 0,9 2 0 0 0,17 10-65 0 0,-24-11 86 0 0,0 0 0 0 0,1 0 0 0 0,-1-1 0 0 0,1-1 0 0 0,0 1 0 0 0,0-1 0 0 0,15 1 0 0 0,28 8 0 0 0,31 13 0 0 0,36 12 0 0 0,-44-17-2 0 0,-20-6 18 0 0,118 26 70 0 0,-79-20 751 0 0,144 49 0 0 0,-208-57-616 0 0,0-2-1 0 0,51 9 1 0 0,12 2-269 0 0,-79-16 2 0 0,103 28-25 0 0,144 19 1 0 0,255-16 30 0 0,-98-35 347 0 0,-353-5-280 0 0,-50 3 1 0 0,9 0-37 0 0,-1 0-1 0 0,46-13 1 0 0,-10 1-6 0 0,-46 11-1 0 0,0 1 0 0 0,-1-2-1 0 0,21-8 1 0 0,58-19 7 0 0,-13 5-89 0 0,73-35-235 0 0,-128 52 130 0 0,-2-2 0 0 0,1 0 0 0 0,-1-1 0 0 0,23-19 1 0 0,-34 24 97 0 0,-1 1 0 0 0,2 0 0 0 0,-1 1 1 0 0,1 0-1 0 0,15-5 0 0 0,28-13-213 0 0,-29 12 187 0 0,9-6 8 0 0,-23 7 59 0 0,-9 8 54 0 0,0 0 1 0 0,0 0-1 0 0,1 0 1 0 0,-1 1-1 0 0,0-1 0 0 0,1 0 1 0 0,0 1-1 0 0,-1 0 1 0 0,4-2-1 0 0,-2 2-7 0 0,0-1 0 0 0,0-1 0 0 0,0 1 0 0 0,-1 0 0 0 0,1-1 0 0 0,4-5 0 0 0,-4 4-8 0 0,0 1 0 0 0,0 0 0 0 0,1-1 0 0 0,-1 2-1 0 0,0-1 1 0 0,1 0 0 0 0,5-1 0 0 0,10-4-34 0 0,-5 3-7 0 0,-1-1 1 0 0,1-1 0 0 0,14-9 0 0 0,-9 3-2 0 0,1 1 0 0 0,1 1 1 0 0,0 1-1 0 0,23-7 0 0 0,-7-3 1 0 0,-26 14-54 0 0,-22 6 462 0 0,-2 0-5873 0 0,6-3 4650 0 0,-16-11-4062 0 0,11 6 2443 0 0,-43-23-1956 0 0</inkml:trace>
</inkml:ink>
</file>

<file path=ppt/ink/ink1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06T18:15:34.70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184 429 880 0 0,'-27'0'2402'0'0,"20"-2"953"0"0,4-1-2589 0 0,-11 3 1538 0 0,1 0-1 0 0,-26 4 1 0 0,18-2-1571 0 0,-39 4 4136 0 0,60-6-4842 0 0,0-1 0 0 0,0 1 1 0 0,0 0-1 0 0,1 0 0 0 0,-1 0 1 0 0,0 0-1 0 0,0 0 0 0 0,0 0 1 0 0,0 0-1 0 0,0-1 0 0 0,0 1 1 0 0,0 0-1 0 0,0 0 0 0 0,0 0 1 0 0,0 0-1 0 0,0 0 0 0 0,0-1 1 0 0,0 1-1 0 0,0 0 0 0 0,0 0 1 0 0,0 0-1 0 0,0 0 0 0 0,0 0 1 0 0,0 0-1 0 0,0-1 0 0 0,0 1 1 0 0,0 0-1 0 0,0 0 0 0 0,0 0 1 0 0,0 0-1 0 0,0 0 0 0 0,0-1 1 0 0,0 1-1 0 0,0 0 0 0 0,0 0 1 0 0,0 0-1 0 0,0 0 0 0 0,-1 0 1 0 0,1 0-1 0 0,0-1 0 0 0,7 1 80 0 0,-6 0-94 0 0,-1 1-1 0 0,1-1 1 0 0,0 0-1 0 0,-1 0 0 0 0,1 0 1 0 0,0 0-1 0 0,-1 0 1 0 0,1 0-1 0 0,0 0 1 0 0,-1 0-1 0 0,1 0 1 0 0,0 0-1 0 0,-1 0 0 0 0,1-1 1 0 0,0 1-1 0 0,-1 0 1 0 0,1 0-1 0 0,-1-1 1 0 0,1 1-1 0 0,-1 0 1 0 0,1-1-1 0 0,0 1 0 0 0,-1-1 1 0 0,1 1-1 0 0,-1 0 1 0 0,0-1-1 0 0,1 1 1 0 0,-1-1-1 0 0,1 1 1 0 0,-1-1-1 0 0,0 0 0 0 0,1 1 1 0 0,-1-1-1 0 0,0 1 1 0 0,0-1-1 0 0,1 0 1 0 0,-1 1-1 0 0,0-1 1 0 0,0 0-1 0 0,0 1 0 0 0,0-1 1 0 0,0 0-1 0 0,0 1 1 0 0,0-2-1 0 0,0 1-3 0 0,1-1 0 0 0,-1 1-1 0 0,1 0 1 0 0,-1-1 0 0 0,1 1-1 0 0,-1 0 1 0 0,1-1-1 0 0,0 1 1 0 0,-1 0 0 0 0,1 0-1 0 0,0 0 1 0 0,0 0 0 0 0,0 0-1 0 0,0 0 1 0 0,0 0 0 0 0,0 0-1 0 0,2-2 1 0 0,28-16 120 0 0,-11 7-27 0 0,62-45 214 0 0,103-53 0 0 0,96-31-54 0 0,-244 126-187 0 0,19-11-3 0 0,-51 18-72 0 0,-4 6-41 0 0,-1 4 0 0 0,-12 7-24 0 0,-221 104 637 0 0,129-59-344 0 0,90-49-221 0 0,0 2 0 0 0,1 0-1 0 0,0 0 1 0 0,1 1 0 0 0,0 1-1 0 0,0 0 1 0 0,0 1 0 0 0,1 0-1 0 0,-18 22 1 0 0,1-3-13 0 0,25-27-12 0 0,0 0 0 0 0,0 1 0 0 0,1-1 0 0 0,-1 1 0 0 0,1-1 0 0 0,-1 1 0 0 0,1 0 0 0 0,0 0 0 0 0,0 0 0 0 0,0 0 0 0 0,0 0 1 0 0,1 1-1 0 0,-1-1 0 0 0,1 0 0 0 0,0 1 0 0 0,0-1 0 0 0,0 1 0 0 0,0 5 0 0 0,1 32-5371 0 0,0-20-2641 0 0</inkml:trace>
</inkml:ink>
</file>

<file path=ppt/ink/ink1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06T18:15:35.19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417 1 1441 0 0,'-86'30'4350'0'0,"68"-25"-3985"0"0,0 1 1 0 0,1 0 0 0 0,0 1-1 0 0,0 1 1 0 0,0 1 0 0 0,-15 10-1 0 0,-10 8-255 0 0,37-25-115 0 0,-1 1 1 0 0,2 0 0 0 0,-1 0 0 0 0,0 0-1 0 0,1 0 1 0 0,-1 1 0 0 0,1 0-1 0 0,0 0 1 0 0,0 0 0 0 0,1 0-1 0 0,-1 1 1 0 0,-4 8 0 0 0,4-9 9 0 0,1 1 1 0 0,-1-1-1 0 0,-1 0 1 0 0,1 0-1 0 0,0-1 1 0 0,-1 1-1 0 0,0-1 1 0 0,-7 3-1 0 0,7-3 20 0 0,0 0 1 0 0,0 1-1 0 0,0-1 0 0 0,0 1 1 0 0,1 0-1 0 0,-8 8 1 0 0,11-11-20 0 0,1-1 0 0 0,-1 1 0 0 0,1 0 0 0 0,-1 0 1 0 0,1 0-1 0 0,0-1 0 0 0,-1 1 0 0 0,1 0 1 0 0,0 0-1 0 0,0 0 0 0 0,0 0 0 0 0,-1 0 0 0 0,1-1 1 0 0,0 1-1 0 0,0 0 0 0 0,0 0 0 0 0,0 0 1 0 0,1 0-1 0 0,-1 0 0 0 0,0 0 0 0 0,0-1 0 0 0,0 1 1 0 0,1 0-1 0 0,-1 0 0 0 0,0 0 0 0 0,1 0 0 0 0,-1-1 1 0 0,1 1-1 0 0,-1 0 0 0 0,1 0 0 0 0,-1-1 1 0 0,2 2-1 0 0,1 0 45 0 0,0 1 0 0 0,0-1 0 0 0,0 1 0 0 0,1-1 0 0 0,-1 0 0 0 0,1-1 0 0 0,3 3 0 0 0,10 2 138 0 0,0-1 0 0 0,0-1-1 0 0,0 0 1 0 0,0-1 0 0 0,0-1-1 0 0,34 0 1 0 0,-33-3-75 0 0,-13 1-90 0 0,0 0-1 0 0,0 0 1 0 0,0 0 0 0 0,0-1 0 0 0,0 1-1 0 0,0-1 1 0 0,0 0 0 0 0,0-1-1 0 0,0 1 1 0 0,0-1 0 0 0,-1 0 0 0 0,1 0-1 0 0,-1-1 1 0 0,1 1 0 0 0,6-6-1 0 0,28-15 192 0 0,-31 20-173 0 0,0-1 0 0 0,0-1 0 0 0,-1 1 0 0 0,1-1 0 0 0,7-7 0 0 0,6-11 77 0 0,0-1-1 0 0,20-31 1 0 0,-26 35-115 0 0,-13 17-19 0 0,0 1 1 0 0,0-1-1 0 0,0 0 0 0 0,0 0 0 0 0,0 0 0 0 0,-1 0 0 0 0,0 0 0 0 0,1 0 0 0 0,-1 0 0 0 0,1-5 0 0 0,-2 6-41 0 0,-1-1 0 0 0,1 1 0 0 0,-1 0-1 0 0,1 0 1 0 0,-1-1 0 0 0,0 1 0 0 0,0 0 0 0 0,0 0 0 0 0,0 0 0 0 0,0 0 0 0 0,-1 0 0 0 0,-2-4 0 0 0,2 3-240 0 0,0 0 0 0 0,0 0 0 0 0,0 0 0 0 0,-1 0 0 0 0,1 0 0 0 0,-1 1 0 0 0,1-1 0 0 0,-1 1 0 0 0,-4-3 0 0 0,3 3-56 0 0,1 1 0 0 0,-1 0 0 0 0,0 0 0 0 0,0 1 1 0 0,0-1-1 0 0,0 1 0 0 0,0 0 0 0 0,1 0 0 0 0,-1 0 1 0 0,-6 1-1 0 0,-50 6-2850 0 0</inkml:trace>
</inkml:ink>
</file>

<file path=ppt/ink/ink1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06T18:15:36.95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283 250 720 0 0,'-1'1'116'0'0,"0"0"0"0"0,0 0-1 0 0,0 0 1 0 0,0 0 0 0 0,0 0-1 0 0,0-1 1 0 0,0 1 0 0 0,0 0-1 0 0,0 0 1 0 0,0-1 0 0 0,0 1-1 0 0,-1-1 1 0 0,1 1 0 0 0,0-1-1 0 0,0 0 1 0 0,-1 1 0 0 0,1-1-1 0 0,-2 0 1 0 0,-1 2 381 0 0,-12 10 1941 0 0,-5 1-421 0 0,-2-7-798 0 0,1 0 0 0 0,-26 2-1 0 0,31-6-498 0 0,1 1 0 0 0,-1 1 0 0 0,-25 9 1 0 0,41-13-719 0 0,1 1-1 0 0,0-1 1 0 0,-1 0 0 0 0,1 0 0 0 0,0 1 0 0 0,-1-1 0 0 0,1 0 0 0 0,0 0 0 0 0,0 1 0 0 0,0-1 0 0 0,-1 0 0 0 0,1 1 0 0 0,0-1 0 0 0,0 1 0 0 0,0-1 0 0 0,-1 0 0 0 0,1 1 0 0 0,0-1 0 0 0,0 0-1 0 0,0 1 1 0 0,0-1 0 0 0,0 1 0 0 0,0-1 0 0 0,0 0 0 0 0,0 1 0 0 0,0 0 3 0 0,0-1-1 0 0,0 1 1 0 0,0-1-1 0 0,0 1 1 0 0,0-1-1 0 0,0 1 1 0 0,0-1 0 0 0,0 1-1 0 0,0-1 1 0 0,-1 1-1 0 0,1-1 1 0 0,0 1-1 0 0,0-1 1 0 0,0 1-1 0 0,-1-1 1 0 0,1 0-1 0 0,0 1 1 0 0,-1-1 0 0 0,1 0-1 0 0,0 1 1 0 0,-1-1-1 0 0,1 1 1 0 0,0-1-1 0 0,-1 0 1 0 0,1 0-1 0 0,-1 1 1 0 0,-21 7 302 0 0,26-9-279 0 0,-3 1-13 0 0,1-1 0 0 0,-1 1 0 0 0,1 0 1 0 0,0 0-1 0 0,-1 0 0 0 0,1 0 1 0 0,0 0-1 0 0,-1 0 0 0 0,1 0 1 0 0,-1 0-1 0 0,1 1 0 0 0,2 0 1 0 0,-4-2 28 0 0,0 1 0 0 0,0-1 1 0 0,0 1-1 0 0,0-1 0 0 0,0 1 1 0 0,-1-1-1 0 0,1 1 0 0 0,0-1 0 0 0,1 1 1 0 0,-1-1-1 0 0,0 1 0 0 0,0-1 1 0 0,0 1-1 0 0,0-1 0 0 0,0 1 1 0 0,0-1-1 0 0,1 1 0 0 0,-1-1 1 0 0,0 1-1 0 0,0-1 0 0 0,1 1 1 0 0,-1 0-1 0 0,0-1 0 0 0,1 1 1 0 0,-1-1-1 0 0,0 1 0 0 0,1 0 1 0 0,-1-1-1 0 0,1 1 0 0 0,0-1 1 0 0,5-2 140 0 0,0 0 0 0 0,-1 0 0 0 0,1-1 1 0 0,-1 0-1 0 0,1 0 0 0 0,-1 0 0 0 0,0-1 1 0 0,5-6-1 0 0,1-4 205 0 0,-9 11-319 0 0,1 1 0 0 0,0 0 1 0 0,0-1-1 0 0,0 1 0 0 0,0 0 1 0 0,0 0-1 0 0,4-2 0 0 0,2-1 17 0 0,0 0-1 0 0,-1-1 0 0 0,0 0 1 0 0,0 0-1 0 0,-1-1 0 0 0,0 0 1 0 0,0-1-1 0 0,-1 1 0 0 0,0-1 1 0 0,6-12-1 0 0,-7 5-14 0 0,-4 12-54 0 0,0 0-1 0 0,1 1 1 0 0,-1-1-1 0 0,1 0 1 0 0,-1 1 0 0 0,1-1-1 0 0,0 1 1 0 0,0 0-1 0 0,1 0 1 0 0,-1-1 0 0 0,1 2-1 0 0,-1-1 1 0 0,6-4-1 0 0,52-55 463 0 0,-55 48-307 0 0,-4 10 4 0 0,-1 6 30 0 0,0-1 179 0 0,5-1-294 0 0,185-11 147 0 0,9 4-2117 0 0,75 4-8531 0 0,-165 3 3404 0 0</inkml:trace>
</inkml:ink>
</file>

<file path=ppt/ink/ink1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06T18:15:37.62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351 123 2641 0 0,'10'-12'1166'0'0,"1"-1"1"0"0,0 1-1 0 0,1 1 0 0 0,1 0 0 0 0,-1 1 1 0 0,17-10-1 0 0,-2 1 768 0 0,-26 18-1815 0 0,0 0 0 0 0,0 0 1 0 0,0 0-1 0 0,0 0 0 0 0,0 0 0 0 0,1 0 0 0 0,-1 0 0 0 0,0 0 1 0 0,0 0-1 0 0,1 0 0 0 0,-1 1 0 0 0,1-1 0 0 0,-1 1 0 0 0,1-1 1 0 0,-1 1-1 0 0,1-1 0 0 0,-1 1 0 0 0,1 0 0 0 0,-1 0 0 0 0,3 0 1 0 0,-1 0 125 0 0,-3 0-206 0 0,1 0 1 0 0,-1 0-1 0 0,1 1 0 0 0,-1-1 0 0 0,0 0 1 0 0,1 1-1 0 0,-1-1 0 0 0,1 0 0 0 0,-1 1 1 0 0,0-1-1 0 0,1 1 0 0 0,-1-1 0 0 0,0 1 1 0 0,0-1-1 0 0,1 1 0 0 0,-1-1 0 0 0,0 1 1 0 0,0-1-1 0 0,0 1 0 0 0,1-1 0 0 0,-1 1 1 0 0,0-1-1 0 0,0 1 0 0 0,0-1 0 0 0,0 1 1 0 0,0-1-1 0 0,0 1 0 0 0,0-1 1 0 0,0 1-1 0 0,0-1 0 0 0,-1 1 0 0 0,1-1 1 0 0,0 1-1 0 0,0-1 0 0 0,-1 1 0 0 0,1 5 149 0 0,1 22 158 0 0,-1-20-278 0 0,1 1 0 0 0,-2 0 1 0 0,1 0-1 0 0,-1 0 0 0 0,0-1 0 0 0,-1 1 1 0 0,0 0-1 0 0,-4 11 0 0 0,2-12-10 0 0,-1 1 1 0 0,0 0-1 0 0,-9 11 0 0 0,-1 1 29 0 0,-2 24 20 0 0,-4-9-80 0 0,10 3 26 0 0,-11-4-26 0 0,16-23 66 0 0,0-1 1 0 0,-15 19-1 0 0,13-20-144 0 0,9-15-159 0 0,1-11 44 0 0,-2-38 473 0 0,0 53-300 0 0,0 0-1 0 0,0 0 1 0 0,-1 0-1 0 0,1 0 1 0 0,0-1 0 0 0,-1 1-1 0 0,1 0 1 0 0,0 0-1 0 0,-1 0 1 0 0,1 0 0 0 0,-1 0-1 0 0,1 0 1 0 0,-1 1-1 0 0,0-1 1 0 0,1 0 0 0 0,-1 0-1 0 0,0 0 1 0 0,0 0 0 0 0,0 1-1 0 0,0-1 1 0 0,1 0-1 0 0,-1 1 1 0 0,0-1 0 0 0,0 1-1 0 0,0-1 1 0 0,0 1-1 0 0,0 0 1 0 0,0-1 0 0 0,-2 1-1 0 0,-3-3 23 0 0,0 0-7 0 0,0 0 1 0 0,0 1 0 0 0,0 0 0 0 0,0 0 0 0 0,0 0 0 0 0,0 1-1 0 0,0 0 1 0 0,-1 0 0 0 0,1 1 0 0 0,0 0 0 0 0,0 0-1 0 0,-1 0 1 0 0,1 1 0 0 0,0 0 0 0 0,-1 0 0 0 0,1 0-1 0 0,-10 5 1 0 0,-5 1 81 0 0,1 1 0 0 0,-1 1 1 0 0,-25 17-1 0 0,38-23-57 0 0,1 2 1 0 0,0-1 0 0 0,0 1-1 0 0,0 0 1 0 0,0 1 0 0 0,1-1-1 0 0,0 1 1 0 0,0 0-1 0 0,0 1 1 0 0,1 0 0 0 0,0 0-1 0 0,0 0 1 0 0,-5 12 0 0 0,9-17-51 0 0,0 0 1 0 0,1 1 0 0 0,0-1 0 0 0,-1 0-1 0 0,1 0 1 0 0,0 0 0 0 0,0 1-1 0 0,0-1 1 0 0,1 0 0 0 0,-1 0 0 0 0,0 0-1 0 0,1 1 1 0 0,0-1 0 0 0,-1 0 0 0 0,1 0-1 0 0,0 0 1 0 0,0 0 0 0 0,0 0-1 0 0,0 0 1 0 0,0-1 0 0 0,1 1 0 0 0,-1 0-1 0 0,1 0 1 0 0,-1-1 0 0 0,1 1-1 0 0,-1-1 1 0 0,1 1 0 0 0,0-1 0 0 0,0 0-1 0 0,0 0 1 0 0,0 0 0 0 0,0 0 0 0 0,0 0-1 0 0,0 0 1 0 0,3 1 0 0 0,6 2-76 0 0,0-1 1 0 0,-1 0-1 0 0,1 0 1 0 0,0-1-1 0 0,13 1 1 0 0,-11-2-557 0 0,1 0 1 0 0,-1 0-1 0 0,1-2 1 0 0,0 1-1 0 0,18-5 1 0 0,-2 0-742 0 0,-18 4 776 0 0,-4 0-195 0 0,1 0 0 0 0,-1 0 1 0 0,1-1-1 0 0,-1 0 0 0 0,1 0 0 0 0,-1-1 0 0 0,0 0 0 0 0,0 0 1 0 0,9-6-1 0 0,16-16-3488 0 0</inkml:trace>
</inkml:ink>
</file>

<file path=ppt/ink/ink1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06T18:15:38.16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515 572 1681 0 0,'-4'5'5544'0'0,"-4"-3"-3850"0"0,-7-3-1154 0 0,15 1-8 0 0,-107 5 4256 0 0,76-2-4189 0 0,-42 10 0 0 0,58-9-552 0 0,-1 0 1 0 0,1 1 0 0 0,0 1-1 0 0,0 0 1 0 0,0 1 0 0 0,1 0-1 0 0,0 2 1 0 0,1-1 0 0 0,-1 2-1 0 0,-14 14 1 0 0,18-14 87 0 0,0 2 0 0 0,1-1 0 0 0,1 1 1 0 0,-11 20-1 0 0,4-7 29 0 0,12-21-145 0 0,-1 2 25 0 0,0 1 0 0 0,0 0-1 0 0,0-1 1 0 0,1 1 0 0 0,0 0 0 0 0,-3 12 0 0 0,6-18-47 0 0,0 1 1 0 0,0 0 0 0 0,0 0-1 0 0,0-1 1 0 0,0 1 0 0 0,0 0 0 0 0,0-1-1 0 0,1 1 1 0 0,-1 0 0 0 0,1-1-1 0 0,-1 1 1 0 0,1-1 0 0 0,0 1-1 0 0,-1-1 1 0 0,1 1 0 0 0,0-1 0 0 0,0 1-1 0 0,0-1 1 0 0,0 0 0 0 0,0 1-1 0 0,0-1 1 0 0,0 0 0 0 0,1 0-1 0 0,-1 0 1 0 0,0 0 0 0 0,1 0-1 0 0,-1 0 1 0 0,1 0 0 0 0,-1-1 0 0 0,1 1-1 0 0,-1 0 1 0 0,1-1 0 0 0,0 1-1 0 0,-1-1 1 0 0,1 0 0 0 0,2 1-1 0 0,1 0-69 0 0,0 1 0 0 0,-1-1 0 0 0,1-1-1 0 0,0 1 1 0 0,0-1 0 0 0,9 0 0 0 0,-5-1-179 0 0,0-1 0 0 0,0 0 0 0 0,0-1 0 0 0,16-7 0 0 0,0-1-151 0 0,-5 4 10 0 0,0-2 0 0 0,-1 0 0 0 0,0-1 0 0 0,34-25 0 0 0,-1-5 78 0 0,-3-2-1 0 0,-1-1 0 0 0,-2-3 0 0 0,42-55 0 0 0,-18 15 699 0 0,51-69 673 0 0,-116 145-872 0 0,1 0 0 0 0,-1 0 1 0 0,-1-1-1 0 0,0 1 0 0 0,-1-1 0 0 0,0 0 0 0 0,0 0 0 0 0,1-19 1 0 0,-1-6 1084 0 0,-4-49 0 0 0,0 29 286 0 0,1 55-1623 0 0,0 2 47 0 0,0 0-1 0 0,0-1 1 0 0,0 1 0 0 0,0-1 0 0 0,0 1-1 0 0,0 0 1 0 0,0-1 0 0 0,0 1 0 0 0,0-1-1 0 0,0 1 1 0 0,-1-1 0 0 0,1 1-1 0 0,0 0 1 0 0,0-1 0 0 0,-1 1 0 0 0,1-1-1 0 0,0 1 1 0 0,-1-1 0 0 0,1 1 0 0 0,0-1-1 0 0,-1 1 1 0 0,1-1 0 0 0,-1 0-1 0 0,0 1 1 0 0,0 0 22 0 0,-1 0 1 0 0,0 0-1 0 0,1 0 1 0 0,-1 1-1 0 0,1-1 0 0 0,0 0 1 0 0,-1 1-1 0 0,1-1 0 0 0,0 1 1 0 0,0-1-1 0 0,0 1 0 0 0,0 0 1 0 0,-2 2-1 0 0,-20 34 232 0 0,-17 12 39 0 0,18-24-88 0 0,0 2 0 0 0,2 0 0 0 0,-18 33 1 0 0,-5 37 454 0 0,-12-1 107 0 0,12 0-93 0 0,16-43-440 0 0,-40 87 693 0 0,61-124-974 0 0,0 0 0 0 0,1 1 0 0 0,0-1 1 0 0,2 1-1 0 0,0 0 0 0 0,0 25 0 0 0,8-54-3935 0 0,22-19-5282 0 0</inkml:trace>
</inkml:ink>
</file>

<file path=ppt/ink/ink1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06T18:15:39.46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1137 240 640 0 0,'-1'-13'3220'0'0,"1"9"-2940"0"0,-1 1 1 0 0,1-1 0 0 0,-1 0 0 0 0,1 1-1 0 0,0-1 1 0 0,0 1 0 0 0,1-1 0 0 0,-1 1-1 0 0,1-1 1 0 0,0 0 0 0 0,0 1 0 0 0,0 0-1 0 0,3-7 1 0 0,31-18-734 0 0,1 1-1 0 0,77-42 1 0 0,-84 52 311 0 0,-23 13 399 0 0,1-1-1 0 0,0 1 1 0 0,0 1-1 0 0,1-1 1 0 0,-1 1-1 0 0,14-3 1 0 0,-35 7 631 0 0,1 1 0 0 0,-1 0 0 0 0,0 2 0 0 0,-24 8 0 0 0,-58 27 328 0 0,62-23-666 0 0,2 2 0 0 0,0 1 0 0 0,-34 25 1 0 0,-212 126 3264 0 0,72-48-3482 0 0,-206 134-213 0 0,387-241-248 0 0,10-6-212 0 0,0 0 0 0 0,1 0 0 0 0,0 2 0 0 0,1 0 0 0 0,0 0 0 0 0,-14 18 0 0 0,-1 4-5476 0 0,23-17-3428 0 0</inkml:trace>
</inkml:ink>
</file>

<file path=ppt/ink/ink1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06T18:15:40.30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1346 63 320 0 0,'0'-2'151'0'0,"0"1"0"0"0,0 0 0 0 0,0-1 0 0 0,0 1 0 0 0,0-1 0 0 0,0 1 0 0 0,0-1 0 0 0,-1 1 0 0 0,1-1 0 0 0,0 1 0 0 0,-1-1 0 0 0,0 1 0 0 0,1 0 0 0 0,-1-1 0 0 0,0 1 0 0 0,1 0 0 0 0,-3-3 0 0 0,-1 2 93 0 0,0 0 1 0 0,1 0-1 0 0,-2 0 1 0 0,1 0-1 0 0,0 0 0 0 0,-8-1 1 0 0,2 0 23 0 0,-1-1 44 0 0,0 1 0 0 0,0 0 1 0 0,-1 1-1 0 0,1 0 1 0 0,-1 1-1 0 0,-13 1 0 0 0,19-1-220 0 0,-248 0 3350 0 0,210 4-2876 0 0,1 2 0 0 0,-1 2 0 0 0,1 2-1 0 0,-50 17 1 0 0,87-24-475 0 0,-1 0-1 0 0,1 1 0 0 0,0 0 1 0 0,0 0-1 0 0,0 0 1 0 0,1 1-1 0 0,-1 0 1 0 0,-6 5-1 0 0,14-6-73 0 0,0-1 1 0 0,0 0-1 0 0,1 0 0 0 0,-1 0 0 0 0,0 0 1 0 0,1-1-1 0 0,-1 1 0 0 0,1-1 1 0 0,-1 1-1 0 0,1-1 0 0 0,0 0 1 0 0,4 1-1 0 0,44 18 105 0 0,-43-18-104 0 0,0 0 1 0 0,0 0-1 0 0,1 0 1 0 0,-1-2-1 0 0,11 1 1 0 0,-11-1-1 0 0,0 1 1 0 0,0 0-1 0 0,0 0 0 0 0,0 0 1 0 0,0 1-1 0 0,9 4 1 0 0,8 1 40 0 0,0-1 1 0 0,0-1-1 0 0,33 2 1 0 0,-29-4 52 0 0,-1 1 0 0 0,43 12-1 0 0,-50-5 120 0 0,-20-11-202 0 0,-1 1 1 0 0,1-1-1 0 0,-1 1 1 0 0,1-1-1 0 0,-1 1 0 0 0,0 0 1 0 0,1-1-1 0 0,-1 1 1 0 0,0-1-1 0 0,0 1 1 0 0,1 0-1 0 0,-1-1 0 0 0,0 1 1 0 0,0 0-1 0 0,0-1 1 0 0,0 1-1 0 0,0 0 1 0 0,1-1-1 0 0,-1 1 1 0 0,0 0-1 0 0,-1-1 0 0 0,1 2 1 0 0,-1 1 81 0 0,-1 0 0 0 0,0 0 0 0 0,0 0 0 0 0,0-1 1 0 0,-1 1-1 0 0,1 0 0 0 0,-1-1 0 0 0,1 0 0 0 0,-1 1 0 0 0,0-1 0 0 0,1 0 1 0 0,-1 0-1 0 0,0-1 0 0 0,-7 3 0 0 0,-38 20 367 0 0,-2-4-1 0 0,-1-1 1 0 0,0-2-1 0 0,-1-3 1 0 0,-58 9 0 0 0,-283 19 44 0 0,358-40-549 0 0,-98 2 188 0 0,112-5-393 0 0,0 0 0 0 0,0-2-1 0 0,0 0 1 0 0,-20-7 0 0 0,24 4-1199 0 0,17 6 1381 0 0,0 0 0 0 0,0-1 0 0 0,-1 1-1 0 0,1 0 1 0 0,0 0 0 0 0,0 0 0 0 0,0 0 0 0 0,0 0-1 0 0,-1 0 1 0 0,1 0 0 0 0,0-1 0 0 0,0 1-1 0 0,0 0 1 0 0,0 0 0 0 0,0 0 0 0 0,0 0-1 0 0,0 0 1 0 0,-1-1 0 0 0,1 1 0 0 0,0 0 0 0 0,0 0-1 0 0,0 0 1 0 0,0-1 0 0 0,0 1 0 0 0,0 0-1 0 0,0 0 1 0 0,0 0 0 0 0,0 0 0 0 0,0-1-1 0 0,0 1 1 0 0,0 0 0 0 0,0 0 0 0 0,0 0 0 0 0,0-1-1 0 0,0 1 1 0 0,0 0 0 0 0,0 0 0 0 0,0 0-1 0 0,1 0 1 0 0,-1-1 0 0 0,0 1 0 0 0,0 0-1 0 0,0 0 1 0 0,0 0 0 0 0,0 0 0 0 0,0-1 0 0 0,1 1-1 0 0,5-4-1457 0 0,1 1 0 0 0,-1 0 0 0 0,1 0-1 0 0,11-3 1 0 0,-18 6 1459 0 0</inkml:trace>
</inkml:ink>
</file>

<file path=ppt/ink/ink1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06T18:15:45.72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1066 281 720 0 0,'0'-33'7671'0'0,"0"35"-7581"0"0,-1-1 1 0 0,1 1-1 0 0,0-1 1 0 0,-1 1-1 0 0,1-1 1 0 0,-1 0-1 0 0,0 1 1 0 0,1-1-1 0 0,-1 0 1 0 0,0 0-1 0 0,0 1 1 0 0,0-1-1 0 0,0 0 1 0 0,0 0-1 0 0,0 0 1 0 0,0 0-1 0 0,0 0 1 0 0,0 0 0 0 0,-1-1-1 0 0,1 1 1 0 0,0 0-1 0 0,0 0 1 0 0,-1-1-1 0 0,1 1 1 0 0,-1-1-1 0 0,-2 1 1 0 0,-6 4 226 0 0,-24 11 82 0 0,22-11-220 0 0,-1 1 0 0 0,1 0 0 0 0,1 0-1 0 0,-1 1 1 0 0,1 1 0 0 0,1 0 0 0 0,-1 1 0 0 0,1-1 0 0 0,-12 16-1 0 0,-135 157 2330 0 0,151-172-2395 0 0,0 0 0 0 0,1 0 0 0 0,0 1-1 0 0,-5 13 1 0 0,6-12-34 0 0,-1-1 1 0 0,0 1-1 0 0,-1-1 0 0 0,-7 10 1 0 0,-8 4 20 0 0,15-17-40 0 0,-1 0 0 0 0,1 1 0 0 0,0-1 0 0 0,-8 16 0 0 0,6 1 89 0 0,7-20-127 0 0,0-1 0 0 0,0 0 0 0 0,0 1 0 0 0,-1-1-1 0 0,1 0 1 0 0,-1 0 0 0 0,1 0 0 0 0,-1 0 0 0 0,0 0-1 0 0,0 0 1 0 0,-1-1 0 0 0,1 1 0 0 0,0-1 0 0 0,-1 1-1 0 0,0-1 1 0 0,-3 3 0 0 0,-49 30 112 0 0,43-26-97 0 0,-3 3 7 0 0,-2 0 0 0 0,1-1 0 0 0,-27 13 0 0 0,25-15 49 0 0,1 0 1 0 0,1 0-1 0 0,0 2 0 0 0,-15 12 1 0 0,-17 9 17 0 0,43-29-68 0 0,0 0 1 0 0,0 0-1 0 0,0 0 0 0 0,0 1 0 0 0,1-1 1 0 0,-1 1-1 0 0,1 0 0 0 0,0 1 0 0 0,0-1 1 0 0,-6 10-1 0 0,3-3 26 0 0,0-1 0 0 0,-1 0 0 0 0,-1 0-1 0 0,0 0 1 0 0,-10 8 0 0 0,2-6-36 0 0,11-9 2 0 0,1 1 0 0 0,-1-1 1 0 0,1 2-1 0 0,0-1 1 0 0,1 0-1 0 0,-8 10 0 0 0,1 13 72 0 0,-11 0-40 0 0,12 2-54 0 0,2-15-13 0 0,6-11 1 0 0,1-1 0 0 0,-1 1 0 0 0,1-1 0 0 0,-1 1 0 0 0,1 0 0 0 0,0-1 0 0 0,0 1 0 0 0,1 0 0 0 0,-1 0 0 0 0,0 0 0 0 0,1 0 0 0 0,-1 4 1 0 0,1 6 25 0 0,0-9-6 0 0,-1 0-1 0 0,1 0 1 0 0,0 0 0 0 0,1 0-1 0 0,-1 0 1 0 0,1 0 0 0 0,0 0-1 0 0,2 7 1 0 0,5 4 31 0 0,-6-13-42 0 0,-1 0-1 0 0,1 1 0 0 0,-1 0 1 0 0,1-1-1 0 0,-1 1 0 0 0,0 0 0 0 0,0 0 1 0 0,0-1-1 0 0,-1 1 0 0 0,1 0 1 0 0,-1 0-1 0 0,1 3 0 0 0,-2-3-2 0 0,1-1 0 0 0,0 1 0 0 0,1-1 0 0 0,-1 1 0 0 0,0 0 0 0 0,1-1 0 0 0,-1 1 0 0 0,1-1 0 0 0,1 3 0 0 0,11 6-44 0 0,-3-6 4 0 0,-7 0 5 0 0,-3-5 24 0 0,0 1-1 0 0,0-1 1 0 0,0 1-1 0 0,0-1 0 0 0,0 0 1 0 0,0 1-1 0 0,1-1 1 0 0,-1 1-1 0 0,0-1 1 0 0,0 0-1 0 0,1 1 0 0 0,-1-1 1 0 0,0 0-1 0 0,1 1 1 0 0,-1-1-1 0 0,0 0 1 0 0,1 1-1 0 0,-1-1 1 0 0,0 0-1 0 0,1 0 0 0 0,-1 0 1 0 0,1 1-1 0 0,-1-1 1 0 0,0 0-1 0 0,2 0 1 0 0,58 0-76 0 0,103 0 240 0 0,-131 1-174 0 0,-1 2 1 0 0,1 1 0 0 0,-1 1-1 0 0,1 2 1 0 0,38 14 0 0 0,-43-14 47 0 0,38 6 0 0 0,7 2 111 0 0,207 40 243 0 0,-244-50-376 0 0,31 4-35 0 0,1-4-1 0 0,72-3 1 0 0,126-19 105 0 0,-122 5 266 0 0,121 3-288 0 0,282 26 0 0 0,-468-13-73 0 0,0 3 0 0 0,-1 4-1 0 0,81 21 1 0 0,-139-26-18 0 0,-1-2 0 0 0,24 4 0 0 0,15 2 97 0 0,-47-8-72 0 0,0-1-1 0 0,0 0 0 0 0,0-1 0 0 0,-1 1 0 0 0,1-2 0 0 0,14-1 1 0 0,-4 0-13 0 0,425-74 139 0 0,-231 35 204 0 0,1 9 1 0 0,232-4 0 0 0,10 56 191 0 0,-425-18-446 0 0,190 23 171 0 0,-113-5-161 0 0,-60-15-40 0 0,74-2 1 0 0,70-9 39 0 0,-173 5-55 0 0,487-33 602 0 0,-331 24-377 0 0,451-23 188 0 0,-12 26 62 0 0,-511 7-353 0 0,26 2-121 0 0,-129-2-26 0 0,0 0-1 0 0,1 0 1 0 0,-1 0 0 0 0,0 0-1 0 0,0 0 1 0 0,1 0 0 0 0,-1 0-1 0 0,0 1 1 0 0,1-1 0 0 0,-1 0-1 0 0,0 1 1 0 0,0-1 0 0 0,0 1 0 0 0,1-1-1 0 0,-1 1 1 0 0,0 0 0 0 0,0-1-1 0 0,0 1 1 0 0,0 0 0 0 0,1 1-1 0 0,-2-1 7 0 0,-1-1 0 0 0,0 1-1 0 0,1-1 1 0 0,-1 1 0 0 0,0-1-1 0 0,1 1 1 0 0,-1-1 0 0 0,0 0-1 0 0,0 1 1 0 0,1-1 0 0 0,-1 0 0 0 0,0 0-1 0 0,0 1 1 0 0,1-1 0 0 0,-1 0-1 0 0,0 0 1 0 0,0 0 0 0 0,0 0-1 0 0,1 0 1 0 0,-1 0 0 0 0,0 0-1 0 0,0 0 1 0 0,0-1 0 0 0,1 1-1 0 0,-1 0 1 0 0,-1-1 0 0 0,2-12 394 0 0,6 12-333 0 0,-2 1-52 0 0,-4 0-11 0 0,1 1-1 0 0,0-1 1 0 0,-1 0-1 0 0,1 0 1 0 0,0 1-1 0 0,-1-1 1 0 0,1 0-1 0 0,0 0 1 0 0,-1 0-1 0 0,1 0 1 0 0,0 0-1 0 0,0 0 1 0 0,-1 0-1 0 0,1 0 1 0 0,0-1-1 0 0,-1 1 1 0 0,1 0-1 0 0,0 0 1 0 0,-1-1-1 0 0,1 1 1 0 0,-1 0-1 0 0,1 0 1 0 0,0-1-1 0 0,-1 1 1 0 0,1-1-1 0 0,-1 1 1 0 0,1-1-1 0 0,-1 1 1 0 0,1-1-1 0 0,-1 1 1 0 0,1-1-1 0 0,-1 1 1 0 0,0-1-1 0 0,1 1 1 0 0,-1-1-1 0 0,0 0 1 0 0,1 1-1 0 0,-1-1 1 0 0,0 0-1 0 0,0 1 1 0 0,0-1-1 0 0,1 0 1 0 0,-1 1-1 0 0,0-2 1 0 0,1 0 4 0 0,0 0 0 0 0,0 0 0 0 0,0 0 0 0 0,0 0 1 0 0,0 0-1 0 0,0 0 0 0 0,1 1 0 0 0,-1-1 0 0 0,1 0 0 0 0,-1 1 0 0 0,1-1 0 0 0,0 1 0 0 0,0 0 1 0 0,0 0-1 0 0,-1-1 0 0 0,1 1 0 0 0,0 0 0 0 0,1 0 0 0 0,-1 1 0 0 0,2-2 0 0 0,21-13 62 0 0,-13-1-1 0 0,-9 13-56 0 0,-1-1 0 0 0,2 0 0 0 0,-1 1 0 0 0,0-1 0 0 0,8-4 0 0 0,-4 3-12 0 0,0-1 1 0 0,-1 1-1 0 0,1-1 1 0 0,-1 0-1 0 0,0-1 1 0 0,0 1-1 0 0,-1-1 1 0 0,5-8-1 0 0,0-13-1 0 0,-8 22 0 0 0,0 1 0 0 0,0-1 0 0 0,1 0 0 0 0,-1 1 0 0 0,1 0 0 0 0,1-1 0 0 0,6-7 0 0 0,-7 9 2 0 0,0 0-1 0 0,1 0 1 0 0,-2 0-1 0 0,1-1 1 0 0,0 1 0 0 0,-1-1-1 0 0,0 1 1 0 0,0-1-1 0 0,2-8 1 0 0,-2 2-2 0 0,-1 0 0 0 0,0 0 0 0 0,-1-15 1 0 0,0 19-4 0 0,1-4-31 0 0,0 8 26 0 0,-1 1 0 0 0,1-1-1 0 0,-1 1 1 0 0,0-1 0 0 0,0 1 0 0 0,0-1-1 0 0,0 1 1 0 0,-1-1 0 0 0,1 0 0 0 0,0 1 0 0 0,-1-1-1 0 0,0 1 1 0 0,0 0 0 0 0,0-1 0 0 0,0 1-1 0 0,-1-3 1 0 0,-7-1-2 0 0,8 5 4 0 0,-1 0 1 0 0,1 0-1 0 0,0 0 1 0 0,-1 0-1 0 0,1-1 1 0 0,0 1-1 0 0,0 0 0 0 0,0 0 1 0 0,0-1-1 0 0,0 1 1 0 0,0-1-1 0 0,0 1 1 0 0,1-1-1 0 0,-1 1 1 0 0,0-1-1 0 0,1 1 1 0 0,-1-1-1 0 0,1 0 0 0 0,-1 1 1 0 0,1-1-1 0 0,0 0 1 0 0,0 1-1 0 0,0-1 1 0 0,0 0-1 0 0,0 1 1 0 0,1-4-1 0 0,-1 4 3 0 0,0-1 0 0 0,0 1 1 0 0,0-1-1 0 0,0 1 0 0 0,0-1 0 0 0,0 1 0 0 0,-1 0 0 0 0,1-1 1 0 0,0 1-1 0 0,-1-1 0 0 0,1 1 0 0 0,-1-1 0 0 0,0 1 1 0 0,1 0-1 0 0,-1 0 0 0 0,0-1 0 0 0,0 1 0 0 0,0 0 0 0 0,0 0 1 0 0,0 0-1 0 0,0 0 0 0 0,0 0 0 0 0,0 0 0 0 0,0 0 0 0 0,0 0 1 0 0,-3-1-1 0 0,-5-4-1 0 0,8 3-15 0 0,0 0-1 0 0,0 0 1 0 0,0 0 0 0 0,0 1 0 0 0,0-1-1 0 0,0 0 1 0 0,1 0 0 0 0,0-1 0 0 0,-1 1-1 0 0,1 0 1 0 0,0 0 0 0 0,0 0 0 0 0,1 0-1 0 0,0-5 1 0 0,0-3-119 0 0,-1 10 121 0 0,0 0-1 0 0,0 0 1 0 0,0 0-1 0 0,0 1 1 0 0,0-1 0 0 0,1 0-1 0 0,-1 0 1 0 0,0 0-1 0 0,0 0 1 0 0,1 1-1 0 0,-1-1 1 0 0,0 0-1 0 0,1 0 1 0 0,-1 1 0 0 0,1-1-1 0 0,-1 0 1 0 0,1 1-1 0 0,-1-1 1 0 0,1 0-1 0 0,0 1 1 0 0,-1-1 0 0 0,1 1-1 0 0,0-1 1 0 0,-1 1-1 0 0,1-1 1 0 0,0 1-1 0 0,0-1 1 0 0,-1 1-1 0 0,1 0 1 0 0,0 0 0 0 0,1-1-1 0 0,-1 1 1 0 0,0 0 1 0 0,0-1-1 0 0,0 1 0 0 0,-1 0 0 0 0,1-1 1 0 0,0 1-1 0 0,0-1 0 0 0,0 1 0 0 0,-1 0 1 0 0,1-1-1 0 0,0 0 0 0 0,-1 1 0 0 0,1-1 1 0 0,0 1-1 0 0,-1-1 0 0 0,1 0 0 0 0,-1 0 1 0 0,1 1-1 0 0,-1-1 0 0 0,1 0 1 0 0,-1 0-1 0 0,0 1 0 0 0,1-1 0 0 0,-1 0 1 0 0,0 0-1 0 0,0 0 0 0 0,0 0 0 0 0,1 0 1 0 0,-1 0-1 0 0,0 1 0 0 0,0-3 0 0 0,0-52-610 0 0,-1 54 630 0 0,0 0 0 0 0,0 0 0 0 0,0 0-1 0 0,0 1 1 0 0,0-1 0 0 0,0 0 0 0 0,0 0 0 0 0,0 0-1 0 0,-1 1 1 0 0,1-1 0 0 0,0 1 0 0 0,0-1-1 0 0,-1 1 1 0 0,1-1 0 0 0,0 1 0 0 0,-1 0 0 0 0,1-1-1 0 0,0 1 1 0 0,-2 0 0 0 0,0 0-5 0 0,-6-5-9 0 0,0 2 1 0 0,0-1 0 0 0,-1 1-1 0 0,1 1 1 0 0,-1 0-1 0 0,-14-2 1 0 0,-32-7 43 0 0,4-4 192 0 0,33 11-131 0 0,1-2-1 0 0,0 0 1 0 0,0 0 0 0 0,-25-15-1 0 0,-278-169 2308 0 0,301 181-2062 0 0,0 1 0 0 0,-36-10 0 0 0,32 11-235 0 0,16 4-62 0 0,-37-8 196 0 0,-315-8 930 0 0,252 15-1149 0 0,-18-9 114 0 0,19 1 41 0 0,95 12-142 0 0,-65-4-168 0 0,-123 8 0 0 0,187-2 120 0 0,-132 15 125 0 0,135-17 11 0 0,-83-13-266 0 0,76 9 36 0 0,0 1 1 0 0,-35-1-1 0 0,7 1-15 0 0,35 2 104 0 0,-403-39-225 0 0,314 30 246 0 0,-58-6 0 0 0,-266 28-106 0 0,298-7 118 0 0,63-5-11 0 0,-72 11-1 0 0,115-8-45 0 0,1-1-1 0 0,-1 0 1 0 0,0-2 0 0 0,-31-2-1 0 0,-6-4-89 0 0,-81 2-1 0 0,37 2 394 0 0,-60 6-74 0 0,151-4-181 0 0,-39 0-70 0 0,0-2 0 0 0,1-3 1 0 0,-1-1-1 0 0,-49-15 0 0 0,44 12 103 0 0,-88-4 0 0 0,9 2 26 0 0,67 4-67 0 0,-93-14-31 0 0,111 17 25 0 0,41 4 1 0 0,-1 0 0 0 0,1-1 1 0 0,0 0-1 0 0,-1 0 0 0 0,1 0 0 0 0,-12-5 0 0 0,-5 1-10 0 0,1 0 0 0 0,-1 2 0 0 0,-23-1 0 0 0,7 0 7 0 0,25 2 1 0 0,0-1 1 0 0,0 0-1 0 0,-23-10 0 0 0,-25-6-21 0 0,39 15 28 0 0,-8-2-26 0 0,-39-14 0 0 0,5 3 20 0 0,27 9 76 0 0,27 5-48 0 0,-327-58 126 0 0,271 53-291 0 0,28 3 35 0 0,-56-1 0 0 0,71 6 120 0 0,-76-1 30 0 0,-118 16-1 0 0,82 4 405 0 0,131-19-439 0 0,0 1 1 0 0,0-1-1 0 0,0 0 1 0 0,0 0 0 0 0,0 0-1 0 0,0 0 1 0 0,0-1 0 0 0,-5-1-1 0 0,-11-2-12 0 0,-131-10 117 0 0,108 7 93 0 0,-10 2-107 0 0,37 5-82 0 0,11 0-13 0 0,1 0 1 0 0,0-1 0 0 0,0 1-1 0 0,-1-1 1 0 0,1 0 0 0 0,0-1-1 0 0,-6-2 1 0 0,-5-2-148 0 0,-1 5 146 0 0,-16 1-58 0 0,28-1 114 0 0,5-3-26 0 0,-5 3 13 0 0,-114-5-174 0 0,-110 6 388 0 0,72 0 599 0 0,151 0-786 0 0,12-3-1761 0 0,53-15-2521 0 0,137-30-7377 0 0</inkml:trace>
</inkml:ink>
</file>

<file path=ppt/ink/ink1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06T18:13:13.56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3 138 720 0 0,'-1'-10'1719'0'0,"1"8"-1500"0"0,-1-1 0 0 0,1 1 0 0 0,0 0 0 0 0,0 0 0 0 0,0 0 0 0 0,0-1 0 0 0,0 1 0 0 0,0 0 0 0 0,0 0 0 0 0,1 0 0 0 0,-1-1 1 0 0,1 1-1 0 0,0 0 0 0 0,0 0 0 0 0,0 0 0 0 0,1-3 0 0 0,8-1 273 0 0,-9 5-388 0 0,0 1 0 0 0,0-1 0 0 0,0 0 0 0 0,1 0 0 0 0,-1 0 0 0 0,0 1 0 0 0,0-1 0 0 0,0 0-1 0 0,-1 0 1 0 0,1 0 0 0 0,0-1 0 0 0,0 1 0 0 0,0 0 0 0 0,-1 0 0 0 0,1 0 0 0 0,-1 0 0 0 0,1-1-1 0 0,-1 1 1 0 0,1 0 0 0 0,-1-1 0 0 0,0 1 0 0 0,1 0 0 0 0,-1-1 0 0 0,0 1 0 0 0,0 0 0 0 0,0-1-1 0 0,-1-2 1 0 0,1 3-69 0 0,0 1 0 0 0,0-1 0 0 0,0 0-1 0 0,0 1 1 0 0,1-1 0 0 0,-1 0 0 0 0,0 1-1 0 0,0-1 1 0 0,0 0 0 0 0,0 1 0 0 0,1-1-1 0 0,-1 0 1 0 0,0 1 0 0 0,1-1 0 0 0,-1 0-1 0 0,0 1 1 0 0,1-1 0 0 0,-1 1-1 0 0,1-1 1 0 0,-1 1 0 0 0,1-1 0 0 0,-1 1-1 0 0,1-1 1 0 0,0 1 0 0 0,-1 0 0 0 0,1-1-1 0 0,-1 1 1 0 0,1 0 0 0 0,0-1 0 0 0,-1 1-1 0 0,1 0 1 0 0,0 0 0 0 0,-1 0 0 0 0,2-1-1 0 0,-1 1 11 0 0,0 0 0 0 0,0 0 0 0 0,0 0-1 0 0,0-1 1 0 0,0 1 0 0 0,-1-1 0 0 0,1 1 0 0 0,0 0-1 0 0,0-1 1 0 0,0 1 0 0 0,-1-1 0 0 0,1 0-1 0 0,0 1 1 0 0,-1-1 0 0 0,1 1 0 0 0,0-1 0 0 0,-1 0-1 0 0,1 0 1 0 0,-1 1 0 0 0,1-1 0 0 0,-1 0-1 0 0,1 0 1 0 0,-1 0 0 0 0,0 0 0 0 0,0 1 0 0 0,1-1-1 0 0,-1 0 1 0 0,0 0 0 0 0,0 0 0 0 0,0 0-1 0 0,0 0 1 0 0,0 0 0 0 0,0 0 0 0 0,0 0 0 0 0,0 0-1 0 0,0-5 214 0 0,0 10 139 0 0,4 11-78 0 0,4-11-294 0 0,-7-3-15 0 0,0-1 1 0 0,0 1-1 0 0,0-1 0 0 0,0 1 0 0 0,-1 0 1 0 0,1-1-1 0 0,0 1 0 0 0,0 0 1 0 0,-1-1-1 0 0,1 1 0 0 0,0 0 0 0 0,-1 0 1 0 0,1-1-1 0 0,-1 1 0 0 0,1 0 1 0 0,-1 0-1 0 0,1 0 0 0 0,-1 0 0 0 0,0 0 1 0 0,1 0-1 0 0,-1 0 0 0 0,0 0 1 0 0,0 0-1 0 0,0 0 0 0 0,1 0 0 0 0,-1 0 1 0 0,0 0-1 0 0,0 0 0 0 0,-1 2 1 0 0,1-2 0 0 0,0 0 1 0 0,0 0 0 0 0,1 0 0 0 0,-1 1 0 0 0,0-1 0 0 0,0 0 0 0 0,1 0-1 0 0,-1 0 1 0 0,1 0 0 0 0,-1 1 0 0 0,1-1 0 0 0,-1 0 0 0 0,1 0-1 0 0,0 0 1 0 0,0 0 0 0 0,-1 0 0 0 0,1 0 0 0 0,0-1 0 0 0,0 1-1 0 0,0 0 1 0 0,0 0 0 0 0,0-1 0 0 0,0 1 0 0 0,0 0 0 0 0,0-1 0 0 0,2 1-1 0 0,5 5 43 0 0,4 4 42 0 0,14 8 35 0 0,-13-10-110 0 0,0 0 0 0 0,-1 1-1 0 0,0 0 1 0 0,17 19 0 0 0,23 18 195 0 0,-28-31-190 0 0,-19-11-26 0 0,1-1 1 0 0,-1 1-1 0 0,1 0 0 0 0,8 9 0 0 0,-6-3 2 0 0,-6-7 3 0 0,-1-1 1 0 0,1 0-1 0 0,0 1 0 0 0,0-1 1 0 0,1 0-1 0 0,-1 0 1 0 0,0 0-1 0 0,1 0 0 0 0,-1-1 1 0 0,1 1-1 0 0,3 1 0 0 0,1 0 6 0 0,-6-2-11 0 0,1-1 0 0 0,-1 1 0 0 0,0-1 0 0 0,1 1 0 0 0,-1-1 0 0 0,0 1 1 0 0,1 0-1 0 0,-1 0 0 0 0,0 0 0 0 0,0 0 0 0 0,0 0 0 0 0,0 0 0 0 0,0 0 0 0 0,0 0 0 0 0,0 0 1 0 0,0 0-1 0 0,0 1 0 0 0,0-1 0 0 0,-1 0 0 0 0,1 1 0 0 0,0-1 0 0 0,-1 0 0 0 0,1 1 0 0 0,-1-1 1 0 0,1 3-1 0 0,-1-2 0 0 0,0-1 0 0 0,0 0 0 0 0,0 0 0 0 0,1 0 0 0 0,-1 0 0 0 0,0 0 0 0 0,1 0 0 0 0,-1 0 0 0 0,1 0 0 0 0,-1 0 0 0 0,1 0 0 0 0,0 0 1 0 0,-1 0-1 0 0,1 0 0 0 0,0 0 0 0 0,0 0 0 0 0,0 0 0 0 0,-1-1 0 0 0,1 1 0 0 0,0 0 0 0 0,0-1 0 0 0,0 1 0 0 0,0-1 0 0 0,0 1 0 0 0,1 0 0 0 0,8 5-15 0 0,23 32-25 0 0,-1-3 307 0 0,-28-24-255 0 0,-4-11-14 0 0,0 1 1 0 0,0-1 0 0 0,0 1-1 0 0,0-1 1 0 0,0 1 0 0 0,0-1-1 0 0,0 0 1 0 0,1 1-1 0 0,-1-1 1 0 0,0 1 0 0 0,0-1-1 0 0,0 1 1 0 0,1-1 0 0 0,-1 1-1 0 0,0-1 1 0 0,0 0 0 0 0,1 1-1 0 0,-1-1 1 0 0,0 0-1 0 0,1 1 1 0 0,-1-1 0 0 0,1 0-1 0 0,-1 1 1 0 0,0-1 0 0 0,1 0-1 0 0,-1 0 1 0 0,1 1-1 0 0,2 0 3 0 0,-2-1 3 0 0,0 0 0 0 0,1 1-1 0 0,-1-1 1 0 0,0 1-1 0 0,0-1 1 0 0,1 1-1 0 0,-1-1 1 0 0,0 1 0 0 0,0 0-1 0 0,0 0 1 0 0,0-1-1 0 0,0 1 1 0 0,0 0 0 0 0,0 0-1 0 0,0 0 1 0 0,0 0-1 0 0,0 0 1 0 0,0 0-1 0 0,-1 1 1 0 0,1-1 0 0 0,0 0-1 0 0,-1 0 1 0 0,1 0-1 0 0,-1 1 1 0 0,0-1-1 0 0,1 0 1 0 0,-1 1 0 0 0,0-1-1 0 0,0 0 1 0 0,1 1-1 0 0,-1-1 1 0 0,0 0 0 0 0,-1 1-1 0 0,1-1 1 0 0,0 0-1 0 0,-1 3 1 0 0,2-3-2 0 0,-1-1 0 0 0,0 1 0 0 0,0-1 0 0 0,1 1 0 0 0,-1-1 0 0 0,0 1 0 0 0,1-1 0 0 0,-1 1 0 0 0,1-1 0 0 0,-1 0 0 0 0,0 1 0 0 0,1-1 0 0 0,-1 1 0 0 0,1-1 1 0 0,-1 0-1 0 0,1 0 0 0 0,-1 1 0 0 0,1-1 0 0 0,0 0 0 0 0,-1 0 0 0 0,1 0 0 0 0,-1 1 0 0 0,1-1 0 0 0,-1 0 0 0 0,1 0 0 0 0,0 0 0 0 0,-1 0 0 0 0,1 0 0 0 0,-1 0 0 0 0,1 0 0 0 0,1-1 0 0 0,14 0-854 0 0,-16 0 853 0 0,0-1 1 0 0,1 1-1 0 0,-1 0 1 0 0,0 0-1 0 0,1 0 1 0 0,-1 0-1 0 0,1 0 1 0 0,0 0 0 0 0,-1 0-1 0 0,1 0 1 0 0,0 0-1 0 0,-1 0 1 0 0,1 0-1 0 0,0 1 1 0 0,0-1-1 0 0,0 0 1 0 0,0 0-1 0 0,-1 1 1 0 0,1-1-1 0 0,0 1 1 0 0,0-1-1 0 0,1 1 1 0 0,-1-1-1 0 0,1 0 1 0 0,6-3 27 0 0,-1-4 27 0 0,0 1 1 0 0,0-1 0 0 0,-1 0-1 0 0,6-10 1 0 0,20-23 46 0 0,-17 25-92 0 0,-7 10-13 0 0,-1-1 0 0 0,-1-1 1 0 0,1 1-1 0 0,-1-1 0 0 0,5-9 0 0 0,0-16-51 0 0,10 3 40 0 0,-10-2 13 0 0,1 19 3 0 0,-11 12 4 0 0,1 1 0 0 0,-1-1 0 0 0,0-1 1 0 0,0 1-1 0 0,0 0 0 0 0,0 0 0 0 0,0 0 0 0 0,0 0 1 0 0,0-1-1 0 0,-1 1 0 0 0,1 0 0 0 0,0-1 0 0 0,-1 1 0 0 0,1-1 1 0 0,-1 1-1 0 0,1-1 0 0 0,-1 1 0 0 0,0-1 0 0 0,1-2 0 0 0,-1 3-1 0 0,0 0-1 0 0,0 0 0 0 0,0-1 0 0 0,0 1 1 0 0,1 0-1 0 0,-1 0 0 0 0,1 0 0 0 0,-1 0 1 0 0,1 0-1 0 0,-1 0 0 0 0,1 0 0 0 0,0 0 1 0 0,-1 0-1 0 0,1 0 0 0 0,0 0 0 0 0,0 0 1 0 0,0 0-1 0 0,-1 0 0 0 0,1 1 0 0 0,0-1 1 0 0,0 0-1 0 0,0 1 0 0 0,0-1 0 0 0,1 0 1 0 0,-1 1-1 0 0,0 0 0 0 0,2-1 0 0 0,3-2 22 0 0,-6 2-26 0 0,1 0 0 0 0,0 1 0 0 0,-1-1 0 0 0,1 0 0 0 0,-1 0 0 0 0,1 0 0 0 0,-1 0 0 0 0,0 1 0 0 0,1-1 0 0 0,-1 0 0 0 0,0 0 0 0 0,1 0 0 0 0,-1 0 1 0 0,0 0-1 0 0,0 0 0 0 0,0 0 0 0 0,0-1 0 0 0,0-2-118 0 0,-1 12-12 0 0,1-8 129 0 0,0 1-1 0 0,0-1 1 0 0,1 1-1 0 0,-1-1 1 0 0,0 0-1 0 0,0 1 1 0 0,0-1-1 0 0,0 0 1 0 0,1 1-1 0 0,-1-1 1 0 0,0 1-1 0 0,0-1 1 0 0,1 0-1 0 0,-1 1 1 0 0,0-1-1 0 0,0 0 1 0 0,1 0-1 0 0,-1 1 1 0 0,0-1-1 0 0,1 0 1 0 0,-1 0-1 0 0,1 0 1 0 0,-1 1-1 0 0,0-1 1 0 0,1 0-1 0 0,-1 0 1 0 0,1 0-1 0 0,-1 0 1 0 0,0 0-1 0 0,1 0 1 0 0,-1 0-1 0 0,1 0 1 0 0,0 0 0 0 0,0 1 0 0 0,0-1 0 0 0,-1 0 0 0 0,1 0 0 0 0,0 0 0 0 0,-1 0 0 0 0,1 1 0 0 0,0-1 0 0 0,-1 0 1 0 0,1 1-1 0 0,0-1 0 0 0,-1 1 0 0 0,1-1 0 0 0,-1 0 0 0 0,1 1 0 0 0,0-1 0 0 0,-1 1 0 0 0,1 0 0 0 0,-1-1 0 0 0,0 1 0 0 0,1-1 1 0 0,-1 1-1 0 0,1 0 0 0 0,-1-1 0 0 0,0 1 0 0 0,0 0 0 0 0,1-1 0 0 0,-1 1 0 0 0,0 0 0 0 0,0 0 0 0 0,0-1 0 0 0,0 1 0 0 0,0 0 1 0 0,0 0-1 0 0,0 0 0 0 0,1 10-18 0 0,0-7 6 0 0,-1 0 0 0 0,1 0 0 0 0,-1 1 0 0 0,0-1 1 0 0,0 0-1 0 0,-1 0 0 0 0,1 0 0 0 0,-1 0 0 0 0,0 0 0 0 0,0 0 0 0 0,-2 6 1 0 0,-1-7 9 0 0,-11 13 15 0 0,12 15 122 0 0,3-29-136 0 0,0 0 0 0 0,0 0-1 0 0,0 0 1 0 0,-1 0-1 0 0,1 1 1 0 0,-1-1-1 0 0,1 0 1 0 0,-1 0 0 0 0,0 0-1 0 0,0 0 1 0 0,0 0-1 0 0,0-1 1 0 0,0 1-1 0 0,0 0 1 0 0,0 0-1 0 0,-1-1 1 0 0,-2 4 0 0 0,2-4-7 0 0,1 1 1 0 0,-1 0-1 0 0,1-1 1 0 0,0 1-1 0 0,-1 0 1 0 0,1 0-1 0 0,0 0 1 0 0,0 0-1 0 0,0 0 1 0 0,1 0 0 0 0,-1 0-1 0 0,0 0 1 0 0,1 0-1 0 0,-1 0 1 0 0,1 0-1 0 0,0 0 1 0 0,0 5-1 0 0,-1-4-7 0 0,1 0-1 0 0,0 0 0 0 0,-1 1 1 0 0,0-1-1 0 0,1 0 1 0 0,-1 0-1 0 0,0 0 0 0 0,-1 0 1 0 0,1 0-1 0 0,0-1 0 0 0,-1 1 1 0 0,0 0-1 0 0,-2 3 0 0 0,2-4 0 0 0,0 0-1 0 0,1 1 0 0 0,-1 0 0 0 0,1-1 1 0 0,-1 1-1 0 0,1 0 0 0 0,0 0 0 0 0,0 0 1 0 0,0 0-1 0 0,0-1 0 0 0,1 1 0 0 0,-1 0 1 0 0,1 4-1 0 0,0-5 14 0 0,-1 0 0 0 0,1 1 1 0 0,0-1-1 0 0,0 0 0 0 0,0 0 0 0 0,1 0 1 0 0,-1 0-1 0 0,0 0 0 0 0,1 0 0 0 0,0 0 1 0 0,-1 0-1 0 0,1 0 0 0 0,0 0 0 0 0,0 0 1 0 0,0 0-1 0 0,0 0 0 0 0,0-1 0 0 0,1 1 1 0 0,-1 0-1 0 0,0-1 0 0 0,1 1 0 0 0,-1-1 1 0 0,1 1-1 0 0,0-1 0 0 0,-1 0 0 0 0,1 0 1 0 0,0 0-1 0 0,0 0 0 0 0,0 0 0 0 0,0 0 1 0 0,0 0-1 0 0,0 0 0 0 0,2 0 0 0 0,6 3 3 0 0,-4-1-2 0 0,0 0 0 0 0,0-1-1 0 0,-1 0 1 0 0,1 0 0 0 0,9 1 0 0 0,3 0-23 0 0,-13-2 18 0 0,0 0-1 0 0,0 0 1 0 0,0 0-1 0 0,0-1 0 0 0,-1 0 1 0 0,1 0-1 0 0,0 0 0 0 0,0 0 1 0 0,0-1-1 0 0,0 0 0 0 0,0 0 1 0 0,-1 0-1 0 0,1-1 1 0 0,0 0-1 0 0,7-3 0 0 0,9-8 20 0 0,-6 5 8 0 0,-1-1 1 0 0,-1 0-1 0 0,16-15 1 0 0,31-24 43 0 0,-45 37-64 0 0,0 0 1 0 0,-1-1 0 0 0,13-14-1 0 0,-22 19 7 0 0,1 0-1 0 0,-2 0 0 0 0,1-1 1 0 0,6-14-1 0 0,-8 15-7 0 0,1 1 1 0 0,-1-1-1 0 0,1 1 0 0 0,0-1 0 0 0,1 1 1 0 0,6-7-1 0 0,16-15 41 0 0,-16 3-13 0 0,1 13-5 0 0,-11 11-34 0 0,1 0-1 0 0,-1 0 0 0 0,0-1 1 0 0,0 1-1 0 0,0 0 1 0 0,0 0-1 0 0,0-1 0 0 0,0 1 1 0 0,0-1-1 0 0,0 1 1 0 0,0-1-1 0 0,-1 1 0 0 0,1-1 1 0 0,-1 1-1 0 0,1-1 0 0 0,-1 0 1 0 0,0 1-1 0 0,1-1 1 0 0,-1 0-1 0 0,0 1 0 0 0,0-1 1 0 0,0 0-1 0 0,-1-1 1 0 0,-4 13-1122 0 0,-28 24-2668 0 0,-27 17-3641 0 0</inkml:trace>
</inkml:ink>
</file>

<file path=ppt/ink/ink1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06T18:13:15.53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1 599 560 0 0,'0'0'641'0'0,"5"0"-14"0"0,8 0-383 0 0,1 0 1219 0 0,-8-7-36 0 0,16 5-626 0 0,-22 3-783 0 0,0-1 0 0 0,0 0 0 0 0,0 0 1 0 0,0 0-1 0 0,0 0 0 0 0,0 0 0 0 0,0 0 1 0 0,0 0-1 0 0,1 0 0 0 0,-1 0 1 0 0,0 1-1 0 0,0-1 0 0 0,0 0 0 0 0,0 0 1 0 0,0 0-1 0 0,0 0 0 0 0,1 0 0 0 0,-1 0 1 0 0,0 0-1 0 0,0 0 0 0 0,0 0 0 0 0,0 0 1 0 0,0 0-1 0 0,0 0 0 0 0,1 0 0 0 0,-1 0 1 0 0,0 0-1 0 0,0 0 0 0 0,0 0 1 0 0,0 0-1 0 0,0-1 0 0 0,0 1 0 0 0,1 0 1 0 0,-1 0-1 0 0,0 0 0 0 0,0 0 0 0 0,0 0 1 0 0,0 0-1 0 0,0 0 0 0 0,0 0 0 0 0,0 0 1 0 0,0 0-1 0 0,1-1 0 0 0,-1 1 1 0 0,0 0-1 0 0,0 0 0 0 0,0 0 0 0 0,0 0 1 0 0,0 0-1 0 0,0 0 0 0 0,0-1 0 0 0,0 1 1 0 0,0 0-1 0 0,0 0 0 0 0,0 0 0 0 0,0 0 1 0 0,0 0-1 0 0,0 0 0 0 0,0-1 0 0 0,0 1 1 0 0,0 0-1 0 0,0 0 8 0 0,0 0 0 0 0,0-1 0 0 0,0 1 0 0 0,0 0 0 0 0,0 0 0 0 0,0 0 0 0 0,0 0 0 0 0,0-1 0 0 0,0 1 0 0 0,0 0 0 0 0,0 0 0 0 0,0 0 0 0 0,0 0 0 0 0,0-1-1 0 0,0 1 1 0 0,0 0 0 0 0,0 0 0 0 0,0 0 0 0 0,0 0 0 0 0,0 0 0 0 0,0-1 0 0 0,1 1 0 0 0,-1 0 0 0 0,0 0 0 0 0,0 0 0 0 0,0 0 0 0 0,0 0 0 0 0,0 0 0 0 0,0-1 0 0 0,1 1 0 0 0,-1 0 0 0 0,0 0 0 0 0,0 0 0 0 0,0 0 0 0 0,0 0 0 0 0,0 0 0 0 0,1 0 0 0 0,-1 0 0 0 0,0 0 0 0 0,0 0 0 0 0,0 0 0 0 0,0 0 0 0 0,1 0-1 0 0,-1 0 1 0 0,0 0 0 0 0,0 0 0 0 0,0 0 0 0 0,0 0 0 0 0,1 0 0 0 0,-1 0 0 0 0,0 0 0 0 0,0 0 0 0 0,0 0 0 0 0,22-4 308 0 0,-15-1 70 0 0,-3 1-315 0 0,-2 4-31 0 0,0 0-41 0 0,-1 0 0 0 0,0-1 0 0 0,0 1 0 0 0,1 0 0 0 0,-1 0-1 0 0,0-1 1 0 0,1 1 0 0 0,-1-1 0 0 0,0 1 0 0 0,0-1 0 0 0,0 1 0 0 0,0-1 0 0 0,1 0 0 0 0,-1 1 0 0 0,0-1 0 0 0,0 0 0 0 0,0 0 0 0 0,0 0 0 0 0,-1 0 0 0 0,2-1 0 0 0,-2 1-6 0 0,0 1 0 0 0,1-1 1 0 0,-1 0-1 0 0,0 0 0 0 0,0 1 1 0 0,0-1-1 0 0,1 1 0 0 0,-1-1 1 0 0,0 0-1 0 0,0 1 0 0 0,1-1 1 0 0,-1 1-1 0 0,1-1 0 0 0,-1 0 1 0 0,1 1-1 0 0,-1-1 0 0 0,1 1 1 0 0,-1 0-1 0 0,1-1 0 0 0,-1 1 1 0 0,1-1-1 0 0,-1 1 0 0 0,1 0 1 0 0,0-1-1 0 0,-1 1 0 0 0,1 0 1 0 0,-1 0-1 0 0,1-1 0 0 0,0 1 1 0 0,-1 0-1 0 0,2 0 0 0 0,-1 0 2 0 0,0 0-1 0 0,0 0 1 0 0,0-1-1 0 0,-1 1 1 0 0,1 0-1 0 0,0 0 1 0 0,0-1-1 0 0,-1 1 0 0 0,1-1 1 0 0,0 1-1 0 0,0 0 1 0 0,-1-1-1 0 0,1 1 1 0 0,0-1-1 0 0,-1 0 1 0 0,1 1-1 0 0,-1-1 1 0 0,1 1-1 0 0,-1-1 0 0 0,1 0 1 0 0,-1 0-1 0 0,1 1 1 0 0,-1-1-1 0 0,0 0 1 0 0,1 0-1 0 0,-1 1 1 0 0,0-1-1 0 0,0 0 1 0 0,1 0-1 0 0,-1 0 0 0 0,0 0 1 0 0,0-1-1 0 0,0 1 9 0 0,0 0 0 0 0,0-1 0 0 0,0 1 0 0 0,1 0 0 0 0,-1-1 0 0 0,0 1 0 0 0,1 0 0 0 0,-1 0 0 0 0,1-1 0 0 0,-1 1 0 0 0,1 0 0 0 0,0 0 0 0 0,0 0 0 0 0,-1 0 0 0 0,1 0 0 0 0,0 0 0 0 0,0 0 0 0 0,0 0 0 0 0,2-1 0 0 0,6-9 133 0 0,0-16 153 0 0,13-2-54 0 0,-11-6-13 0 0,-1 14-106 0 0,1 0-1 0 0,17-23 1 0 0,10-20 146 0 0,-37 61-273 0 0,0 0 0 0 0,0 0-1 0 0,0 0 1 0 0,-1 0 0 0 0,1 0 0 0 0,-1 0 0 0 0,0 0 0 0 0,0 0 0 0 0,0 0 0 0 0,0 0 0 0 0,-1-3 0 0 0,1 4-1 0 0,-1 0 0 0 0,1 0 0 0 0,0 0 1 0 0,0 0-1 0 0,0 0 0 0 0,0 0 0 0 0,0 1 0 0 0,0-1 0 0 0,0 0 0 0 0,1 0 1 0 0,-1 0-1 0 0,1 0 0 0 0,-1 1 0 0 0,1-1 0 0 0,0 0 0 0 0,-1 0 0 0 0,1 1 1 0 0,2-4-1 0 0,3-1 15 0 0,-4 4-21 0 0,0 1-1 0 0,0-1 1 0 0,0 0 0 0 0,-1 0-1 0 0,1-1 1 0 0,-1 1-1 0 0,1 0 1 0 0,-1 0 0 0 0,0-1-1 0 0,0 1 1 0 0,0-1 0 0 0,0 1-1 0 0,0-1 1 0 0,-1 1-1 0 0,1-1 1 0 0,-1 0 0 0 0,0 1-1 0 0,1-1 1 0 0,-1 0-1 0 0,-1-3 1 0 0,1-98 0 0 0,1 104-5 0 0,1-3-7 0 0,-37 0 16 0 0,7 4-4 0 0,28-1 0 0 0,0 0 0 0 0,0 0 0 0 0,0 0 0 0 0,-1 0 0 0 0,1 0 0 0 0,0 0 0 0 0,0 0 0 0 0,0 0 0 0 0,-1 0 0 0 0,1 0 0 0 0,0 0 0 0 0,0 0 0 0 0,0 1 0 0 0,-1-1 0 0 0,1 0 0 0 0,0 0 0 0 0,0 0 0 0 0,0 0 0 0 0,0 0 0 0 0,-1 0 0 0 0,1 1 0 0 0,0-1 0 0 0,0 0 0 0 0,0 0 0 0 0,0 0 0 0 0,0 0 0 0 0,0 1 0 0 0,-1-1 0 0 0,1 0 0 0 0,0 0 0 0 0,0 0 0 0 0,0 0 0 0 0,0 1 0 0 0,0-1 0 0 0,0 0 0 0 0,0 0 0 0 0,0 1 0 0 0,0-1 0 0 0,0 0 0 0 0,-1 2 0 0 0,1-1 0 0 0,-1 0 0 0 0,0 0 0 0 0,0 1 0 0 0,0-1 0 0 0,0 0 0 0 0,0 0 0 0 0,0 0 0 0 0,0 0 0 0 0,-1 0 0 0 0,1 0 0 0 0,0 0 0 0 0,-1-1 0 0 0,1 1 0 0 0,0 0 0 0 0,-1-1 0 0 0,1 1 0 0 0,-2 0 0 0 0,-1 1 0 0 0,3-2-2 0 0,0 1 1 0 0,1 0-1 0 0,-1-1 1 0 0,1 1-1 0 0,-1 0 1 0 0,1 0-1 0 0,-1 0 0 0 0,1-1 1 0 0,-1 1-1 0 0,1 0 1 0 0,0 0-1 0 0,-1 0 1 0 0,1 0-1 0 0,0 0 1 0 0,0 0-1 0 0,0 0 1 0 0,0-1-1 0 0,0 1 1 0 0,0 2-1 0 0,-4 14-21 0 0,1-13 40 0 0,-1 1-1 0 0,2-1 0 0 0,-1 1 0 0 0,0 0 0 0 0,1 0 1 0 0,0 0-1 0 0,0 1 0 0 0,0-1 0 0 0,1 0 0 0 0,0 1 1 0 0,0-1-1 0 0,0 1 0 0 0,1 8 0 0 0,-1 11 92 0 0,0-15-48 0 0,1 0 0 0 0,0 0 0 0 0,1 0-1 0 0,0 0 1 0 0,4 16 0 0 0,3-1 42 0 0,-4-13-67 0 0,0 0 0 0 0,-1 0 0 0 0,0 0 0 0 0,-1 0 0 0 0,0 1 0 0 0,-1 12 0 0 0,1 37 168 0 0,0-32-37 0 0,-2 0 0 0 0,-1 0 0 0 0,-7 49 0 0 0,-4-39-44 0 0,9-31-76 0 0,0 1 0 0 0,0 0 1 0 0,1 0-1 0 0,0 1 1 0 0,0 16-1 0 0,2 11-206 0 0,0-26-274 0 0,1-14-596 0 0,-8-21-4242 0 0,-20-7-1772 0 0</inkml:trace>
</inkml:ink>
</file>

<file path=ppt/ink/ink1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06T18:13:16.53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21 1921 0 0,'65'0'2161'0'0,"-32"0"-480"0"0,32-8-481 0 0,-32 8-239 0 0,32 0-321 0 0,-32 0-240 0 0,-1 0-400 0 0,1 0-640 0 0,0 0-881 0 0,-33-6-800 0 0,32-1-160 0 0</inkml:trace>
</inkml:ink>
</file>

<file path=ppt/ink/ink1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06T18:13:16.93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15 1441 0 0,'26'-6'1921'0'0,"6"6"2080"0"0,34-8-2240 0 0,-34 8-320 0 0,1 0-241 0 0,32 0-399 0 0,-32 8-801 0 0,32-8-1601 0 0,-65 6-1280 0 0,33-6-641 0 0,-33 7 0 0 0</inkml:trace>
</inkml:ink>
</file>

<file path=ppt/ink/ink1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06T18:13:18.62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0 480 0 0,'5'1'183'0'0,"-3"-1"-117"0"0,-1 0 0 0 0,0 0 0 0 0,0 0 0 0 0,0 0 0 0 0,0 0 0 0 0,0 0 1 0 0,0 0-1 0 0,0 1 0 0 0,0-1 0 0 0,0 0 0 0 0,0 1 0 0 0,0-1 0 0 0,0 0 1 0 0,-1 1-1 0 0,1-1 0 0 0,0 1 0 0 0,0 0 0 0 0,0-1 0 0 0,0 1 0 0 0,-1 0 1 0 0,1-1-1 0 0,0 1 0 0 0,0 0 0 0 0,-1 0 0 0 0,1-1 0 0 0,-1 1 0 0 0,1 0 1 0 0,-1 0-1 0 0,1 0 0 0 0,-1 0 0 0 0,1 0 0 0 0,-1 0 0 0 0,0 0 0 0 0,0 0 0 0 0,1 0 1 0 0,-1 0-1 0 0,0 0 0 0 0,0 0 0 0 0,0 2 0 0 0,0-3-22 0 0,0 1 0 0 0,0-1 0 0 0,0 1 0 0 0,0 0 0 0 0,0-1 0 0 0,1 1 0 0 0,-1-1 0 0 0,0 1-1 0 0,0-1 1 0 0,1 1 0 0 0,-1-1 0 0 0,0 1 0 0 0,1-1 0 0 0,-1 1 0 0 0,0-1 0 0 0,1 1 0 0 0,-1-1 0 0 0,1 0 0 0 0,-1 1-1 0 0,1-1 1 0 0,-1 0 0 0 0,1 1 0 0 0,-1-1 0 0 0,1 0 0 0 0,-1 1 0 0 0,1-1 0 0 0,-1 0 0 0 0,1 0 0 0 0,-1 0 0 0 0,1 0 0 0 0,0 0-1 0 0,-1 1 1 0 0,1-1 0 0 0,-1 0 0 0 0,2-1 0 0 0,-1 1-5 0 0,-1 0-1 0 0,1 0 0 0 0,0 0 1 0 0,-1 1-1 0 0,1-1 0 0 0,0 0 1 0 0,-1 0-1 0 0,1 0 1 0 0,0 0-1 0 0,-1 1 0 0 0,1-1 1 0 0,0 0-1 0 0,-1 1 1 0 0,1-1-1 0 0,0 0 0 0 0,-1 1 1 0 0,1-1-1 0 0,-1 1 1 0 0,1-1-1 0 0,-1 1 0 0 0,1-1 1 0 0,-1 1-1 0 0,1-1 0 0 0,-1 1 1 0 0,0-1-1 0 0,1 1 1 0 0,-1 0-1 0 0,0-1 0 0 0,0 1 1 0 0,1 0-1 0 0,-1-1 1 0 0,0 1-1 0 0,0 0 0 0 0,0-1 1 0 0,0 1-1 0 0,0 1 1 0 0,0 219 4443 0 0,0-217-4468 0 0,0-1 1 0 0,0 1 0 0 0,-1 0 0 0 0,0 0 0 0 0,0 0 0 0 0,0 0 0 0 0,0 0-1 0 0,-1 0 1 0 0,0-1 0 0 0,1 1 0 0 0,-5 5 0 0 0,4-6 9 0 0,0 1 0 0 0,0-1 0 0 0,0 1 0 0 0,1-1 0 0 0,-1 1 0 0 0,1 0 0 0 0,0 0 0 0 0,0 0 0 0 0,0 0 0 0 0,1 0 0 0 0,-1 6 0 0 0,0 5 35 0 0,1-10-29 0 0,-1 0 0 0 0,1 0 0 0 0,0 0 0 0 0,1-1 1 0 0,-1 1-1 0 0,1 0 0 0 0,0 0 0 0 0,0 0 0 0 0,2 5 1 0 0,2-1 55 0 0,0 0 1 0 0,0 1 0 0 0,1-2-1 0 0,0 1 1 0 0,0-1 0 0 0,1 0 0 0 0,13 12-1 0 0,2-1-25 0 0,-20-16-63 0 0,1 0 0 0 0,0 0 1 0 0,-1-1-1 0 0,1 0 0 0 0,1 1 1 0 0,-1-1-1 0 0,0 0 0 0 0,0 0 0 0 0,1-1 1 0 0,-1 1-1 0 0,7 1 0 0 0,18-2 109 0 0,4-13-94 0 0,-31 12-17 0 0,-1 0-1 0 0,1-1 1 0 0,0 1 0 0 0,-1-1-1 0 0,1 0 1 0 0,-1 1-1 0 0,1-1 1 0 0,-1 1-1 0 0,0-1 1 0 0,1 0-1 0 0,-1 1 1 0 0,1-1-1 0 0,-1 0 1 0 0,0 0 0 0 0,0 1-1 0 0,0-1 1 0 0,1 0-1 0 0,-1 0 1 0 0,0 1-1 0 0,0-1 1 0 0,0 0-1 0 0,0-1 1 0 0,3-11-54 0 0,7 1-19 0 0,1 0-1 0 0,0 1 0 0 0,0 0 1 0 0,16-10-1 0 0,23-23-94 0 0,0-20-62 0 0,-38 47 179 0 0,0 1 0 0 0,2 0 0 0 0,27-25 1 0 0,-37 38 58 0 0,-2 2 2 0 0,0-1-1 0 0,0 1 1 0 0,0-1-1 0 0,0 0 1 0 0,0 1-1 0 0,0-1 1 0 0,0 0-1 0 0,-1 0 0 0 0,1 0 1 0 0,-1 0-1 0 0,1 0 1 0 0,-1-1-1 0 0,0 1 1 0 0,0 0-1 0 0,0-1 1 0 0,0 1-1 0 0,0-1 1 0 0,-1 1-1 0 0,1-1 1 0 0,-1 1-1 0 0,0-1 0 0 0,1 1 1 0 0,-1-1-1 0 0,0 1 1 0 0,-1-5-1 0 0,1 6 2 0 0,0 0 0 0 0,1 1 0 0 0,-1-1 0 0 0,0 1 0 0 0,0-1 0 0 0,1 0 0 0 0,-1 1 0 0 0,0-1 0 0 0,1 1 0 0 0,-1-1 0 0 0,0 1 0 0 0,1-1 0 0 0,-1 1 0 0 0,1-1 0 0 0,-1 1 0 0 0,1 0 0 0 0,-1-1 0 0 0,1 1 1 0 0,0 0-1 0 0,-1-1 0 0 0,1 1 0 0 0,-1 0 0 0 0,1 0 0 0 0,-1 0 0 0 0,1-1 0 0 0,0 1 0 0 0,-1 0 0 0 0,1 0 0 0 0,0 0 0 0 0,-1 0 0 0 0,1 0 0 0 0,0 0 0 0 0,-1 0 0 0 0,2 0 0 0 0,-2 1-1 0 0,1-1 1 0 0,-1 0 0 0 0,1 0 0 0 0,-1 0-1 0 0,1 0 1 0 0,0 0 0 0 0,-1 0-1 0 0,1 0 1 0 0,-1 0 0 0 0,1 0 0 0 0,-1-1-1 0 0,1 1 1 0 0,-1 0 0 0 0,1 0-1 0 0,-1 0 1 0 0,1-1 0 0 0,-1 1 0 0 0,1 0-1 0 0,-1 0 1 0 0,1-1 0 0 0,-1 1-1 0 0,0 0 1 0 0,1-1 0 0 0,-1 1-1 0 0,0-1 1 0 0,1 1 0 0 0,-1 0 0 0 0,0-1-1 0 0,1 1 1 0 0,-1-1 0 0 0,0 1-1 0 0,1-2 1 0 0,-1 1 100 0 0,-1 1-98 0 0,-1 0-1 0 0,1 0 1 0 0,0 0 0 0 0,0 0 0 0 0,0 0-1 0 0,0 0 1 0 0,-1 0 0 0 0,1 0 0 0 0,0 0 0 0 0,0 0-1 0 0,0 0 1 0 0,0 1 0 0 0,0-1 0 0 0,0 1-1 0 0,0-1 1 0 0,-1 1 0 0 0,1-1 0 0 0,0 1-1 0 0,1-1 1 0 0,-1 1 0 0 0,0 0 0 0 0,0 0-1 0 0,0-1 1 0 0,0 1 0 0 0,0 0 0 0 0,1 0 0 0 0,-1 0-1 0 0,0 0 1 0 0,1 0 0 0 0,-1 0 0 0 0,1 0-1 0 0,-1 0 1 0 0,1 0 0 0 0,-1 2 0 0 0,1-2-4 0 0,0 0 0 0 0,0 0 0 0 0,0 1 1 0 0,-1-1-1 0 0,1 0 0 0 0,0 0 1 0 0,-1 1-1 0 0,1-1 0 0 0,-1 0 0 0 0,1 0 1 0 0,-1 0-1 0 0,0 0 0 0 0,1 1 0 0 0,-1-1 1 0 0,0 0-1 0 0,0 0 0 0 0,0 0 1 0 0,1-1-1 0 0,-1 1 0 0 0,0 0 0 0 0,0 0 1 0 0,-1 0-1 0 0,0 0 0 0 0,1 0-3 0 0,0-1 0 0 0,0 1 0 0 0,-1 0 0 0 0,1 0 0 0 0,0 0 0 0 0,0 0 0 0 0,0 0 0 0 0,1 0 0 0 0,-1 0 0 0 0,0 0 0 0 0,0 0 0 0 0,0 0 0 0 0,1 0 0 0 0,-1 1-1 0 0,1-1 1 0 0,-1 0 0 0 0,1 0 0 0 0,-1 1 0 0 0,1-1 0 0 0,0 0 0 0 0,0 1 0 0 0,-1-1 0 0 0,1 2 0 0 0,0-2 2 0 0,1 0-1 0 0,-1 0 1 0 0,-1 0-1 0 0,1 0 1 0 0,0 0-1 0 0,0 0 1 0 0,0 0-1 0 0,0 0 1 0 0,-1 0-1 0 0,1 0 1 0 0,0 0-1 0 0,-1 0 1 0 0,1 0 0 0 0,-1 0-1 0 0,1 0 1 0 0,-1 0-1 0 0,0-1 1 0 0,1 1-1 0 0,-1 0 1 0 0,0 0-1 0 0,1-1 1 0 0,-1 1-1 0 0,0 0 1 0 0,0-1-1 0 0,0 1 1 0 0,1-1-1 0 0,-1 1 1 0 0,0-1 0 0 0,-2 1-1 0 0,2-1-1 0 0,0 1 0 0 0,0-1-1 0 0,0 1 1 0 0,0-1 0 0 0,1 1 0 0 0,-1-1 0 0 0,0 1-1 0 0,0 0 1 0 0,0-1 0 0 0,0 1 0 0 0,1 0 0 0 0,-1 0 0 0 0,0 0-1 0 0,1-1 1 0 0,-1 1 0 0 0,1 0 0 0 0,-1 0 0 0 0,1 0-1 0 0,-1 0 1 0 0,1 0 0 0 0,0 0 0 0 0,-1 0 0 0 0,1 0-1 0 0,0 0 1 0 0,0 0 0 0 0,0 0 0 0 0,0 0 0 0 0,0 0-1 0 0,0 2 1 0 0,0 0 0 0 0,-1-1 0 0 0,1 1 0 0 0,-1-1 0 0 0,1 1-1 0 0,-1-1 1 0 0,0 1 0 0 0,0-1 0 0 0,0 1 0 0 0,0-1 0 0 0,0 0 0 0 0,-1 1 0 0 0,1-1-1 0 0,0 0 1 0 0,-3 2 0 0 0,-7 14-30 0 0,1 20 28 0 0,2-17 28 0 0,5-15-11 0 0,1 1 0 0 0,0 0 0 0 0,0 0 0 0 0,0-1 0 0 0,1 1 0 0 0,-1 14 0 0 0,3-6 17 0 0,-1-12-30 0 0,1 1 0 0 0,-1 0-1 0 0,0-1 1 0 0,0 1 0 0 0,-1 0 0 0 0,1-1 0 0 0,-1 1 0 0 0,1-1-1 0 0,-1 1 1 0 0,0 0 0 0 0,-2 4 0 0 0,-8 3 2 0 0,10-10-1 0 0,-1 0-1 0 0,1 0 0 0 0,0 0 1 0 0,0 1-1 0 0,0-1 0 0 0,0 0 1 0 0,0 0-1 0 0,0 1 1 0 0,0-1-1 0 0,0 1 0 0 0,0-1 1 0 0,0 1-1 0 0,1-1 0 0 0,-1 1 1 0 0,1-1-1 0 0,-1 1 0 0 0,1-1 1 0 0,0 1-1 0 0,-1 1 0 0 0,1-2 0 0 0,1 0-1 0 0,-1-1 0 0 0,0 1 1 0 0,0-1-1 0 0,0 1 0 0 0,1-1 1 0 0,-1 1-1 0 0,0-1 1 0 0,0 1-1 0 0,1-1 0 0 0,-1 1 1 0 0,1-1-1 0 0,-1 0 0 0 0,0 1 1 0 0,1-1-1 0 0,-1 1 0 0 0,1-1 1 0 0,-1 0-1 0 0,1 0 0 0 0,-1 1 1 0 0,1-1-1 0 0,-1 0 1 0 0,1 0-1 0 0,-1 1 0 0 0,1-1 1 0 0,-1 0-1 0 0,1 0 0 0 0,-1 0 1 0 0,2 0-1 0 0,12 1 43 0 0,-13-1-46 0 0,2 0 16 0 0,1-1-1 0 0,-1 0 1 0 0,1 0 0 0 0,-1 0-1 0 0,1 0 1 0 0,-1-1 0 0 0,0 0-1 0 0,1 1 1 0 0,-1-1-1 0 0,0 0 1 0 0,0 0 0 0 0,-1-1-1 0 0,1 1 1 0 0,0-1 0 0 0,4-5-1 0 0,7-5 42 0 0,46-48 196 0 0,-56 58-233 0 0,10-8 68 0 0,-1-1 0 0 0,0-1 0 0 0,0 1-1 0 0,-1-2 1 0 0,12-17 0 0 0,-14 9 47 0 0,-8 18-113 0 0,0-1 0 0 0,0 1 0 0 0,1 0 0 0 0,0 0 0 0 0,-1 0 0 0 0,1 0 1 0 0,0 0-1 0 0,5-3 0 0 0,31-26 119 0 0,-30 26-134 0 0,0 0-1 0 0,0 0 0 0 0,-1-1 1 0 0,10-12-1 0 0,-16 17 0 0 0,0-1 0 0 0,0 1 0 0 0,1 0 0 0 0,-1 0 0 0 0,1 0 0 0 0,-1 0 1 0 0,1 0-1 0 0,0 1 0 0 0,0-1 0 0 0,5-2 0 0 0,-3-3-6 0 0,-5 8 0 0 0,0 0 0 0 0,0-1 1 0 0,0 1-1 0 0,0 0 1 0 0,0 0-1 0 0,0-1 0 0 0,0 1 1 0 0,0 0-1 0 0,0 0 0 0 0,0-1 1 0 0,1 1-1 0 0,-1 0 0 0 0,0 0 1 0 0,0 0-1 0 0,0-1 1 0 0,0 1-1 0 0,0 0 0 0 0,0 0 1 0 0,1-1-1 0 0,-1 1 0 0 0,0 0 1 0 0,0 0-1 0 0,0 0 0 0 0,1 0 1 0 0,-1 0-1 0 0,0-1 1 0 0,0 1-1 0 0,0 0 0 0 0,1 0 1 0 0,-1 0-1 0 0,0 0 0 0 0,0 0 1 0 0,1 0-1 0 0,-1 0 0 0 0,0 0 1 0 0,1 0-1 0 0,20 0 53 0 0,-17 3-38 0 0,3 2-96 0 0,-3-5-156 0 0,-2 0 239 0 0,-1 0-1 0 0,0 1 1 0 0,0-1 0 0 0,0 0-1 0 0,1 0 1 0 0,-1 1-1 0 0,0-1 1 0 0,0 1-1 0 0,0-1 1 0 0,0 1-1 0 0,0-1 1 0 0,0 1 0 0 0,0 0-1 0 0,2 1 1 0 0,2 16-4711 0 0,-5-14 1227 0 0,0-8-120 0 0</inkml:trace>
</inkml:ink>
</file>

<file path=ppt/ink/ink1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06T18:13:19.53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232 124 480 0 0,'1'-1'410'0'0,"-1"0"0"0"0,0-1-1 0 0,0 1 1 0 0,0-1 0 0 0,0 1-1 0 0,0 0 1 0 0,0-1 0 0 0,-1 1-1 0 0,1 0 1 0 0,0-1-1 0 0,-1 1 1 0 0,1 0 0 0 0,-1-1-1 0 0,1 1 1 0 0,-1 0 0 0 0,0-2-1 0 0,-1 3-146 0 0,0-1 0 0 0,0 0 0 0 0,1 1 0 0 0,-1 0 0 0 0,0-1-1 0 0,0 1 1 0 0,1 0 0 0 0,-1 0 0 0 0,0 0 0 0 0,0 0 0 0 0,-3 0-1 0 0,-4 0-402 0 0,-7 1 594 0 0,-1 0-1 0 0,1 0 1 0 0,0 2 0 0 0,-20 4 0 0 0,30-5-413 0 0,0 0 1 0 0,1-1 0 0 0,-1 2 0 0 0,0-1-1 0 0,1 1 1 0 0,0 0 0 0 0,-1 0 0 0 0,1 0-1 0 0,0 1 1 0 0,1 0 0 0 0,-1 0 0 0 0,1 0-1 0 0,-1 0 1 0 0,-6 10 0 0 0,10-12-26 0 0,0 1 0 0 0,0 0 1 0 0,0-1-1 0 0,0 1 0 0 0,0 0 1 0 0,0 0-1 0 0,1 0 0 0 0,-1-1 1 0 0,1 1-1 0 0,0 0 0 0 0,0 0 0 0 0,0 0 1 0 0,0 0-1 0 0,0 0 0 0 0,1-1 1 0 0,0 1-1 0 0,-1 0 0 0 0,1 0 1 0 0,0 0-1 0 0,0-1 0 0 0,0 1 1 0 0,1-1-1 0 0,-1 1 0 0 0,1-1 0 0 0,-1 1 1 0 0,1-1-1 0 0,0 0 0 0 0,0 0 1 0 0,3 3-1 0 0,0 1 13 0 0,0-2 1 0 0,1 1-1 0 0,0 0 1 0 0,-1-1-1 0 0,2 0 1 0 0,-1-1-1 0 0,0 1 1 0 0,1-1-1 0 0,-1-1 1 0 0,13 4-1 0 0,-12-4-16 0 0,0-1 0 0 0,-1-1-1 0 0,1 0 1 0 0,0 0-1 0 0,0 0 1 0 0,0-1-1 0 0,0 1 1 0 0,0-2 0 0 0,0 1-1 0 0,9-4 1 0 0,-2 0-11 0 0,0-2 0 0 0,0 1 0 0 0,22-15 0 0 0,-31 17 29 0 0,0 0 0 0 0,0-1-1 0 0,-1 0 1 0 0,1 0 0 0 0,-1 0-1 0 0,0 0 1 0 0,-1-1 0 0 0,1 1-1 0 0,-1-1 1 0 0,0 0 0 0 0,-1 0-1 0 0,1 0 1 0 0,-1 0 0 0 0,0-1-1 0 0,1-8 1 0 0,-2 10 18 0 0,0 0 0 0 0,0 0 0 0 0,0 0 0 0 0,-1 0 0 0 0,0 0 0 0 0,0 0 0 0 0,0 0 0 0 0,-1 0 0 0 0,1 0 1 0 0,-1 0-1 0 0,-1 0 0 0 0,1 1 0 0 0,-1-1 0 0 0,1 0 0 0 0,-1 1 0 0 0,0-1 0 0 0,-1 1 0 0 0,1-1 0 0 0,-1 1 0 0 0,-6-8 0 0 0,4 8-114 0 0,0-1 1 0 0,-1 1-1 0 0,1 0 1 0 0,-1 0 0 0 0,0 1-1 0 0,0-1 1 0 0,0 1-1 0 0,0 1 1 0 0,0-1-1 0 0,-1 1 1 0 0,1 0-1 0 0,-1 0 1 0 0,-9 0-1 0 0,8 1-889 0 0,0 1 0 0 0,0 1-1 0 0,0-1 1 0 0,0 1 0 0 0,1 1-1 0 0,-1-1 1 0 0,-12 5 0 0 0,-40 18-5222 0 0</inkml:trace>
</inkml:ink>
</file>

<file path=ppt/ink/ink1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06T18:13:20.69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0 720 0 0,'0'0'5336'0'0,"6"1"-4442"0"0,152 26 2227 0 0,28 0-1475 0 0,-91-12-1184 0 0,54 14-149 0 0,-69-12-3001 0 0,-75-18-735 0 0,-5-3 1391 0 0,0-3-876 0 0</inkml:trace>
</inkml:ink>
</file>

<file path=ppt/ink/ink1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06T18:13:21.20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33 1 1681 0 0,'0'62'5282'0'0,"0"13"-560"0"0,0-19-3601 0 0,-32-17-1361 0 0,64-18 0 0 0,-32-6-241 0 0,0-9-2400 0 0,33-12-4882 0 0</inkml:trace>
</inkml:ink>
</file>

<file path=ppt/ink/ink1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06T18:13:22.19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584 1 160 0 0,'27'6'987'0'0,"-27"-6"-976"0"0,0 0 0 0 0,0 0 0 0 0,0 0 0 0 0,-1 0 0 0 0,1 0 0 0 0,0 0 0 0 0,0 0 0 0 0,0 1 0 0 0,0-1 0 0 0,0 0 0 0 0,-1 0 0 0 0,1 0 0 0 0,0 0-1 0 0,0 0 1 0 0,0 0 0 0 0,0 0 0 0 0,0 0 0 0 0,0 1 0 0 0,-1-1 0 0 0,1 0 0 0 0,0 0 0 0 0,0 0 0 0 0,0 0 0 0 0,0 0 0 0 0,0 1 0 0 0,0-1 0 0 0,0 0 0 0 0,0 0 0 0 0,0 0 0 0 0,0 0 0 0 0,0 1 0 0 0,0-1 0 0 0,0 0 0 0 0,0 0-1 0 0,0 0 1 0 0,0 0 0 0 0,0 1 0 0 0,0-1 0 0 0,0 0 0 0 0,0 0 0 0 0,0 0 0 0 0,0 0 0 0 0,0 1 0 0 0,0-1 0 0 0,0 0 0 0 0,0 0 0 0 0,0 0 0 0 0,0 0 0 0 0,1 0 0 0 0,-1 0 0 0 0,0 1 0 0 0,0-1 0 0 0,0 0 0 0 0,0 0-1 0 0,0 0 1 0 0,0 0 0 0 0,1 0 0 0 0,-1 0 0 0 0,0 0 0 0 0,0 0 0 0 0,0 1 0 0 0,0-1 0 0 0,1 0 0 0 0,-1 0 0 0 0,0 0 0 0 0,0 0 0 0 0,-6 3 161 0 0,5-3-150 0 0,0 0 0 0 0,0 1 0 0 0,0-1 0 0 0,0 1 0 0 0,0-1-1 0 0,0 1 1 0 0,0-1 0 0 0,0 1 0 0 0,0 0 0 0 0,0-1-1 0 0,0 1 1 0 0,0 0 0 0 0,0 0 0 0 0,0 0 0 0 0,1 0-1 0 0,-1 0 1 0 0,0 0 0 0 0,1 0 0 0 0,-1 0 0 0 0,1 0 0 0 0,-1 0-1 0 0,1 0 1 0 0,-1 0 0 0 0,1 0 0 0 0,0 1 0 0 0,-1-1-1 0 0,1 0 1 0 0,0 0 0 0 0,0 2 0 0 0,0 0 22 0 0,-1 1 0 0 0,0 0 0 0 0,0 0 1 0 0,0 0-1 0 0,0-1 0 0 0,-1 1 0 0 0,1-1 0 0 0,-1 1 0 0 0,0-1 0 0 0,0 1 1 0 0,0-1-1 0 0,0 0 0 0 0,-4 3 0 0 0,-41 43 974 0 0,21-24 0 0 0,-66 59 2184 0 0,81-74-2859 0 0,-1 0 0 0 0,1 0-1 0 0,-24 13 1 0 0,11-8 33 0 0,3 1-110 0 0,-1-1-1 0 0,-1-1 0 0 0,0-2 0 0 0,-1 0 0 0 0,0-1 0 0 0,-1-2 0 0 0,-41 11 0 0 0,62-19-261 0 0,-1-1-1 0 0,1 1 0 0 0,0-1 1 0 0,0 0-1 0 0,0-1 1 0 0,0 1-1 0 0,0-1 0 0 0,0 0 1 0 0,0 0-1 0 0,0 0 0 0 0,0 0 1 0 0,0-1-1 0 0,-5-2 1 0 0,5 2 2 0 0,3 1-10 0 0,1 0 1 0 0,-1 0 0 0 0,0 0-1 0 0,1 0 1 0 0,-1 0-1 0 0,0 0 1 0 0,1-1 0 0 0,-1 1-1 0 0,1 0 1 0 0,0 0-1 0 0,-1-1 1 0 0,1 1 0 0 0,0 0-1 0 0,0-1 1 0 0,0 1 0 0 0,0 0-1 0 0,0-1 1 0 0,0 1-1 0 0,0 0 1 0 0,0-1 0 0 0,1-1-1 0 0,0-4 12 0 0,-1-114 125 0 0,0 120-132 0 0,-1-1-1 0 0,1 1 1 0 0,0-1 0 0 0,0 1-1 0 0,1-1 1 0 0,-1 1-1 0 0,0-1 1 0 0,0 1-1 0 0,1-1 1 0 0,-1 1-1 0 0,1 0 1 0 0,-1-1-1 0 0,1 1 1 0 0,0-1-1 0 0,-1 1 1 0 0,1 0-1 0 0,0 0 1 0 0,0-1-1 0 0,0 1 1 0 0,0 0-1 0 0,0 0 1 0 0,0 0-1 0 0,0 0 1 0 0,0 0 0 0 0,0 0-1 0 0,1 1 1 0 0,0-2-1 0 0,7-4-1 0 0,-7 4 5 0 0,0 0 1 0 0,0 1-1 0 0,0-1 1 0 0,0 0-1 0 0,0 1 0 0 0,1 0 1 0 0,-1-1-1 0 0,0 1 1 0 0,1 0-1 0 0,-1 0 1 0 0,5-1-1 0 0,-3 3 8 0 0,0-1 0 0 0,0 0 0 0 0,0 1 1 0 0,-1 0-1 0 0,1 0 0 0 0,0 0 0 0 0,0 0 0 0 0,-1 1 0 0 0,1-1 0 0 0,3 4 1 0 0,64 34 300 0 0,27 15 227 0 0,37 0 20 0 0,-122-48-546 0 0,0-1 0 0 0,1-1-1 0 0,0 0 1 0 0,-1-1 0 0 0,1-1-1 0 0,0 0 1 0 0,1-1 0 0 0,-1 0-1 0 0,0-1 1 0 0,17-2 0 0 0,-26 2-18 0 0,3-1-104 0 0,11 0 92 0 0,1-1-1 0 0,0 0 1 0 0,20-6-1 0 0,-31 5-523 0 0,0 0 0 0 0,-1-1 0 0 0,1 0 0 0 0,-1 0-1 0 0,0-1 1 0 0,0 0 0 0 0,0 0 0 0 0,-1-1 0 0 0,13-12-1 0 0,40-40-6915 0 0</inkml:trace>
</inkml:ink>
</file>

<file path=ppt/ink/ink1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06T18:13:22.87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327 1 400 0 0,'0'0'2962'0'0,"0"27"-1762"0"0,-33 77 81 0 0,0 0-161 0 0,1-15 1 0 0,-1-8 159 0 0,-32-4 81 0 0,32-2-401 0 0,0-6-479 0 0,1-13-561 0 0,-1-2-401 0 0,33-19-1680 0 0,0-1-2961 0 0</inkml:trace>
</inkml:ink>
</file>

<file path=ppt/ink/ink1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06T18:13:23.25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0 159 2161 0 0,'33'-6'3041'0'0,"32"-1"-319"0"0,33-7-401 0 0,33-7-721 0 0,58-12-1440 0 0,-26-2-3441 0 0,-65-7-2962 0 0</inkml:trace>
</inkml:ink>
</file>

<file path=ppt/ink/ink1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06T18:16:26.87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780 43 1521 0 0,'-115'-11'3578'0'0,"14"1"-193"0"0,95 10 697 0 0,7 1-3957 0 0,-1 0 0 0 0,0 0 1 0 0,1 0-1 0 0,-1 0 0 0 0,0 1 0 0 0,0-1 1 0 0,0 0-1 0 0,0 0 0 0 0,0 0 0 0 0,0 0 1 0 0,0 1-1 0 0,-1-1 0 0 0,1 0 1 0 0,0 0-1 0 0,-1 0 0 0 0,1 0 0 0 0,-1 0 1 0 0,1 0-1 0 0,-1 0 0 0 0,1 0 1 0 0,-1 0-1 0 0,-1 2 0 0 0,-50 13 775 0 0,-62 10 0 0 0,57-14-552 0 0,26 2-116 0 0,28-12-212 0 0,0 0 0 0 0,0-1 0 0 0,-1 1 0 0 0,1-1 1 0 0,0 1-1 0 0,-1-1 0 0 0,1 0 0 0 0,-5 1 0 0 0,0-2 5 0 0,7 0-19 0 0,0 0 0 0 0,-1-1-1 0 0,1 1 1 0 0,0 0 0 0 0,-1 0-1 0 0,1 1 1 0 0,0-1 0 0 0,-1 0 0 0 0,1 0-1 0 0,0 1 1 0 0,-1-1 0 0 0,1 0-1 0 0,0 1 1 0 0,0-1 0 0 0,-1 1 0 0 0,1 0-1 0 0,0-1 1 0 0,-1 2 0 0 0,-4-1-60 0 0,-15-1 1 0 0,15 0 80 0 0,6 3-67 0 0,0-2 39 0 0,0 0 1 0 0,0 0-1 0 0,-1 0 1 0 0,1 0 0 0 0,-1 0-1 0 0,1 0 1 0 0,0 0 0 0 0,-1-1-1 0 0,0 1 1 0 0,1 0-1 0 0,-1 0 1 0 0,0 0 0 0 0,1 0-1 0 0,-1-1 1 0 0,0 1 0 0 0,0 0-1 0 0,1-1 1 0 0,-1 1-1 0 0,0 0 1 0 0,0-1 0 0 0,0 1-1 0 0,0-1 1 0 0,-2 1 0 0 0,-7 6 22 0 0,-2 6 85 0 0,11-11-96 0 0,0 0 1 0 0,-1 0-1 0 0,1-1 0 0 0,-1 1 0 0 0,0-1 1 0 0,0 1-1 0 0,1-1 0 0 0,-1 1 0 0 0,0-1 1 0 0,0 0-1 0 0,0 0 0 0 0,-4 1 0 0 0,-21 9-64 0 0,21-9-80 0 0,6-1 136 0 0,-1 0 1 0 0,1 0 0 0 0,-1 1 0 0 0,1-1-1 0 0,-1 0 1 0 0,0 0 0 0 0,0 0 0 0 0,1 0-1 0 0,-1-1 1 0 0,0 1 0 0 0,0 0 0 0 0,0 0-1 0 0,0 0 1 0 0,0-1 0 0 0,0 1 0 0 0,0 0-1 0 0,0-1 1 0 0,-1 1 0 0 0,1-1 0 0 0,0 0-1 0 0,0 1 1 0 0,-3-1 0 0 0,0 2 43 0 0,-44 37 374 0 0,31-23-348 0 0,16-15-76 0 0,0 1 0 0 0,0 1 0 0 0,0-1 0 0 0,0 0 0 0 0,0 0 1 0 0,0 0-1 0 0,1 0 0 0 0,-1 0 0 0 0,1 1 0 0 0,0-1 0 0 0,0 0 1 0 0,0 1-1 0 0,0-1 0 0 0,0 0 0 0 0,0 0 0 0 0,1 1 0 0 0,0 2 1 0 0,-1 3-94 0 0,0-6 88 0 0,0 0 1 0 0,0 0-1 0 0,1 0 1 0 0,-1-1-1 0 0,0 1 1 0 0,1 0-1 0 0,-1 0 1 0 0,1 0 0 0 0,-1 0-1 0 0,1 0 1 0 0,0-1-1 0 0,0 1 1 0 0,0 0-1 0 0,0-1 1 0 0,0 1-1 0 0,0 0 1 0 0,0-1-1 0 0,1 1 1 0 0,-1-1-1 0 0,0 0 1 0 0,1 0-1 0 0,-1 1 1 0 0,1-1-1 0 0,0 0 1 0 0,-1 0-1 0 0,1 0 1 0 0,0 0-1 0 0,0-1 1 0 0,3 2-1 0 0,-2-1 13 0 0,0 1 0 0 0,0-1 0 0 0,0 1-1 0 0,0 0 1 0 0,0 0 0 0 0,0 0-1 0 0,2 3 1 0 0,6 17 35 0 0,44 42 774 0 0,-50-54-601 0 0,5 4 110 0 0,13-8-436 0 0,-18-5 63 0 0,93 26 117 0 0,-85-23-57 0 0,0 0 0 0 0,0 1 0 0 0,0 0 0 0 0,-1 1 0 0 0,0 1 0 0 0,0 0 0 0 0,20 16 0 0 0,-32-23-10 0 0,1 1 0 0 0,-1-1 0 0 0,1 1 0 0 0,-1-1 0 0 0,0 1 0 0 0,1-1 0 0 0,-1 1 0 0 0,0 0 0 0 0,1-1 0 0 0,-1 1 0 0 0,0-1 0 0 0,0 1 0 0 0,1 0 0 0 0,-1-1 0 0 0,0 1 0 0 0,0 0 0 0 0,0-1 0 0 0,0 1 0 0 0,0 0 0 0 0,0 0 0 0 0,0 0 0 0 0,0 0 0 0 0,0-1 0 0 0,0 1 0 0 0,0 0 0 0 0,0-1 0 0 0,0 1 0 0 0,0 0 0 0 0,0-1 0 0 0,0 1 0 0 0,1 0 0 0 0,-1-1 0 0 0,0 1 0 0 0,1-1 0 0 0,-1 1 0 0 0,0 0 0 0 0,1-1 0 0 0,-1 1 0 0 0,0-1 0 0 0,1 1 0 0 0,-1-1 0 0 0,2 1 0 0 0,0 1 4 0 0,0-1 1 0 0,0 1-1 0 0,0-1 0 0 0,0 1 1 0 0,0-1-1 0 0,-1 1 0 0 0,1 0 1 0 0,0 0-1 0 0,-1 0 0 0 0,0 0 1 0 0,1 0-1 0 0,-1 1 0 0 0,0-1 0 0 0,0 0 1 0 0,0 1-1 0 0,0-1 0 0 0,0 0 1 0 0,-1 1-1 0 0,1-1 0 0 0,-1 1 1 0 0,0-1-1 0 0,0 1 0 0 0,0-1 1 0 0,0 1-1 0 0,0-1 0 0 0,0 1 1 0 0,0-1-1 0 0,-1 1 0 0 0,1-1 1 0 0,-1 1-1 0 0,0-1 0 0 0,0 0 0 0 0,-2 4 1 0 0,-5 8-27 0 0,5-11 25 0 0,1 1 1 0 0,0-1 0 0 0,0 0 0 0 0,1 1-1 0 0,-1-1 1 0 0,1 1 0 0 0,-1 0 0 0 0,1-1-1 0 0,0 1 1 0 0,1 0 0 0 0,-1 0 0 0 0,0 5-1 0 0,1 83 371 0 0,0-91-372 0 0,1 0 0 0 0,-1 0 0 0 0,0 0 0 0 0,0 0 0 0 0,1 0 0 0 0,-1-1 0 0 0,1 1 0 0 0,-1 0 0 0 0,0 0 0 0 0,1-1 0 0 0,0 1 0 0 0,-1 0 0 0 0,1 0 0 0 0,-1-1 0 0 0,1 1 0 0 0,0-1 0 0 0,0 1 0 0 0,-1 0 0 0 0,1-1 0 0 0,0 0 0 0 0,0 1 0 0 0,-1-1 0 0 0,1 1 0 0 0,0-1 0 0 0,0 0 0 0 0,0 0 0 0 0,0 1 1 0 0,0-1-1 0 0,0 0 0 0 0,0 0 0 0 0,0 0 0 0 0,5 2 13 0 0,0 4-1 0 0,-1 2-15 0 0,1-5 4 0 0,-5-3 0 0 0,1 0 0 0 0,-1 1 0 0 0,0-1 0 0 0,0 1 0 0 0,0-1 0 0 0,0 1 1 0 0,0 0-1 0 0,0-1 0 0 0,0 1 0 0 0,0 0 0 0 0,0 0 0 0 0,0 0 0 0 0,0-1 0 0 0,0 1 0 0 0,-1 0 0 0 0,1 0 1 0 0,0 0-1 0 0,-1 1 0 0 0,1-1 0 0 0,-1 0 0 0 0,1 0 0 0 0,-1 0 0 0 0,1 0 0 0 0,0 3 0 0 0,-2-4 0 0 0,1 1-1 0 0,0-1 0 0 0,0 0 1 0 0,0 1-1 0 0,1-1 0 0 0,-1 0 0 0 0,0 1 1 0 0,0-1-1 0 0,0 1 0 0 0,0-1 1 0 0,0 0-1 0 0,0 1 0 0 0,0-1 1 0 0,1 0-1 0 0,-1 1 0 0 0,0-1 0 0 0,0 0 1 0 0,1 0-1 0 0,-1 1 0 0 0,0-1 1 0 0,0 0-1 0 0,1 1 0 0 0,-1-1 1 0 0,0 0-1 0 0,0 0 0 0 0,1 0 0 0 0,-1 1 1 0 0,1-1-1 0 0,24 18 52 0 0,-12-9-21 0 0,0 0 1 0 0,0 0-1 0 0,15 7 0 0 0,-20-14-19 0 0,-7-2-12 0 0,0 0 1 0 0,0 0-1 0 0,1 1 1 0 0,-1-1-1 0 0,0 0 1 0 0,0 1 0 0 0,0-1-1 0 0,0 1 1 0 0,0-1-1 0 0,1 1 1 0 0,-1-1-1 0 0,0 1 1 0 0,0 0-1 0 0,0 0 1 0 0,-1-1-1 0 0,1 1 1 0 0,0 0 0 0 0,0 0-1 0 0,0 0 1 0 0,-1 0-1 0 0,1 0 1 0 0,0 0-1 0 0,-1 0 1 0 0,1 0-1 0 0,0 2 1 0 0,-1-2 0 0 0,0 0-1 0 0,0 0 1 0 0,1 0 0 0 0,-1 0-1 0 0,0 0 1 0 0,0 0 0 0 0,1 0-1 0 0,-1 0 1 0 0,1 0 0 0 0,-1 0 0 0 0,1 0-1 0 0,-1 0 1 0 0,1-1 0 0 0,-1 1-1 0 0,1 0 1 0 0,0 0 0 0 0,-1-1-1 0 0,1 1 1 0 0,0 0 0 0 0,0-1 0 0 0,0 1-1 0 0,-1-1 1 0 0,1 1 0 0 0,0-1-1 0 0,1 1 1 0 0,0 0-4 0 0,-1-1 1 0 0,0 1-1 0 0,0-1 0 0 0,0 1 1 0 0,0 0-1 0 0,0-1 0 0 0,-1 1 1 0 0,1 0-1 0 0,0 0 1 0 0,0-1-1 0 0,0 1 0 0 0,-1 0 1 0 0,1 0-1 0 0,0 0 0 0 0,-1 0 1 0 0,1 0-1 0 0,-1 0 0 0 0,1 0 1 0 0,-1 0-1 0 0,1 0 0 0 0,-1 1 1 0 0,0-1-1 0 0,0 0 1 0 0,1 0-1 0 0,-1 2 0 0 0,1 0-5 0 0,-1 0 0 0 0,1-1 0 0 0,0 1-1 0 0,1-1 1 0 0,-1 0 0 0 0,0 1 0 0 0,1-1-1 0 0,-1 0 1 0 0,1 0 0 0 0,0 0 0 0 0,0 0-1 0 0,0 0 1 0 0,0 0 0 0 0,0 0 0 0 0,0-1-1 0 0,0 1 1 0 0,0-1 0 0 0,4 2 0 0 0,-3-1 14 0 0,0 0 0 0 0,0 0 0 0 0,0 1 0 0 0,0-1 0 0 0,-1 1 1 0 0,1-1-1 0 0,3 6 0 0 0,4 15 102 0 0,-9-19-91 0 0,1 0 0 0 0,-1 0 0 0 0,1 0 0 0 0,0 0-1 0 0,0 0 1 0 0,1-1 0 0 0,-1 1 0 0 0,5 4 0 0 0,13 10 7 0 0,-16-16-25 0 0,-1 0 1 0 0,0 1-1 0 0,1 0 1 0 0,-1-1-1 0 0,0 1 1 0 0,-1 0-1 0 0,1 0 1 0 0,0 1 0 0 0,-1-1-1 0 0,0 1 1 0 0,0-1-1 0 0,0 1 1 0 0,0 0-1 0 0,0-1 1 0 0,-1 1-1 0 0,0 0 1 0 0,1 5-1 0 0,-1-7 8 0 0,-1 0-1 0 0,0 0 1 0 0,0 0 0 0 0,1 0-1 0 0,-1 0 1 0 0,1 0-1 0 0,-1 0 1 0 0,1 0-1 0 0,0 0 1 0 0,0 0-1 0 0,0 0 1 0 0,0 0 0 0 0,0-1-1 0 0,0 1 1 0 0,0-1-1 0 0,1 1 1 0 0,-1 0-1 0 0,1-1 1 0 0,2 3-1 0 0,4 3 8 0 0,-8-7-17 0 0,0 1-1 0 0,1-1 1 0 0,-1 1-1 0 0,0-1 1 0 0,1 0-1 0 0,-1 1 1 0 0,0-1-1 0 0,0 1 1 0 0,0-1-1 0 0,1 1 1 0 0,-1-1-1 0 0,0 1 1 0 0,0-1-1 0 0,0 0 1 0 0,0 1-1 0 0,0-1 1 0 0,0 1-1 0 0,0-1 1 0 0,0 1-1 0 0,0-1 1 0 0,0 1-1 0 0,0-1 1 0 0,0 1-1 0 0,0-1 1 0 0,0 1-1 0 0,0-1 0 0 0,-1 1 1 0 0,1-1-1 0 0,0 1 1 0 0,0-1-1 0 0,-1 1 1 0 0,1-1-1 0 0,0 0 1 0 0,0 1-1 0 0,-1-1 1 0 0,1 0-1 0 0,0 1 1 0 0,-1-1-1 0 0,1 0 1 0 0,-1 1-1 0 0,0-1 1 0 0,-16 10-96 0 0,15-9 84 0 0,-4 5 26 0 0,12-6-66 0 0,21-5-107 0 0,-27 6 0 0 0,0 0 160 0 0,-1 0 0 0 0,1-1 0 0 0,0 1 0 0 0,0 0 0 0 0,0 0 0 0 0,0 0 0 0 0,0-1 0 0 0,0 1 0 0 0,0 0 0 0 0,0 0 0 0 0,0 0 0 0 0,0-1 0 0 0,0 1 0 0 0,1 0 0 0 0,-1 0 0 0 0,0-1 0 0 0,1 1 0 0 0,-1 0 0 0 0,0 0 0 0 0,1-1 0 0 0,-1 1 0 0 0,1 0 0 0 0,-1-1 0 0 0,1 1 0 0 0,-1 0 0 0 0,2 0 0 0 0,4 2 25 0 0,-5-3-23 0 0,0 0 0 0 0,0 1 0 0 0,1-1 0 0 0,-1 1 0 0 0,0-1 0 0 0,0 1 0 0 0,0-1 0 0 0,0 1 0 0 0,-1-1 0 0 0,1 1 0 0 0,0 0 0 0 0,0 0 0 0 0,0-1 0 0 0,0 1 0 0 0,-1 0 0 0 0,1 0 0 0 0,0 0 0 0 0,-1 0 0 0 0,1 0 0 0 0,-1 0 0 0 0,1 0 0 0 0,-1 0 0 0 0,1 0 0 0 0,-1 0 0 0 0,0 0 1 0 0,1 2-1 0 0,-1-3-2 0 0,0 1 0 0 0,0 0 0 0 0,0-1 0 0 0,0 1 0 0 0,1 0 0 0 0,-1 0 0 0 0,0-1 0 0 0,1 1 0 0 0,-1-1 0 0 0,0 1 0 0 0,1 0 0 0 0,-1-1 0 0 0,1 1 0 0 0,-1-1 0 0 0,1 1 0 0 0,-1-1 0 0 0,1 1 0 0 0,-1-1 0 0 0,1 1 0 0 0,-1-1 0 0 0,1 1 0 0 0,0-1 0 0 0,-1 0 0 0 0,1 1 0 0 0,0-1 0 0 0,-1 0 0 0 0,1 0 0 0 0,0 0 0 0 0,-1 1 0 0 0,1-1 0 0 0,0 0 0 0 0,1 0 0 0 0,-2 0 0 0 0,1 0 0 0 0,0 0 0 0 0,-1 0 0 0 0,1 0 0 0 0,0 0 0 0 0,-1 0 0 0 0,1 1 0 0 0,0-1 0 0 0,-1 0 0 0 0,1 0 0 0 0,-1 1 0 0 0,1-1 0 0 0,0 0 0 0 0,-1 1 0 0 0,1-1 0 0 0,-1 0 0 0 0,1 1 0 0 0,-1-1 0 0 0,1 1 0 0 0,-1-1 0 0 0,0 1 0 0 0,1-1 0 0 0,-1 1 0 0 0,1-1 0 0 0,-1 1 0 0 0,0 0 0 0 0,0-1 0 0 0,1 1 0 0 0,-1-1 0 0 0,0 1 0 0 0,0 0 0 0 0,0 0 0 0 0,1 0-3 0 0,0 0 1 0 0,0-1-1 0 0,0 1 1 0 0,0 0-1 0 0,0-1 1 0 0,0 1 0 0 0,0-1-1 0 0,0 1 1 0 0,0-1-1 0 0,0 1 1 0 0,0-1 0 0 0,0 0-1 0 0,1 1 1 0 0,-1-1-1 0 0,0 0 1 0 0,0 0 0 0 0,0 0-1 0 0,0 0 1 0 0,0 0-1 0 0,1 0 1 0 0,1-1-1 0 0,4 2-10 0 0,57 8-80 0 0,-22-2 17 0 0,0-2 0 0 0,66 0 1 0 0,28-13 155 0 0,-5-14 11 0 0,-104 17-129 0 0,-7-3-111 0 0,-13 4 138 0 0,-3 3 184 0 0,-8 1-93 0 0,-13 0 1 0 0,12 0-1 0 0,10 1-14 0 0,12 4-39 0 0,-17-5-25 0 0,0 0 0 0 0,0 0 0 0 0,1 0 0 0 0,-1 0 0 0 0,0 0 0 0 0,0 0-1 0 0,0 0 1 0 0,0 0 0 0 0,0 0 0 0 0,1 0 0 0 0,-1 0 0 0 0,0 0 0 0 0,0 0 0 0 0,0 0 0 0 0,0 0 0 0 0,0 0 0 0 0,1 1 0 0 0,-1-1 0 0 0,0 0-1 0 0,0 0 1 0 0,0 0 0 0 0,0 0 0 0 0,0 0 0 0 0,0 0 0 0 0,1 0 0 0 0,-1 0 0 0 0,0 0 0 0 0,0 0 0 0 0,0 1 0 0 0,0-1 0 0 0,0 0 0 0 0,0 0 0 0 0,0 0-1 0 0,0 0 1 0 0,0 0 0 0 0,0 1 0 0 0,0-1 0 0 0,0 0 0 0 0,0 0 0 0 0,1 0 0 0 0,-1 0 0 0 0,0 0 0 0 0,0 1 0 0 0,0-1 0 0 0,0 0 0 0 0,0 0 0 0 0,0 0-1 0 0,-1 0 1 0 0,1 0 0 0 0,0 1 0 0 0,0-1 0 0 0,0 0 0 0 0,0 0 0 0 0,0 0 0 0 0,0 0 1 0 0,0 1-1 0 0,0-1 0 0 0,0 0 1 0 0,0 0-1 0 0,0 0 0 0 0,0 0 1 0 0,0 0-1 0 0,0 1 1 0 0,0-1-1 0 0,0 0 0 0 0,0 0 1 0 0,0 0-1 0 0,0 0 0 0 0,0 1 1 0 0,0-1-1 0 0,0 0 0 0 0,0 0 1 0 0,0 0-1 0 0,1 0 0 0 0,-1 0 1 0 0,0 0-1 0 0,0 1 0 0 0,0-1 1 0 0,0 0-1 0 0,0 0 0 0 0,0 0 1 0 0,0 0-1 0 0,1 0 0 0 0,-1 0 1 0 0,0 0-1 0 0,0 0 0 0 0,0 1 1 0 0,0-1-1 0 0,0 0 0 0 0,0 0 1 0 0,1 0-1 0 0,-1 0 1 0 0,0 0-1 0 0,0 0 0 0 0,0 0 1 0 0,0 0-1 0 0,1 0 0 0 0,-1 0 1 0 0,0 0-1 0 0,0 0 0 0 0,0 0 1 0 0,0 0-1 0 0,0 0 0 0 0,1 0 1 0 0,-1 0-1 0 0,0 0 0 0 0,0 0 1 0 0,0-1-1 0 0,0 1 0 0 0,0 0 1 0 0,1 0-1 0 0,8 3 56 0 0,36 9 191 0 0,-39-9-182 0 0,-1-6-41 0 0,17 2 41 0 0,272 1 587 0 0,-207 3-582 0 0,-33 1 2 0 0,99 10 166 0 0,303 26 561 0 0,-358-13-561 0 0,-91-27-217 0 0,-6 0-19 0 0,1 0 0 0 0,-1-1-1 0 0,0 1 1 0 0,1 0 0 0 0,-1 0-1 0 0,0 1 1 0 0,1-1 0 0 0,-1 0-1 0 0,0 0 1 0 0,0 1 0 0 0,1-1-1 0 0,-1 0 1 0 0,0 1 0 0 0,0 0 0 0 0,1-1-1 0 0,-1 1 1 0 0,0 0 0 0 0,1 0-1 0 0,4 0 37 0 0,53 4-93 0 0,7 5 53 0 0,-28-5-13 0 0,-11-4-41 0 0,8-3 92 0 0,-32-1-9 0 0,11 2 12 0 0,-14 1-35 0 0,1 0 1 0 0,-1-1-1 0 0,1 1 0 0 0,-1 0 1 0 0,1 0-1 0 0,-1 0 1 0 0,1 0-1 0 0,-1 0 1 0 0,1 0-1 0 0,-1 0 0 0 0,1 1 1 0 0,-1-1-1 0 0,1 0 1 0 0,-1 0-1 0 0,1 0 0 0 0,-1 0 1 0 0,1 1-1 0 0,-1-1 1 0 0,1 0-1 0 0,-1 0 0 0 0,0 1 1 0 0,1-1-1 0 0,-1 0 1 0 0,1 1-1 0 0,-1-1 0 0 0,0 0 1 0 0,1 1-1 0 0,-1 0 1 0 0,0 0 99 0 0,65-1 361 0 0,93 7 75 0 0,43-1-43 0 0,316-41-286 0 0,-34 1 14 0 0,587-20 400 0 0,-426-1-421 0 0,-450 34-119 0 0,257-33 127 0 0,-324 38-94 0 0,234 3 0 0 0,-332 14-69 0 0,-9-1-53 0 0,-1 1 0 0 0,1 1-1 0 0,-1 1 1 0 0,37 10 0 0 0,4 0 42 0 0,-52-8-76 0 0,-5-1 32 0 0,-1-3 17 0 0,0-1-7 0 0,-1 0 0 0 0,0 0-1 0 0,1 0 1 0 0,-1 0 0 0 0,0 0 0 0 0,0 1-1 0 0,1-1 1 0 0,-1 1 0 0 0,0-1-1 0 0,0 1 1 0 0,0-1 0 0 0,1 1 0 0 0,-1 0-1 0 0,0-1 1 0 0,0 1 0 0 0,0 0-1 0 0,0 0 1 0 0,0 0 0 0 0,0 0 0 0 0,0 1-1 0 0,-3 2 0 0 0,4-3 8 0 0,0 0 0 0 0,0 0 0 0 0,0-1 0 0 0,1 1 0 0 0,-1-1 0 0 0,0 0 0 0 0,0 1 0 0 0,0-1 0 0 0,0 0-1 0 0,1 0 1 0 0,3-1 0 0 0,-1 1 374 0 0,0 1-493 0 0,58 8 128 0 0,-60-9-18 0 0,1 1-1 0 0,-1-1 1 0 0,1 1-1 0 0,-1 0 0 0 0,0 0 1 0 0,0 0-1 0 0,1 0 1 0 0,4 4-1 0 0,35 3 2 0 0,-35-7-20 0 0,1 0 1 0 0,-1 1 0 0 0,0 0-1 0 0,14 4 1 0 0,65 14-226 0 0,-54-6 67 0 0,0-1-81 0 0,-33-13 251 0 0,0 0-1 0 0,0 0 0 0 0,0 0 1 0 0,1 0-1 0 0,-1 0 0 0 0,0 0 0 0 0,0 0 1 0 0,0 0-1 0 0,1 0 0 0 0,-1 0 1 0 0,0 0-1 0 0,0 0 0 0 0,0 0 1 0 0,0 0-1 0 0,1 0 0 0 0,-1 0 1 0 0,0 0-1 0 0,0 0 0 0 0,0 1 1 0 0,0-1-1 0 0,1 0 0 0 0,-1 0 1 0 0,0 0-1 0 0,0 0 0 0 0,0 0 1 0 0,0 0-1 0 0,0 0 0 0 0,1 1 1 0 0,-1-1-1 0 0,0 0 0 0 0,0 0 1 0 0,0 0-1 0 0,0 0 0 0 0,0 1 1 0 0,0-1-1 0 0,0 0 0 0 0,0 0 0 0 0,0 0 1 0 0,0 0-1 0 0,0 1 0 0 0,0-1 1 0 0,0 0-1 0 0,0 0 0 0 0,0 0 1 0 0,0 1-1 0 0,0-1 0 0 0,0 0 1 0 0,0 0-1 0 0,0 1 0 0 0,5 1-185 0 0,82 19 335 0 0,76 13-132 0 0,-22-5-28 0 0,114 14 4 0 0,1-12 0 0 0,1-10 0 0 0,264-15 0 0 0,571-19 331 0 0,-864 13-281 0 0,479-35 40 0 0,-691 33-103 0 0,0-1 0 0 0,-1 0 0 0 0,1-2 0 0 0,-1 0 0 0 0,0 0 0 0 0,22-12 1 0 0,-20 4 22 0 0,-1 5 0 0 0,-32 6 0 0 0,15 1-2 0 0,0 1 1 0 0,1-1 0 0 0,-1 1-1 0 0,1-1 1 0 0,-1 0 0 0 0,1 1-1 0 0,-1-1 1 0 0,1 0 0 0 0,0 1-1 0 0,-1-1 1 0 0,1 0 0 0 0,0 1-1 0 0,0-1 1 0 0,-1 0 0 0 0,1 0-1 0 0,0 1 1 0 0,0-1 0 0 0,0 0-1 0 0,0 0 1 0 0,0 1 0 0 0,0-1-1 0 0,0-1 1 0 0,1-23-43 0 0,-1 20 39 0 0,0-4 5 0 0,-1 7 0 0 0,1 0 0 0 0,0 0 0 0 0,0 0 0 0 0,0 0 0 0 0,0 0 0 0 0,0 0 0 0 0,1 0 0 0 0,-1 0 0 0 0,0 0 0 0 0,1 0 0 0 0,0 0 0 0 0,-1 0 0 0 0,1 0 0 0 0,2-3 0 0 0,6-5 0 0 0,-7 9 1 0 0,-1 0-1 0 0,0-1 1 0 0,1 1 0 0 0,-1-1-1 0 0,0 1 1 0 0,1-1 0 0 0,-1 0-1 0 0,0 1 1 0 0,0-1-1 0 0,0 0 1 0 0,-1 0 0 0 0,1 0-1 0 0,0 1 1 0 0,-1-1 0 0 0,1 0-1 0 0,-1 0 1 0 0,0 0 0 0 0,1 0-1 0 0,-1-4 1 0 0,-1-4 20 0 0,1 8-13 0 0,-1-1 0 0 0,1 1 0 0 0,0-1 0 0 0,0 1 0 0 0,0-1 0 0 0,1 1 0 0 0,-1-1 0 0 0,0 1 0 0 0,1-1 0 0 0,0 1 0 0 0,-1-1 0 0 0,1 1 0 0 0,2-4 0 0 0,6-5 6 0 0,-7 10-14 0 0,-1 0 0 0 0,1-1 0 0 0,-1 1 0 0 0,1-1 0 0 0,-1 0 0 0 0,0 1 0 0 0,0-1 0 0 0,0 0 0 0 0,0 0 0 0 0,0 0 0 0 0,0 0 0 0 0,0 0 0 0 0,-1 0 0 0 0,1 0 0 0 0,-1 0 0 0 0,1 0 0 0 0,-1 0 0 0 0,0-3 0 0 0,0 3 0 0 0,1-1 0 0 0,-1 1 0 0 0,0 0 0 0 0,1 0 0 0 0,-1-1 0 0 0,1 1 0 0 0,0 0 0 0 0,-1 0 0 0 0,1 0 0 0 0,0 0 0 0 0,1 0 0 0 0,-1 0 0 0 0,0 0 0 0 0,0 1 0 0 0,1-1 0 0 0,1-2 0 0 0,-1 2 0 0 0,0 1 0 0 0,-1-1 0 0 0,1 0 0 0 0,-1 0 0 0 0,0 0 0 0 0,0 0 0 0 0,0 0 0 0 0,0 0 0 0 0,0 0 0 0 0,0-1 0 0 0,0 1 0 0 0,-1 0 0 0 0,1 0 0 0 0,-1-1 0 0 0,1 1 0 0 0,-1-4 0 0 0,0-344-241 0 0,0 348 248 0 0,0 0-1 0 0,0 0 0 0 0,0 0 0 0 0,-1 0 1 0 0,1 0-1 0 0,-1 0 0 0 0,1 0 0 0 0,-1 1 1 0 0,0-1-1 0 0,1 0 0 0 0,-1 0 0 0 0,0 0 1 0 0,0 0-1 0 0,0 1 0 0 0,-1-1 0 0 0,1 1 1 0 0,0-1-1 0 0,-1 1 0 0 0,1-1 0 0 0,-1 1 1 0 0,-2-2-1 0 0,-13-14 30 0 0,6 8-26 0 0,0-1 0 0 0,-1 1 1 0 0,0 1-1 0 0,0 0 0 0 0,-1 1 0 0 0,-20-9 1 0 0,1 2 19 0 0,-50-13 1 0 0,39 9-39 0 0,10 3-50 0 0,-119-35-36 0 0,-42 9-37 0 0,122 28 129 0 0,28 9-7 0 0,34 4 22 0 0,0 0 0 0 0,0-1-1 0 0,-1-1 1 0 0,1 0-1 0 0,-15-4 1 0 0,23 5-8 0 0,0-1 1 0 0,-1 1 0 0 0,1 0 0 0 0,-1 0 0 0 0,1 1 0 0 0,-1-1 0 0 0,1 0 0 0 0,-1 1-1 0 0,0-1 1 0 0,1 1 0 0 0,-1 0 0 0 0,-3 0 0 0 0,-61-3 144 0 0,7-7-203 0 0,28-2-134 0 0,26 5 145 0 0,6 7 41 0 0,0-1 0 0 0,0 1 1 0 0,0 0-1 0 0,0-1 0 0 0,0 1 1 0 0,0 0-1 0 0,0 0 0 0 0,0-1 0 0 0,0 1 1 0 0,0 0-1 0 0,0 0 0 0 0,0-1 0 0 0,0 1 1 0 0,-1 0-1 0 0,1 0 0 0 0,0-1 1 0 0,0 1-1 0 0,0 0 0 0 0,0 0 0 0 0,-1-1 1 0 0,1 1-1 0 0,0 0 0 0 0,0 0 1 0 0,-1 0-1 0 0,1 0 0 0 0,0-1 0 0 0,0 1 1 0 0,-1 0-1 0 0,1 0 0 0 0,0 0 1 0 0,0 0-1 0 0,-1 0 0 0 0,1 0 0 0 0,-22-7 1 0 0,1 0 0 0 0,-1 2 0 0 0,-39-4 0 0 0,29 3-106 0 0,0-1 0 0 0,0-1 0 0 0,0-1 0 0 0,1-2 0 0 0,-49-25 0 0 0,47 21-1 0 0,0 0-1 0 0,-2 2 1 0 0,0 2-1 0 0,-40-8 1 0 0,-94 1 107 0 0,120 14 0 0 0,37 3 0 0 0,-10 0 30 0 0,0-1-1 0 0,1-2 0 0 0,-1 0 0 0 0,-23-8 0 0 0,10 3-29 0 0,-200-40 196 0 0,90 21-218 0 0,82 15 115 0 0,4-1-86 0 0,-86-7-1 0 0,38 11 1 0 0,-74-6 0 0 0,-101 7 100 0 0,213 9-147 0 0,1 3 0 0 0,0 3-1 0 0,-92 20 1 0 0,-13 3 85 0 0,113-22-90 0 0,-82 16-19 0 0,74-9 103 0 0,0-4 0 0 0,-138 2 1 0 0,-44-31-120 0 0,17 5 80 0 0,134 6 72 0 0,-379-51-171 0 0,262 27 318 0 0,74 14-78 0 0,76 7-123 0 0,-8-1-154 0 0,-80-4 1 0 0,36 11 362 0 0,-345-1-214 0 0,98 14-80 0 0,23 13 134 0 0,-82 7-200 0 0,93-7 146 0 0,200-9 27 0 0,-119-3-214 0 0,243-10 191 0 0,8-1 21 0 0,-1 2-37 0 0,1 0 0 0 0,-1 0 1 0 0,0 0-1 0 0,0 0 0 0 0,0 0 0 0 0,0 0 1 0 0,0 0-1 0 0,0 0 0 0 0,0 0 1 0 0,0 0-1 0 0,0 0 0 0 0,1 0 0 0 0,-1-1 1 0 0,0 1-1 0 0,0 0 0 0 0,0 0 0 0 0,0 0 1 0 0,0 0-1 0 0,0 0 0 0 0,0 0 0 0 0,0 0 1 0 0,0-1-1 0 0,0 1 0 0 0,0 0 1 0 0,0 0-1 0 0,0 0 0 0 0,0 0 0 0 0,0 0 1 0 0,0 0-1 0 0,0 0 0 0 0,0-1 0 0 0,0 1 1 0 0,0 0-1 0 0,0 0 0 0 0,0 0 1 0 0,0 0-1 0 0,0 0 0 0 0,0 0 0 0 0,0 0 1 0 0,0-1-1 0 0,0 1 0 0 0,0 0 0 0 0,0 0 1 0 0,-1 0-1 0 0,1 0 0 0 0,0 0 0 0 0,0 0 1 0 0,0 0-1 0 0,0 0 0 0 0,0 0 1 0 0,0 0-1 0 0,0 0 0 0 0,0-1 0 0 0,0 1 1 0 0,-1 0-1 0 0,-31-6 7 0 0,-6 5-8 0 0,24 1 37 0 0,1 1-1 0 0,0 0 1 0 0,-1 0-1 0 0,-17 5 1 0 0,-9 0 73 0 0,-90-5-2 0 0,-153-3-656 0 0,55-17 828 0 0,189 15-353 0 0,-66-17 0 0 0,20 4 286 0 0,73 15-187 0 0,-1 0 10 0 0,-27-9-18 0 0,-52-16-98 0 0,74 22 20 0 0,0 0 0 0 0,-1 2-1 0 0,0 0 1 0 0,1 1 0 0 0,-1 1 0 0 0,0 1-1 0 0,0 0 1 0 0,-37 6 0 0 0,-38 1-12 0 0,-102-7 379 0 0,164 0-253 0 0,-167 5-245 0 0,170-3 168 0 0,-16 3-86 0 0,-48 12-1 0 0,53-8-30 0 0,0-3-1 0 0,-63 4 1 0 0,98-10 133 0 0,-191 7-66 0 0,109-3 101 0 0,-89-9 1 0 0,157 4-20 0 0,-75-3-82 0 0,-101-19 0 0 0,119-2 86 0 0,54 24 94 0 0,15 1-151 0 0,-1-1 0 0 0,0 0 1 0 0,1 0-1 0 0,-1-1 0 0 0,-12-4 1 0 0,13 4 25 0 0,7 2 16 0 0,0 0 0 0 0,-1 0 1 0 0,1 0-1 0 0,0 0 0 0 0,0 0 0 0 0,0 0 1 0 0,-1 0-1 0 0,1 0 0 0 0,0 0 1 0 0,0 0-1 0 0,0 0 0 0 0,-1 0 1 0 0,1 0-1 0 0,0 0 0 0 0,0 0 0 0 0,0 0 1 0 0,-1 0-1 0 0,1 0 0 0 0,0-1 1 0 0,0 1-1 0 0,0 0 0 0 0,0 0 1 0 0,-1 0-1 0 0,1 0 0 0 0,0 0 0 0 0,0-1 1 0 0,0 1-1 0 0,0 0 0 0 0,0 0 1 0 0,-1 0-1 0 0,1 0 0 0 0,0-1 1 0 0,0 1-1 0 0,0 0 0 0 0,0 0 0 0 0,0 0 1 0 0,0-1-1 0 0,0 1 0 0 0,0 0 1 0 0,0 0-1 0 0,0 0 0 0 0,0-1 1 0 0,0 1-1 0 0,0 0 0 0 0,0 0 0 0 0,0 0 1 0 0,0-1-1 0 0,0 1 0 0 0,0 0 1 0 0,1-7-234 0 0,-1 6 315 0 0,-28 1-80 0 0,23 0-134 0 0,5 0-24 0 0,0 0 0 0 0,0 1-1 0 0,1-1 1 0 0,-1 0 0 0 0,0 0 0 0 0,0 0 0 0 0,0 1-1 0 0,0-1 1 0 0,0 0 0 0 0,0 0 0 0 0,0 1-1 0 0,0-1 1 0 0,0 0 0 0 0,1 0 0 0 0,-1 0-1 0 0,0 1 1 0 0,0-1 0 0 0,0 0 0 0 0,0 0-1 0 0,0 1 1 0 0,-1-1 0 0 0,1 0 0 0 0,0 0 0 0 0,0 1-1 0 0,0-1 1 0 0,0 0 0 0 0,0 0 0 0 0,0 1-1 0 0,0-1 1 0 0,0 0 0 0 0,-1 0 0 0 0,1 0-1 0 0,0 1 1 0 0,0-1 0 0 0,0 0 0 0 0,0 0 0 0 0,-1 0-1 0 0,1 0 1 0 0,0 1 0 0 0,0-1 0 0 0,0 0-1 0 0,-1 0 1 0 0,1 0 0 0 0,0 0 0 0 0,0 0-1 0 0,0 0 1 0 0,-1 0 0 0 0,1 0 0 0 0,0 0-1 0 0,0 0 1 0 0,-1 0 0 0 0,1 0 0 0 0,0 0 0 0 0,0 0-1 0 0,-1 0 1 0 0,1 0 0 0 0,0 0 0 0 0,-28-9-7259 0 0</inkml:trace>
</inkml:ink>
</file>

<file path=ppt/ink/ink1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06T18:17:13.14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1587 63 160 0 0,'-57'-9'1598'0'0,"35"6"-829"0"0,0-1 0 0 0,0 0 0 0 0,1-2 0 0 0,-25-9 0 0 0,43 13-579 0 0,-6-2 418 0 0,-1 0 1 0 0,0 0 0 0 0,-13-2 0 0 0,19 5-535 0 0,1 1 0 0 0,-1-1 0 0 0,0 1 0 0 0,0 0 0 0 0,0 0 0 0 0,0 1 0 0 0,1-1 0 0 0,-1 1 1 0 0,0 0-1 0 0,0 0 0 0 0,1 0 0 0 0,-6 2 0 0 0,-89 26 259 0 0,-153 50 154 0 0,89-30-253 0 0,102-34-88 0 0,-5-1-132 0 0,42-9-14 0 0,23-5 2 0 0,-1 0 0 0 0,1 0 0 0 0,-1 0 0 0 0,1 0 0 0 0,-1 0 0 0 0,1 0 0 0 0,-1 0 0 0 0,0 0 0 0 0,1 0 0 0 0,-1 0-1 0 0,1 0 1 0 0,-1 0 0 0 0,1 1 0 0 0,-1-1 0 0 0,1 0 0 0 0,-1 0 0 0 0,1 1 0 0 0,-1-1 0 0 0,1 0 0 0 0,-1 0 0 0 0,1 1 0 0 0,0-1 0 0 0,-1 1 0 0 0,1-1 0 0 0,-1 0 0 0 0,1 1 0 0 0,0-1 0 0 0,-1 1 0 0 0,1-1 0 0 0,0 1 0 0 0,0-1 0 0 0,-1 1 0 0 0,1 0-1 0 0,-1 0-1 0 0,0 0 0 0 0,0 0 0 0 0,0-1 0 0 0,0 1 0 0 0,0 0 0 0 0,0-1 0 0 0,0 1 0 0 0,0-1 0 0 0,0 1 0 0 0,0-1 0 0 0,0 1 0 0 0,-1-1 0 0 0,1 0 0 0 0,0 1 0 0 0,0-1 0 0 0,-1 0 0 0 0,1 0 0 0 0,0 0 0 0 0,-2 0 0 0 0,0 0-13 0 0,-35 20-107 0 0,-60 21 267 0 0,93-40-142 0 0,4-1-2 0 0,-1 0 0 0 0,1 0 0 0 0,0 1 0 0 0,0-1 0 0 0,-1 0 0 0 0,1 1 0 0 0,0-1 0 0 0,-1 1 0 0 0,1-1 0 0 0,0 1 0 0 0,0-1 0 0 0,0 1 0 0 0,0 0 0 0 0,-1 0 0 0 0,1-1 0 0 0,0 1 0 0 0,0 0 0 0 0,1 0 0 0 0,-1 0 0 0 0,0 0 0 0 0,0 0 0 0 0,0 0 0 0 0,1 1 0 0 0,-2 0 0 0 0,2-1-1 0 0,0-1 1 0 0,0 1-1 0 0,-1 0 0 0 0,1-1 1 0 0,0 1-1 0 0,0-1 0 0 0,0 0 1 0 0,-1 1-1 0 0,1-1 0 0 0,0 1 1 0 0,-1-1-1 0 0,1 1 0 0 0,-1-1 1 0 0,1 0-1 0 0,0 1 1 0 0,-1-1-1 0 0,1 0 0 0 0,-1 1 1 0 0,1-1-1 0 0,-1 0 0 0 0,1 0 1 0 0,-1 1-1 0 0,1-1 0 0 0,-1 0 1 0 0,1 0-1 0 0,-1 0 0 0 0,1 0 1 0 0,-1 0-1 0 0,1 1 1 0 0,-1-1-1 0 0,1 0 0 0 0,-1 0 1 0 0,0-1-1 0 0,1 1 0 0 0,-1 0 1 0 0,0 0-4 0 0,1 0 1 0 0,-1 0-1 0 0,0 0 1 0 0,1 0-1 0 0,-1 0 1 0 0,0 0-1 0 0,1 0 1 0 0,-1 0-1 0 0,1 0 1 0 0,-1 0-1 0 0,0 0 1 0 0,1 1-1 0 0,-1-1 1 0 0,1 0-1 0 0,-1 0 1 0 0,1 1-1 0 0,-1-1 1 0 0,0 0-1 0 0,1 1 1 0 0,-1-1-1 0 0,1 0 1 0 0,0 1-1 0 0,-1-1 1 0 0,1 1-1 0 0,-1-1 1 0 0,1 1-1 0 0,0-1 1 0 0,-1 1-1 0 0,1-1 1 0 0,0 1-1 0 0,-1-1 1 0 0,1 1-1 0 0,0 0 1 0 0,0-1 0 0 0,0 1-1 0 0,-1 0 1 0 0,2 0-3 0 0,-1 0 1 0 0,0 0 0 0 0,0 0-1 0 0,0 0 1 0 0,-1 0 0 0 0,1 0-1 0 0,0 0 1 0 0,0 0 0 0 0,0 0-1 0 0,-1 0 1 0 0,1 0 0 0 0,0 0-1 0 0,-1 0 1 0 0,1 0 0 0 0,-1 0-1 0 0,1-1 1 0 0,-1 1 0 0 0,0 0-1 0 0,1 0 1 0 0,-1-1 0 0 0,0 1-1 0 0,1 0 1 0 0,-1-1 0 0 0,0 1-1 0 0,0 0 1 0 0,0-1 0 0 0,1 1-1 0 0,-1-1 1 0 0,-2 1 0 0 0,1 0 9 0 0,-1 1 1 0 0,1-1 0 0 0,-1 1 0 0 0,1-1 0 0 0,0 1-1 0 0,0 0 1 0 0,0 0 0 0 0,-3 3 0 0 0,-49 46 72 0 0,-6 20-200 0 0,18-16 320 0 0,37-51-205 0 0,1 0 1 0 0,-1-1 0 0 0,0 1-1 0 0,0-1 1 0 0,0 0-1 0 0,0-1 1 0 0,-8 4 0 0 0,8-4-15 0 0,-1 1 0 0 0,0 0 1 0 0,1 0-1 0 0,0 0 1 0 0,-8 7-1 0 0,-20 18-75 0 0,32-27 92 0 0,1-1 0 0 0,-1 1-1 0 0,1-1 1 0 0,0 1 0 0 0,-1-1-1 0 0,1 1 1 0 0,-1-1 0 0 0,1 1-1 0 0,0 0 1 0 0,-1-1 0 0 0,1 1-1 0 0,0 0 1 0 0,0-1-1 0 0,0 1 1 0 0,-1-1 0 0 0,1 1-1 0 0,0 0 1 0 0,0 0 0 0 0,0-1-1 0 0,0 1 1 0 0,0 0 0 0 0,0 0 1 0 0,0 0 0 0 0,0 0 0 0 0,0 0 0 0 0,0 0 0 0 0,0 0 1 0 0,0 0-1 0 0,0-1 0 0 0,0 1 0 0 0,-1 0 0 0 0,1 0 1 0 0,0 0-1 0 0,-1 0 0 0 0,1-1 0 0 0,-1 1 0 0 0,1 0 0 0 0,-1 0 1 0 0,0 0-1 0 0,-7 7 13 0 0,6-7-17 0 0,1 1 1 0 0,-1-1 0 0 0,1 1 0 0 0,-1 0 0 0 0,1-1 0 0 0,-1 1-1 0 0,1 0 1 0 0,0 0 0 0 0,0 0 0 0 0,0 0 0 0 0,0 0-1 0 0,0 0 1 0 0,1 0 0 0 0,-1 0 0 0 0,1 1 0 0 0,-1-1 0 0 0,1 0-1 0 0,0 0 1 0 0,-1 0 0 0 0,1 1 0 0 0,1 2 0 0 0,-1-4 5 0 0,0 1 1 0 0,0-1 0 0 0,0 0-1 0 0,-1 1 1 0 0,1-1 0 0 0,0 0-1 0 0,-1 0 1 0 0,1 0 0 0 0,-1 1-1 0 0,1-1 1 0 0,-1 0-1 0 0,1 0 1 0 0,-1 0 0 0 0,0 0-1 0 0,1 0 1 0 0,-1 0 0 0 0,0 0-1 0 0,0 0 1 0 0,0 0 0 0 0,0 0-1 0 0,0-1 1 0 0,0 1 0 0 0,0 0-1 0 0,-2 0 1 0 0,2 0 2 0 0,0 0 0 0 0,0-1 0 0 0,0 1 1 0 0,0 0-1 0 0,0-1 0 0 0,0 1 0 0 0,0 0 1 0 0,0 0-1 0 0,1 0 0 0 0,-1 0 0 0 0,0 0 1 0 0,0 0-1 0 0,1 0 0 0 0,-1 0 0 0 0,1 0 0 0 0,-1 0 1 0 0,1 1-1 0 0,-1-1 0 0 0,1 0 0 0 0,0 0 1 0 0,0 0-1 0 0,-1 1 0 0 0,1-1 0 0 0,0 2 0 0 0,0 52-57 0 0,1-54 50 0 0,0 0-1 0 0,0 0 1 0 0,0 0-1 0 0,0-1 0 0 0,0 1 1 0 0,0 0-1 0 0,1-1 1 0 0,-1 1-1 0 0,0-1 1 0 0,0 1-1 0 0,1-1 1 0 0,-1 0-1 0 0,0 0 1 0 0,0 1-1 0 0,1-1 1 0 0,-1 0-1 0 0,0 0 0 0 0,2 0 1 0 0,0 0-10 0 0,1 5 1 0 0,-4-4 14 0 0,0-1 0 0 0,0 0 0 0 0,0 1 0 0 0,0-1 1 0 0,0 1-1 0 0,0-1 0 0 0,0 0 0 0 0,0 1 0 0 0,1-1 0 0 0,-1 0 0 0 0,0 1 0 0 0,0-1 0 0 0,0 0 1 0 0,1 0-1 0 0,-1 1 0 0 0,0-1 0 0 0,0 0 0 0 0,1 0 0 0 0,-1 1 0 0 0,0-1 0 0 0,1 0 0 0 0,-1 0 1 0 0,0 0-1 0 0,1 1 0 0 0,-1-1 0 0 0,0 0 0 0 0,1 0 0 0 0,-1 0 0 0 0,0 0 0 0 0,1 0 0 0 0,1 0 22 0 0,-1 0-18 0 0,0 0 0 0 0,0 0 1 0 0,0 0-1 0 0,0 0 1 0 0,0 0-1 0 0,0 0 0 0 0,-1 0 1 0 0,1 0-1 0 0,0 0 1 0 0,0 0-1 0 0,0 1 1 0 0,0-1-1 0 0,0 0 0 0 0,-1 1 1 0 0,1-1-1 0 0,0 0 1 0 0,0 1-1 0 0,0-1 0 0 0,-1 1 1 0 0,1 0-1 0 0,0-1 1 0 0,-1 1-1 0 0,1-1 0 0 0,0 1 1 0 0,-1 0-1 0 0,1-1 1 0 0,-1 1-1 0 0,1 0 1 0 0,-1 0-1 0 0,1 0 0 0 0,-1-1 1 0 0,0 1-1 0 0,1 0 1 0 0,-1 0-1 0 0,0 0 0 0 0,0 0 1 0 0,0 1-1 0 0,1 1 47 0 0,-1 0 0 0 0,0 0 0 0 0,1 0 0 0 0,0 0 0 0 0,-1 0 0 0 0,1 0-1 0 0,0-1 1 0 0,1 1 0 0 0,-1 0 0 0 0,0 0 0 0 0,1-1 0 0 0,-1 1 0 0 0,1-1 0 0 0,0 0 0 0 0,4 5-1 0 0,0 0-4 0 0,26 29-141 0 0,-31-35 89 0 0,0 0 0 0 0,-1 0 0 0 0,1 0 0 0 0,-1 0 1 0 0,1 0-1 0 0,-1 0 0 0 0,1 0 0 0 0,-1 0 0 0 0,0 0 0 0 0,1 1 1 0 0,-1-1-1 0 0,0 0 0 0 0,0 0 0 0 0,0 0 0 0 0,0 0 1 0 0,0 2-1 0 0,0-1 8 0 0,0-1 0 0 0,0 1 0 0 0,0-1 0 0 0,0 1 0 0 0,0-1 0 0 0,1 1-1 0 0,-1-1 1 0 0,0 1 0 0 0,1-1 0 0 0,0 1 0 0 0,-1-1 0 0 0,2 3 0 0 0,6 8 16 0 0,0-1 0 0 0,1 1 0 0 0,0-2 0 0 0,1 1 0 0 0,0-1 0 0 0,1-1 0 0 0,16 12 0 0 0,2-2 148 0 0,-20-13 33 0 0,0 0 0 0 0,0 0 1 0 0,0-1-1 0 0,18 6 0 0 0,45 7 219 0 0,-53-14-204 0 0,0 1 0 0 0,29 11-1 0 0,-43-9-54 0 0,1-1-15 0 0,0-4-130 0 0,-5-2-7 0 0,0 0 0 0 0,0 1 0 0 0,0-1 0 0 0,0 0 0 0 0,0 1 0 0 0,1-1-1 0 0,-1 1 1 0 0,0 0 0 0 0,-1-1 0 0 0,1 1 0 0 0,0 0 0 0 0,0-1 0 0 0,0 1 0 0 0,0 0 0 0 0,0 0 0 0 0,-1 0 0 0 0,1 0 0 0 0,0-1 0 0 0,-1 1 0 0 0,1 0 0 0 0,-1 0 0 0 0,1 1 0 0 0,-1-1 0 0 0,1 0 0 0 0,-1 0 0 0 0,0 0-1 0 0,0 0 1 0 0,1 0 0 0 0,-1 0 0 0 0,0 0 0 0 0,0 1 0 0 0,0-1 0 0 0,0 0 0 0 0,0 0 0 0 0,0 0 0 0 0,-1 2 0 0 0,1-2-1 0 0,0 0 0 0 0,1 0 0 0 0,-1-1-1 0 0,0 1 1 0 0,0 0 0 0 0,1 0 0 0 0,-1 0 0 0 0,1 0 0 0 0,-1 0 0 0 0,1-1-1 0 0,-1 1 1 0 0,1 0 0 0 0,0 0 0 0 0,-1-1 0 0 0,1 1 0 0 0,0 0 0 0 0,-1-1-1 0 0,1 1 1 0 0,0-1 0 0 0,0 1 0 0 0,0-1 0 0 0,-1 1 0 0 0,1-1 0 0 0,0 1-1 0 0,0-1 1 0 0,0 0 0 0 0,0 0 0 0 0,0 1 0 0 0,0-1 0 0 0,0 0-1 0 0,1 0 1 0 0,3 2 34 0 0,-4-2-36 0 0,-1 0-1 0 0,1 1 0 0 0,-1-1 0 0 0,1 1 1 0 0,-1-1-1 0 0,1 1 0 0 0,-1 0 0 0 0,1-1 1 0 0,-1 1-1 0 0,0-1 0 0 0,1 1 0 0 0,-1 0 0 0 0,0-1 1 0 0,1 1-1 0 0,-1 0 0 0 0,0-1 0 0 0,0 1 1 0 0,0 0-1 0 0,0 0 0 0 0,0-1 0 0 0,0 1 0 0 0,0 0 1 0 0,0-1-1 0 0,0 1 0 0 0,0 0 0 0 0,0 0 1 0 0,0-1-1 0 0,0 1 0 0 0,-1 0 0 0 0,1 0 1 0 0,-1 0-6 0 0,1 0 0 0 0,0-1 1 0 0,0 1-1 0 0,-1 0 0 0 0,1-1 1 0 0,0 1-1 0 0,0 0 0 0 0,0 0 1 0 0,0-1-1 0 0,0 1 1 0 0,0 0-1 0 0,0-1 0 0 0,0 1 1 0 0,0 0-1 0 0,0 0 0 0 0,1-1 1 0 0,-1 1-1 0 0,0 0 0 0 0,0-1 1 0 0,1 1-1 0 0,-1 0 1 0 0,0-1-1 0 0,1 1 0 0 0,-1-1 1 0 0,1 1-1 0 0,-1-1 0 0 0,1 1 1 0 0,-1-1-1 0 0,1 1 1 0 0,0 0-1 0 0,6 1-8 0 0,-6-2 7 0 0,-1 0 0 0 0,1 0-1 0 0,0 0 1 0 0,0 0 0 0 0,0 0 0 0 0,0 0-1 0 0,-1 0 1 0 0,1 0 0 0 0,0 1-1 0 0,0-1 1 0 0,-1 0 0 0 0,1 1 0 0 0,0-1-1 0 0,0 0 1 0 0,-1 1 0 0 0,1-1 0 0 0,0 1-1 0 0,-1-1 1 0 0,1 1 0 0 0,-1 0 0 0 0,1-1-1 0 0,-1 1 1 0 0,1-1 0 0 0,-1 1-1 0 0,1 0 1 0 0,-1 0 0 0 0,1-1 0 0 0,-1 1-1 0 0,0 0 1 0 0,0 0 0 0 0,1-1 0 0 0,-1 1-1 0 0,0 0 1 0 0,0 0 0 0 0,0 1 0 0 0,0-2 2 0 0,1 1 1 0 0,-1-1 0 0 0,0 1 0 0 0,0 0 0 0 0,0-1 0 0 0,0 1 0 0 0,1 0-1 0 0,-1-1 1 0 0,0 1 0 0 0,1-1 0 0 0,-1 1 0 0 0,0 0 0 0 0,1-1 0 0 0,-1 1-1 0 0,1-1 1 0 0,-1 0 0 0 0,1 1 0 0 0,-1-1 0 0 0,1 1 0 0 0,-1-1 0 0 0,1 0 0 0 0,0 1-1 0 0,-1-1 1 0 0,1 0 0 0 0,-1 1 0 0 0,1-1 0 0 0,0 0 0 0 0,-1 0 0 0 0,1 0-1 0 0,0 0 1 0 0,-1 0 0 0 0,2 1 0 0 0,-1-1 0 0 0,0 0 1 0 0,-1 0 0 0 0,1 0-1 0 0,0 0 1 0 0,-1 0-1 0 0,1 0 1 0 0,0 0-1 0 0,-1 1 1 0 0,1-1-1 0 0,0 0 1 0 0,-1 0-1 0 0,1 1 1 0 0,0-1-1 0 0,-1 1 1 0 0,1-1-1 0 0,-1 0 1 0 0,1 1-1 0 0,-1-1 1 0 0,1 1-1 0 0,-1 0 1 0 0,1-1-1 0 0,-1 1 1 0 0,1-1-1 0 0,-1 1 1 0 0,0 0-1 0 0,1-1 1 0 0,-1 1-1 0 0,0 0 1 0 0,0-1-1 0 0,1 1 1 0 0,-1 0-1 0 0,0-1 1 0 0,0 2-1 0 0,0-1 0 0 0,0 0 0 0 0,0 0 0 0 0,0 0 0 0 0,0 0 0 0 0,0 0 0 0 0,0-1 0 0 0,0 1-1 0 0,1 0 1 0 0,-1 0 0 0 0,0 0 0 0 0,0 0 0 0 0,1 0 0 0 0,-1 0 0 0 0,1-1 0 0 0,-1 1 0 0 0,1 0 0 0 0,-1 0-1 0 0,1 0 1 0 0,-1-1 0 0 0,1 1 0 0 0,0 0 0 0 0,-1-1 0 0 0,1 1 0 0 0,0-1 0 0 0,0 1 0 0 0,0-1 0 0 0,-1 1-1 0 0,1-1 1 0 0,0 1 0 0 0,0-1 0 0 0,0 0 0 0 0,0 0 0 0 0,0 1 0 0 0,0-1 0 0 0,1 0 0 0 0,5 2 9 0 0,-7-2-9 0 0,1 0-1 0 0,-1 0 1 0 0,0 0-1 0 0,0 1 1 0 0,1-1-1 0 0,-1 0 1 0 0,0 0-1 0 0,0 0 1 0 0,1 0 0 0 0,-1 0-1 0 0,0 0 1 0 0,0 1-1 0 0,1-1 1 0 0,-1 0-1 0 0,0 0 1 0 0,0 0-1 0 0,0 0 1 0 0,0 1-1 0 0,1-1 1 0 0,-1 0-1 0 0,0 0 1 0 0,0 1-1 0 0,0-1 1 0 0,0 0-1 0 0,0 0 1 0 0,0 1-1 0 0,0-1 1 0 0,1 0 0 0 0,-1 0-1 0 0,0 1 1 0 0,0-1-1 0 0,0 0 1 0 0,0 0-1 0 0,0 1 1 0 0,0 0-2 0 0,1 0 1 0 0,-1 0-1 0 0,1 0 1 0 0,0-1 0 0 0,-1 1-1 0 0,1 0 1 0 0,0 0-1 0 0,0 0 1 0 0,0-1-1 0 0,-1 1 1 0 0,1-1 0 0 0,0 1-1 0 0,0 0 1 0 0,0-1-1 0 0,0 1 1 0 0,0-1-1 0 0,0 0 1 0 0,0 1 0 0 0,0-1-1 0 0,0 0 1 0 0,0 0-1 0 0,1 0 1 0 0,-1 0-1 0 0,1 0 1 0 0,2 1-2 0 0,94 33-66 0 0,-22-14 67 0 0,-62-15-21 0 0,1-2-1 0 0,-1 0 0 0 0,1 0 0 0 0,0-1 0 0 0,24-1 1 0 0,7 2-22 0 0,-28-2 43 0 0,0-2 0 0 0,19-1 0 0 0,14-1 0 0 0,21 0 139 0 0,88-15 1 0 0,-33 2 381 0 0,4-4 133 0 0,-103 16-293 0 0,1-2 0 0 0,-1 0 0 0 0,35-14 0 0 0,-48 16-204 0 0,14-7 455 0 0,53-29 0 0 0,-4 2-36 0 0,20 2-215 0 0,-38 15-55 0 0,-58 21-294 0 0,0 0-1 0 0,0-1 0 0 0,0 1 1 0 0,0-1-1 0 0,0 1 0 0 0,0-1 0 0 0,0 0 1 0 0,0 0-1 0 0,0 0 0 0 0,2-2 1 0 0,16-7 104 0 0,-7 4-74 0 0,0-1 0 0 0,21-15 0 0 0,-16 10-25 0 0,34-16 0 0 0,3 12 63 0 0,-55 16-78 0 0,0 0 0 0 0,0 0 0 0 0,0 0 0 0 0,1 0 0 0 0,-1 0 0 0 0,0 0 0 0 0,0 0 0 0 0,1 0 0 0 0,-1 0 0 0 0,0 0 0 0 0,0 0 0 0 0,0 0 0 0 0,0 0 0 0 0,1 0 0 0 0,-1 0 0 0 0,0 0 0 0 0,0 0 0 0 0,0-1 0 0 0,1 1 0 0 0,-1 0 0 0 0,0 0 0 0 0,0 0 0 0 0,0 0 0 0 0,0 0 0 0 0,0-1 0 0 0,0 1 0 0 0,1 0 0 0 0,-1 0 0 0 0,0 0 0 0 0,0-1 0 0 0,0 1 0 0 0,0 0 0 0 0,0 0 0 0 0,0 0 0 0 0,0-1 0 0 0,0 1 0 0 0,0 0 0 0 0,0 0 0 0 0,0-1 0 0 0,6-5 78 0 0,113-50 333 0 0,-118 56-405 0 0,-1-1-1 0 0,0 1 0 0 0,1 0 1 0 0,-1 0-1 0 0,0-1 1 0 0,1 1-1 0 0,-1 0 0 0 0,0 0 1 0 0,1-1-1 0 0,-1 1 0 0 0,0 0 1 0 0,1-1-1 0 0,-1 1 1 0 0,0 0-1 0 0,0-1 0 0 0,0 1 1 0 0,1 0-1 0 0,-1-1 0 0 0,0 1 1 0 0,0-1-1 0 0,0 1 1 0 0,0 0-1 0 0,0-1 0 0 0,0 1 1 0 0,0-1-1 0 0,0 1 0 0 0,0-1 1 0 0,0 1-1 0 0,0 0 1 0 0,0-1-1 0 0,0 0-5 0 0,0 1 0 0 0,0 0 0 0 0,0 0 0 0 0,0-1 1 0 0,0 1-1 0 0,0 0 0 0 0,0-1 0 0 0,0 1 0 0 0,0 0 0 0 0,0-1 0 0 0,0 1 0 0 0,0 0 0 0 0,0 0 0 0 0,0-1 1 0 0,0 1-1 0 0,0 0 0 0 0,1-1 0 0 0,-1 1 0 0 0,0 0 0 0 0,0 0 0 0 0,0-1 0 0 0,0 1 0 0 0,1 0 1 0 0,-1 0-1 0 0,0 0 0 0 0,0-1 0 0 0,0 1 0 0 0,1 0 0 0 0,-1 0 0 0 0,0 0 0 0 0,0 0 0 0 0,1-1 1 0 0,-1 1-1 0 0,0 0 0 0 0,1 0 0 0 0,-1 0 0 0 0,1 0 2 0 0,0 0-2 0 0,0 0 1 0 0,1 1-1 0 0,-1-1 1 0 0,0 0-1 0 0,0 0 1 0 0,0 0-1 0 0,0 0 1 0 0,0 0-1 0 0,0-1 1 0 0,0 1-1 0 0,0 0 1 0 0,0 0 0 0 0,0-1-1 0 0,0 1 1 0 0,0-1-1 0 0,0 1 1 0 0,0-1-1 0 0,0 1 1 0 0,0-1-1 0 0,0 1 1 0 0,0-1-1 0 0,0 0 1 0 0,0 0-1 0 0,0-1 1 0 0,0 1 0 0 0,-1 0-1 0 0,0 0 1 0 0,1 0 0 0 0,-1 0 0 0 0,1-1-1 0 0,-1 1 1 0 0,1 0 0 0 0,0 0 0 0 0,-1 0-1 0 0,1 0 1 0 0,0 0 0 0 0,0 1 0 0 0,-1-1-1 0 0,1 0 1 0 0,0 0 0 0 0,0 0 0 0 0,0 1 0 0 0,0-1-1 0 0,0 0 1 0 0,0 1 0 0 0,2-1 0 0 0,34-15 34 0 0,-32 14-27 0 0,0 0 1 0 0,0 0-1 0 0,0 0 0 0 0,-1-1 1 0 0,10-5-1 0 0,-4-5 3 0 0,-8 11-13 0 0,-1 1 0 0 0,0-1 0 0 0,0 1 0 0 0,1-1 0 0 0,-1 1 0 0 0,1 0 0 0 0,-1-1 0 0 0,1 1 0 0 0,0 0 0 0 0,-1 0 0 0 0,1 0 0 0 0,0 0 0 0 0,0 1 0 0 0,3-2 0 0 0,-2 1 9 0 0,-2 1-14 0 0,1 0 1 0 0,-1-1-1 0 0,0 1 0 0 0,0 0 0 0 0,0 0 0 0 0,0-1 0 0 0,0 1 0 0 0,0 0 0 0 0,0-1 0 0 0,0 1 0 0 0,0-1 0 0 0,-1 1 0 0 0,1-1 0 0 0,0 0 0 0 0,0 1 0 0 0,0-1 0 0 0,-1 0 1 0 0,1 0-1 0 0,0 1 0 0 0,0-1 0 0 0,-1 0 0 0 0,1 0 0 0 0,-1 0 0 0 0,1 0 0 0 0,-1 0 0 0 0,1 0 0 0 0,-1 0 0 0 0,0 0 0 0 0,1 0 0 0 0,-1 0 0 0 0,0 0 0 0 0,0 0 1 0 0,0 0-1 0 0,0 0 0 0 0,0 0 0 0 0,0-1 0 0 0,6 0-49 0 0,15 2 28 0 0,50 0-54 0 0,-36 0 95 0 0,-28 1-14 0 0,-1-1 0 0 0,1 0 0 0 0,0-1 0 0 0,-1 1 0 0 0,8-3-1 0 0,7-1 60 0 0,6-4-46 0 0,6 3-15 0 0,-5-1-12 0 0,-28 4 0 0 0,1 1 0 0 0,0 0 0 0 0,0 0 0 0 0,-1 0 0 0 0,1-1 0 0 0,-1 1 0 0 0,1 0 0 0 0,-1-1 0 0 0,1 1 0 0 0,-1 0 0 0 0,0-1 0 0 0,1 1 0 0 0,-1 0 0 0 0,0-1 0 0 0,0 1 0 0 0,0-1 0 0 0,0 1 0 0 0,-1 0 0 0 0,1-1 0 0 0,-1-1 0 0 0,1 0-21 0 0,0-117-446 0 0,0 119 480 0 0,0-1 0 0 0,0 1 0 0 0,-1-1 0 0 0,1 1 0 0 0,0-1 0 0 0,-1 1 0 0 0,1-1 0 0 0,-1 1 0 0 0,1-1 0 0 0,-1 1 0 0 0,0 0 0 0 0,1-1 0 0 0,-1 1 0 0 0,0 0 0 0 0,0-1 0 0 0,0 1 0 0 0,0 0 0 0 0,0 0 0 0 0,-1 0 0 0 0,1 0 0 0 0,-3-2 0 0 0,-5-5 0 0 0,-29-49 80 0 0,27 45-50 0 0,-1 0 0 0 0,0 1 0 0 0,-21-15-1 0 0,17 13 16 0 0,0 0 0 0 0,-15-16-1 0 0,21 19-13 0 0,-1 1 1 0 0,-1 0-1 0 0,1 0 0 0 0,-1 1 1 0 0,-1 1-1 0 0,-16-8 0 0 0,-30-17-90 0 0,14 5 32 0 0,-2 2 0 0 0,-61-23 1 0 0,107 48 26 0 0,-52-19 66 0 0,-102-23-1 0 0,36 13-249 0 0,89 22 204 0 0,-58-5-1 0 0,-10-3 62 0 0,59 9 12 0 0,-15 6-39 0 0,30 2-636 0 0,0 1 1 0 0,1 1 0 0 0,-1 2 0 0 0,1 0 0 0 0,0 1-1 0 0,-32 15 1 0 0,37-12-1075 0 0,1 0 0 0 0,0 1-1 0 0,0 1 1 0 0,-26 25 0 0 0,19-17-814 0 0,-41 35-4387 0 0</inkml:trace>
</inkml:ink>
</file>

<file path=ppt/ink/ink1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06T18:17:45.15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1165 33 320 0 0,'1'2'200'0'0,"0"-1"-1"0"0,0 0 1 0 0,-1 0-1 0 0,1 0 1 0 0,0 0-1 0 0,0 0 1 0 0,0-1-1 0 0,0 1 1 0 0,1 0-1 0 0,-1 0 0 0 0,0-1 1 0 0,0 1-1 0 0,0-1 1 0 0,1 1-1 0 0,-1-1 1 0 0,0 1-1 0 0,1-1 1 0 0,-1 0-1 0 0,0 1 1 0 0,1-1-1 0 0,1 0 1 0 0,-30 0 2588 0 0,29-2-683 0 0,-9-1-1542 0 0,-6 0 68 0 0,-39-7 4116 0 0,-106-7-1 0 0,113 19-4143 0 0,1 2-1 0 0,-53 13 0 0 0,61-10-461 0 0,-318 73 512 0 0,256-51-653 0 0,60-19 27 0 0,11-8 93 0 0,26-2-122 0 0,1 0-1 0 0,0 0 1 0 0,-1 1-1 0 0,1-1 1 0 0,0 0-1 0 0,0 0 0 0 0,-1 0 1 0 0,1 0-1 0 0,0 0 1 0 0,0 0-1 0 0,-1 0 1 0 0,1 1-1 0 0,0-1 1 0 0,0 0-1 0 0,-1 0 1 0 0,1 0-1 0 0,0 1 1 0 0,0-1-1 0 0,0 0 0 0 0,-1 0 1 0 0,1 1-1 0 0,0-1 1 0 0,0 0-1 0 0,0 0 1 0 0,0 1-1 0 0,0-1 1 0 0,0 0-1 0 0,0 0 1 0 0,0 1-1 0 0,-1-1 1 0 0,1 0-1 0 0,0 1 0 0 0,0-1 1 0 0,0 0-1 0 0,0 0 1 0 0,0 1-1 0 0,0-1 1 0 0,1 0-1 0 0,-1 1 1 0 0,0-1-1 0 0,0 0 1 0 0,0 1-3 0 0,0-1 1 0 0,0 1 0 0 0,0-1-1 0 0,0 1 1 0 0,0-1 0 0 0,0 1 0 0 0,0-1-1 0 0,0 1 1 0 0,0-1 0 0 0,0 0-1 0 0,0 1 1 0 0,0-1 0 0 0,-1 1-1 0 0,1-1 1 0 0,0 1 0 0 0,0-1 0 0 0,0 0-1 0 0,-1 1 1 0 0,1-1 0 0 0,0 1-1 0 0,-1-1 1 0 0,1 0 0 0 0,0 1 0 0 0,0-1-1 0 0,-1 0 1 0 0,1 0 0 0 0,-1 1-1 0 0,-4 1 21 0 0,0-1 0 0 0,0 1 0 0 0,1 0-1 0 0,-1 1 1 0 0,1-1 0 0 0,0 1 0 0 0,0 0 0 0 0,0 0-1 0 0,0 0 1 0 0,-7 7 0 0 0,-32 47 211 0 0,39-53-218 0 0,0 0 1 0 0,0 0 0 0 0,0-1 0 0 0,-1 1 0 0 0,1-1 0 0 0,-1 0 0 0 0,0 0 0 0 0,-9 4-1 0 0,-19 13 36 0 0,32-17-53 0 0,0 1 0 0 0,0-1 0 0 0,0 0 1 0 0,0 0-1 0 0,1 0 0 0 0,-1 1 0 0 0,1-1 0 0 0,0 0 0 0 0,0 1 1 0 0,0-1-1 0 0,0 0 0 0 0,1 1 0 0 0,0-1 0 0 0,-1 0 0 0 0,1 0 0 0 0,2 5 1 0 0,4-2 4 0 0,0-1 1 0 0,1 0-1 0 0,0-1 1 0 0,0 0 0 0 0,0 0-1 0 0,0-1 1 0 0,0 0-1 0 0,1 0 1 0 0,-1-1 0 0 0,1 0-1 0 0,10 1 1 0 0,26 8 111 0 0,26 17 37 0 0,-43-22-137 0 0,-17-4 10 0 0,-1-1 0 0 0,0 2 0 0 0,1-1 0 0 0,-1 1 0 0 0,0 1 0 0 0,-1 0-1 0 0,12 6 1 0 0,-1 5 53 0 0,1-2-1 0 0,0 0 1 0 0,34 15-1 0 0,-3-2-23 0 0,-32-17-82 0 0,1-1-1 0 0,0-1 1 0 0,41 8 0 0 0,-56-14 24 0 0,5 1 8 0 0,-1-1 0 0 0,1 0 0 0 0,0 0 0 0 0,17-2 0 0 0,-1 0 12 0 0,124 0 230 0 0,-9-11 134 0 0,114 4 346 0 0,-202 8-673 0 0,55 8 0 0 0,-99-6-28 0 0,-1 1 1 0 0,1 0 0 0 0,-1 0 0 0 0,0 1 0 0 0,9 6 0 0 0,15 5 21 0 0,59 28-41 0 0,-72-33-3 0 0,-1 1 4 0 0,39 0 14 0 0,-53-10-6 0 0,40 3 90 0 0,3-7 6 0 0,-38 3-101 0 0,2 0 24 0 0,1 0 1 0 0,-1-1-1 0 0,0 0 0 0 0,0-1 1 0 0,15-3-1 0 0,137-37 279 0 0,-158 40-303 0 0,9-3-1 0 0,1 0 1 0 0,-1 1 0 0 0,2 0 0 0 0,-1 1 0 0 0,24 0-1 0 0,-35 3 64 0 0,1-1 13 0 0,21-4-19 0 0,15-3-45 0 0,78-25 0 0 0,-103 27 5 0 0,2 0-5 0 0,0 0 0 0 0,0-2 0 0 0,0-1 0 0 0,-1 0 0 0 0,0-1 1 0 0,16-12-1 0 0,-30 20-35 0 0,-2 1 12 0 0,-1 1-1 0 0,1-1 1 0 0,-1 1 0 0 0,0-1-1 0 0,1 1 1 0 0,-1-1-1 0 0,0 0 1 0 0,0 0-1 0 0,1 0 1 0 0,-1 0-1 0 0,0 0 1 0 0,0 0-1 0 0,0 0 1 0 0,0 0 0 0 0,0 0-1 0 0,0 0 1 0 0,-1 0-1 0 0,2-3 1 0 0,-2 3 1 0 0,0 1 1 0 0,1-1-1 0 0,-1 0 1 0 0,0 1-1 0 0,0-1 1 0 0,0 1 0 0 0,0-1-1 0 0,1 0 1 0 0,-1 1-1 0 0,0-1 1 0 0,0 1-1 0 0,1-1 1 0 0,-1 1-1 0 0,0-1 1 0 0,1 1 0 0 0,-1-1-1 0 0,1 1 1 0 0,-1-1-1 0 0,1 1 1 0 0,-1-1-1 0 0,1 1 1 0 0,-1 0-1 0 0,1-1 1 0 0,-1 1-1 0 0,1 0 1 0 0,-1 0 0 0 0,1-1-1 0 0,0 1 1 0 0,-1 0-1 0 0,1 0 1 0 0,-1 0-1 0 0,1 0 1 0 0,0 0-1 0 0,0 0 1 0 0,0-1 2 0 0,0 1 0 0 0,0 0 0 0 0,-1 0 1 0 0,1 0-1 0 0,0 0 0 0 0,0-1 0 0 0,-1 1 0 0 0,1 0 0 0 0,0-1 0 0 0,0 1 1 0 0,-1 0-1 0 0,1-1 0 0 0,0 1 0 0 0,-1-1 0 0 0,1 1 0 0 0,0-1 1 0 0,-1 0-1 0 0,1 1 0 0 0,-1-1 0 0 0,1 1 0 0 0,-1-1 0 0 0,1 0 0 0 0,-1 0 1 0 0,0 1-1 0 0,1-1 0 0 0,-1 0 0 0 0,0 0 0 0 0,0 1 0 0 0,1-1 0 0 0,-1 0 1 0 0,0 0-1 0 0,0 0 0 0 0,0 1 0 0 0,0-1 0 0 0,0-1 0 0 0,0 0-29 0 0,0 0-1 0 0,0 0 1 0 0,0 0 0 0 0,0 0-1 0 0,0 0 1 0 0,1 0-1 0 0,-1 0 1 0 0,1 0 0 0 0,-1 0-1 0 0,1 0 1 0 0,0 0-1 0 0,-1 1 1 0 0,1-1 0 0 0,0 0-1 0 0,0 0 1 0 0,1 1-1 0 0,-1-1 1 0 0,0 1 0 0 0,0-1-1 0 0,1 1 1 0 0,-1-1 0 0 0,1 1-1 0 0,-1 0 1 0 0,1 0-1 0 0,0 0 1 0 0,-1 0 0 0 0,1 0-1 0 0,3-1 1 0 0,3-3 91 0 0,-1 2-39 0 0,-6 3-16 0 0,0 0 0 0 0,0-1 0 0 0,0 1 0 0 0,0 0 0 0 0,0 0-1 0 0,0-1 1 0 0,0 1 0 0 0,0 0 0 0 0,-1-1 0 0 0,1 1 0 0 0,0-1 0 0 0,0 1 0 0 0,0-1 0 0 0,-1 0 0 0 0,1 1-1 0 0,0-1 1 0 0,-1 0 0 0 0,1 1 0 0 0,-1-1 0 0 0,1 0 0 0 0,-1 0 0 0 0,1 1 0 0 0,-1-1 0 0 0,1 0 0 0 0,-1 0 0 0 0,0 0-1 0 0,1 0 1 0 0,-1-1 0 0 0,0 1-2 0 0,0 1-1 0 0,1-1 1 0 0,-1 0-1 0 0,0 1 1 0 0,0-1-1 0 0,0 1 1 0 0,1-1-1 0 0,-1 0 1 0 0,0 1-1 0 0,0-1 1 0 0,1 1-1 0 0,-1-1 1 0 0,0 1 0 0 0,1-1-1 0 0,-1 1 1 0 0,1 0-1 0 0,-1-1 1 0 0,1 1-1 0 0,-1-1 1 0 0,1 1-1 0 0,-1 0 1 0 0,1-1-1 0 0,-1 1 1 0 0,1 0-1 0 0,-1 0 1 0 0,1-1-1 0 0,-1 1 1 0 0,1 0-1 0 0,0 0 1 0 0,-1 0-1 0 0,1 0 1 0 0,-1 0-1 0 0,1 0 1 0 0,0 0-1 0 0,0 0 1 0 0,0 0-1 0 0,-1 0 0 0 0,1 0 0 0 0,0 0 0 0 0,-1 0 0 0 0,1 0 0 0 0,0 0 0 0 0,-1-1 1 0 0,1 1-1 0 0,0 0 0 0 0,-1 0 0 0 0,1-1 0 0 0,-1 1 0 0 0,1 0 0 0 0,0-1 0 0 0,-1 1 0 0 0,1 0 0 0 0,-1-1 0 0 0,1 1 0 0 0,-1-1 0 0 0,1 1 0 0 0,-1-1 1 0 0,1 1-1 0 0,-1-1 0 0 0,1 1 0 0 0,-1-1 0 0 0,0 0 0 0 0,1 1 0 0 0,-1-1 0 0 0,0 1 0 0 0,0-1 0 0 0,0 0 0 0 0,1 1 0 0 0,-1-1 0 0 0,0 0 1 0 0,0-1-1 0 0,0 2 0 0 0,0-1 0 0 0,0 1 0 0 0,1-1 0 0 0,-1 1 0 0 0,0-1 0 0 0,0 1 0 0 0,0-1 0 0 0,1 1 0 0 0,-1-1 0 0 0,0 1 1 0 0,1-1-1 0 0,-1 1 0 0 0,0-1 0 0 0,1 1 0 0 0,-1-1 0 0 0,1 1 0 0 0,-1 0 0 0 0,1-1 0 0 0,-1 1 0 0 0,1 0 0 0 0,-1 0 0 0 0,1-1 1 0 0,-1 1-1 0 0,1 0 0 0 0,-1 0 0 0 0,1 0 0 0 0,-1-1 0 0 0,1 1 0 0 0,-1 0 0 0 0,1 0 0 0 0,0 0 0 0 0,-1 0 0 0 0,1 0 0 0 0,-1 0 0 0 0,1 0 1 0 0,0 1-1 0 0,0-1 0 0 0,-1 0 0 0 0,1 0 0 0 0,0 0 0 0 0,-1 0 0 0 0,1 0 0 0 0,-1 0 0 0 0,1 0 0 0 0,-1 0 0 0 0,1 0 0 0 0,0 0 1 0 0,-1 0-1 0 0,1-1 0 0 0,-1 1 0 0 0,1 0 0 0 0,-1 0 0 0 0,1 0 0 0 0,-1-1 0 0 0,1 1 0 0 0,-1 0 0 0 0,1-1 0 0 0,-1 1 0 0 0,1 0 1 0 0,-1-1-1 0 0,0 1 0 0 0,1-1 0 0 0,-1 1 0 0 0,0 0 0 0 0,1-1 0 0 0,-1 1 0 0 0,0-1 0 0 0,1 1 0 0 0,-1-1 0 0 0,0 0 0 0 0,0 1 1 0 0,0-1-1 0 0,1 0 0 0 0,-1-6-7 0 0,1 3 13 0 0,-1 1-1 0 0,0 0 1 0 0,1 0 0 0 0,-1-1-1 0 0,-1 1 1 0 0,1 0-1 0 0,0-1 1 0 0,-1 1-1 0 0,0 0 1 0 0,1 0 0 0 0,-1 0-1 0 0,-3-6 1 0 0,-4 5-7 0 0,7 3 0 0 0,0 1 0 0 0,0 0 0 0 0,0-1 0 0 0,0 1 0 0 0,0-1 0 0 0,0 0 0 0 0,0 1 0 0 0,0-1 0 0 0,0 0 0 0 0,0 1 0 0 0,1-1 0 0 0,-1 0 0 0 0,0 0 0 0 0,0 0 0 0 0,1 0 0 0 0,-1 0 0 0 0,0 0 0 0 0,1 0 0 0 0,-1 0 0 0 0,1 0 0 0 0,-1 0 0 0 0,1 0 0 0 0,0 0 0 0 0,-1-2 0 0 0,1 2 0 0 0,-1 0 0 0 0,1-1 0 0 0,-1 1 1 0 0,1 0-1 0 0,-1 0 0 0 0,0 0 0 0 0,0 0 1 0 0,1 0-1 0 0,-1 0 0 0 0,0 1 0 0 0,0-1 1 0 0,0 0-1 0 0,0 0 0 0 0,0 0 0 0 0,0 1 1 0 0,0-1-1 0 0,0 1 0 0 0,0-1 0 0 0,0 1 1 0 0,0-1-1 0 0,0 1 0 0 0,0-1 0 0 0,-1 1 0 0 0,-1 0 1 0 0,0-2 6 0 0,-63-27 220 0 0,55 21-165 0 0,9 6-59 0 0,0 1 0 0 0,0 0 0 0 0,0-1-1 0 0,0 1 1 0 0,0 0 0 0 0,0 0 0 0 0,-1 1 0 0 0,1-1 0 0 0,0 0-1 0 0,-4 0 1 0 0,-26-6 34 0 0,12 4 1 0 0,0-2 0 0 0,0 0 0 0 0,1-1 0 0 0,-37-17 0 0 0,42 16-38 0 0,-1 2 0 0 0,-28-8 0 0 0,30 9 0 0 0,0 0 0 0 0,0 0 0 0 0,-23-12 0 0 0,18 7 9 0 0,-1 1 1 0 0,1 0-1 0 0,-1 1 1 0 0,-1 2-1 0 0,1 0 1 0 0,-40-5-1 0 0,-3-1 5 0 0,-134-18 66 0 0,172 23-80 0 0,10-1 0 0 0,-13 1 0 0 0,20 6-1 0 0,6 0 0 0 0,-1 1 1 0 0,1-1-1 0 0,0 0 0 0 0,-1 0 1 0 0,1 0-1 0 0,0 0 0 0 0,-1 0 1 0 0,1-1-1 0 0,-1 1 1 0 0,1 0-1 0 0,0-1 0 0 0,0 1 1 0 0,-1-1-1 0 0,1 1 0 0 0,0-1 1 0 0,0 1-1 0 0,0-1 0 0 0,-2-1 1 0 0,-2 1-67 0 0,-24 4-62 0 0,25-1 111 0 0,-11 1-9 0 0,7-2 14 0 0,1 0 0 0 0,0 0-1 0 0,0 1 1 0 0,-14 6 0 0 0,-24 9-2104 0 0,22-8-1561 0 0,0 0-1 0 0,-43 25 0 0 0,39-22-3738 0 0</inkml:trace>
</inkml:ink>
</file>

<file path=ppt/ink/ink1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06T18:20:23.45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164 837 320 0 0,'-37'8'1441'0'0,"-51"17"-1"0"0,88-24-1396 0 0,-1-1-1 0 0,1 0 1 0 0,-1 0 0 0 0,1 0-1 0 0,0 0 1 0 0,-1 1-1 0 0,1-1 1 0 0,0 0-1 0 0,-1 0 1 0 0,1 1-1 0 0,0-1 1 0 0,0 0-1 0 0,-1 1 1 0 0,1-1-1 0 0,0 0 1 0 0,0 1-1 0 0,-1-1 1 0 0,1 0-1 0 0,0 1 1 0 0,0-1-1 0 0,0 0 1 0 0,0 1-1 0 0,0-1 1 0 0,0 1-1 0 0,-1-1 1 0 0,1 0-1 0 0,0 1 1 0 0,0-1-1 0 0,0 1 1 0 0,0-1-1 0 0,0 0 1 0 0,0 1-1 0 0,1-1 1 0 0,-1 1-1 0 0,0-1 1 0 0,0 0-1 0 0,0 1 1 0 0,0 0 21 0 0,1-1 0 0 0,-1 1 0 0 0,0-1 0 0 0,0 1 0 0 0,0-1 0 0 0,0 1 0 0 0,0 0 0 0 0,0-1 0 0 0,0 1 0 0 0,0-1 0 0 0,0 1 0 0 0,0-1 0 0 0,0 1 0 0 0,0-1 0 0 0,-1 1 0 0 0,1 0 0 0 0,0-1 0 0 0,0 1 0 0 0,0-1 0 0 0,-1 0 0 0 0,1 1 0 0 0,0-1 0 0 0,-1 1 0 0 0,1-1 0 0 0,0 1 0 0 0,-1-1 0 0 0,1 0 0 0 0,-1 1 0 0 0,1-1 0 0 0,-1 1 0 0 0,-6 2 373 0 0,-9 7 35 0 0,12 3 2698 0 0,4-14-3115 0 0,1 0-1 0 0,-1 1 1 0 0,1-1 0 0 0,0 0 0 0 0,-1 0 0 0 0,1 0 0 0 0,0 1-1 0 0,0-1 1 0 0,0 0 0 0 0,-1 1 0 0 0,1-1 0 0 0,0 1 0 0 0,0-1-1 0 0,0 1 1 0 0,0-1 0 0 0,0 1 0 0 0,0 0 0 0 0,0-1 0 0 0,0 1 0 0 0,0 0-1 0 0,0 0 1 0 0,0 0 0 0 0,0 0 0 0 0,0 0 0 0 0,0 0 0 0 0,2 0-1 0 0,-1 0 145 0 0,-1 0-97 0 0,-1-1 1 0 0,1 1-1 0 0,-1-1 0 0 0,0 1 0 0 0,1 0 1 0 0,-1-1-1 0 0,1 1 0 0 0,-1-1 0 0 0,0 1 1 0 0,1-1-1 0 0,-1 0 0 0 0,0 1 0 0 0,1-1 1 0 0,-1 1-1 0 0,0-1 0 0 0,0 0 0 0 0,0 1 1 0 0,0-1-1 0 0,1 1 0 0 0,-1-1 0 0 0,0 0 1 0 0,0 1-1 0 0,0-1 0 0 0,-1-1 0 0 0,1-18 659 0 0,-1 18-463 0 0,2-2-189 0 0,-1 0 0 0 0,1 0 1 0 0,-1 0-1 0 0,1 1 0 0 0,0-1 1 0 0,0 0-1 0 0,1 1 0 0 0,-1-1 0 0 0,1 1 1 0 0,0-1-1 0 0,0 1 0 0 0,0 0 1 0 0,3-4-1 0 0,7-11 253 0 0,81-145 1772 0 0,-92 160-2105 0 0,9-18 122 0 0,1 1 0 0 0,0 0 0 0 0,2 1 0 0 0,0 1 0 0 0,1 0 0 0 0,16-16-1 0 0,30-25 76 0 0,-17-1-93 0 0,-11 25-16 0 0,-12 13 43 0 0,21-30 0 0 0,-15 18-58 0 0,-20 27-129 0 0,1-1 0 0 0,-2 0 0 0 0,1 0 0 0 0,4-10 0 0 0,-3 0-3 0 0,-6 14 48 0 0,0 1-1 0 0,1-1 1 0 0,-1 1 0 0 0,1-1-1 0 0,0 1 1 0 0,0 0 0 0 0,0 0-1 0 0,1 0 1 0 0,-1 0 0 0 0,0 0-1 0 0,1 0 1 0 0,5-3 0 0 0,31-22 269 0 0,8-8-323 0 0,-38 26 11 0 0,15-11 21 0 0,-20 12-1 0 0,-4 9 6 0 0,0 0 0 0 0,0-1 0 0 0,0 1 0 0 0,0 0 0 0 0,0-1 0 0 0,0 1 0 0 0,0 0 0 0 0,0-1 0 0 0,0 1 0 0 0,0 0 0 0 0,1 0 0 0 0,-1-1 0 0 0,0 1 0 0 0,0 0 0 0 0,0-1 0 0 0,0 1 0 0 0,0 0 0 0 0,1 0 1 0 0,-1 0-1 0 0,0-1 0 0 0,0 1 0 0 0,1 0 0 0 0,-1 0 0 0 0,0 0 0 0 0,0-1 0 0 0,1 1 0 0 0,-1 0 0 0 0,0 0 0 0 0,0 0 0 0 0,1 0 0 0 0,-1 0 0 0 0,0 0 0 0 0,1 0 0 0 0,-1-1 0 0 0,24 0-62 0 0,-18 6 4 0 0,-13 9 25 0 0,6-13 45 0 0,-51 84 212 0 0,-10 14 68 0 0,7-18-187 0 0,43-61-107 0 0,0 0 0 0 0,-2-2 0 0 0,0 1 0 0 0,-1-2 0 0 0,-1 0 0 0 0,-19 17 0 0 0,-107 73 34 0 0,-37 30 12 0 0,152-116-33 0 0,26-21-12 0 0,1 0 0 0 0,0 0-1 0 0,0 0 1 0 0,0 0 0 0 0,-1 0 0 0 0,1 0 0 0 0,0 0-1 0 0,0 0 1 0 0,0 0 0 0 0,0 0 0 0 0,-1 0-1 0 0,1 1 1 0 0,0-1 0 0 0,0 0 0 0 0,0 0 0 0 0,0 0-1 0 0,-1 0 1 0 0,1 0 0 0 0,0 1 0 0 0,0-1-1 0 0,0 0 1 0 0,0 0 0 0 0,0 0 0 0 0,0 0 0 0 0,0 1-1 0 0,0-1 1 0 0,-1 0 0 0 0,1 0 0 0 0,0 0 0 0 0,0 1-1 0 0,0-1 1 0 0,0 0 0 0 0,0 0 0 0 0,0 0-1 0 0,0 0 1 0 0,0 1 0 0 0,0-1 0 0 0,0 0 0 0 0,0 0-1 0 0,0 0 1 0 0,1 1 0 0 0,-1-1 0 0 0,0 0 0 0 0,0 0-1 0 0,0 0 1 0 0,0 1 0 0 0,0-1 0 0 0,0 0-1 0 0,0 0 1 0 0,0 0 0 0 0,1 0 0 0 0,-1 0 0 0 0,0 1-1 0 0,0-1 1 0 0,0 0 0 0 0,0 0 0 0 0,0 0 0 0 0,1 0-1 0 0,-1 0 1 0 0,0 0 0 0 0,0 0 0 0 0,0 1-1 0 0,0-1 1 0 0,1 0 0 0 0,-1 0 0 0 0,0 0 0 0 0,1 0-1 0 0,13 2 44 0 0,-28-3-21 0 0,8 1-103 0 0,12 0-120 0 0,-2 0 141 0 0,-3 1 49 0 0,-1-1-1 0 0,1 0 0 0 0,0 0 1 0 0,-1 1-1 0 0,1-1 1 0 0,0 0-1 0 0,0 0 0 0 0,-1 0 1 0 0,1 0-1 0 0,0 0 0 0 0,-1 0 1 0 0,1 0-1 0 0,0 0 1 0 0,-1-1-1 0 0,1 1 0 0 0,0 0 1 0 0,-1 0-1 0 0,1 0 1 0 0,0-1-1 0 0,-1 1 0 0 0,1 0 1 0 0,0-1-1 0 0,-1 1 1 0 0,1-1-1 0 0,-1 1 0 0 0,1-1 1 0 0,-1 1-1 0 0,1-1 0 0 0,-1 1 1 0 0,1-1-1 0 0,-1 1 1 0 0,0-1-1 0 0,1 1 0 0 0,-1-1 1 0 0,0 0-1 0 0,1 1 1 0 0,-1-1-1 0 0,0 0 0 0 0,0 1 1 0 0,0-1-1 0 0,1 0 0 0 0,-1 1 1 0 0,0-1-1 0 0,0 0 1 0 0,0 0-1 0 0,0 0 14 0 0,-1 0 0 0 0,1 1 0 0 0,0-1 0 0 0,0 1 0 0 0,-1-1-1 0 0,1 1 1 0 0,-1-1 0 0 0,1 1 0 0 0,0-1 0 0 0,-1 1 0 0 0,1 0 0 0 0,-1-1 0 0 0,1 1 0 0 0,-1-1 0 0 0,1 1-1 0 0,-1 0 1 0 0,1 0 0 0 0,-1-1 0 0 0,1 1 0 0 0,-1 0 0 0 0,1 0 0 0 0,-1 0 0 0 0,0-1 0 0 0,1 1 0 0 0,-1 0-1 0 0,1 0 1 0 0,-1 0 0 0 0,0 0 0 0 0,1 0 0 0 0,-2 0 0 0 0,1 0 1 0 0,1 1 0 0 0,-1-1 0 0 0,1 0-1 0 0,-1 0 1 0 0,0 0 0 0 0,1 0 0 0 0,-1-1 0 0 0,0 1 0 0 0,1 0 0 0 0,-1 0-1 0 0,0 0 1 0 0,1 0 0 0 0,-1-1 0 0 0,1 1 0 0 0,-1 0 0 0 0,1-1 0 0 0,-1 1-1 0 0,0 0 1 0 0,1-1 0 0 0,-1 1 0 0 0,1-1 0 0 0,0 1 0 0 0,-1-1 0 0 0,1 1-1 0 0,-1-1 1 0 0,1 1 0 0 0,0-1 0 0 0,-1 1 0 0 0,1-1 0 0 0,0 0 0 0 0,-1 0-1 0 0,1-1 13 0 0,0 1 0 0 0,0-1 1 0 0,0 1-1 0 0,0-1 0 0 0,0 1 0 0 0,1-1 0 0 0,-1 1 0 0 0,0-1 0 0 0,1 1 0 0 0,-1-1 0 0 0,1 1 0 0 0,0-1 0 0 0,-1 1 0 0 0,1 0 0 0 0,0 0 0 0 0,0-1 0 0 0,1-1 0 0 0,1 1 3 0 0,-1 1 0 0 0,0-1 0 0 0,1 1 1 0 0,0 0-1 0 0,-1 0 0 0 0,1 0 0 0 0,0 0 0 0 0,-1 0 0 0 0,4 0 1 0 0,36-6 28 0 0,1 3 1 0 0,77 1 0 0 0,-107 3-49 0 0,-5 0-12 0 0,13-1-20 0 0,0 2 0 0 0,0 0 0 0 0,22 5 0 0 0,-35-4 39 0 0,1 1-1 0 0,-1-1 1 0 0,0 2 0 0 0,0-1-1 0 0,-1 1 1 0 0,1 0 0 0 0,-1 1 0 0 0,0 0-1 0 0,0 0 1 0 0,9 9 0 0 0,-9-8 7 0 0,-1 0 0 0 0,1 1 1 0 0,-1 0-1 0 0,0 0 0 0 0,7 12 1 0 0,-11-15-3 0 0,0 0 0 0 0,0 0 0 0 0,-1 0 0 0 0,0 0 0 0 0,0 0 0 0 0,0 1 1 0 0,0-1-1 0 0,0 0 0 0 0,-1 1 0 0 0,0-1 0 0 0,0 0 0 0 0,0 1 0 0 0,0-1 1 0 0,-1 0-1 0 0,-1 7 0 0 0,-1-2 24 0 0,-1 1 0 0 0,0-1 0 0 0,0 0 1 0 0,-1 0-1 0 0,0 0 0 0 0,-1-1 0 0 0,0 1 0 0 0,0-1 1 0 0,-1-1-1 0 0,-15 14 0 0 0,7-5-21 0 0,4-4-25 0 0,-1 0 0 0 0,-1-1 0 0 0,0 0 0 0 0,0-1 0 0 0,-1-1 0 0 0,0 0 0 0 0,-27 12 0 0 0,18-9-116 0 0,-1-2-1 0 0,-1 0 1 0 0,-41 10-1 0 0,49-16-827 0 0,-1-2 0 0 0,0 0 0 0 0,-19 0 0 0 0,31-2-228 0 0,0-1-1 0 0,0 0 0 0 0,0 0 0 0 0,0 0 1 0 0,-8-3-1 0 0,-46-15-8262 0 0</inkml:trace>
</inkml:ink>
</file>

<file path=ppt/ink/ink1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06T18:20:24.10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33 1 960 0 0,'0'1'124'0'0,"1"0"-1"0"0,-1 0 0 0 0,1 0 0 0 0,-1-1 0 0 0,1 1 0 0 0,-1 0 0 0 0,1 0 0 0 0,0 0 1 0 0,0-1-1 0 0,-1 1 0 0 0,1 0 0 0 0,0-1 0 0 0,0 1 0 0 0,0-1 0 0 0,0 1 0 0 0,0-1 1 0 0,0 1-1 0 0,0-1 0 0 0,0 0 0 0 0,0 0 0 0 0,0 1 0 0 0,0-1 0 0 0,0 0 1 0 0,1 0-1 0 0,4 2 587 0 0,14 18 2289 0 0,-7-4-1823 0 0,13 8-50 0 0,2-1-1 0 0,1-1 1 0 0,1-1 0 0 0,1-1 0 0 0,36 16-1 0 0,-56-30-956 0 0,0 0-167 0 0,0 1 0 0 0,0 0 1 0 0,0 0-1 0 0,-1 1 0 0 0,0 0 0 0 0,0 1 0 0 0,16 20 0 0 0,-22-23 94 0 0,1 1 0 0 0,-1 1 0 0 0,0-1 0 0 0,-1 1 0 0 0,0-1 0 0 0,0 1 0 0 0,-1 0 0 0 0,1 0 0 0 0,-2 0 0 0 0,1 0 0 0 0,-1 0 0 0 0,-1 1 0 0 0,1 8 0 0 0,-3 3 276 0 0,0 0 0 0 0,-1 0 0 0 0,-9 33 0 0 0,3-18 141 0 0,-2 36 581 0 0,3-36-634 0 0,3-16-237 0 0,0 0-1 0 0,2 0 1 0 0,0 0 0 0 0,0 22 0 0 0,5 25 61 0 0,0-32-248 0 0,-2 0-1 0 0,-1-1 1 0 0,-7 45 0 0 0,0-51-80 0 0,-1 0 0 0 0,-21 46 0 0 0,17-43-65 0 0,9-21-145 0 0,0-1 0 0 0,0 1-1 0 0,-1-1 1 0 0,0 0-1 0 0,-1 0 1 0 0,1 0 0 0 0,-2-1-1 0 0,1 0 1 0 0,-1 0-1 0 0,0-1 1 0 0,0 0 0 0 0,-1 0-1 0 0,-10 6 1 0 0,12-8-433 0 0,-1 0 0 0 0,0 0-1 0 0,0-1 1 0 0,0 0 0 0 0,0 0 0 0 0,-1-1 0 0 0,1 0 0 0 0,-1 0-1 0 0,1-1 1 0 0,-1 0 0 0 0,0 0 0 0 0,-12-1 0 0 0,-7 2-1185 0 0,-66 4-3744 0 0</inkml:trace>
</inkml:ink>
</file>

<file path=ppt/ink/ink1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06T18:20:27.84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183 78 720 0 0,'65'-18'1872'0'0,"-51"15"-1213"0"0,0 0 1 0 0,0-2 0 0 0,-1 1-1 0 0,1-1 1 0 0,20-12 0 0 0,15 0 856 0 0,-46 16-1255 0 0,-1 0 0 0 0,1 0 1 0 0,0 0-1 0 0,-1 1 0 0 0,1-1 0 0 0,0 1 1 0 0,0 0-1 0 0,0 0 0 0 0,-1 0 0 0 0,1 0 0 0 0,0 1 1 0 0,0-1-1 0 0,-1 1 0 0 0,1-1 0 0 0,4 3 1 0 0,-5-1-139 0 0,-1 0 0 0 0,1 0 0 0 0,-1 0 0 0 0,0 0 0 0 0,0 1 0 0 0,0-1 0 0 0,0 0 0 0 0,0 1 0 0 0,-1-1 0 0 0,1 0 0 0 0,-1 1 0 0 0,1-1 0 0 0,-1 1 0 0 0,0-1 0 0 0,0 1 0 0 0,0-1 0 0 0,0 1 0 0 0,-1-1 0 0 0,1 1 0 0 0,-1-1 0 0 0,1 1 0 0 0,-1-1 0 0 0,0 1 0 0 0,-2 3 0 0 0,-3 19 670 0 0,3 0 49 0 0,2 0 1 0 0,1 32-1 0 0,0-24-528 0 0,0-31-300 0 0,0-1 0 0 0,0 1-1 0 0,0-1 1 0 0,1 1 0 0 0,-1-1 0 0 0,0 1-1 0 0,1-1 1 0 0,-1 1 0 0 0,1-1-1 0 0,-1 0 1 0 0,1 1 0 0 0,0-1-1 0 0,0 0 1 0 0,0 0 0 0 0,-1 1-1 0 0,1-1 1 0 0,0 0 0 0 0,0 0 0 0 0,1 0-1 0 0,-1 0 1 0 0,2 2 0 0 0,3 1 58 0 0,-2 4 261 0 0,-4-32-212 0 0,-2-20-2 0 0,1 41-118 0 0,0 1 0 0 0,0 0 0 0 0,0-1-1 0 0,0 1 1 0 0,0 0 0 0 0,-1 0 0 0 0,1 0 0 0 0,-1 0 0 0 0,1 0 0 0 0,-1 0 0 0 0,0 0 0 0 0,0 0 0 0 0,0 1 0 0 0,-3-3 0 0 0,-6-4-24 0 0,5 3 0 0 0,0 1-1 0 0,0 0 0 0 0,0 0 1 0 0,-1 0-1 0 0,1 0 0 0 0,-1 1 0 0 0,0 0 1 0 0,0 1-1 0 0,0 0 0 0 0,-1 0 1 0 0,-10-2-1 0 0,7 3-16 0 0,6 1 29 0 0,0-1 1 0 0,0 1 0 0 0,-1 0 0 0 0,1 0 0 0 0,0 0-1 0 0,0 1 1 0 0,-1 0 0 0 0,1 0 0 0 0,0 0 0 0 0,0 1 0 0 0,0-1-1 0 0,0 1 1 0 0,0 1 0 0 0,1-1 0 0 0,-1 0 0 0 0,-7 7 0 0 0,-23 13 10 0 0,-47 40 0 0 0,68-50 0 0 0,1 0 0 0 0,1 1 0 0 0,0 0 0 0 0,1 1 0 0 0,1 1 0 0 0,0 0 0 0 0,-9 17 0 0 0,17-28 20 0 0,-1 0 1 0 0,1 0-1 0 0,0 1 1 0 0,0-1-1 0 0,0 1 1 0 0,1 0-1 0 0,0-1 1 0 0,-1 1-1 0 0,2 0 1 0 0,-1 0-1 0 0,0-1 1 0 0,1 1-1 0 0,0 0 1 0 0,0 0-1 0 0,1 0 1 0 0,-1 0-1 0 0,1-1 1 0 0,0 1-1 0 0,0 0 1 0 0,1 0 0 0 0,-1-1-1 0 0,1 1 1 0 0,0-1-1 0 0,0 0 1 0 0,4 6-1 0 0,1 2 75 0 0,0 0 1 0 0,1-1-1 0 0,0-1 0 0 0,1 1 1 0 0,0-1-1 0 0,0 0 0 0 0,1-1 1 0 0,0 0-1 0 0,1-1 0 0 0,0 0 1 0 0,0-1-1 0 0,1 0 0 0 0,0-1 0 0 0,0 0 1 0 0,1-1-1 0 0,13 4 0 0 0,-11-4-297 0 0,0-2 0 0 0,0 0 0 0 0,0-1-1 0 0,0 0 1 0 0,1-2 0 0 0,-1 1-1 0 0,0-2 1 0 0,1 0 0 0 0,-1-1 0 0 0,0-1-1 0 0,0 0 1 0 0,0-1 0 0 0,0 0-1 0 0,17-9 1 0 0,-10 4-2546 0 0,34-21 0 0 0,-50 26 1552 0 0,0-1 0 0 0,-1 0 0 0 0,1 0 0 0 0,-1 0 0 0 0,9-12 0 0 0</inkml:trace>
</inkml:ink>
</file>

<file path=ppt/ink/ink1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06T18:20:29.22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6 240 0 0,'0'-6'5042'0'0,"33"6"-2080"0"0,0 0-1762 0 0,-1 0-159 0 0,34 0-241 0 0,32 0-240 0 0,-1 0-319 0 0,1 6-722 0 0,0-6-959 0 0,-32 0-881 0 0,-8 0-321 0 0,-25-6-159 0 0</inkml:trace>
</inkml:ink>
</file>

<file path=ppt/ink/ink1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06T18:20:29.92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1 80 0 0,'0'48'3682'0'0,"0"14"240"0"0,0-6-1441 0 0,33-8-1121 0 0,-33 14 801 0 0,0 1-560 0 0,0-9-801 0 0,0-19-1520 0 0,0-22-3442 0 0,-33-13-4002 0 0</inkml:trace>
</inkml:ink>
</file>

<file path=ppt/ink/ink1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06T18:20:30.59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7 2001 0 0,'0'0'2081'0'0,"33"-6"1921"0"0,0 6-2322 0 0,-1 0-319 0 0,27 6-320 0 0,7 0-241 0 0,-1 3-320 0 0,0-3-640 0 0,33 0-800 0 0,-33-6-1041 0 0,33 0-801 0 0,-65 0-559 0 0,0 0 79 0 0</inkml:trace>
  <inkml:trace contextRef="#ctx0" brushRef="#br0" timeOffset="1">33 269 480 0 0,'65'-8'1841'0'0,"-38"-5"160"0"0,38 5 160 0 0,33 2 160 0 0,0 6-240 0 0,32 21 160 0 0,-32 41-1201 0 0,-98 7-4641 0 0,-65-7-4883 0 0</inkml:trace>
</inkml:ink>
</file>

<file path=ppt/ink/ink1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06T18:20:41.53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65 2001 0 0,'22'-7'3121'0'0,"-17"5"-53"0"0,0 2-266 0 0,13 0 1187 0 0,-36 0-1589 0 0,13 0 1082 0 0,10 0-2775 0 0,17 0-200 0 0,-17 0-120 0 0,-6-2-20 0 0,8-1-308 0 0,14-1 56 0 0,83-19 104 0 0,-83 17-1165 0 0,1 0 0 0 0,-1 2 0 0 0,28-2 0 0 0,-21 4-3684 0 0,1 2-1 0 0,29 3 1 0 0,-25 2 522 0 0</inkml:trace>
</inkml:ink>
</file>

<file path=ppt/ink/ink1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06T18:20:42.14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9 1441 0 0,'33'0'2561'0'0,"-33"-9"0"0"0,33 18 400 0 0,-1-3 1 0 0,33 8-481 0 0,-32-1-640 0 0,32 1-721 0 0,-32 7-1280 0 0,32-15-2001 0 0,-32 9-2161 0 0,0-15-800 0 0,-33 6 800 0 0</inkml:trace>
</inkml:ink>
</file>

<file path=ppt/ink/ink1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06T18:20:52.44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27 19 880 0 0,'-27'-5'2415'0'0,"30"5"-1919"0"0,15-2 9 0 0,-18 2-393 0 0,1 0 0 0 0,-1 0 1 0 0,0 0-1 0 0,1 0 1 0 0,-1-1-1 0 0,0 1 1 0 0,1 0-1 0 0,-1 0 0 0 0,0 0 1 0 0,0 0-1 0 0,1-1 1 0 0,-1 1-1 0 0,0 0 0 0 0,0 0 1 0 0,1-1-1 0 0,-1 1 1 0 0,0 0-1 0 0,0-1 1 0 0,0 1-1 0 0,1 0 0 0 0,-1-1 1 0 0,0 1-1 0 0,0 0 1 0 0,0-1-1 0 0,0 1 1 0 0,0 0-1 0 0,0-1 0 0 0,5 0 1342 0 0,-5 1-1207 0 0,1-1-114 0 0,0 1 1 0 0,0-1 0 0 0,0 1-1 0 0,0 0 1 0 0,0-1 0 0 0,0 1 0 0 0,-1 0-1 0 0,1 0 1 0 0,0 0 0 0 0,0 0 0 0 0,0 0-1 0 0,0 0 1 0 0,0 0 0 0 0,0 0-1 0 0,0 0 1 0 0,0 0 0 0 0,0 1 0 0 0,0-1-1 0 0,-1 0 1 0 0,1 1 0 0 0,2 1 1667 0 0,-3-1-1615 0 0,1 0-1 0 0,0 0 1 0 0,-1 0-1 0 0,1 0 1 0 0,0 0 0 0 0,0-1-1 0 0,0 1 1 0 0,0 0-1 0 0,0 0 1 0 0,0 0 0 0 0,0-1-1 0 0,0 1 1 0 0,0-1-1 0 0,0 1 1 0 0,0-1 0 0 0,0 1-1 0 0,0-1 1 0 0,1 0 0 0 0,-1 1-1 0 0,0-1 1 0 0,0 0-1 0 0,3 0 1 0 0,34 5 502 0 0,-36-4-456 0 0,126 13 437 0 0,0 0-3366 0 0,-90-11 800 0 0,38 5-3181 0 0,-22 2-1046 0 0,-21-2 2389 0 0</inkml:trace>
</inkml:ink>
</file>

<file path=ppt/ink/ink1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06T18:20:52.98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7 1921 0 0,'0'0'5202'0'0,"27"0"-4161"0"0,-27-7 79 0 0,32 7 1 0 0,34 7-161 0 0,-1-7-159 0 0,0 6-161 0 0,66 9-640 0 0,-33-1-2081 0 0,0-8-3041 0 0</inkml:trace>
</inkml:ink>
</file>

<file path=ppt/ink/ink1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06T18:20:38.64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1046 1121 0 0,'82'-69'1747'0'0,"119"-132"0"0"0,-196 196-1676 0 0,-1 0-1 0 0,0 0 1 0 0,0-1-1 0 0,-1 0 1 0 0,0 0-1 0 0,0 0 1 0 0,0 0-1 0 0,0 0 1 0 0,1-10-1 0 0,9-20 466 0 0,-6 21-321 0 0,-4 8-79 0 0,1 0 1 0 0,-2 0-1 0 0,1 0 0 0 0,-1-1 0 0 0,0 1 0 0 0,-1 0 0 0 0,1-1 1 0 0,-1-14-1 0 0,-1 14 4 0 0,1 0 1 0 0,-1 0-1 0 0,1 0 1 0 0,1 0 0 0 0,0 0-1 0 0,0 1 1 0 0,0-1-1 0 0,1 0 1 0 0,0 1-1 0 0,0 0 1 0 0,1 0 0 0 0,6-10-1 0 0,-6 12 5 0 0,0-1 0 0 0,0 0-1 0 0,-1 0 1 0 0,0 0 0 0 0,0-1-1 0 0,-1 1 1 0 0,0-1 0 0 0,0 0-1 0 0,0 1 1 0 0,-1-1 0 0 0,0 0-1 0 0,1-12 1 0 0,-2 13-41 0 0,0 1-1 0 0,1-1 0 0 0,0 1 1 0 0,0-1-1 0 0,0 1 1 0 0,1 0-1 0 0,0 0 1 0 0,0-1-1 0 0,5-8 1 0 0,3-7 128 0 0,0-9 16 0 0,-7 22-147 0 0,0 0 0 0 0,0 0 0 0 0,0 1 0 0 0,1-1 0 0 0,8-12 0 0 0,-2 6 85 0 0,-2 3-71 0 0,0 0 0 0 0,0 0 0 0 0,1 1 0 0 0,19-16-1 0 0,64-36 20 0 0,-79 54-88 0 0,-1 1 1 0 0,1 1 0 0 0,0 0-1 0 0,1 1 1 0 0,17-5 0 0 0,-13 4-20 0 0,-15 5-32 0 0,0 0 0 0 0,0 0 0 0 0,-1 0 0 0 0,1 0 1 0 0,0 0-1 0 0,0 0 0 0 0,0 1 0 0 0,0 0 0 0 0,4-1 1 0 0,3 2-15 0 0,35-1 3 0 0,-35 2 16 0 0,0 2 3 0 0,-2-3 16 0 0,-1 1 0 0 0,0 0 0 0 0,0 0 0 0 0,0 0 0 0 0,0 1 0 0 0,0 0 0 0 0,-1 1 0 0 0,1-1 1 0 0,-1 1-1 0 0,0 0 0 0 0,0 1 0 0 0,0 0 0 0 0,-1 0 0 0 0,8 8 0 0 0,-10-9 2 0 0,0 1-1 0 0,0 0 0 0 0,0-1 1 0 0,-1 1-1 0 0,0 0 0 0 0,0 0 1 0 0,0 1-1 0 0,-1-1 0 0 0,1 0 1 0 0,-1 0-1 0 0,-1 1 0 0 0,1-1 1 0 0,-1 1-1 0 0,0-1 0 0 0,0 1 1 0 0,0-1-1 0 0,-1 0 0 0 0,0 1 1 0 0,-2 7-1 0 0,1-5 14 0 0,-1 0 1 0 0,0 0-1 0 0,0 0 0 0 0,-1-1 1 0 0,0 1-1 0 0,0-1 0 0 0,-1 1 1 0 0,0-2-1 0 0,0 1 0 0 0,0 0 0 0 0,-1-1 1 0 0,0 0-1 0 0,-9 7 0 0 0,-67 42 487 0 0,7 4 132 0 0,-77 44 1055 0 0,133-91-1462 0 0,-1-1 0 0 0,0 0 0 0 0,0-2 1 0 0,-1 0-1 0 0,-31 8 0 0 0,51-16-243 0 0,-16 4 102 0 0,1 0 0 0 0,-2-2-1 0 0,1 1 1 0 0,0-2 0 0 0,-1 0-1 0 0,-29-2 1 0 0,28 0 3 0 0,13 0-107 0 0,-1 0-1 0 0,1 0 1 0 0,-1-1 0 0 0,1 0 0 0 0,-1 0-1 0 0,1-1 1 0 0,0 0 0 0 0,-1 0 0 0 0,-7-4-1 0 0,12 5-5 0 0,-1-1 0 0 0,1 1-1 0 0,0-1 1 0 0,0 1 0 0 0,1-1-1 0 0,-1 1 1 0 0,0-1 0 0 0,0 0-1 0 0,1 0 1 0 0,-1 0 0 0 0,1 0 0 0 0,0 0-1 0 0,0 0 1 0 0,-1 0 0 0 0,1-1-1 0 0,1 1 1 0 0,-1 0 0 0 0,0-1-1 0 0,0 1 1 0 0,1-1 0 0 0,0 1-1 0 0,-1 0 1 0 0,1-5 0 0 0,0-41 298 0 0,1 47-301 0 0,-1 0 0 0 0,1 0-1 0 0,0 0 1 0 0,0 0 0 0 0,-1 1-1 0 0,1-1 1 0 0,0 0 0 0 0,0 0 0 0 0,0 1-1 0 0,0-1 1 0 0,0 0 0 0 0,0 1 0 0 0,0-1-1 0 0,0 1 1 0 0,0-1 0 0 0,0 1-1 0 0,0 0 1 0 0,1 0 0 0 0,-1-1 0 0 0,0 1-1 0 0,0 0 1 0 0,0 0 0 0 0,0 0-1 0 0,3 0 1 0 0,-4 0-12 0 0,2 0 6 0 0,0-1 0 0 0,0 1 0 0 0,0 0 0 0 0,0 0 0 0 0,0 0 0 0 0,0 0 0 0 0,0 0 0 0 0,0 0 0 0 0,0 1 0 0 0,0-1 0 0 0,0 0-1 0 0,0 1 1 0 0,0 0 0 0 0,2 0 0 0 0,8 4-15 0 0,16 4 28 0 0,-1 1-1 0 0,0 1 1 0 0,0 2-1 0 0,33 20 1 0 0,81 67 115 0 0,-123-85-230 0 0,1 0 0 0 0,1-1 0 0 0,0-1 0 0 0,1-1 0 0 0,0-1 0 0 0,1-1 0 0 0,0-1 0 0 0,1-1 0 0 0,29 7-1 0 0,-25-10-761 0 0,0 0 0 0 0,1-2 0 0 0,32-1 0 0 0,76-8-6921 0 0,-93 0 1596 0 0</inkml:trace>
</inkml:ink>
</file>

<file path=ppt/ink/ink1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06T18:20:33.28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34 116 80 0 0,'0'0'614'0'0,"-6"0"-134"0"0,-15 0-147 0 0,20 0-318 0 0,1 0-1 0 0,-1-1 0 0 0,1 1 0 0 0,-1-1 0 0 0,1 1 1 0 0,0 0-1 0 0,-1-1 0 0 0,1 1 0 0 0,0-1 0 0 0,-1 1 0 0 0,1-1 1 0 0,0 1-1 0 0,-1-1 0 0 0,1 1 0 0 0,0-1 0 0 0,0 1 1 0 0,0-1-1 0 0,0 1 0 0 0,-1-1 0 0 0,1 1 0 0 0,0-1 1 0 0,0 1-1 0 0,0-1 0 0 0,0 1 0 0 0,0-1 0 0 0,0 0 1 0 0,0 1-1 0 0,1-1 0 0 0,-1 1 0 0 0,0-1 0 0 0,0 1 0 0 0,0-1 1 0 0,0 1-1 0 0,1-1 0 0 0,-1 1 0 0 0,0-1 0 0 0,1 1 1 0 0,-1-1-1 0 0,0 1 0 0 0,1-1 0 0 0,-1 1 0 0 0,0 0 1 0 0,1-1-1 0 0,-1 1 0 0 0,1 0 0 0 0,0-1 0 0 0,1 0 42 0 0,-1 1-37 0 0,1-1 0 0 0,-1 1-1 0 0,1 0 1 0 0,-1-1 0 0 0,0 1 0 0 0,0-1-1 0 0,1 0 1 0 0,-1 1 0 0 0,0-1-1 0 0,0 0 1 0 0,0 0 0 0 0,0 0-1 0 0,0 0 1 0 0,0 0 0 0 0,0 0-1 0 0,0 0 1 0 0,0 0 0 0 0,0 0-1 0 0,0 0 1 0 0,-1-1 0 0 0,2-1-1 0 0,-2 2-1 0 0,0 0-1 0 0,1 0 0 0 0,-1-1 1 0 0,0 1-1 0 0,1 0 0 0 0,-1 0 1 0 0,1 0-1 0 0,0 0 0 0 0,-1 0 1 0 0,1 0-1 0 0,0 0 0 0 0,0 0 1 0 0,-1 0-1 0 0,1 0 0 0 0,0 0 1 0 0,0 0-1 0 0,0 1 0 0 0,0-1 1 0 0,0 0-1 0 0,0 1 0 0 0,0-1 1 0 0,1 0-1 0 0,-1 1 0 0 0,2-1 1 0 0,3-2 68 0 0,-5 2-62 0 0,-1 1 0 0 0,1 0 0 0 0,-1-1 0 0 0,1 1 0 0 0,-1-1 0 0 0,0 0 0 0 0,1 1 0 0 0,-1-1 0 0 0,1 1 0 0 0,-1-1 0 0 0,0 1 0 0 0,0-1 1 0 0,1 0-1 0 0,-1 1 0 0 0,0-1 0 0 0,0 0 0 0 0,0 1 0 0 0,0-1 0 0 0,1 0 0 0 0,-1 1 0 0 0,0-1 0 0 0,0 0 0 0 0,-1 1 0 0 0,1-1 0 0 0,0 0 0 0 0,0 1 0 0 0,0-1 0 0 0,-1-1 0 0 0,1 2 6 0 0,0-1-1 0 0,0 1 0 0 0,0-1 0 0 0,-1 1 0 0 0,1-1 0 0 0,0 1 0 0 0,0-1 0 0 0,0 1 0 0 0,0-1 1 0 0,0 1-1 0 0,0-1 0 0 0,0 1 0 0 0,0-1 0 0 0,0 1 0 0 0,0-1 0 0 0,0 1 0 0 0,1-1 0 0 0,-1 1 1 0 0,0-1-1 0 0,0 1 0 0 0,0-1 0 0 0,1 1 0 0 0,-1 0 0 0 0,0-1 0 0 0,0 1 0 0 0,1-1 1 0 0,-1 1-1 0 0,0 0 0 0 0,1-1 0 0 0,-1 1 0 0 0,0 0 0 0 0,1-1 0 0 0,-1 1 0 0 0,1 0 0 0 0,0-1 1 0 0,21-4 504 0 0,-16-2 2195 0 0,-7 14-1854 0 0,1-6-867 0 0,0-1-1 0 0,0 1 1 0 0,0 0 0 0 0,0-1 0 0 0,0 1 0 0 0,0-1 0 0 0,0 1-1 0 0,-1 0 1 0 0,1-1 0 0 0,0 1 0 0 0,0 0 0 0 0,-1-1 0 0 0,1 1-1 0 0,0-1 1 0 0,-1 1 0 0 0,1-1 0 0 0,0 1 0 0 0,-1-1 0 0 0,1 1-1 0 0,-1-1 1 0 0,1 1 0 0 0,-1-1 0 0 0,1 0 0 0 0,-1 1-1 0 0,0-1 1 0 0,1 0 0 0 0,-1 1 0 0 0,1-1 0 0 0,-1 0 0 0 0,0 0-1 0 0,1 0 1 0 0,-1 1 0 0 0,1-1 0 0 0,-1 0 0 0 0,0 0 0 0 0,1 0-1 0 0,-2 0 1 0 0,1 0-2 0 0,1 0-1 0 0,-1 0 0 0 0,0 0 1 0 0,1 0-1 0 0,-1 0 1 0 0,0 0-1 0 0,1 0 0 0 0,-1 1 1 0 0,0-1-1 0 0,1 0 1 0 0,-1 0-1 0 0,1 1 1 0 0,-1-1-1 0 0,0 0 0 0 0,1 1 1 0 0,-1-1-1 0 0,1 1 1 0 0,-1-1-1 0 0,1 0 0 0 0,-1 1 1 0 0,1-1-1 0 0,0 1 1 0 0,-1 0-1 0 0,1-1 0 0 0,-1 1 1 0 0,1-1-1 0 0,0 1 1 0 0,0 0-1 0 0,-1-1 0 0 0,1 1 1 0 0,0-1-1 0 0,0 1 1 0 0,0 0-1 0 0,0-1 0 0 0,0 1 1 0 0,-1 0-1 0 0,2 1 1 0 0,-1 7 95 0 0,0-7-72 0 0,1 1 0 0 0,-1-1 0 0 0,0 0 0 0 0,0 1 0 0 0,0-1 0 0 0,0 0 0 0 0,-1 1 0 0 0,1-1 0 0 0,-1 0 0 0 0,1 1 0 0 0,-1-1 0 0 0,0 0 0 0 0,0 0 0 0 0,-1 3 0 0 0,-8 4 30 0 0,9-9-48 0 0,-1 1 0 0 0,1 1 0 0 0,0-1 0 0 0,-1 0 0 0 0,1 0 0 0 0,0 0 0 0 0,0 1 0 0 0,0-1 0 0 0,0 0 1 0 0,0 1-1 0 0,0-1 0 0 0,1 1 0 0 0,-1-1 0 0 0,0 1 0 0 0,1-1 0 0 0,-1 1 0 0 0,1 0 0 0 0,0-1 0 0 0,-1 1 0 0 0,1 0 1 0 0,0-1-1 0 0,0 1 0 0 0,0 0 0 0 0,0-1 0 0 0,1 3 0 0 0,-1 5 11 0 0,0-1 1 0 0,-1 1-1 0 0,0-1 0 0 0,-3 13 1 0 0,-7 7 30 0 0,9-25-48 0 0,0 0 1 0 0,1 0-1 0 0,-1 0 1 0 0,1 1 0 0 0,0-1-1 0 0,0 0 1 0 0,0 1-1 0 0,0-1 1 0 0,0 1-1 0 0,1-1 1 0 0,0 1-1 0 0,-1-1 1 0 0,1 1-1 0 0,1-1 1 0 0,-1 1-1 0 0,0-1 1 0 0,3 8-1 0 0,18 26-31 0 0,-13-21 35 0 0,-7-12-7 0 0,0-1-1 0 0,1 0 1 0 0,-1 1 0 0 0,1-1 0 0 0,0 0 0 0 0,-1 0-1 0 0,1 0 1 0 0,1 0 0 0 0,-1 0 0 0 0,0-1-1 0 0,1 1 1 0 0,-1-1 0 0 0,1 0 0 0 0,0 1-1 0 0,0-1 1 0 0,0 0 0 0 0,0-1 0 0 0,0 1 0 0 0,0 0-1 0 0,1-1 1 0 0,-1 0 0 0 0,0 0 0 0 0,1 0-1 0 0,6 1 1 0 0,9 4-69 0 0,65 14-506 0 0,-75-18 421 0 0,-1-1 0 0 0,1 0 0 0 0,0 0-1 0 0,0-1 1 0 0,-1 0 0 0 0,1-1 0 0 0,12-1 0 0 0,-10-6-314 0 0,0 1 283 0 0,3-1-37 0 0,0-1 0 0 0,-1 0 0 0 0,22-20 1 0 0,-20 8-62 0 0,7-6 17 0 0,-14 18 204 0 0,-1 0 0 0 0,1-1 0 0 0,-2 0 0 0 0,11-19 1 0 0,-9 15 44 0 0,3-14 69 0 0,-1 13-16 0 0,-8 13-15 0 0,0-1 0 0 0,-1 1 0 0 0,1-1 0 0 0,0 1-1 0 0,-1-1 1 0 0,0 1 0 0 0,0-1 0 0 0,0 0 0 0 0,0 0 0 0 0,0 1-1 0 0,0-1 1 0 0,-1 0 0 0 0,1 0 0 0 0,-1 0 0 0 0,0-5 0 0 0,0 6 3 0 0,0 0 0 0 0,0 0 0 0 0,0 0 1 0 0,0-1-1 0 0,0 1 0 0 0,0 0 0 0 0,-1 0 0 0 0,1 0 1 0 0,-1 0-1 0 0,0 0 0 0 0,0-2 0 0 0,0 3-13 0 0,0 1 1 0 0,1-1-1 0 0,-1 0 0 0 0,0 1 0 0 0,0-1 0 0 0,1 1 0 0 0,-1 0 0 0 0,0-1 1 0 0,0 1-1 0 0,0 0 0 0 0,0-1 0 0 0,1 1 0 0 0,-1 0 0 0 0,0 0 0 0 0,0 0 1 0 0,-2 0-1 0 0,-4-1-14 0 0,7 1 20 0 0,-1 0 0 0 0,1 0 0 0 0,-1 0 1 0 0,1 1-1 0 0,0-1 0 0 0,-1 0 1 0 0,1 0-1 0 0,0 1 0 0 0,-1-1 0 0 0,1 0 1 0 0,0 0-1 0 0,0 1 0 0 0,-1-1 0 0 0,1 1 1 0 0,0-1-1 0 0,0 0 0 0 0,0 1 1 0 0,-1-1-1 0 0,1 0 0 0 0,0 1 0 0 0,0-1 1 0 0,0 1-1 0 0,0-1 0 0 0,0 0 1 0 0,0 1-1 0 0,0-1 0 0 0,0 1 0 0 0,0-1 1 0 0,0 1-1 0 0,0-1 0 0 0,0 0 1 0 0,0 1-1 0 0,0 27-11 0 0,0-11 90 0 0,0 124 129 0 0,0-135-215 0 0,0-1-1 0 0,0 1 0 0 0,1 0 0 0 0,-1 0 0 0 0,1 0 1 0 0,0-1-1 0 0,1 1 0 0 0,-1 0 0 0 0,1-1 0 0 0,0 1 1 0 0,1-1-1 0 0,-1 0 0 0 0,1 0 0 0 0,0 0 0 0 0,1 0 1 0 0,4 6-1 0 0,19 28 177 0 0,-25-35-140 0 0,-1-1 0 0 0,1 1 0 0 0,0-1 1 0 0,0 1-1 0 0,0-1 0 0 0,1 0 1 0 0,-1 0-1 0 0,1 0 0 0 0,5 4 0 0 0,-6-6-30 0 0,0 1 0 0 0,0-2 0 0 0,0 1-1 0 0,0 0 1 0 0,1 0 0 0 0,-1-1-1 0 0,0 1 1 0 0,1-1 0 0 0,-1 0 0 0 0,0 0-1 0 0,1 1 1 0 0,-1-2 0 0 0,0 1-1 0 0,1 0 1 0 0,-1 0 0 0 0,0-1 0 0 0,4 0-1 0 0,4-2 24 0 0,-1 0-1 0 0,0 0 0 0 0,0 0 1 0 0,0-1-1 0 0,0-1 1 0 0,-1 1-1 0 0,0-1 0 0 0,0-1 1 0 0,0 0-1 0 0,9-8 1 0 0,2-5 21 0 0,0-2 1 0 0,18-27 0 0 0,18-20-27 0 0,27-15 32 0 0,-64 64-57 0 0,26-24 111 0 0,-42 41-134 0 0,0 0 1 0 0,0 0 0 0 0,1 1 0 0 0,-1-1 0 0 0,1 1-1 0 0,0 0 1 0 0,-1-1 0 0 0,1 1 0 0 0,0 1-1 0 0,0-1 1 0 0,-1 0 0 0 0,1 0 0 0 0,5 1 0 0 0,-7 0-25 0 0,-1 0 1 0 0,0 0-1 0 0,1 0 1 0 0,-1 1 0 0 0,0-1-1 0 0,1 0 1 0 0,-1 0-1 0 0,1 1 1 0 0,-1-1 0 0 0,0 0-1 0 0,0 1 1 0 0,1-1-1 0 0,-1 0 1 0 0,0 1 0 0 0,1-1-1 0 0,-1 0 1 0 0,0 1-1 0 0,0-1 1 0 0,0 1 0 0 0,0-1-1 0 0,1 0 1 0 0,-1 1-1 0 0,0-1 1 0 0,0 1 0 0 0,0-1-1 0 0,0 1 1 0 0,0-1-1 0 0,0 1 1 0 0,0-1 0 0 0,0 0-1 0 0,0 1 1 0 0,0-1 0 0 0,0 1-1 0 0,0-1 1 0 0,-1 1-1 0 0,1 0 1 0 0,-6 19-1912 0 0,-21 12-1761 0 0</inkml:trace>
</inkml:ink>
</file>

<file path=ppt/ink/ink1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06T18:20:34.06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164 53 720 0 0,'29'-14'1416'0'0,"-20"9"-920"0"0,1 0 0 0 0,-1 1 0 0 0,1 0 0 0 0,21-5-1 0 0,-4 4 72 0 0,45-1 0 0 0,-61 5-532 0 0,0 1-1 0 0,0 1 0 0 0,0 0 1 0 0,0 0-1 0 0,-1 1 0 0 0,16 5 0 0 0,-23-6-21 0 0,-1 0-1 0 0,1 0 0 0 0,-1 0 0 0 0,0 0 0 0 0,0 1 0 0 0,0-1 0 0 0,0 1 0 0 0,0 0 0 0 0,0-1 0 0 0,0 1 0 0 0,0 0 1 0 0,-1 0-1 0 0,1 0 0 0 0,0 0 0 0 0,-1 1 0 0 0,0-1 0 0 0,0 0 0 0 0,0 0 0 0 0,0 1 0 0 0,0-1 0 0 0,0 1 0 0 0,0-1 1 0 0,-1 1-1 0 0,1-1 0 0 0,-1 1 0 0 0,0 0 0 0 0,0-1 0 0 0,0 1 0 0 0,0-1 0 0 0,0 1 0 0 0,-2 4 0 0 0,1 2 88 0 0,-1-1 0 0 0,-1 1 1 0 0,0-1-1 0 0,0 0 0 0 0,0 0 0 0 0,-1 0 0 0 0,-9 13 0 0 0,-1-3 111 0 0,-1-1 0 0 0,0 0-1 0 0,-24 19 1 0 0,-9 9 106 0 0,32-29-16 0 0,-2-2 0 0 0,0 0 0 0 0,0-1-1 0 0,-1 0 1 0 0,-35 16 0 0 0,34-18 349 0 0,15-9-519 0 0,-1 1 1 0 0,1-1 0 0 0,-1 0 0 0 0,1 0-1 0 0,-1-1 1 0 0,0 1 0 0 0,0-1 0 0 0,1-1 0 0 0,-10 1-1 0 0,-23 3 739 0 0,33-3-842 0 0,1-2 0 0 0,-1 1 0 0 0,1 0 0 0 0,-1-1 0 0 0,1 0 0 0 0,0 0 0 0 0,-1 0-1 0 0,1 0 1 0 0,0-1 0 0 0,-7-3 0 0 0,11 5-26 0 0,-1-1 0 0 0,1 1 0 0 0,-1 0 0 0 0,1-1-1 0 0,-1 1 1 0 0,1-1 0 0 0,0 1 0 0 0,-1-1 0 0 0,1 1 0 0 0,0-1 0 0 0,-1 1-1 0 0,1-1 1 0 0,0 1 0 0 0,0-1 0 0 0,0 0 0 0 0,-1 1 0 0 0,1-1 0 0 0,0 1-1 0 0,0-1 1 0 0,0 0 0 0 0,0 1 0 0 0,0-1 0 0 0,0 1 0 0 0,0-1 0 0 0,0 0-1 0 0,0 1 1 0 0,0-1 0 0 0,1 1 0 0 0,-1-1 0 0 0,0 0 0 0 0,0 1 0 0 0,1-1 0 0 0,-1 1-1 0 0,0-1 1 0 0,0 1 0 0 0,1-1 0 0 0,-1 1 0 0 0,1-1 0 0 0,-1 1 0 0 0,0-1-1 0 0,1 1 1 0 0,0-1 0 0 0,7-5-10 0 0,-7 6 6 0 0,0-1-1 0 0,1 1 1 0 0,-1-1-1 0 0,0 0 1 0 0,0 0 0 0 0,0 0-1 0 0,0 1 1 0 0,0-1-1 0 0,0 0 1 0 0,0 0-1 0 0,0 0 1 0 0,0-1-1 0 0,0 1 1 0 0,-1 0-1 0 0,1 0 1 0 0,0 0 0 0 0,-1-1-1 0 0,1 1 1 0 0,-1 0-1 0 0,0-1 1 0 0,1 1-1 0 0,-1 0 1 0 0,0-3-1 0 0,1 3 5 0 0,-1 0-1 0 0,0 0 1 0 0,0 0-1 0 0,1 0 1 0 0,-1-1-1 0 0,0 1 1 0 0,1 0-1 0 0,-1 0 1 0 0,1 0-1 0 0,0 0 1 0 0,-1 0-1 0 0,1 0 1 0 0,0 0-1 0 0,-1 0 1 0 0,1 1-1 0 0,0-1 1 0 0,0 0-1 0 0,0 0 1 0 0,0 0-1 0 0,0 1 1 0 0,0-1 0 0 0,0 1-1 0 0,0-1 1 0 0,0 1-1 0 0,2-1 1 0 0,5-4 25 0 0,-5 3 3 0 0,0-1 0 0 0,1 1 0 0 0,-1 0 0 0 0,1 1 0 0 0,-1-1 0 0 0,1 1 0 0 0,0-1 0 0 0,0 1 0 0 0,-1 0 0 0 0,1 0 0 0 0,0 1 0 0 0,0-1 0 0 0,0 1 0 0 0,0 0 0 0 0,0 0 0 0 0,0 0 0 0 0,0 1 0 0 0,0-1 0 0 0,8 3 0 0 0,2 1 141 0 0,0 1 0 0 0,-1 1 1 0 0,1 0-1 0 0,-1 1 0 0 0,15 10 1 0 0,61 45 739 0 0,-50-33-1299 0 0,0-1-1 0 0,71 35 1 0 0,-82-49-3961 0 0</inkml:trace>
</inkml:ink>
</file>

<file path=ppt/ink/ink1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06T18:20:36.54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1 1361 0 0,'131'54'1760'0'0,"-66"-13"-1199"0"0,33-14-721 0 0,-72-18-721 0 0,7-3-1280 0 0</inkml:trace>
</inkml:ink>
</file>

<file path=ppt/ink/ink1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06T18:20:37.11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0 144 720 0 0,'33'-6'1921'0'0,"-1"0"-160"0"0,1-9-320 0 0,0 0-481 0 0,-1-3-960 0 0,1-3-1120 0 0,0-8-1201 0 0,-1-4-481 0 0</inkml:trace>
</inkml:ink>
</file>

<file path=ppt/ink/ink1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06T18:20:37.50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66 1 1441 0 0,'0'68'3041'0'0,"0"-7"-880"0"0,0 1-560 0 0,0 21-561 0 0,-33 0-479 0 0,0-14-401 0 0,33-15-721 0 0,0-19-2000 0 0,0-8-2641 0 0</inkml:trace>
</inkml:ink>
</file>

<file path=ppt/ink/ink1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06T18:20:44.38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2 302 720 0 0,'-1'-2'1397'0'0,"8"-1"-1020"0"0,52-20 2638 0 0,-50 19-2712 0 0,0 1 1 0 0,-1-1-1 0 0,0 0 0 0 0,0-1 1 0 0,10-8-1 0 0,20-11 652 0 0,-25 17-783 0 0,-3 1-32 0 0,0 0-1 0 0,1-1 0 0 0,-2 0 0 0 0,1 0 1 0 0,-1-1-1 0 0,11-12 0 0 0,-5 2-3 0 0,0 0-1 0 0,1 1 1 0 0,1 1-1 0 0,1 0 1 0 0,31-21 0 0 0,-42 34-106 0 0,-5 2-18 0 0,0 0 0 0 0,-1 1-1 0 0,1-1 1 0 0,0 0 0 0 0,-1 0-1 0 0,1 0 1 0 0,-1 0-1 0 0,1 0 1 0 0,-1-1 0 0 0,0 1-1 0 0,1 0 1 0 0,-1-1 0 0 0,0 1-1 0 0,0-1 1 0 0,0 1 0 0 0,0-1-1 0 0,1-1 1 0 0,-2 5-6 0 0,-1-1 1 0 0,1 1 0 0 0,0-1-1 0 0,-1 1 1 0 0,1-1 0 0 0,-1 1-1 0 0,0-1 1 0 0,0 1 0 0 0,1-1 0 0 0,-1 1-1 0 0,0-1 1 0 0,0 0 0 0 0,-2 2-1 0 0,-71 95 189 0 0,-70 97 317 0 0,113-146-375 0 0,12-19-14 0 0,-1 0 1 0 0,-34 38-1 0 0,-5 1-6059 0 0,53-61 2241 0 0</inkml:trace>
</inkml:ink>
</file>

<file path=ppt/ink/ink1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06T18:20:44.90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265 107 1601 0 0,'-9'2'741'0'0,"-10"4"429"0"0,14 7 2708 0 0,5-12-3801 0 0,-1-1-1 0 0,1 1 1 0 0,0 0-1 0 0,0-1 1 0 0,-1 1 0 0 0,1 0-1 0 0,0-1 1 0 0,-1 1 0 0 0,1-1-1 0 0,-1 1 1 0 0,1-1-1 0 0,-1 1 1 0 0,1-1 0 0 0,-1 1-1 0 0,1-1 1 0 0,-1 1-1 0 0,0-1 1 0 0,1 0 0 0 0,-1 1-1 0 0,1-1 1 0 0,-1 0-1 0 0,0 0 1 0 0,1 1 0 0 0,-1-1-1 0 0,0 0 1 0 0,1 0-1 0 0,-1 0 1 0 0,-1 0 0 0 0,-20 11 1356 0 0,-103 76 1075 0 0,122-86-2456 0 0,1 1 0 0 0,-1 0-1 0 0,1 0 1 0 0,0 0 0 0 0,0 0 0 0 0,0 0 0 0 0,0 0 0 0 0,0 1 0 0 0,0-1 0 0 0,1 1-1 0 0,-3 3 1 0 0,-7 12 353 0 0,2-10-194 0 0,-10 12 627 0 0,19-19-801 0 0,-1 0 1 0 0,1 0-1 0 0,0 0 1 0 0,-1-1-1 0 0,1 1 1 0 0,0 0-1 0 0,0 0 1 0 0,0 0-1 0 0,0 0 1 0 0,0 0-1 0 0,0 0 1 0 0,0 0-1 0 0,0 0 1 0 0,0 0-1 0 0,0 0 1 0 0,0 0-1 0 0,1 0 1 0 0,-1 0 0 0 0,0 0-1 0 0,1 0 1 0 0,-1 0-1 0 0,1 0 1 0 0,-1 0-1 0 0,1-1 1 0 0,-1 1-1 0 0,1 0 1 0 0,0 0-1 0 0,-1-1 1 0 0,2 2-1 0 0,2 2 51 0 0,1-1 1 0 0,0 0-1 0 0,0 0 0 0 0,0 0 0 0 0,0 0 0 0 0,0-1 0 0 0,1 1 0 0 0,-1-1 0 0 0,1-1 0 0 0,-1 1 0 0 0,11 1 1 0 0,-3-1 11 0 0,0-1 1 0 0,0 0 0 0 0,0-1-1 0 0,21-1 1 0 0,-15-1-64 0 0,0-1 0 0 0,0-1 1 0 0,-1-1-1 0 0,1-1 0 0 0,-1 0 0 0 0,0-1 0 0 0,0-1 0 0 0,-1 0 0 0 0,0-2 1 0 0,-1 0-1 0 0,0-1 0 0 0,0 0 0 0 0,19-20 0 0 0,-33 30-33 0 0,63-61 172 0 0,-59 55-147 0 0,0-1 0 0 0,0 1 1 0 0,-1-1-1 0 0,0 0 0 0 0,0 0 0 0 0,-1 0 1 0 0,6-17-1 0 0,-9 23-43 0 0,0 0 1 0 0,0-1-1 0 0,-1 1 1 0 0,1 0-1 0 0,-1-1 1 0 0,0 1-1 0 0,0-1 1 0 0,0 1-1 0 0,0 0 1 0 0,0-1-1 0 0,0 1 1 0 0,-1 0-1 0 0,1-1 1 0 0,-1 1-1 0 0,0 0 1 0 0,1-1-1 0 0,-1 1 1 0 0,0 0-1 0 0,0 0 0 0 0,-1 0 1 0 0,1 0-1 0 0,0 0 1 0 0,-1 0-1 0 0,1 0 1 0 0,-1 0-1 0 0,-3-2 1 0 0,-1-1-217 0 0,0 1 0 0 0,-1 0 0 0 0,1 1 0 0 0,-1 0 0 0 0,0 0-1 0 0,-10-3 1 0 0,8 3-209 0 0,-3-1-530 0 0,-1 0-1 0 0,1 1 1 0 0,-1 0-1 0 0,0 1 1 0 0,0 1-1 0 0,0 0 1 0 0,0 0-1 0 0,0 1 1 0 0,1 1 0 0 0,-23 4-1 0 0,-3-1-2305 0 0,5-3 460 0 0</inkml:trace>
</inkml:ink>
</file>

<file path=ppt/ink/ink1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06T18:20:45.74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320 49 320 0 0,'6'-1'974'0'0,"70"-21"1824"0"0,-60 16-2115 0 0,0 1 1 0 0,0 1 0 0 0,1 0-1 0 0,27-2 1 0 0,-37 9-100 0 0,-3 1-448 0 0,-2-4-86 0 0,0 1 0 0 0,-1 0 1 0 0,1 0-1 0 0,0 0 0 0 0,0 0 0 0 0,0 0 0 0 0,-1 1 0 0 0,1-1 0 0 0,-1 0 0 0 0,1 1 0 0 0,-1-1 0 0 0,0 1 0 0 0,3 2 0 0 0,-3-1 18 0 0,-1-1-1 0 0,1 1 1 0 0,-1-1 0 0 0,1 0 0 0 0,-1 1 0 0 0,0-1-1 0 0,0 1 1 0 0,0-1 0 0 0,0 1 0 0 0,0-1 0 0 0,0 1-1 0 0,-1-1 1 0 0,0 1 0 0 0,1-1 0 0 0,-1 0 0 0 0,0 1 0 0 0,-2 2-1 0 0,-11 26 1141 0 0,-31 47-1 0 0,38-69-861 0 0,-1 0 1 0 0,1 0-1 0 0,-2-1 0 0 0,1 0 1 0 0,-1 0-1 0 0,0-1 1 0 0,0 0-1 0 0,-21 11 0 0 0,17-10 29 0 0,1 0-1 0 0,0 0 1 0 0,-13 13-1 0 0,8-6 235 0 0,0 0 0 0 0,0-1-1 0 0,-37 21 1 0 0,39-26-323 0 0,-27 17 737 0 0,-56 31 502 0 0,59-44-1194 0 0,38-13-322 0 0,0 1 1 0 0,1-1-1 0 0,-1 0 0 0 0,0 1 0 0 0,0-1 1 0 0,1 0-1 0 0,-1 0 0 0 0,0 0 1 0 0,0 0-1 0 0,1 0 0 0 0,-1 0 0 0 0,0 0 1 0 0,0 0-1 0 0,1 0 0 0 0,-1 0 0 0 0,0 0 1 0 0,0 0-1 0 0,0 0 0 0 0,1-1 1 0 0,-1 1-1 0 0,0 0 0 0 0,1-1 0 0 0,-1 1 1 0 0,0 0-1 0 0,1-1 0 0 0,-1 1 0 0 0,0-1 1 0 0,1 1-1 0 0,-1-1 0 0 0,1 1 1 0 0,-1-1-1 0 0,1 0 0 0 0,-1 1 0 0 0,1-1 1 0 0,-1 0-1 0 0,1 1 0 0 0,0-1 0 0 0,-1 0 1 0 0,1 1-1 0 0,0-1 0 0 0,-1-1 1 0 0,1-75-277 0 0,0 76 272 0 0,0-1 0 0 0,1 1 0 0 0,-1-1 0 0 0,0 1 0 0 0,0-1 0 0 0,1 1 0 0 0,-1-1 0 0 0,1 1 0 0 0,0-1 0 0 0,-1 1 0 0 0,1-1-1 0 0,0 1 1 0 0,0 0 0 0 0,-1 0 0 0 0,1-1 0 0 0,0 1 0 0 0,1 0 0 0 0,-1 0 0 0 0,0 0 0 0 0,0 0 0 0 0,3-2 0 0 0,6-6 19 0 0,22-26-24 0 0,-22 25-41 0 0,-9 9 35 0 0,0 0-1 0 0,0 0 0 0 0,1-1 1 0 0,-1 1-1 0 0,0 0 0 0 0,1 0 1 0 0,-1 0-1 0 0,1 0 1 0 0,-1 0-1 0 0,1 1 0 0 0,-1-1 1 0 0,1 0-1 0 0,0 1 0 0 0,-1-1 1 0 0,1 1-1 0 0,0-1 1 0 0,-1 1-1 0 0,1 0 0 0 0,0 0 1 0 0,0 0-1 0 0,-1 0 0 0 0,1 0 1 0 0,2 1-1 0 0,7 0 17 0 0,1 0-1 0 0,-1 1 1 0 0,0 1-1 0 0,0 0 1 0 0,0 0-1 0 0,19 10 1 0 0,0-2-120 0 0,0 2 1 0 0,0 1 0 0 0,-1 1-1 0 0,26 20 1 0 0,-34-19-291 0 0,-12-8-639 0 0,1 0 0 0 0,0 0 1 0 0,0-1-1 0 0,1-1 0 0 0,0 0 0 0 0,0 0 0 0 0,21 7 0 0 0,-32-13 914 0 0,1 1-1 0 0,-1-1 1 0 0,0 0-1 0 0,0 0 1 0 0,0 0-1 0 0,1 0 1 0 0,-1 1-1 0 0,0-1 0 0 0,0 0 1 0 0,1 0-1 0 0,-1 0 1 0 0,0 0-1 0 0,0 0 1 0 0,1 0-1 0 0,-1 0 1 0 0,0 0-1 0 0,0 0 1 0 0,1 0-1 0 0,-1 0 1 0 0,0 0-1 0 0,1 0 1 0 0,-1 0-1 0 0,0 0 0 0 0,0 0 1 0 0,1 0-1 0 0,-1 0 1 0 0,0 0-1 0 0,0 0 1 0 0,1 0-1 0 0,-1 0 1 0 0,0 0-1 0 0,0 0 1 0 0,1-1-1 0 0,-1 1 1 0 0,0 0-1 0 0,0 0 1 0 0,0 0-1 0 0,1 0 0 0 0,-1-1 1 0 0,0 1-1 0 0,0 0 1 0 0,0 0-1 0 0,0-1 1 0 0,0 1-1 0 0,1 0 1 0 0,-1 0-1 0 0,0 0 1 0 0,0-1-1 0 0,0 1 1 0 0,0 0-1 0 0,0-1 1 0 0,0 1-1 0 0,0 0 0 0 0,0 0 1 0 0,0-1-1 0 0,0-11-5610 0 0</inkml:trace>
</inkml:ink>
</file>

<file path=ppt/ink/ink1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06T18:20:47.34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 1 160 0 0,'-1'13'2805'0'0,"1"-11"-2443"0"0,-1 1 1 0 0,1-1-1 0 0,0 1 0 0 0,-1 0 1 0 0,1-1-1 0 0,1 1 1 0 0,-1-1-1 0 0,0 1 1 0 0,1 0-1 0 0,-1-1 1 0 0,1 1-1 0 0,0-1 1 0 0,0 1-1 0 0,0-1 1 0 0,1 3-1 0 0,58 99 6895 0 0,-40-69-5462 0 0,-16-26-1459 0 0,1 0 0 0 0,0-1 1 0 0,0 1-1 0 0,1-1 0 0 0,0 0 0 0 0,14 13 0 0 0,39 24 232 0 0,-30-25-372 0 0,34 32 1 0 0,-32-21-24 0 0,36 46 0 0 0,-61-69-309 0 0,1-1 0 0 0,-1 0 0 0 0,1 0-1 0 0,10 7 1 0 0,-15-12-183 0 0,1 0-1 0 0,-1-1 1 0 0,0 1 0 0 0,0-1-1 0 0,1 0 1 0 0,-1 0 0 0 0,1 0-1 0 0,-1 0 1 0 0,1 0 0 0 0,-1-1-1 0 0,1 1 1 0 0,0-1 0 0 0,-1 1-1 0 0,1-1 1 0 0,0 0 0 0 0,-1 0-1 0 0,6-1 1 0 0,-8 1 152 0 0,0 0 1 0 0,1 0 0 0 0,-1 0-1 0 0,0 0 1 0 0,0 0 0 0 0,1 0-1 0 0,-1 0 1 0 0,0-1-1 0 0,0 1 1 0 0,1 0 0 0 0,-1 0-1 0 0,0 0 1 0 0,0 0-1 0 0,0 0 1 0 0,1-1 0 0 0,-1 1-1 0 0,0 0 1 0 0,0 0-1 0 0,0 0 1 0 0,0-1 0 0 0,1 1-1 0 0,-1 0 1 0 0,0 0-1 0 0,0-1 1 0 0,0 1 0 0 0,0 0-1 0 0,0 0 1 0 0,0-1 0 0 0,0 1-1 0 0,0 0 1 0 0,0 0-1 0 0,0-1 1 0 0,0 1 0 0 0,0 0-1 0 0,0-1 1 0 0,0 1-1 0 0,0 0 1 0 0,0-12-6877 0 0</inkml:trace>
</inkml:ink>
</file>

<file path=ppt/ink/ink1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06T18:20:47.79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1 207 880 0 0,'0'-7'2642'0'0,"0"-1"-81"0"0,32 2-320 0 0,-32 0-240 0 0,33-9-321 0 0,0 3-479 0 0,-1-3-401 0 0,1-6-479 0 0,-7 0-802 0 0,39 1-1199 0 0,-32-1-1122 0 0,0-6-639 0 0,-1 0 79 0 0</inkml:trace>
</inkml:ink>
</file>

<file path=ppt/ink/ink1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06T18:20:48.13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131 0 2001 0 0,'0'48'3441'0'0,"-32"21"-159"0"0,32-15-1361 0 0,-33-4-400 0 0,33 4-561 0 0,0 8-160 0 0,0 0-79 0 0,0-8-321 0 0,-33-12-480 0 0,33 6-320 0 0,0-13-1281 0 0,-32-8-2881 0 0,32-6-2161 0 0</inkml:trace>
</inkml:ink>
</file>

<file path=ppt/ink/ink1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06T18:20:48.52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15 2081 0 0,'0'-9'5683'0'0,"0"3"1760"0"0,0 12-5682 0 0,32-6-401 0 0,1 0-319 0 0,32 9-481 0 0,-6-3-1280 0 0,6 9-2722 0 0,33-9-2000 0 0,-65 8-1 0 0,0-7 1281 0 0</inkml:trace>
</inkml:ink>
</file>

<file path=ppt/ink/ink1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06T18:20:50.85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1 134 960 0 0,'1'-1'107'0'0,"-1"0"-1"0"0,1 0 1 0 0,0-1 0 0 0,0 1-1 0 0,0 0 1 0 0,0 0-1 0 0,0 0 1 0 0,0 0-1 0 0,0 0 1 0 0,1 0-1 0 0,-1 0 1 0 0,0 0-1 0 0,1 0 1 0 0,-1 1-1 0 0,0-1 1 0 0,1 0-1 0 0,-1 1 1 0 0,2-1-1 0 0,1-1 272 0 0,8-7 343 0 0,0 1 0 0 0,0 1 0 0 0,1 0 0 0 0,0 0 0 0 0,19-6 1 0 0,-22 9-341 0 0,20-15 989 0 0,-26 16-1179 0 0,0 0 0 0 0,0 0 1 0 0,0 1-1 0 0,0-1 0 0 0,0 1 0 0 0,7-3 0 0 0,5 1-33 0 0,-1 0 0 0 0,2 0 0 0 0,-1 2 0 0 0,0 0 0 0 0,0 0-1 0 0,1 2 1 0 0,-1 0 0 0 0,30 4 0 0 0,-37-2-99 0 0,-1-1 0 0 0,1 2 0 0 0,0-1 0 0 0,0 1-1 0 0,-1 1 1 0 0,0-1 0 0 0,1 1 0 0 0,-1 1 0 0 0,-1 0 0 0 0,1 0 0 0 0,-1 0 0 0 0,0 1 0 0 0,0 0 0 0 0,0 0 0 0 0,-1 1 0 0 0,0 0-1 0 0,7 11 1 0 0,-8-10-57 0 0,0 1 1 0 0,-1 0-1 0 0,0 0 0 0 0,-1 1 0 0 0,0-1 0 0 0,0 1 0 0 0,-1 0 0 0 0,0-1 0 0 0,-1 1 0 0 0,0 0 0 0 0,-1 0 0 0 0,0 13 0 0 0,-1-19 11 0 0,1 1 1 0 0,-1-1-1 0 0,1 1 1 0 0,-1-1-1 0 0,0 0 0 0 0,-1 1 1 0 0,1-1-1 0 0,-1 0 1 0 0,0 0-1 0 0,0 0 0 0 0,-3 5 1 0 0,-5 9-2 0 0,0 7 40 0 0,7-18-27 0 0,0 0-1 0 0,0 0 1 0 0,0-1 0 0 0,-1 1 0 0 0,-8 9 0 0 0,-4 6-2 0 0,9-12-28 0 0,0 0 0 0 0,-1-1 1 0 0,0 0-1 0 0,-11 9 1 0 0,2-6-43 0 0,-34 19 0 0 0,0 0 101 0 0,47-28-41 0 0,-15 10 79 0 0,1 0 0 0 0,-23 10 0 0 0,34-20-49 0 0,1-1 0 0 0,-1 1-1 0 0,0-1 1 0 0,0 0 0 0 0,0-1 0 0 0,0 0 0 0 0,0 0-1 0 0,0 0 1 0 0,0-1 0 0 0,-10-1 0 0 0,10 0-31 0 0,0-1-1 0 0,0 1 1 0 0,1-1 0 0 0,-1-1 0 0 0,1 1-1 0 0,-1-1 1 0 0,1-1 0 0 0,0 1 0 0 0,-5-5-1 0 0,-17-8 45 0 0,25 15-51 0 0,1 0-1 0 0,0 0 0 0 0,0 0 1 0 0,0-1-1 0 0,0 1 1 0 0,0 0-1 0 0,0-1 0 0 0,1 1 1 0 0,-1-1-1 0 0,0 0 0 0 0,1 0 1 0 0,-1 0-1 0 0,1 0 0 0 0,-2-3 1 0 0,2 1 27 0 0,0-1 0 0 0,0 1 0 0 0,0 0 0 0 0,1 0 0 0 0,0-1 1 0 0,0-7-1 0 0,0 0 24 0 0,0 10-47 0 0,0 0 0 0 0,0 0-1 0 0,1 1 1 0 0,-1-1 0 0 0,0 0 0 0 0,1 1 0 0 0,0-1-1 0 0,-1 1 1 0 0,1-1 0 0 0,0 1 0 0 0,-1-1-1 0 0,1 1 1 0 0,0-1 0 0 0,0 1 0 0 0,0-1-1 0 0,1 1 1 0 0,-1 0 0 0 0,0 0 0 0 0,0 0 0 0 0,1 0-1 0 0,1-2 1 0 0,5-4 12 0 0,-6 5-21 0 0,0 0 0 0 0,0 0 1 0 0,0 0-1 0 0,1 0 1 0 0,-1 0-1 0 0,0 1 1 0 0,1-1-1 0 0,-1 1 1 0 0,1 0-1 0 0,0-1 0 0 0,-1 1 1 0 0,1 0-1 0 0,0 1 1 0 0,0-1-1 0 0,0 0 1 0 0,-1 1-1 0 0,1 0 0 0 0,0-1 1 0 0,0 1-1 0 0,0 1 1 0 0,0-1-1 0 0,3 1 1 0 0,0 0 30 0 0,1 1 1 0 0,-1 0 0 0 0,0 1 0 0 0,0-1-1 0 0,0 1 1 0 0,0 1 0 0 0,0-1 0 0 0,-1 1-1 0 0,8 6 1 0 0,3 4 169 0 0,0 2 1 0 0,-1-1-1 0 0,-1 2 0 0 0,24 36 1 0 0,-27-35-36 0 0,43 75 401 0 0,-49-82-554 0 0,-5-10-45 0 0,0 0 1 0 0,1 0-1 0 0,-1 0 1 0 0,1 0-1 0 0,-1 1 1 0 0,1-1-1 0 0,-1 0 1 0 0,1 0-1 0 0,-1 0 1 0 0,1 0-1 0 0,0 0 1 0 0,0 0-1 0 0,-1-1 1 0 0,1 1 0 0 0,0 0-1 0 0,0 0 1 0 0,0 0-1 0 0,0-1 1 0 0,0 1-1 0 0,0 0 1 0 0,0-1-1 0 0,0 1 1 0 0,0-1-1 0 0,0 1 1 0 0,1-1-1 0 0,-1 0 1 0 0,0 0-1 0 0,0 1 1 0 0,0-1-1 0 0,0 0 1 0 0,1 0 0 0 0,-1 0-1 0 0,0 0 1 0 0,0 0-1 0 0,2-1 1 0 0,7 0-831 0 0,-1 0 0 0 0,0-1 0 0 0,1-1 0 0 0,-1 0 0 0 0,0 0 0 0 0,0 0 0 0 0,0-1 0 0 0,-1-1 0 0 0,0 1 0 0 0,0-1 0 0 0,0-1 0 0 0,10-8 1 0 0,15-19-2314 0 0</inkml:trace>
</inkml:ink>
</file>

<file path=ppt/ink/ink1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06T18:20:51.24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515 21 400 0 0,'-316'88'9671'0'0,"300"-83"-9156"0"0,1 2-1 0 0,0-1 1 0 0,0 2-1 0 0,0 0 0 0 0,-24 18 1 0 0,30-20-157 0 0,0 2 0 0 0,1-1 0 0 0,0 1 0 0 0,0 0 0 0 0,0 1 0 0 0,1 0 1 0 0,0 0-1 0 0,-9 17 0 0 0,16-24-317 0 0,-1-1 1 0 0,1 1-1 0 0,-1-1 1 0 0,1 1-1 0 0,-1-1 1 0 0,1 1-1 0 0,0 0 1 0 0,0-1-1 0 0,0 1 1 0 0,0-1-1 0 0,0 1 1 0 0,0-1-1 0 0,0 1 1 0 0,0 0-1 0 0,1-1 0 0 0,-1 1 1 0 0,0-1-1 0 0,1 1 1 0 0,0-1-1 0 0,-1 1 1 0 0,1-1-1 0 0,0 0 1 0 0,0 1-1 0 0,-1-1 1 0 0,1 0-1 0 0,0 1 1 0 0,0-1-1 0 0,1 0 1 0 0,-1 0-1 0 0,0 0 1 0 0,2 1-1 0 0,3 2 52 0 0,-1 0-1 0 0,1-1 0 0 0,-1 0 1 0 0,1 0-1 0 0,0-1 1 0 0,7 3-1 0 0,-3-2-146 0 0,-1-1 0 0 0,0 1-1 0 0,1-1 1 0 0,-1-1 0 0 0,1 0-1 0 0,0 0 1 0 0,-1-1 0 0 0,1 0 0 0 0,18-4-1 0 0,-6 2 24 0 0,3 1 35 0 0,-1-2 0 0 0,1-1 0 0 0,-1-1 0 0 0,42-15 0 0 0,-59 18 9 0 0,0-1 0 0 0,0 0 0 0 0,0-1 1 0 0,-1 0-1 0 0,1 0 0 0 0,-1 0 0 0 0,0-1 0 0 0,0 0 0 0 0,0 0 0 0 0,-1-1 0 0 0,0 1 0 0 0,0-1 0 0 0,0 0 0 0 0,-1-1 0 0 0,0 1 0 0 0,0-1 0 0 0,0 0 0 0 0,-1 0 0 0 0,0 0 0 0 0,3-11 0 0 0,-5 13-10 0 0,0-1 0 0 0,-1 0 0 0 0,1 0 0 0 0,-1 1 0 0 0,-1-1 0 0 0,1 0-1 0 0,-1 0 1 0 0,0 1 0 0 0,0-1 0 0 0,0 0 0 0 0,-1 1 0 0 0,0 0 0 0 0,0-1 0 0 0,0 1 0 0 0,-1 0 0 0 0,0 0 0 0 0,0 0 0 0 0,-4-5 0 0 0,2 3-38 0 0,0 1 0 0 0,-1 1 0 0 0,1-1 0 0 0,-1 1 0 0 0,0 0 1 0 0,0 0-1 0 0,-1 1 0 0 0,1-1 0 0 0,-1 2 0 0 0,0-1 0 0 0,0 1 1 0 0,-1 0-1 0 0,1 0 0 0 0,-9-1 0 0 0,3 2-317 0 0,-1 0 0 0 0,0 1 0 0 0,0 1 0 0 0,-27 3 1 0 0,-61 12-4783 0 0,83-12 3810 0 0,-79 16-5426 0 0</inkml:trace>
</inkml:ink>
</file>

<file path=ppt/ink/ink1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06T18:20:55.66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36 56 1201 0 0,'0'-1'74'0'0,"0"1"0"0"0,0-1 0 0 0,0 1 0 0 0,0-1 0 0 0,1 1 0 0 0,-1-1 1 0 0,0 1-1 0 0,1-1 0 0 0,-1 1 0 0 0,0-1 0 0 0,1 1 0 0 0,-1-1 1 0 0,0 1-1 0 0,1 0 0 0 0,-1-1 0 0 0,1 1 0 0 0,-1 0 0 0 0,1-1 0 0 0,-1 1 1 0 0,1 0-1 0 0,-1 0 0 0 0,1 0 0 0 0,-1-1 0 0 0,1 1 0 0 0,-1 0 1 0 0,1 0-1 0 0,-1 0 0 0 0,1 0 0 0 0,-1 0 0 0 0,1 0 0 0 0,0 0 0 0 0,-1 0 1 0 0,1 0-1 0 0,-1 0 0 0 0,1 0 0 0 0,0 0 0 0 0,0 0-21 0 0,-1 0 0 0 0,1 0 0 0 0,0 0 0 0 0,0 0 0 0 0,-1 1 0 0 0,1-1 0 0 0,0 0 0 0 0,-1 0 0 0 0,1 0 0 0 0,0 0 0 0 0,-1 1 0 0 0,1-1 0 0 0,0 0 0 0 0,-1 1 0 0 0,1-1 0 0 0,0 0 0 0 0,-1 1 0 0 0,1-1 0 0 0,-1 1 0 0 0,1-1 0 0 0,-1 1 0 0 0,1-1 0 0 0,-1 1 0 0 0,1 0 0 0 0,5 1 814 0 0,37-5 262 0 0,1-2 0 0 0,79-19-1 0 0,-110 21-939 0 0,18-3 433 0 0,40-2-1 0 0,-17 2 244 0 0,-46 6-750 0 0,-1 1 1 0 0,0-1 0 0 0,1 1-1 0 0,-1 1 1 0 0,0-1-1 0 0,0 1 1 0 0,0 1 0 0 0,0-1-1 0 0,-1 1 1 0 0,1 0-1 0 0,8 6 1 0 0,-14-8-104 0 0,-1-1-1 0 0,1 1 1 0 0,-1 0-1 0 0,1-1 1 0 0,-1 1-1 0 0,0 0 1 0 0,1-1-1 0 0,-1 1 1 0 0,1 0-1 0 0,-1 0 1 0 0,0-1-1 0 0,0 1 1 0 0,0 0-1 0 0,1 0 1 0 0,-1 0-1 0 0,0-1 1 0 0,0 1-1 0 0,0 0 1 0 0,0 0-1 0 0,0 0 1 0 0,-1 1-1 0 0,1 8 62 0 0,-2 1-1 0 0,1-1 0 0 0,-1 0 0 0 0,-1 0 0 0 0,-6 16 1 0 0,-1 4 27 0 0,5-8-33 0 0,4-17-58 0 0,0-1 1 0 0,0 1-1 0 0,0 0 0 0 0,-1 0 0 0 0,0 0 0 0 0,0-1 1 0 0,0 1-1 0 0,-1-1 0 0 0,1 1 0 0 0,-1-1 0 0 0,0 0 1 0 0,-7 7-1 0 0,0 1 81 0 0,0-1-1 0 0,-1-1 1 0 0,-1 1 0 0 0,1-2 0 0 0,-2 0-1 0 0,1 0 1 0 0,-1-1 0 0 0,-1 0-1 0 0,1-1 1 0 0,-25 8 0 0 0,19-9 194 0 0,0-2 0 0 0,0 0 0 0 0,-1 0 0 0 0,1-2 0 0 0,-1-1 0 0 0,-21 0 0 0 0,-57-21-71 0 0,92 19-236 0 0,1 0 1 0 0,0-1-1 0 0,0 0 1 0 0,0 0-1 0 0,0 0 1 0 0,0-1-1 0 0,0 1 1 0 0,1-1-1 0 0,-1 0 1 0 0,-6-7-1 0 0,6 6-9 0 0,4 1 29 0 0,0 1 1 0 0,0-1 0 0 0,0 0-1 0 0,0 0 1 0 0,0-1 0 0 0,0 1-1 0 0,1 0 1 0 0,-1 0 0 0 0,1 0-1 0 0,0 0 1 0 0,0 0 0 0 0,1-1-1 0 0,-1 1 1 0 0,1-4 0 0 0,0-4 10 0 0,4 11 59 0 0,5 3 56 0 0,-1-1 0 0 0,0 1 0 0 0,0 1 1 0 0,0 0-1 0 0,0 0 0 0 0,-1 1 0 0 0,0 0 0 0 0,1 0 0 0 0,7 8 0 0 0,11 10 1092 0 0,29 34 0 0 0,21 18 1353 0 0,-67-68-2511 0 0,0 0 0 0 0,0-1-1 0 0,20 9 1 0 0,-28-14-71 0 0,1 0-1 0 0,-1 0 1 0 0,1 0-1 0 0,-1-1 1 0 0,1 1-1 0 0,-1-1 1 0 0,1 0-1 0 0,0 0 1 0 0,-1 0-1 0 0,1 0 0 0 0,-1 0 1 0 0,1 0-1 0 0,-1 0 1 0 0,1-1-1 0 0,0 0 1 0 0,-1 1-1 0 0,0-1 1 0 0,5-2-1 0 0,-4 2-380 0 0,-1-1-1 0 0,1 0 0 0 0,-1 1 0 0 0,1-1 1 0 0,-1 0-1 0 0,0 0 0 0 0,4-5 1 0 0,6-5-2017 0 0,0-1 1 0 0,0 2 0 0 0,17-13 0 0 0,58-39-4886 0 0</inkml:trace>
</inkml:ink>
</file>

<file path=ppt/ink/ink1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06T18:20:56.27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263 42 1121 0 0,'-1'0'41'0'0,"1"0"1"0"0,0 1-1 0 0,0-1 1 0 0,0 1-1 0 0,0-1 1 0 0,0 0-1 0 0,-1 1 1 0 0,1-1-1 0 0,0 0 1 0 0,0 0-1 0 0,-1 1 1 0 0,1-1-1 0 0,0 0 1 0 0,0 1-1 0 0,-1-1 1 0 0,1 0-1 0 0,0 0 1 0 0,-1 0-1 0 0,1 1 1 0 0,0-1-1 0 0,-1 0 1 0 0,1 0-1 0 0,0 0 1 0 0,-1 0-1 0 0,1 0 1 0 0,0 0-1 0 0,-1 1 1 0 0,1-1-1 0 0,-1 0 1 0 0,1 0-1 0 0,0 0 1 0 0,-1 0-1 0 0,1 0 1 0 0,0 0-1 0 0,-1-1 1 0 0,-22 6 835 0 0,-64 15 1643 0 0,77-17-2351 0 0,0 0-1 0 0,0 1 0 0 0,1 0 0 0 0,-1 0 0 0 0,1 1 1 0 0,-14 10-1 0 0,9-4-46 0 0,11-10-25 0 0,-1 1 0 0 0,1 0 0 0 0,0 0 0 0 0,0 1 1 0 0,1-1-1 0 0,-1 0 0 0 0,0 1 0 0 0,1 0 0 0 0,0 0 0 0 0,-1 0 0 0 0,1 0 0 0 0,0 0 0 0 0,1 0 0 0 0,-1 0 0 0 0,0 1 1 0 0,1-1-1 0 0,0 0 0 0 0,0 1 0 0 0,0 0 0 0 0,-1 3 0 0 0,2-6-42 0 0,0 0-1 0 0,0 0 1 0 0,0 0 0 0 0,0 0-1 0 0,0 0 1 0 0,0 0-1 0 0,0 0 1 0 0,0 0 0 0 0,0 0-1 0 0,1 0 1 0 0,-1 0 0 0 0,0-1-1 0 0,1 1 1 0 0,-1 0 0 0 0,1 0-1 0 0,-1 0 1 0 0,1 0 0 0 0,-1 0-1 0 0,1-1 1 0 0,-1 1 0 0 0,1 0-1 0 0,0 0 1 0 0,0-1-1 0 0,-1 1 1 0 0,1 0 0 0 0,0-1-1 0 0,0 1 1 0 0,0-1 0 0 0,-1 1-1 0 0,1-1 1 0 0,0 0 0 0 0,0 1-1 0 0,0-1 1 0 0,1 1 0 0 0,8 3 233 0 0,2 4 208 0 0,-11-7-465 0 0,0 0 0 0 0,0 0-1 0 0,1 0 1 0 0,-1 0 0 0 0,1 0-1 0 0,-1 0 1 0 0,1-1 0 0 0,-1 1-1 0 0,1-1 1 0 0,0 1 0 0 0,-1-1-1 0 0,1 1 1 0 0,-1-1 0 0 0,1 0-1 0 0,2 0 1 0 0,20 2 264 0 0,4 2-73 0 0,0-2 0 0 0,0 0 0 0 0,0-2 0 0 0,0-2 0 0 0,42-6 0 0 0,-30 0-63 0 0,-18 5-65 0 0,0-2-1 0 0,0 0 1 0 0,-1-1 0 0 0,36-15-1 0 0,-55 19-85 0 0,1 0-1 0 0,0 1 1 0 0,-1-1-1 0 0,1 0 0 0 0,-1-1 1 0 0,0 1-1 0 0,0 0 1 0 0,0-1-1 0 0,0 1 0 0 0,0-1 1 0 0,0 0-1 0 0,-1 0 0 0 0,3-4 1 0 0,-4 5-6 0 0,1 0 0 0 0,0 0-1 0 0,-1 0 1 0 0,1 0 0 0 0,-1 0 0 0 0,1 0 0 0 0,-1 0 0 0 0,0 0 0 0 0,0 0 0 0 0,0 0 0 0 0,0 0-1 0 0,0 0 1 0 0,0 0 0 0 0,-1 0 0 0 0,1 0 0 0 0,-1 0 0 0 0,0 0 0 0 0,1 0 0 0 0,-1 0 0 0 0,0 0-1 0 0,0 0 1 0 0,-2-3 0 0 0,-5-2-122 0 0,0 1 0 0 0,-1 0 0 0 0,1 0 0 0 0,-1 1 0 0 0,0 0 0 0 0,-1 1 0 0 0,1 0 0 0 0,-18-5 0 0 0,0 4-424 0 0,20 4 183 0 0,0 0 1 0 0,-1-1-1 0 0,1 1 0 0 0,0-2 1 0 0,-12-4-1 0 0,-13-13-3708 0 0,32 20 4005 0 0,0 0 1 0 0,0 0-1 0 0,0 0 0 0 0,0 0 0 0 0,1 0 1 0 0,-1 0-1 0 0,0 0 0 0 0,0-1 0 0 0,0 1 1 0 0,0 0-1 0 0,0 0 0 0 0,1 0 0 0 0,-1 0 1 0 0,0 0-1 0 0,0 0 0 0 0,0-1 0 0 0,0 1 1 0 0,0 0-1 0 0,0 0 0 0 0,0 0 0 0 0,0 0 1 0 0,0-1-1 0 0,1 1 0 0 0,-1 0 0 0 0,0 0 1 0 0,0 0-1 0 0,0 0 0 0 0,0-1 0 0 0,0 1 1 0 0,0 0-1 0 0,0 0 0 0 0,0 0 0 0 0,0-1 0 0 0,0 1 1 0 0,0 0-1 0 0,-1 0 0 0 0,1 0 0 0 0,0 0 1 0 0,0-1-1 0 0,0 1 0 0 0,0 0 0 0 0,0 0 1 0 0,0 0-1 0 0,0 0 0 0 0,0 0 0 0 0,0-1 1 0 0,-1 1-1 0 0,1 0 0 0 0,0 0 0 0 0,0 0 1 0 0,0 0-1 0 0,0 0 0 0 0,0 0 0 0 0,-1 0 1 0 0,1-1-1 0 0,0 1 0 0 0,0 0 0 0 0,0 0 1 0 0,21 0-1498 0 0,-15 0 40 0 0</inkml:trace>
</inkml:ink>
</file>

<file path=ppt/ink/ink1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06T18:20:56.80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444 17 560 0 0,'0'-1'120'0'0,"0"0"-1"0"0,0 1 0 0 0,0-1 1 0 0,-1 0-1 0 0,1 0 0 0 0,0 0 1 0 0,-1 1-1 0 0,1-1 0 0 0,-1 0 1 0 0,1 1-1 0 0,-1-1 0 0 0,1 0 1 0 0,-1 1-1 0 0,1-1 0 0 0,-1 0 1 0 0,1 1-1 0 0,-1-1 1 0 0,0 1-1 0 0,1-1 0 0 0,-1 1 1 0 0,0-1-1 0 0,0 1 0 0 0,1 0 1 0 0,-1-1-1 0 0,0 1 0 0 0,0 0 1 0 0,0 0-1 0 0,0-1 0 0 0,1 1 1 0 0,-1 0-1 0 0,0 0 0 0 0,0 0 1 0 0,0 0-1 0 0,0 0 0 0 0,1 0 1 0 0,-1 0-1 0 0,0 1 1 0 0,-1-1-1 0 0,-41 8 2277 0 0,40-7-2097 0 0,-45 5 1157 0 0,36-5-1070 0 0,0 0 1 0 0,1 0 0 0 0,-1 2-1 0 0,0-1 1 0 0,-11 5-1 0 0,-75 21 1042 0 0,77-23-1260 0 0,11-3-87 0 0,1 0-1 0 0,-1 1 1 0 0,1 0-1 0 0,0 0 1 0 0,0 1-1 0 0,0 0 1 0 0,1 0-1 0 0,-1 1 1 0 0,-8 6-1 0 0,16-10-56 0 0,1 0 0 0 0,-1 0 1 0 0,0 0-1 0 0,1 0 0 0 0,-1 0 0 0 0,1 0 0 0 0,-1 0 0 0 0,1 0 0 0 0,0 0 0 0 0,-1 0 0 0 0,1 0 0 0 0,0 0 0 0 0,0 0 0 0 0,0 1 0 0 0,0-1 0 0 0,-1 0 0 0 0,2 1 0 0 0,-6 17 344 0 0,4-17-339 0 0,-1 0 14 0 0,1 1-1 0 0,-1-1 0 0 0,1 0 0 0 0,0 1 0 0 0,0-1 0 0 0,0 1 0 0 0,0-1 0 0 0,0 1 0 0 0,0-1 1 0 0,0 5-1 0 0,2-5 0 0 0,-1 0-1 0 0,1 0 1 0 0,-1 1 0 0 0,1-1 0 0 0,0 0 0 0 0,0 0 0 0 0,0 0-1 0 0,0 0 1 0 0,1 0 0 0 0,-1 0 0 0 0,1 0 0 0 0,-1 0 0 0 0,1-1-1 0 0,3 4 1 0 0,0 1 158 0 0,0-1 0 0 0,1 0-1 0 0,0 0 1 0 0,0 0 0 0 0,0-1-1 0 0,1 0 1 0 0,9 5 0 0 0,-4-4-58 0 0,1-1 0 0 0,0-1 0 0 0,0 0 0 0 0,15 1 0 0 0,16 3-282 0 0,70-1 0 0 0,-69-6 31 0 0,-36-2 109 0 0,2-2-11 0 0,-5 3-12 0 0,0-1 0 0 0,-1 1 0 0 0,1-1 0 0 0,0 0 0 0 0,7-5 0 0 0,-11 6 11 0 0,-1 1 1 0 0,1-1 0 0 0,-1 0-1 0 0,1 0 1 0 0,-1 0-1 0 0,0 0 1 0 0,1-1 0 0 0,-1 1-1 0 0,0 0 1 0 0,0 0-1 0 0,0-1 1 0 0,0 1 0 0 0,0-1-1 0 0,0 1 1 0 0,0-1-1 0 0,-1 1 1 0 0,1-1 0 0 0,-1 1-1 0 0,1-1 1 0 0,-1 0-1 0 0,1 1 1 0 0,-1-4 0 0 0,1-10-177 0 0,-1 11 104 0 0,1 0 0 0 0,-1 0-1 0 0,0 0 1 0 0,0 0-1 0 0,0 0 1 0 0,-1 0-1 0 0,1 0 1 0 0,-1 0-1 0 0,0 0 1 0 0,0 0 0 0 0,-2-4-1 0 0,-1 2-187 0 0,-1 1 0 0 0,1 0 0 0 0,-1 0 0 0 0,0 0 0 0 0,0 1-1 0 0,0 0 1 0 0,-1 0 0 0 0,1 0 0 0 0,-11-5 0 0 0,-11-3-1462 0 0,23 10 1206 0 0,0 1-1 0 0,1-1 1 0 0,-1 1 0 0 0,0 0 0 0 0,0 0-1 0 0,0 0 1 0 0,0 0 0 0 0,0 1 0 0 0,0 0-1 0 0,0 0 1 0 0,0 0 0 0 0,0 0 0 0 0,0 0-1 0 0,-7 2 1 0 0,11-2 456 0 0,0 0 1 0 0,0 0-1 0 0,-1 1 0 0 0,1-1 0 0 0,0 0 1 0 0,0 0-1 0 0,-1 0 0 0 0,1 0 0 0 0,0 0 1 0 0,0 0-1 0 0,0 0 0 0 0,-1 0 0 0 0,1 1 1 0 0,0-1-1 0 0,0 0 0 0 0,0 0 0 0 0,-1 0 1 0 0,1 1-1 0 0,0-1 0 0 0,0 0 0 0 0,0 0 1 0 0,0 0-1 0 0,-1 1 0 0 0,1-1 1 0 0,0 0-1 0 0,0 0 0 0 0,0 1 0 0 0,0-1 1 0 0,0 0-1 0 0,0 0 0 0 0,0 1 0 0 0,0-1 1 0 0,0 0-1 0 0,0 0 0 0 0,0 1 0 0 0,0-1 1 0 0</inkml:trace>
</inkml:ink>
</file>

<file path=ppt/ink/ink1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06T18:20:57.40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427 8 800 0 0,'-1'0'116'0'0,"1"-1"0"0"0,-1 0 0 0 0,0 0 0 0 0,0 1 0 0 0,0-1 0 0 0,0 1 0 0 0,0-1 0 0 0,0 1 0 0 0,0-1 0 0 0,0 1 0 0 0,0 0 0 0 0,0-1 0 0 0,0 1 0 0 0,0 0 0 0 0,0 0 0 0 0,0 0 0 0 0,0-1 0 0 0,0 1 0 0 0,0 0 0 0 0,0 1 0 0 0,0-1 0 0 0,0 0 0 0 0,0 0 0 0 0,-2 1 0 0 0,-4-1 1453 0 0,-23 1 1096 0 0,0 0 1 0 0,-45 10-1 0 0,55-7-2289 0 0,1 1 0 0 0,0 0 0 0 0,0 2-1 0 0,1 1 1 0 0,0 0 0 0 0,0 1 0 0 0,0 1 0 0 0,-24 18 0 0 0,36-22-275 0 0,0 0 1 0 0,0 0 0 0 0,1 0 0 0 0,0 0-1 0 0,-6 10 1 0 0,-10 12 275 0 0,20-26-298 0 0,0-1 0 0 0,0 1 1 0 0,0-1-1 0 0,1 1 1 0 0,-1 0-1 0 0,0-1 0 0 0,1 1 1 0 0,-1 0-1 0 0,1-1 1 0 0,0 1-1 0 0,0 0 0 0 0,-1 0 1 0 0,1-1-1 0 0,0 1 0 0 0,0 0 1 0 0,1 0-1 0 0,-1-1 1 0 0,1 4-1 0 0,0 2 360 0 0,-1-6-382 0 0,0 1-1 0 0,0-1 1 0 0,0 0 0 0 0,0 1-1 0 0,1-1 1 0 0,-1 0-1 0 0,1 0 1 0 0,-1 1 0 0 0,1-1-1 0 0,-1 0 1 0 0,1 0-1 0 0,0 0 1 0 0,-1 1-1 0 0,1-1 1 0 0,0 0 0 0 0,0 0-1 0 0,0 0 1 0 0,0 0-1 0 0,0-1 1 0 0,1 2-1 0 0,1 0 2 0 0,1 0 0 0 0,-1 0 0 0 0,1 0 0 0 0,0-1 0 0 0,-1 1-1 0 0,8 1 1 0 0,5 0-83 0 0,-1 0 1 0 0,25 0-1 0 0,-31-3 67 0 0,18 0-55 0 0,0-1-1 0 0,0-2 1 0 0,0-1 0 0 0,0-1-1 0 0,34-10 1 0 0,-50 11-16 0 0,0-1 0 0 0,0 0 0 0 0,-1-1 0 0 0,1 0 0 0 0,-1 0 1 0 0,-1-1-1 0 0,1 0 0 0 0,-1-1 0 0 0,0 0 0 0 0,-1 0 0 0 0,13-17 0 0 0,-19 23 15 0 0,-1-1 0 0 0,0 1 0 0 0,0 0 0 0 0,0 0 1 0 0,0-1-1 0 0,-1 1 0 0 0,1 0 0 0 0,0-1 0 0 0,-1 1 0 0 0,0-1 0 0 0,0 1 0 0 0,1-1 0 0 0,-1 1 0 0 0,-1-1 0 0 0,1 1 1 0 0,0-1-1 0 0,-1 1 0 0 0,1-1 0 0 0,-2-1 0 0 0,1 0-7 0 0,-1 0-1 0 0,0 1 1 0 0,0-1 0 0 0,-1 1 0 0 0,1 0-1 0 0,0 0 1 0 0,-1 0 0 0 0,0 0-1 0 0,0 0 1 0 0,-6-4 0 0 0,1 1-350 0 0,-1 1-1 0 0,0 0 1 0 0,0 1-1 0 0,0-1 1 0 0,0 2-1 0 0,-1-1 1 0 0,1 1-1 0 0,-18-2 1 0 0,17 4-940 0 0,0 0 1 0 0,0 1-1 0 0,0 0 1 0 0,0 0-1 0 0,0 1 0 0 0,0 1 1 0 0,-18 4-1 0 0,-4 6-2984 0 0</inkml:trace>
</inkml:ink>
</file>

<file path=ppt/ink/ink1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06T18:20:59.32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3 296 160 0 0,'-1'-7'883'0'0,"1"6"-568"0"0,-1-1-1 0 0,1 0 0 0 0,0 0 1 0 0,0 1-1 0 0,-1-1 1 0 0,1 0-1 0 0,1 0 0 0 0,-1 1 1 0 0,0-1-1 0 0,0 0 0 0 0,1 0 1 0 0,-1 1-1 0 0,1-1 1 0 0,-1 0-1 0 0,1 1 0 0 0,0-1 1 0 0,-1 0-1 0 0,3-2 1 0 0,4 2-109 0 0,-6 2-151 0 0,0 0 0 0 0,0 0 0 0 0,0 0 0 0 0,0-1 0 0 0,0 1 0 0 0,0 0 0 0 0,-1-1 0 0 0,1 1 0 0 0,0 0 0 0 0,0-1 0 0 0,0 1 0 0 0,-1-1 0 0 0,1 1 0 0 0,0-1 0 0 0,0 0 0 0 0,-1 1 0 0 0,1-1 0 0 0,0 0 1 0 0,-1 1-1 0 0,1-1 0 0 0,-1 0 0 0 0,1 0 0 0 0,-1 0 0 0 0,0 1 0 0 0,1-1 0 0 0,-1 0 0 0 0,0 0 0 0 0,1 0 0 0 0,-1 0 0 0 0,0 0 0 0 0,0 0 0 0 0,0 0 0 0 0,0 0 0 0 0,0 0 0 0 0,0-1 0 0 0,1 1-16 0 0,-1 0 0 0 0,0 0 0 0 0,1 0 0 0 0,-1 0 0 0 0,1 0-1 0 0,-1 0 1 0 0,1 0 0 0 0,0 0 0 0 0,-1 0 0 0 0,1 0 0 0 0,0 0 0 0 0,0 0-1 0 0,0 1 1 0 0,-1-1 0 0 0,1 0 0 0 0,0 1 0 0 0,0-1 0 0 0,0 0 0 0 0,0 1 0 0 0,0 0-1 0 0,0-1 1 0 0,1 1 0 0 0,0-1 0 0 0,5-3 162 0 0,8-13 320 0 0,-13 14-468 0 0,0 1 1 0 0,0-1-1 0 0,0 0 0 0 0,1 1 0 0 0,-1 0 1 0 0,1-1-1 0 0,5-2 0 0 0,72-45 781 0 0,100-45 0 0 0,-172 91-854 0 0,1 1 0 0 0,0 0 1 0 0,0 0-1 0 0,0 1 1 0 0,0 1-1 0 0,1-1 1 0 0,-1 1-1 0 0,13 1 0 0 0,2 1-54 0 0,0 2-1 0 0,24 5 0 0 0,-46-8 70 0 0,0 0-1 0 0,-1 1 0 0 0,1-1 0 0 0,0 0 0 0 0,-1 1 0 0 0,1-1 1 0 0,-1 1-1 0 0,1 0 0 0 0,0-1 0 0 0,-1 1 0 0 0,0 0 1 0 0,1 0-1 0 0,-1 0 0 0 0,1 0 0 0 0,1 2 0 0 0,-2 0 26 0 0,0-1 0 0 0,0 1 0 0 0,0-1 0 0 0,0 1 0 0 0,-1 0 0 0 0,1 0 0 0 0,-1-1 0 0 0,0 1 0 0 0,0 0 0 0 0,0 0 0 0 0,0 2 0 0 0,-1 8 152 0 0,-1 0-1 0 0,0 0 1 0 0,-1 0-1 0 0,0 0 1 0 0,-1-1-1 0 0,-8 20 1 0 0,5-14-162 0 0,6-15-22 0 0,0 0 0 0 0,0 0-1 0 0,0 0 1 0 0,0 0 0 0 0,-1 0-1 0 0,0 0 1 0 0,1 0 0 0 0,-1 0-1 0 0,0-1 1 0 0,0 1 0 0 0,-1-1-1 0 0,1 1 1 0 0,0-1 0 0 0,-1 0-1 0 0,-3 2 1 0 0,-21 17-1 0 0,26-19 20 0 0,0-1 0 0 0,-1 1 1 0 0,1-1-1 0 0,0 1 0 0 0,-1-1 1 0 0,0 1-1 0 0,1-1 0 0 0,-1 0 1 0 0,0 0-1 0 0,1 0 0 0 0,-1 0 1 0 0,0 0-1 0 0,0 0 0 0 0,0-1 1 0 0,-3 2-1 0 0,2-1-4 0 0,2-1-6 0 0,1 0-1 0 0,0 0 1 0 0,0 0 0 0 0,-1 0 0 0 0,1 0 0 0 0,0 0 0 0 0,0 0 0 0 0,-1 0 0 0 0,1 0 0 0 0,0 0 0 0 0,0 0 0 0 0,-1 0-1 0 0,1 0 1 0 0,0 0 0 0 0,0 0 0 0 0,-1 0 0 0 0,1 0 0 0 0,0 0 0 0 0,0-1 0 0 0,-1 1 0 0 0,1 0 0 0 0,0 0 0 0 0,0 0-1 0 0,0 0 1 0 0,-1 0 0 0 0,1-1 0 0 0,0 1 0 0 0,0 0 0 0 0,0 0 0 0 0,0 0 0 0 0,-1-1 0 0 0,1 1 0 0 0,0-1 0 0 0,-3-2-79 0 0,-3 1 60 0 0,5 1 31 0 0,0 1 0 0 0,-1 0 0 0 0,1-1 0 0 0,0 0 0 0 0,0 1 0 0 0,0-1 0 0 0,0 1 0 0 0,0-1 0 0 0,0 0 0 0 0,0 0 0 0 0,0 0 0 0 0,0 0 0 0 0,0 1 0 0 0,0-1 0 0 0,0 0 0 0 0,0-1 0 0 0,1 1 0 0 0,-1 0 0 0 0,1 0 0 0 0,-1 0 0 0 0,0 0 0 0 0,1 0 0 0 0,0-1 0 0 0,-1 1 0 0 0,1 0 0 0 0,0 0 0 0 0,0-1 0 0 0,0 1 0 0 0,-1 0 0 0 0,1-1 0 0 0,1 1 0 0 0,-1 0 0 0 0,0 0 0 0 0,1-3 0 0 0,-2 2 14 0 0,1 1-1 0 0,0-1 0 0 0,-1 0 0 0 0,1 0 0 0 0,-1 1 1 0 0,1-1-1 0 0,-1 0 0 0 0,0 1 0 0 0,1-1 1 0 0,-1 1-1 0 0,0-1 0 0 0,0 1 0 0 0,0-1 0 0 0,-1 1 1 0 0,1 0-1 0 0,0-1 0 0 0,0 1 0 0 0,-3-2 0 0 0,3 3-8 0 0,0-1-1 0 0,0 0 0 0 0,0 1 0 0 0,0-1 0 0 0,0 0 0 0 0,0 0 0 0 0,1 0 0 0 0,-1 0 0 0 0,0 0 0 0 0,0 0 1 0 0,1 0-1 0 0,-1 0 0 0 0,0 0 0 0 0,1 0 0 0 0,0 0 0 0 0,-1 0 0 0 0,1-1 0 0 0,-1 1 0 0 0,1 0 1 0 0,0 0-1 0 0,0-1 0 0 0,0 1 0 0 0,0 0 0 0 0,0 0 0 0 0,0 0 0 0 0,0-1 0 0 0,0 1 0 0 0,0 0 0 0 0,1 0 1 0 0,-1-1-1 0 0,0 1 0 0 0,1 0 0 0 0,-1 0 0 0 0,1 0 0 0 0,0-2 0 0 0,21-29 361 0 0,-15 19-222 0 0,-6 10-132 0 0,0 0 0 0 0,0 0 0 0 0,1 1 0 0 0,-1-1 0 0 0,1 1 1 0 0,0 0-1 0 0,0-1 0 0 0,0 1 0 0 0,0 0 0 0 0,0 0 0 0 0,0 0 0 0 0,0 0 0 0 0,1 0 0 0 0,3-2 0 0 0,8-5-100 0 0,0 1 0 0 0,1 0-1 0 0,0 1 1 0 0,0 1 0 0 0,23-7-1 0 0,-33 11 54 0 0,1 1 0 0 0,0 0 0 0 0,0 0-1 0 0,0 1 1 0 0,0 0 0 0 0,0 0-1 0 0,0 0 1 0 0,0 0 0 0 0,0 1-1 0 0,0 0 1 0 0,-1 0 0 0 0,1 1 0 0 0,0 0-1 0 0,0 0 1 0 0,-1 0 0 0 0,1 1-1 0 0,-1-1 1 0 0,9 7 0 0 0,-8-4 75 0 0,-1 0 0 0 0,1 0 0 0 0,-1 1 0 0 0,0 0 0 0 0,-1 0 0 0 0,1 0 0 0 0,-1 0 0 0 0,-1 1 0 0 0,1-1 0 0 0,-1 1 0 0 0,0 0 0 0 0,0 0 0 0 0,-1 1 0 0 0,0-1 0 0 0,0 0 0 0 0,-1 1 0 0 0,0-1 0 0 0,0 1 0 0 0,-1 11 0 0 0,0-16-37 0 0,0 0 0 0 0,1-1-1 0 0,-2 1 1 0 0,1-1 0 0 0,0 1-1 0 0,0-1 1 0 0,-1 1 0 0 0,1-1 0 0 0,-1 1-1 0 0,0-1 1 0 0,0 1 0 0 0,0-1 0 0 0,0 0-1 0 0,0 1 1 0 0,-1-1 0 0 0,1 0-1 0 0,-1 0 1 0 0,1 0 0 0 0,-1 0 0 0 0,0 0-1 0 0,-2 2 1 0 0,-2 2-7 0 0,5-4-24 0 0,0 0 0 0 0,0 0 0 0 0,0 0 0 0 0,0 0 0 0 0,1 0 0 0 0,-1 1 0 0 0,1-1 0 0 0,0 0 0 0 0,-1 0 0 0 0,1 1 0 0 0,0 2 0 0 0,1 3-167 0 0,-1-17 54 0 0,1 7 122 0 0,-1 1 1 0 0,1 0-1 0 0,-1-1 1 0 0,1 1-1 0 0,0 0 1 0 0,-1 0-1 0 0,1 0 1 0 0,0 0-1 0 0,0-1 1 0 0,0 1 0 0 0,0 0-1 0 0,0 0 1 0 0,0 1-1 0 0,0-1 1 0 0,0 0-1 0 0,0 0 1 0 0,0 0-1 0 0,0 1 1 0 0,3-2-1 0 0,4-3-32 0 0,4-11-81 0 0,-10 12 93 0 0,1 0 1 0 0,0 1-1 0 0,1-1 1 0 0,-1 1-1 0 0,8-6 1 0 0,2-1-47 0 0,1 1 1 0 0,21-10 0 0 0,-22 12 16 0 0,0 0 1 0 0,0-1-1 0 0,16-14 1 0 0,-14 12 11 0 0,-1-1 0 0 0,1 2 0 0 0,1 0 0 0 0,0 1 0 0 0,0 1 0 0 0,1 0 0 0 0,-1 1 0 0 0,2 1 0 0 0,30-6 0 0 0,-40 10 45 0 0,-3 0-17 0 0,0 0 0 0 0,0 1 0 0 0,-1-1 1 0 0,1 1-1 0 0,0 0 0 0 0,8 1 0 0 0,-12 0 57 0 0,1-1 0 0 0,0 1 0 0 0,-1 0-1 0 0,1 0 1 0 0,-1 0 0 0 0,1 0 0 0 0,-1 0-1 0 0,1 1 1 0 0,-1-1 0 0 0,0 0 0 0 0,1 1-1 0 0,-1-1 1 0 0,0 1 0 0 0,0-1 0 0 0,0 1-1 0 0,0 0 1 0 0,1 2 0 0 0,-1-2 31 0 0,0-1 1 0 0,0 1 0 0 0,0 0-1 0 0,0 0 1 0 0,0-1-1 0 0,0 1 1 0 0,-1 0-1 0 0,1 0 1 0 0,0 0-1 0 0,-1 0 1 0 0,0 0-1 0 0,0 0 1 0 0,1 0-1 0 0,-1 0 1 0 0,0 0 0 0 0,0 0-1 0 0,-1 0 1 0 0,1 0-1 0 0,0 0 1 0 0,-1 0-1 0 0,1 0 1 0 0,-1 0-1 0 0,0 0 1 0 0,0 0-1 0 0,-1 2 1 0 0,-1 6 203 0 0,-7 29 982 0 0,-2-20-721 0 0,10-17-484 0 0,1 0 0 0 0,-1 0-1 0 0,1 0 1 0 0,0 0-1 0 0,-1 0 1 0 0,1 0 0 0 0,0 0-1 0 0,0 0 1 0 0,1 1-1 0 0,-1-1 1 0 0,0 0 0 0 0,1 1-1 0 0,-1 2 1 0 0,1-1-196 0 0,0-6-1575 0 0,0 2 1455 0 0,-1-1-1 0 0,1 1 1 0 0,0-1 0 0 0,1 1 0 0 0,-1-1-1 0 0,0 1 1 0 0,0-1 0 0 0,0 1 0 0 0,0 0-1 0 0,0-1 1 0 0,0 1 0 0 0,1-1 0 0 0,-1 1-1 0 0,0-1 1 0 0,0 1 0 0 0,1-1-1 0 0,-1 1 1 0 0,0 0 0 0 0,1-1 0 0 0,-1 1-1 0 0,0 0 1 0 0,1-1 0 0 0,-1 1 0 0 0,1-1-1 0 0,6-2-770 0 0,-5 2 539 0 0,1 0-1 0 0,-1 0 0 0 0,0 0 0 0 0,0 0 0 0 0,0 0 0 0 0,0-1 0 0 0,0 1 1 0 0,0-1-1 0 0,-1 0 0 0 0,4-3 0 0 0,17-9-2595 0 0</inkml:trace>
</inkml:ink>
</file>

<file path=ppt/ink/ink1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06T18:20:59.85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830 1 80 0 0,'-2'4'5198'0'0,"-6"2"-3916"0"0,-14 15-732 0 0,-16 25 1445 0 0,26-30-1064 0 0,-1-1 0 0 0,-28 26 1 0 0,-14 1 901 0 0,-2-2-1 0 0,-100 51 1 0 0,13-9 526 0 0,6-9-1024 0 0,86-47-990 0 0,44-22-176 0 0,0 0 0 0 0,0 1 0 0 0,0 0 0 0 0,0 0 0 0 0,-11 12 0 0 0,2 14 618 0 0,8-20-817 0 0,4-2-920 0 0,25-7-1525 0 0,18-6-3501 0 0,22-2-2307 0 0</inkml:trace>
</inkml:ink>
</file>

<file path=ppt/ink/ink1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06T18:21:00.50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740 10 480 0 0,'-28'-4'1077'0'0,"-1"1"0"0"0,1 1 0 0 0,-1 1 0 0 0,-42 5 0 0 0,-92 23 3316 0 0,-71 41 1370 0 0,212-58-5232 0 0,21-10-522 0 0,1 0 0 0 0,0 0 0 0 0,0 0 0 0 0,0 0 0 0 0,0 0 0 0 0,0 0 0 0 0,-1 0 0 0 0,1 0 0 0 0,0 0 0 0 0,0 1 0 0 0,0-1 0 0 0,0 0 0 0 0,0 0 0 0 0,-1 0 0 0 0,1 0 0 0 0,0 0 0 0 0,0 0 0 0 0,0 1 0 0 0,0-1 0 0 0,0 0 0 0 0,0 0 0 0 0,0 0 0 0 0,0 0 0 0 0,0 1 0 0 0,0-1 0 0 0,0 0 0 0 0,0 0 0 0 0,-1 0 0 0 0,1 0 0 0 0,0 1 0 0 0,0-1 0 0 0,0 0 0 0 0,0 0 0 0 0,1 0-1 0 0,-1 0 1 0 0,0 1 0 0 0,0-1 0 0 0,0 0 0 0 0,0 0 0 0 0,0 0 0 0 0,0 0 0 0 0,0 1 0 0 0,0-1 0 0 0,0 0 0 0 0,0 0 0 0 0,0 0 0 0 0,0 0 0 0 0,1 1 0 0 0,35 8 562 0 0,-15-5-473 0 0,196 28-178 0 0,-91-16-638 0 0,-83-9 503 0 0,-32-5 146 0 0,0 1 1 0 0,0 0-1 0 0,0 0 1 0 0,15 7-1 0 0,-21-7 39 0 0,0-1 0 0 0,0 1-1 0 0,-1 0 1 0 0,1 0-1 0 0,-1 0 1 0 0,0 0 0 0 0,0 1-1 0 0,0 0 1 0 0,0 0-1 0 0,-1 0 1 0 0,5 7 0 0 0,-7-10 31 0 0,-1 0 1 0 0,1 0-1 0 0,-1 0 1 0 0,1 0 0 0 0,-1 0-1 0 0,1 0 1 0 0,-1 0 0 0 0,0 0-1 0 0,0 1 1 0 0,0-1-1 0 0,1 0 1 0 0,-1 0 0 0 0,0 0-1 0 0,0 0 1 0 0,-1 1-1 0 0,1-1 1 0 0,0 0 0 0 0,0 0-1 0 0,-1 0 1 0 0,1 0 0 0 0,0 0-1 0 0,-1 1 1 0 0,1-1-1 0 0,-1 0 1 0 0,0 0 0 0 0,1 0-1 0 0,-2 1 1 0 0,-1 1 89 0 0,0 0 0 0 0,0 0 0 0 0,0 0 0 0 0,-1-1 0 0 0,1 1 0 0 0,-1-1 0 0 0,-3 2 0 0 0,-11 5 206 0 0,0-2 0 0 0,-1 0 0 0 0,0-2 0 0 0,0 0 1 0 0,0-1-1 0 0,0 0 0 0 0,-1-2 0 0 0,1 0 0 0 0,-31-2 0 0 0,-15-4-989 0 0,-102-17 1 0 0,147 18 326 0 0,0 0-379 0 0,0-1-1 0 0,-38-12 0 0 0,52 13 391 0 0,0 0-1 0 0,0 0 0 0 0,0 0 1 0 0,0 0-1 0 0,0-1 0 0 0,1 0 1 0 0,-1-1-1 0 0,1 1 1 0 0,0-1-1 0 0,1 0 0 0 0,-1 0 1 0 0,1 0-1 0 0,-4-7 0 0 0,5 9-62 0 0,0-2-1 0 0,1 1 1 0 0,0 0-1 0 0,0 0 1 0 0,0-1-1 0 0,0 1 1 0 0,0-1-1 0 0,1 0 1 0 0,-2-9-1 0 0,4 10 49 0 0,-1 0 0 0 0,1 1-1 0 0,0-1 1 0 0,1 0 0 0 0,-1 1 0 0 0,0-1-1 0 0,1 1 1 0 0,0-1 0 0 0,0 1 0 0 0,0 0 0 0 0,4-5-1 0 0,-5 6 159 0 0</inkml:trace>
</inkml:ink>
</file>

<file path=ppt/ink/ink1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06T18:21:01.12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162 29 240 0 0,'0'-1'120'0'0,"1"0"1"0"0,0 0-1 0 0,0-1 0 0 0,0 2 0 0 0,0-1 0 0 0,0 0 0 0 0,0 0 1 0 0,1 0-1 0 0,-1 0 0 0 0,0 1 0 0 0,0-1 0 0 0,0 0 1 0 0,1 1-1 0 0,-1 0 0 0 0,0-1 0 0 0,1 1 0 0 0,-1 0 1 0 0,1-1-1 0 0,1 1 0 0 0,-1 0 171 0 0,9-4 98 0 0,1 1 1 0 0,-1 0 0 0 0,1 1 0 0 0,0 1-1 0 0,0 0 1 0 0,0 0 0 0 0,0 1-1 0 0,18 2 1 0 0,-24-1-282 0 0,8 1 88 0 0,0 0 1 0 0,-1 1 0 0 0,0 1 0 0 0,1 0-1 0 0,-1 1 1 0 0,-1 0 0 0 0,21 11 0 0 0,-29-13-91 0 0,1-1 1 0 0,-1 1 0 0 0,0-1-1 0 0,0 1 1 0 0,0 0 0 0 0,0 1-1 0 0,0-1 1 0 0,-1 1 0 0 0,1 0-1 0 0,-1-1 1 0 0,0 2 0 0 0,0-1-1 0 0,-1 0 1 0 0,1 0 0 0 0,-1 1-1 0 0,3 6 1 0 0,-3 0 328 0 0,1 0-1 0 0,-2 1 1 0 0,1-1-1 0 0,-2 0 1 0 0,0 17 0 0 0,0-20-161 0 0,0-7-209 0 0,0 1-1 0 0,0-1 1 0 0,-1 1-1 0 0,1-1 1 0 0,0 0-1 0 0,-1 1 1 0 0,1-1-1 0 0,-1 0 1 0 0,0 1-1 0 0,1-1 0 0 0,-1 0 1 0 0,0 0-1 0 0,0 0 1 0 0,0 1-1 0 0,1-1 1 0 0,-1 0-1 0 0,-1 0 1 0 0,1 0-1 0 0,0-1 1 0 0,0 1-1 0 0,0 0 1 0 0,-3 1-1 0 0,-30 11 543 0 0,23-9-336 0 0,1-1-172 0 0,0-1-1 0 0,0 0 0 0 0,0-1 1 0 0,-1 0-1 0 0,1 0 1 0 0,0-1-1 0 0,-1-1 0 0 0,1 1 1 0 0,0-2-1 0 0,-1 1 1 0 0,1-1-1 0 0,0-1 0 0 0,-12-5 1 0 0,8 4 155 0 0,0 0 1 0 0,0 1 0 0 0,0 0-1 0 0,-1 1 1 0 0,1 1 0 0 0,-1 0-1 0 0,-24 2 1 0 0,24 1 238 0 0,0 1 1 0 0,0 0-1 0 0,-26 10 0 0 0,37-11-364 0 0,-1 0-1 0 0,0 0 1 0 0,1 0-1 0 0,-1 1 0 0 0,1-1 1 0 0,0 1-1 0 0,0 0 1 0 0,0 1-1 0 0,0-1 1 0 0,1 0-1 0 0,-1 1 1 0 0,1 0-1 0 0,0 0 1 0 0,0 0-1 0 0,-4 8 1 0 0,6-10-104 0 0,0-1 1 0 0,1 1-1 0 0,-1 0 1 0 0,1 0 0 0 0,0-1-1 0 0,0 1 1 0 0,-1 0-1 0 0,1 0 1 0 0,0-1 0 0 0,0 1-1 0 0,1 0 1 0 0,-1 0-1 0 0,0-1 1 0 0,1 1-1 0 0,-1 0 1 0 0,1-1 0 0 0,-1 1-1 0 0,1 0 1 0 0,0-1-1 0 0,-1 1 1 0 0,1-1 0 0 0,0 1-1 0 0,0-1 1 0 0,0 1-1 0 0,0-1 1 0 0,1 0 0 0 0,-1 0-1 0 0,0 1 1 0 0,1-1-1 0 0,-1 0 1 0 0,0 0-1 0 0,1 0 1 0 0,-1 0 0 0 0,1-1-1 0 0,0 1 1 0 0,1 1-1 0 0,7 2 0 0 0,1 0 0 0 0,-1 0-1 0 0,1-1 1 0 0,13 2 0 0 0,-22-4-15 0 0,32 3 20 0 0,0 0-1 0 0,1-3 1 0 0,-1 0 0 0 0,0-3-1 0 0,59-8 1 0 0,-64 6-154 0 0,5-1-2349 0 0,0-1 1 0 0,50-17 0 0 0,-55 7-1464 0 0,-28 15 3596 0 0,0 0-1 0 0,-1 0 1 0 0,1 0 0 0 0,0 0 0 0 0,0 0 0 0 0,0 0 0 0 0,-1 0 0 0 0,1-1 0 0 0,-1 1 0 0 0,1 0 0 0 0,-1 0-1 0 0,1-1 1 0 0,-1 1 0 0 0,0 0 0 0 0,0-1 0 0 0,0 1 0 0 0,0-3 0 0 0,0-12-4102 0 0</inkml:trace>
</inkml:ink>
</file>

<file path=ppt/ink/ink1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06T18:19:45.81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515 90 1921 0 0,'-118'11'11365'0'0,"118"-11"-11329"0"0,0 0 0 0 0,0 0-1 0 0,1 0 1 0 0,-1 1 0 0 0,0-1 0 0 0,0 0 0 0 0,0 0-1 0 0,1 0 1 0 0,-1 0 0 0 0,0 0 0 0 0,0 0 0 0 0,0 1-1 0 0,0-1 1 0 0,1 0 0 0 0,-1 0 0 0 0,0 0 0 0 0,0 0-1 0 0,0 1 1 0 0,0-1 0 0 0,0 0 0 0 0,0 0 0 0 0,1 1-1 0 0,-1-1 1 0 0,0 0 0 0 0,0 0 0 0 0,0 0 0 0 0,0 1-1 0 0,0-1 1 0 0,0 0 0 0 0,0 0 0 0 0,0 1-1 0 0,0-1 1 0 0,0 0 0 0 0,0 0 0 0 0,0 1 0 0 0,0-1-1 0 0,0 0 1 0 0,0 0 0 0 0,-1 0 0 0 0,1 1 0 0 0,0-1-1 0 0,0 0 1 0 0,0 0 0 0 0,0 0 0 0 0,0 1 0 0 0,0-1-1 0 0,-1 0 1 0 0,1 0 0 0 0,0 0 0 0 0,0 0 0 0 0,0 1-1 0 0,0-1 1 0 0,-1 0 0 0 0,1 0 0 0 0,0 0 0 0 0,0 0-1 0 0,0 0 1 0 0,-1 0 0 0 0,1 1 0 0 0,41 3 337 0 0,0-2 1 0 0,61-4-1 0 0,-39-6-489 0 0,0-2-1 0 0,-1-3 0 0 0,71-24 1 0 0,-68 19-31 0 0,-30 7 75 0 0,-21 6 52 0 0,1 2-1 0 0,-1-1 1 0 0,0 2 0 0 0,30-2-1 0 0,-17 3 35 0 0,-27 1-11 0 0,0 1 1 0 0,0-1-1 0 0,0 0 1 0 0,0 0-1 0 0,-1 0 1 0 0,1 0-1 0 0,0 0 1 0 0,0 0 0 0 0,0 1-1 0 0,0-1 1 0 0,0 0-1 0 0,0 0 1 0 0,0 0-1 0 0,-1 0 1 0 0,1 1-1 0 0,0-1 1 0 0,0 0 0 0 0,0 0-1 0 0,0 0 1 0 0,0 0-1 0 0,0 1 1 0 0,0-1-1 0 0,0 0 1 0 0,0 0-1 0 0,0 0 1 0 0,0 1 0 0 0,0-1-1 0 0,0 0 1 0 0,0 0-1 0 0,0 0 1 0 0,1 1-1 0 0,-1-1 1 0 0,0 0 0 0 0,0 0-1 0 0,0 0 1 0 0,0 0-1 0 0,0 0 1 0 0,0 1-1 0 0,0-1 1 0 0,0 0-1 0 0,1 0 1 0 0,-1 0 0 0 0,0 0-1 0 0,0 1 1 0 0,-108 21 705 0 0,-137 22 476 0 0,237-43-1115 0 0,0 0-1 0 0,1 1 1 0 0,-1 0 0 0 0,1 0 0 0 0,0 0-1 0 0,0 1 1 0 0,0 0 0 0 0,0 1 0 0 0,0-1 0 0 0,1 1-1 0 0,-1 1 1 0 0,-5 5 0 0 0,3-5 58 0 0,0 1 1 0 0,-1-1-1 0 0,1-1 1 0 0,-1 0-1 0 0,0 0 0 0 0,-15 3 1 0 0,-24 9-161 0 0,-19 8 268 0 0,-1-3-1 0 0,-81 14 1 0 0,-41 12 351 0 0,191-46-581 0 0,-1 0 0 0 0,0-1 0 0 0,1 1 0 0 0,-1-1 0 0 0,1 1-1 0 0,-1 0 1 0 0,1-1 0 0 0,0 1 0 0 0,-1 0 0 0 0,1-1 0 0 0,0 1 0 0 0,-1 0 0 0 0,1 0 0 0 0,0-1 0 0 0,0 1 0 0 0,0 0 0 0 0,0 0 0 0 0,0 0 0 0 0,0-1-1 0 0,0 1 1 0 0,0 0 0 0 0,0 0 0 0 0,0 0 0 0 0,0-1 0 0 0,0 1 0 0 0,1 1 0 0 0,-1-1-6 0 0,0-1-1 0 0,-1 1 1 0 0,1 0-1 0 0,0-1 1 0 0,0 1 0 0 0,0 0-1 0 0,-1-1 1 0 0,1 1-1 0 0,0 0 1 0 0,-1-1 0 0 0,1 1-1 0 0,-1 0 1 0 0,1-1-1 0 0,-1 1 1 0 0,1-1-1 0 0,-1 1 1 0 0,1-1 0 0 0,-1 1-1 0 0,1-1 1 0 0,-1 0-1 0 0,1 1 1 0 0,-1-1 0 0 0,0 1-1 0 0,1-1 1 0 0,-1 0-1 0 0,0 0 1 0 0,1 1 0 0 0,-1-1-1 0 0,0 0 1 0 0,0 0-1 0 0,1 0 1 0 0,-2 0 0 0 0,1 0-2 0 0,0 0 0 0 0,1 0 1 0 0,-1 0-1 0 0,0 0 1 0 0,1 0-1 0 0,-1 1 0 0 0,1-1 1 0 0,-1 0-1 0 0,0 0 0 0 0,1 1 1 0 0,-1-1-1 0 0,1 0 1 0 0,-1 0-1 0 0,0 1 0 0 0,1-1 1 0 0,-1 1-1 0 0,1-1 1 0 0,-1 1-1 0 0,1-1 0 0 0,0 0 1 0 0,-1 1-1 0 0,1 0 0 0 0,-1-1 1 0 0,1 1-1 0 0,0-1 1 0 0,-1 1-1 0 0,1-1 0 0 0,0 1 1 0 0,0 0-1 0 0,-1-1 1 0 0,1 1-1 0 0,0 0 0 0 0,0 1 13 0 0,1 1 0 0 0,-1-1 0 0 0,0 0 0 0 0,0 0 0 0 0,0 0 0 0 0,0 0 0 0 0,-1 0 0 0 0,1 1 0 0 0,-1-1 0 0 0,1 0 0 0 0,-1 0 0 0 0,0 0 0 0 0,1 0 0 0 0,-1 0 0 0 0,0 0-1 0 0,0-1 1 0 0,-1 1 0 0 0,1 0 0 0 0,0 0 0 0 0,0-1 0 0 0,-1 1 0 0 0,-2 2 0 0 0,-6 6-36 0 0,9-10 24 0 0,1 0 0 0 0,0 1 0 0 0,-1-1 0 0 0,1 0 0 0 0,0 1 0 0 0,-1-1 0 0 0,1 1 1 0 0,0-1-1 0 0,0 1 0 0 0,0-1 0 0 0,-1 0 0 0 0,1 1 0 0 0,0-1 0 0 0,0 1 0 0 0,0-1 0 0 0,0 1 0 0 0,0-1 0 0 0,0 1 0 0 0,0-1 0 0 0,0 1 0 0 0,0-1 0 0 0,0 1 0 0 0,0-1 1 0 0,0 1-1 0 0,0-1 0 0 0,0 1 0 0 0,0-1 0 0 0,0 1 0 0 0,1-1 0 0 0,-1 1 0 0 0,0-1 0 0 0,0 1 0 0 0,1-1 0 0 0,-1 1 0 0 0,1 0 0 0 0,15 11-26 0 0,-9-8 21 0 0,-6-3 9 0 0,-1 1-1 0 0,1-1 0 0 0,0 1 1 0 0,-1-1-1 0 0,1 0 1 0 0,0 1-1 0 0,-1-1 0 0 0,0 1 1 0 0,1-1-1 0 0,-1 1 0 0 0,0 0 1 0 0,0-1-1 0 0,0 1 1 0 0,0-1-1 0 0,0 1 0 0 0,0-1 1 0 0,0 1-1 0 0,-1-1 0 0 0,0 3 1 0 0,1-2 0 0 0,-1 0 1 0 0,1-1-1 0 0,0 1 1 0 0,0 0-1 0 0,-1-1 0 0 0,1 1 1 0 0,0 0-1 0 0,1 0 1 0 0,-1-1-1 0 0,0 1 1 0 0,0 0-1 0 0,1 0 1 0 0,-1-1-1 0 0,1 1 1 0 0,-1 0-1 0 0,1-1 1 0 0,0 1-1 0 0,0-1 0 0 0,-1 1 1 0 0,3 1-1 0 0,9 8-3 0 0,2-1 0 0 0,0-1 0 0 0,0 0 0 0 0,0 0 0 0 0,1-1 0 0 0,1-1 0 0 0,-1-1 0 0 0,28 8 0 0 0,-1-4 51 0 0,-1-1 0 0 0,1-3-1 0 0,1-1 1 0 0,78-1 0 0 0,-63-6-16 0 0,0-2-1 0 0,0-3 1 0 0,0-2 0 0 0,68-20-1 0 0,-116 26-365 0 0,1-1-1 0 0,-1 0 0 0 0,0 0 1 0 0,19-11-1 0 0,-15 5-1970 0 0,-1 0 0 0 0,20-19 0 0 0,-30 26 1906 0 0,-1 2 23 0 0,-1 0 1 0 0,1-1-1 0 0,0 1 0 0 0,-1-1 0 0 0,1 0 0 0 0,-1 1 0 0 0,0-1 1 0 0,1 0-1 0 0,-1 0 0 0 0,0 0 0 0 0,0 0 0 0 0,0 0 0 0 0,0-2 0 0 0,-1 3 90 0 0,-1-1-1 0 0,0 1 1 0 0,0-1-1 0 0,1 1 0 0 0,-1-1 1 0 0,0 1-1 0 0,0 0 0 0 0,0 0 1 0 0,0-1-1 0 0,-1 1 0 0 0,1 0 1 0 0,0 0-1 0 0,0 0 0 0 0,-1 0 1 0 0,1 1-1 0 0,-1-1 0 0 0,-1-1 1 0 0,2 2 266 0 0</inkml:trace>
</inkml:ink>
</file>

<file path=ppt/ink/ink1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06T18:19:46.94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 0 1921 0 0,'0'0'1561'0'0,"-2"2"509"0"0,9 1-1659 0 0,23-1 1180 0 0,-21-3-1309 0 0,-1 1-1 0 0,0 1 1 0 0,0-1-1 0 0,0 1 1 0 0,0 1-1 0 0,11 2 0 0 0,-5 2-68 0 0,0-2 0 0 0,25 6 0 0 0,-25-7-87 0 0,0 0-1 0 0,0 1 1 0 0,0 1 0 0 0,21 10 0 0 0,0 3 70 0 0,-1 1 1 0 0,0 2 0 0 0,-1 1 0 0 0,-2 2-1 0 0,0 1 1 0 0,-2 1 0 0 0,32 38 0 0 0,-44-47-189 0 0,0-1 0 0 0,0 0 0 0 0,2-1 0 0 0,35 22 0 0 0,-43-30 36 0 0,0-1 1 0 0,-1 2-1 0 0,0 0 1 0 0,-1 0-1 0 0,1 0 0 0 0,-1 1 1 0 0,-1 1-1 0 0,12 17 1 0 0,-10-4 56 0 0,-7-17-91 0 0,-1 0 0 0 0,1 0 1 0 0,0-1-1 0 0,0 1 1 0 0,1-1-1 0 0,6 9 0 0 0,-6-10 10 0 0,0 1-1 0 0,-1 0 0 0 0,1 1 1 0 0,-1-1-1 0 0,-1 0 0 0 0,1 1 1 0 0,3 11-1 0 0,3 9 133 0 0,13 11 48 0 0,-11 5-133 0 0,-7-31-55 0 0,1 0 112 0 0,-1 0 0 0 0,-1 1 0 0 0,1-1 0 0 0,-2 1 0 0 0,0 0 0 0 0,1 22 0 0 0,-3 303 1851 0 0,0-327-1948 0 0,0 0 1 0 0,-1 0 0 0 0,0 1 0 0 0,-1-1 0 0 0,0-1 0 0 0,-1 1 0 0 0,0 0 0 0 0,0-1 0 0 0,-1 1-1 0 0,-9 15 1 0 0,-15 30 226 0 0,21-31-141 0 0,6-17-90 0 0,-1 0 0 0 0,-1 0 0 0 0,1-1 0 0 0,-1 1 0 0 0,0-1 0 0 0,-1 1 0 0 0,1-1 0 0 0,-7 7 0 0 0,-17 25-477 0 0,25-34 280 0 0,2-2 13 0 0,-1-1 0 0 0,0 1 0 0 0,1-1 1 0 0,-1 1-1 0 0,0-1 0 0 0,0 0 1 0 0,0 1-1 0 0,0-1 0 0 0,0 0 0 0 0,0 0 1 0 0,0 1-1 0 0,-3 0 0 0 0,-23-2-2937 0 0,-33-11-3012 0 0</inkml:trace>
</inkml:ink>
</file>

<file path=ppt/ink/ink1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06T18:21:33.44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34 116 160 0 0,'0'-1'27'0'0,"0"0"1"0"0,0 0-1 0 0,0 0 1 0 0,0 1-1 0 0,-1-1 0 0 0,1 0 1 0 0,0 0-1 0 0,-1 0 0 0 0,1 1 1 0 0,0-1-1 0 0,-1 0 0 0 0,1 0 1 0 0,-1 1-1 0 0,1-1 1 0 0,-1 0-1 0 0,1 1 0 0 0,-1-1 1 0 0,0 0-1 0 0,1 1 0 0 0,-1-1 1 0 0,0 1-1 0 0,1-1 0 0 0,-1 1 1 0 0,0 0-1 0 0,0-1 0 0 0,0 1 1 0 0,1 0-1 0 0,-1-1 1 0 0,0 1-1 0 0,0 0 0 0 0,0 0 1 0 0,0 0-1 0 0,1 0 0 0 0,-1 0 1 0 0,0 0-1 0 0,-2 0 0 0 0,-1-1 68 0 0,3 1-53 0 0,1-1-1 0 0,-1 1 1 0 0,1 0-1 0 0,-1-1 0 0 0,1 1 1 0 0,0-1-1 0 0,-1 1 1 0 0,1-1-1 0 0,-1 1 1 0 0,1-1-1 0 0,0 1 0 0 0,0-1 1 0 0,-1 0-1 0 0,1 1 1 0 0,0-1-1 0 0,0 1 1 0 0,0-1-1 0 0,-1 0 0 0 0,1 1 1 0 0,0-1-1 0 0,0 0 1 0 0,0 1-1 0 0,0-1 1 0 0,1-1-1 0 0,-1-17 1137 0 0,0 17-964 0 0,1 1-174 0 0,0 0 0 0 0,0 0 0 0 0,0 0 0 0 0,0 0 1 0 0,0 0-1 0 0,0 1 0 0 0,0-1 0 0 0,0 0 0 0 0,0 0 0 0 0,0 1 0 0 0,0-1 0 0 0,0 1 0 0 0,0-1 0 0 0,0 1 1 0 0,1-1-1 0 0,-1 1 0 0 0,0 0 0 0 0,0-1 0 0 0,3 1 0 0 0,0-1 118 0 0,28-19 950 0 0,-27 13-613 0 0,-5 7-474 0 0,0 0-1 0 0,0-1 1 0 0,0 1 0 0 0,0 0 0 0 0,0-1-1 0 0,1 1 1 0 0,-1 0 0 0 0,0 0 0 0 0,0-1-1 0 0,0 1 1 0 0,0 0 0 0 0,0 0-1 0 0,0-1 1 0 0,0 1 0 0 0,1 0 0 0 0,-1 0-1 0 0,0-1 1 0 0,0 1 0 0 0,0 0 0 0 0,0 0-1 0 0,1-1 1 0 0,-1 1 0 0 0,0 0 0 0 0,0 0-1 0 0,1 0 1 0 0,-1 0 0 0 0,0 0 0 0 0,0-1-1 0 0,1 1 1 0 0,-1 0 0 0 0,0 0 0 0 0,1 0-1 0 0,-1 0 1 0 0,11-3 281 0 0,0 0 0 0 0,0 1-1 0 0,0 0 1 0 0,0 1 0 0 0,0 0-1 0 0,0 1 1 0 0,0 0 0 0 0,0 1-1 0 0,0 0 1 0 0,0 1 0 0 0,0 0-1 0 0,15 5 1 0 0,-16-2-89 0 0,1-1 1 0 0,-1 1-1 0 0,0 1 1 0 0,-1 0-1 0 0,0 0 0 0 0,0 1 1 0 0,0 0-1 0 0,-1 1 1 0 0,12 12-1 0 0,11 10 374 0 0,-16-17-370 0 0,-12-11-177 0 0,1 0 1 0 0,-1 0-1 0 0,0 1 1 0 0,0 0-1 0 0,0-1 1 0 0,0 1-1 0 0,-1 0 1 0 0,1 1-1 0 0,-1-1 1 0 0,0 0-1 0 0,0 1 1 0 0,0-1-1 0 0,0 1 1 0 0,-1 0-1 0 0,1-1 1 0 0,-1 1-1 0 0,0 0 1 0 0,0 0-1 0 0,0 0 1 0 0,0 5-1 0 0,-1-6-20 0 0,1 1 0 0 0,-1-1 0 0 0,1 0 0 0 0,0 1 0 0 0,0-1-1 0 0,0 0 1 0 0,0 0 0 0 0,1 0 0 0 0,-1 1 0 0 0,1-1 0 0 0,0-1-1 0 0,0 1 1 0 0,0 0 0 0 0,0 0 0 0 0,0-1 0 0 0,1 1 0 0 0,-1-1-1 0 0,1 0 1 0 0,-1 0 0 0 0,6 3 0 0 0,13 15 124 0 0,-20-18-268 0 0,0 1 1 0 0,1 0 0 0 0,-1 0-1 0 0,-1 0 1 0 0,1 0 0 0 0,0 0-1 0 0,-1 0 1 0 0,1 0-1 0 0,-1 0 1 0 0,0 0 0 0 0,0 3-1 0 0,-2 0-2250 0 0,1-28-174 0 0,1 20 2512 0 0,0 1-1 0 0,1 0 1 0 0,-1-1 0 0 0,-1 1 0 0 0,1-1 0 0 0,0 1 0 0 0,0-1 0 0 0,-1 1 0 0 0,1 0 0 0 0,0-1 0 0 0,-1 1-1 0 0,1 0 1 0 0,-1-1 0 0 0,0 1 0 0 0,0 0 0 0 0,1 0 0 0 0,-1 0 0 0 0,0-1 0 0 0,0 1 0 0 0,0 0-1 0 0,0 0 1 0 0,0 0 0 0 0,0 0 0 0 0,0 1 0 0 0,-1-1 0 0 0,-1-1 0 0 0,-6-5-43 0 0,3 3 60 0 0,-1 0 1 0 0,0 0-1 0 0,0 0 0 0 0,0 1 1 0 0,0 0-1 0 0,-1 1 1 0 0,1-1-1 0 0,-1 2 0 0 0,0-1 1 0 0,1 1-1 0 0,-1 0 0 0 0,0 0 1 0 0,0 1-1 0 0,0 0 1 0 0,1 0-1 0 0,-1 1 0 0 0,-13 3 1 0 0,-8 2-19 0 0,0 2 1 0 0,1 1 0 0 0,-38 17 0 0 0,56-22 89 0 0,0 0 0 0 0,0 1 1 0 0,0 0-1 0 0,1 0 0 0 0,0 1 1 0 0,0 0-1 0 0,1 1 1 0 0,-1 0-1 0 0,2 0 0 0 0,-1 1 1 0 0,1 0-1 0 0,-12 17 0 0 0,18-23-7 0 0,0-1 0 0 0,1 1 0 0 0,-1-1-1 0 0,1 1 1 0 0,-1-1 0 0 0,1 1 0 0 0,0-1 0 0 0,-1 1-1 0 0,1-1 1 0 0,0 1 0 0 0,0 0 0 0 0,0-1 0 0 0,0 1-1 0 0,1-1 1 0 0,-1 1 0 0 0,0-1 0 0 0,1 1 0 0 0,-1-1-1 0 0,1 1 1 0 0,-1-1 0 0 0,1 1 0 0 0,1 2 0 0 0,1 0 144 0 0,0 0 1 0 0,1 0-1 0 0,-1 0 1 0 0,1 0 0 0 0,0-1-1 0 0,6 5 1 0 0,4 3 294 0 0,-7-5-205 0 0,0 0-1 0 0,0-1 1 0 0,0 0 0 0 0,1 0-1 0 0,0-1 1 0 0,0 0 0 0 0,0 0-1 0 0,0-1 1 0 0,14 4 0 0 0,125 20 1240 0 0,-131-24-1833 0 0,1-1-1 0 0,-1 0 1 0 0,1-1-1 0 0,0 0 1 0 0,0-2-1 0 0,0 0 1 0 0,29-6-1 0 0,-46 7 227 0 0,0 0 0 0 0,1 0 0 0 0,-1 0 0 0 0,0 0 0 0 0,0 0 0 0 0,1 0 0 0 0,-1 0-1 0 0,0 0 1 0 0,0 0 0 0 0,0 0 0 0 0,1-1 0 0 0,-1 1 0 0 0,0 0 0 0 0,0 0-1 0 0,1 0 1 0 0,-1 0 0 0 0,0 0 0 0 0,0-1 0 0 0,0 1 0 0 0,0 0 0 0 0,1 0 0 0 0,-1 0-1 0 0,0-1 1 0 0,0 1 0 0 0,0 0 0 0 0,0 0 0 0 0,0 0 0 0 0,0-1 0 0 0,0 1-1 0 0,1 0 1 0 0,-1 0 0 0 0,0-1 0 0 0,0 1 0 0 0,0 0 0 0 0,0 0 0 0 0,0-1 0 0 0,5-7-2719 0 0,16-4-489 0 0,-20 11 3158 0 0,-1 1-1 0 0,1-1 0 0 0,-1 1 1 0 0,1-1-1 0 0,-1 1 0 0 0,1-1 1 0 0,-1 1-1 0 0,0-1 0 0 0,1 0 1 0 0,-1 1-1 0 0,0-1 1 0 0,0 0-1 0 0,0 1 0 0 0,1-1 1 0 0,-1 0-1 0 0,0 1 0 0 0,0-1 1 0 0,0 0-1 0 0,0 1 0 0 0,0-1 1 0 0,0 0-1 0 0</inkml:trace>
</inkml:ink>
</file>

<file path=ppt/ink/ink1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06T18:21:34.59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132 74 240 0 0,'0'0'254'0'0,"-6"-1"39"0"0,4 1-216 0 0,1 0-56 0 0,0 0 1 0 0,0 0 0 0 0,0 0 0 0 0,0 0 0 0 0,0 0 0 0 0,0 0 0 0 0,0 0 0 0 0,0 0 0 0 0,0 0 0 0 0,0-1 0 0 0,0 1-1 0 0,0 0 1 0 0,0-1 0 0 0,1 1 0 0 0,-1-1 0 0 0,0 1 0 0 0,0-1 0 0 0,0 0 0 0 0,0 1 0 0 0,1-1 0 0 0,-1 0-1 0 0,0 1 1 0 0,1-1 0 0 0,-1 0 0 0 0,0 0 0 0 0,1 0 0 0 0,-1 1 0 0 0,1-1 0 0 0,-1-1 0 0 0,0 1-4 0 0,-1 0-1 0 0,1 0 1 0 0,0 1 0 0 0,-1-1 0 0 0,1 0 0 0 0,-1 1 0 0 0,1-1 0 0 0,-1 1 0 0 0,1 0 0 0 0,-1-1 0 0 0,1 1-1 0 0,-1 0 1 0 0,1 0 0 0 0,-1 0 0 0 0,-2 1 0 0 0,3-2 16 0 0,0 1-27 0 0,1 0-1 0 0,0 0 1 0 0,-1 0 0 0 0,1 0 0 0 0,0 0 0 0 0,-1 0 0 0 0,1-1-1 0 0,0 1 1 0 0,-1 0 0 0 0,1 0 0 0 0,0 0 0 0 0,0-1-1 0 0,-1 1 1 0 0,1 0 0 0 0,0-1 0 0 0,0 1 0 0 0,-1 0 0 0 0,1 0-1 0 0,0-1 1 0 0,0 1 0 0 0,0 0 0 0 0,0-1 0 0 0,0 1-1 0 0,-1 0 1 0 0,1-1 0 0 0,0 1 0 0 0,0 0 0 0 0,0-1 0 0 0,0 1-1 0 0,0-1 1 0 0,1-3 22 0 0,-1 2 38 0 0,0-2-41 0 0,0 2 28 0 0,0-3-41 0 0,0-1 0 0 0,0 5 147 0 0,6 1-13 0 0,15 0 13 0 0,-15 0 1668 0 0,-6 0-1822 0 0,0 0 0 0 0,0 0 0 0 0,0-1 0 0 0,0 1 0 0 0,0 0 0 0 0,0 0 0 0 0,0-1 0 0 0,0 1 0 0 0,0 0 0 0 0,0 0 0 0 0,0-1 0 0 0,0 1 0 0 0,0 0 0 0 0,0 0 0 0 0,0 0 0 0 0,0-1 0 0 0,-1 1 0 0 0,1 0 0 0 0,0 0 0 0 0,0 0 0 0 0,0-1 1 0 0,0 1-1 0 0,0 0 0 0 0,-1 0 0 0 0,1 0 0 0 0,0 0 0 0 0,0-1 0 0 0,0 1 0 0 0,-1 0 0 0 0,1 0 0 0 0,0 0 0 0 0,0 0 0 0 0,0 0 0 0 0,-1 0 0 0 0,1 0 0 0 0,0-1 0 0 0,0 1 0 0 0,-1 0 0 0 0,1 0 0 0 0,0 0 0 0 0,-1 0 0 0 0,-20-1 154 0 0,20 1-150 0 0,1 0-1 0 0,0 0 0 0 0,-1 0 1 0 0,1 0-1 0 0,0-1 0 0 0,0 1 1 0 0,-1 0-1 0 0,1 0 1 0 0,0 0-1 0 0,-1 0 0 0 0,1-1 1 0 0,0 1-1 0 0,0 0 0 0 0,-1 0 1 0 0,1 0-1 0 0,0-1 0 0 0,0 1 1 0 0,0 0-1 0 0,-1 0 1 0 0,1-1-1 0 0,0 1 0 0 0,0 0 1 0 0,0-1-1 0 0,0 1 0 0 0,0 0 1 0 0,-1 0-1 0 0,1-1 0 0 0,0 1 1 0 0,0 0-1 0 0,0-1 1 0 0,0 1-1 0 0,0 0 0 0 0,0-1 1 0 0,0 1-1 0 0,0 0 0 0 0,0-1 1 0 0,0 1-1 0 0,0 0 0 0 0,1-1 1 0 0,-1 1-1 0 0,0 0 1 0 0,0-1-1 0 0,0 1-65 0 0,-1 0-5 0 0,0 1 0 0 0,-1 0-1 0 0,1-1 1 0 0,0 1 0 0 0,-1 0 0 0 0,1-1 0 0 0,0 0-1 0 0,-1 1 1 0 0,1-1 0 0 0,-1 0 0 0 0,1 0-1 0 0,0 1 1 0 0,-1-1 0 0 0,1 0 0 0 0,-1-1-1 0 0,1 1 1 0 0,-3 0 0 0 0,4 0-37 0 0,-11 0-1423 0 0,-16 0-667 0 0</inkml:trace>
</inkml:ink>
</file>

<file path=ppt/ink/ink1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06T18:22:17.89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356 30 480 0 0,'1'1'164'0'0,"-1"0"0"0"0,1 0 0 0 0,0 0 0 0 0,0 0 0 0 0,-1 0 0 0 0,1-1 0 0 0,0 1 0 0 0,0 0 0 0 0,0 0 0 0 0,0-1 0 0 0,0 1-1 0 0,0 0 1 0 0,0-1 0 0 0,0 1 0 0 0,0-1 0 0 0,0 0 0 0 0,1 1 0 0 0,-1-1 0 0 0,0 0 0 0 0,0 1 0 0 0,0-1 0 0 0,0 0 0 0 0,1 0 0 0 0,-1 0 0 0 0,0 0 0 0 0,0 0 0 0 0,2-1 0 0 0,52 1 3484 0 0,-36-1-1762 0 0,46 10-259 0 0,-11-9-1213 0 0,-47-4-59 0 0,-3 1-230 0 0,-2 3 10 0 0,-1 0-81 0 0,0 0-1 0 0,0 0 0 0 0,0 0 0 0 0,0 0 1 0 0,0 0-1 0 0,1 0 0 0 0,-1 0 0 0 0,0 0 1 0 0,0 0-1 0 0,0-1 0 0 0,0 1 1 0 0,0 0-1 0 0,0-1 0 0 0,0 1 0 0 0,0-1 1 0 0,0 1-1 0 0,0-1 0 0 0,0 1 1 0 0,0-1-1 0 0,0 0 0 0 0,0 0 0 0 0,1-1 1 0 0,-3 1-25 0 0,0 0 0 0 0,0 1 1 0 0,-1-1-1 0 0,1 1 0 0 0,0-1 0 0 0,-1 1 1 0 0,1-1-1 0 0,-1 1 0 0 0,1-1 1 0 0,0 1-1 0 0,-1 0 0 0 0,1 0 0 0 0,-1 0 1 0 0,1 0-1 0 0,-1 0 0 0 0,1 0 1 0 0,-3 1-1 0 0,4-1 4 0 0,0 0-28 0 0,0 0 1 0 0,0 0-1 0 0,0 0 0 0 0,0 0 0 0 0,-1 0 1 0 0,1 0-1 0 0,0 0 0 0 0,0 1 1 0 0,0-1-1 0 0,0 0 0 0 0,0 0 1 0 0,-1 0-1 0 0,1 0 0 0 0,0 0 1 0 0,0 0-1 0 0,0 0 0 0 0,0 0 0 0 0,0 0 1 0 0,-1 0-1 0 0,1 0 0 0 0,0 0 1 0 0,0 0-1 0 0,0 0 0 0 0,0 0 1 0 0,0 0-1 0 0,-1 0 0 0 0,1-1 1 0 0,0 1-1 0 0,0 0 0 0 0,0 0 1 0 0,0 0-1 0 0,0 0 0 0 0,0 0 0 0 0,-1 0 1 0 0,1 0-1 0 0,0 0 0 0 0,0 0 1 0 0,0-1-1 0 0,0 1 0 0 0,0 0 1 0 0,0 0-1 0 0,0 0 0 0 0,0 0 1 0 0,0 0-1 0 0,0 0 0 0 0,0-1 1 0 0,0 1-1 0 0,-1 0 0 0 0,1 0 0 0 0,0 0 1 0 0,0 0-1 0 0,0 0 0 0 0,0-1 1 0 0,0 1-1 0 0,0 0 0 0 0,0 0 1 0 0,0 0-1 0 0,0 0 0 0 0,1 0 1 0 0,-1-1-1 0 0,0 1-1 0 0,0 0 1 0 0,0 0 0 0 0,0-1-1 0 0,0 1 1 0 0,0 0-1 0 0,0 0 1 0 0,0 0-1 0 0,0 0 1 0 0,0-1-1 0 0,0 1 1 0 0,0 0-1 0 0,0 0 1 0 0,0 0-1 0 0,0-1 1 0 0,0 1 0 0 0,0 0-1 0 0,0 0 1 0 0,0 0-1 0 0,0 0 1 0 0,-1-1-1 0 0,1 1 1 0 0,0 0-1 0 0,0 0 1 0 0,0 0-1 0 0,0 0 1 0 0,0-1 0 0 0,0 1-1 0 0,-1 0 1 0 0,1 0-1 0 0,0 0 1 0 0,0 0-1 0 0,0 0 1 0 0,0 0-1 0 0,0 0 1 0 0,-1 0-1 0 0,1-1 1 0 0,0 1 0 0 0,0 0-1 0 0,0 0 1 0 0,-1 0-1 0 0,1 0 1 0 0,0 0-1 0 0,0 0 1 0 0,0 0-1 0 0,0 0 1 0 0,-1 0-1 0 0,1 0 1 0 0,0 0 0 0 0,0 0-1 0 0,0 0 1 0 0,-1 0-1 0 0,-29-6 241 0 0,15 2-131 0 0,-1 1-1 0 0,0 0 1 0 0,0 1 0 0 0,-21 1 0 0 0,-50 9 353 0 0,75-8-446 0 0,1 0 1 0 0,-1 1 0 0 0,1 0-1 0 0,-1 1 1 0 0,1 1 0 0 0,0-1-1 0 0,-17 8 1 0 0,0-1 58 0 0,24-7-65 0 0,1-1 0 0 0,0 1-1 0 0,-1-1 1 0 0,1 1 0 0 0,0 0-1 0 0,0 0 1 0 0,1 1 0 0 0,-1-1-1 0 0,-4 5 1 0 0,4-4-6 0 0,0 0 1 0 0,0 0 0 0 0,-1 0-1 0 0,1-1 1 0 0,-1 1-1 0 0,-7 3 1 0 0,1-1-9 0 0,-1 1 0 0 0,1 0 0 0 0,0 1 0 0 0,-9 8 0 0 0,10-8 30 0 0,0 0 0 0 0,-1-1 0 0 0,0 1 0 0 0,-10 3 0 0 0,19-9-31 0 0,1-1 1 0 0,-1 0-1 0 0,1 0 1 0 0,0 0-1 0 0,-1 0 0 0 0,1 1 1 0 0,0-1-1 0 0,-1 0 1 0 0,1 0-1 0 0,0 1 1 0 0,0-1-1 0 0,-1 0 1 0 0,1 0-1 0 0,0 1 1 0 0,0-1-1 0 0,-1 0 1 0 0,1 1-1 0 0,0-1 1 0 0,0 0-1 0 0,0 1 1 0 0,-1-1-1 0 0,1 1 0 0 0,0-1 1 0 0,0 0-1 0 0,0 1 1 0 0,0-1-1 0 0,0 0 1 0 0,0 1-1 0 0,0-1 1 0 0,0 1-1 0 0,-4 8 12 0 0,2-9 5 0 0,-20 15 12 0 0,21-15-26 0 0,0 1 0 0 0,1-1 0 0 0,-1 1 0 0 0,1-1 0 0 0,-1 1 0 0 0,1-1-1 0 0,0 1 1 0 0,-1 0 0 0 0,1-1 0 0 0,0 1 0 0 0,-1 0 0 0 0,1-1 0 0 0,0 1 0 0 0,0 0 0 0 0,-1-1 0 0 0,1 1-1 0 0,0 0 1 0 0,0-1 0 0 0,0 1 0 0 0,0 0 0 0 0,0 0 0 0 0,0-1 0 0 0,0 1 0 0 0,0 0 0 0 0,1-1 0 0 0,-1 1-1 0 0,0 0 1 0 0,0 0 0 0 0,0-1 0 0 0,1 1 0 0 0,-1-1 0 0 0,0 1 0 0 0,1 0 0 0 0,-1-1 0 0 0,1 1 0 0 0,-1-1-1 0 0,0 1 1 0 0,1 0 0 0 0,0-1 0 0 0,-1 1 0 0 0,1-1 0 0 0,-1 0 0 0 0,2 1 0 0 0,6 4 90 0 0,1-1-1 0 0,0 0 1 0 0,0 0 0 0 0,0-1 0 0 0,11 3-1 0 0,7 2 139 0 0,65 18 355 0 0,-20-8-212 0 0,-24-4-632 0 0,1-2 0 0 0,71 8 1 0 0,-115-20-132 0 0,20 0-1356 0 0,-24 0 1647 0 0,-1-1 1 0 0,1 1 0 0 0,-1 0-1 0 0,0 0 1 0 0,1 0 0 0 0,-1 0-1 0 0,0 0 1 0 0,1-1 0 0 0,-1 1-1 0 0,0 0 1 0 0,1 0 0 0 0,-1-1-1 0 0,0 1 1 0 0,0 0 0 0 0,1-1-1 0 0,-1 1 1 0 0,0 0 0 0 0,0-1-1 0 0,0 1 1 0 0,1 0 0 0 0,-1-1-1 0 0,0 1 1 0 0,0 0 0 0 0,0-1-1 0 0,0 1 1 0 0,0 0 0 0 0,0-1-1 0 0,0 1 1 0 0,0-1 0 0 0,0 1-1 0 0,0 0 1 0 0,0-1 0 0 0,0 1-1 0 0,0-1 1 0 0,0 1 0 0 0,0 0-1 0 0,0-1 1 0 0,0 1 0 0 0,0 0-1 0 0,0-1 1 0 0,-1 1 0 0 0,1-1-1 0 0,0 1 1 0 0,0 0 0 0 0,0 0-1 0 0,-1-1 1 0 0,1 1 0 0 0,0 0-1 0 0,0-1 1 0 0,-1 1 0 0 0,1 0-1 0 0,0 0 1 0 0,-1-1 0 0 0,-26-29-5760 0 0</inkml:trace>
</inkml:ink>
</file>

<file path=ppt/ink/ink1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06T18:22:18.81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40 240 0 0,'5'-2'1828'0'0,"30"-8"2336"0"0,23-7 2116 0 0,-32 14-5215 0 0,-8 0-624 0 0,1 0-1 0 0,-1 2 1 0 0,1 0-1 0 0,-1 2 1 0 0,26 3 0 0 0,-26-2-489 0 0,1 0-87 0 0,-1 1 1 0 0,0 1-1 0 0,0 0 1 0 0,22 9-1 0 0,-8-8-2157 0 0,-31-5 2087 0 0,0 0-1 0 0,0 0 0 0 0,0 0 1 0 0,0 1-1 0 0,0-1 0 0 0,-1 0 1 0 0,1 0-1 0 0,0 0 0 0 0,0 0 1 0 0,0-1-1 0 0,0 1 0 0 0,0 0 1 0 0,0 0-1 0 0,0-1 0 0 0,0 1 1 0 0,0 0-1 0 0,0-1 1 0 0,0 1-1 0 0,-1-1 0 0 0,1 1 1 0 0,0-1-1 0 0,0 1 0 0 0,0-1 1 0 0,-1 0-1 0 0,1 1 0 0 0,0-1 1 0 0,-1 0-1 0 0,1 1 0 0 0,-1-1 1 0 0,1 0-1 0 0,-1 0 0 0 0,1 0 1 0 0,0-1-1 0 0,-1-10-3449 0 0</inkml:trace>
</inkml:ink>
</file>

<file path=ppt/ink/ink1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06T18:22:19.31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6 1441 0 0,'0'-6'2161'0'0,"33"6"3281"0"0,0 0-1440 0 0,-1 6-2801 0 0,1 1-401 0 0,32-7-240 0 0,-65 6-80 0 0,33 2-159 0 0,0-2-161 0 0,-33 1-961 0 0,32-7-2240 0 0,-97-21-8564 0 0</inkml:trace>
</inkml:ink>
</file>

<file path=ppt/ink/ink1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06T18:22:23.05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3 142 1121 0 0,'-1'-12'4933'0'0,"1"10"-4618"0"0,-1-1-1 0 0,1 1 1 0 0,0-1-1 0 0,0 1 0 0 0,0-1 1 0 0,0 1-1 0 0,0-1 1 0 0,0 1-1 0 0,1-1 1 0 0,-1 1-1 0 0,1-1 0 0 0,0 1 1 0 0,0-1-1 0 0,0 1 1 0 0,2-3-1 0 0,18-11 340 0 0,-8 1-224 0 0,-10 11-383 0 0,1 0-1 0 0,-1-1 0 0 0,1 2 1 0 0,0-1-1 0 0,0 0 1 0 0,1 1-1 0 0,-1-1 0 0 0,0 1 1 0 0,1 1-1 0 0,0-1 0 0 0,8-3 1 0 0,-4 3-18 0 0,-1 1 1 0 0,1 0-1 0 0,0 0 1 0 0,0 1-1 0 0,0 0 1 0 0,0 0 0 0 0,10 2-1 0 0,-3 1 72 0 0,-1 1 0 0 0,1 0 0 0 0,19 8 0 0 0,-22-5-29 0 0,-1 1 0 0 0,0 1-1 0 0,0 0 1 0 0,-1 1 0 0 0,16 15 0 0 0,-21-18-89 0 0,-6-6 21 0 0,1 1 0 0 0,0 0-1 0 0,-1-1 1 0 0,1 1 0 0 0,-1 0 0 0 0,1 0 0 0 0,-1-1 0 0 0,1 1 0 0 0,-1 0 0 0 0,0 0 0 0 0,1 0 0 0 0,-1 0 0 0 0,0 0 0 0 0,0-1 0 0 0,0 1 0 0 0,0 0 0 0 0,0 0 0 0 0,0 0 0 0 0,0 1 0 0 0,5 19 103 0 0,-3-18-94 0 0,-1 0 0 0 0,1 0 0 0 0,0 0 0 0 0,-1 1 0 0 0,0-1 0 0 0,0 0 0 0 0,0 1 0 0 0,0-1 0 0 0,0 1-1 0 0,-1-1 1 0 0,1 1 0 0 0,-1-1 0 0 0,0 1 0 0 0,0-1 0 0 0,-1 1 0 0 0,1-1 0 0 0,-1 1 0 0 0,1-1 0 0 0,-1 1 0 0 0,0-1-1 0 0,0 1 1 0 0,-1-1 0 0 0,1 0 0 0 0,-1 0 0 0 0,0 0 0 0 0,1 0 0 0 0,-1 0 0 0 0,-1 0 0 0 0,1 0 0 0 0,-3 2 0 0 0,-88 92 80 0 0,52-56 355 0 0,40-40-448 0 0,0 1 0 0 0,0-1 1 0 0,0 0-1 0 0,0 0 0 0 0,0 0 1 0 0,-1 0-1 0 0,1 0 0 0 0,0 0 1 0 0,0 0-1 0 0,-1-1 0 0 0,1 1 1 0 0,-1 0-1 0 0,1-1 0 0 0,-1 1 1 0 0,1-1-1 0 0,-3 1 0 0 0,5-2 17 0 0,-1 0-1 0 0,1-1 0 0 0,0 1 0 0 0,0 0 0 0 0,0 0 0 0 0,0 0 0 0 0,0-1 0 0 0,0 1 0 0 0,0 0 0 0 0,0 1 0 0 0,0-1 0 0 0,0 0 0 0 0,1 0 0 0 0,-1 0 0 0 0,0 1 0 0 0,1-1 0 0 0,-1 1 0 0 0,3-2 0 0 0,0 0 53 0 0,13-12 199 0 0,-14 10-233 0 0,1 1 1 0 0,0-1-1 0 0,0 1 1 0 0,1 0-1 0 0,-1 1 1 0 0,1-1-1 0 0,-1 1 1 0 0,1 0-1 0 0,0 0 1 0 0,-1 0-1 0 0,8-1 1 0 0,5-2-9 0 0,6-2-19 0 0,0 1 0 0 0,1 1 0 0 0,0 1 0 0 0,29-1-1 0 0,-34 5-284 0 0,-11-1 182 0 0,0 1 0 0 0,0 0-1 0 0,0 1 1 0 0,0 0 0 0 0,12 3 0 0 0,-12-2-560 0 0,0 1 0 0 0,0 0 1 0 0,-1 1-1 0 0,13 7 0 0 0,40 28-5667 0 0</inkml:trace>
</inkml:ink>
</file>

<file path=ppt/ink/ink1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06T18:22:21.98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81 720 0 0,'1'-1'147'0'0,"0"1"0"0"0,-1-1-1 0 0,1 0 1 0 0,0 1 0 0 0,-1-1-1 0 0,1 1 1 0 0,0-1 0 0 0,0 1-1 0 0,0-1 1 0 0,-1 1 0 0 0,1-1 0 0 0,0 1-1 0 0,0 0 1 0 0,0 0 0 0 0,0-1-1 0 0,0 1 1 0 0,0 0 0 0 0,0 0-1 0 0,0 0 1 0 0,0 0 0 0 0,-1 0-1 0 0,1 0 1 0 0,0 0 0 0 0,0 0-1 0 0,0 0 1 0 0,0 1 0 0 0,0-1-1 0 0,1 1 1 0 0,5-1 6071 0 0,-7 6-3613 0 0,0 14-2396 0 0,0 38 205 0 0,0-57-410 0 0,0-1 0 0 0,0 1 0 0 0,1 0 0 0 0,-1 0 0 0 0,0 0 0 0 0,0-1 0 0 0,1 1 0 0 0,-1 0 0 0 0,1 0 0 0 0,-1-1 0 0 0,0 1 0 0 0,1 0 0 0 0,-1-1 0 0 0,1 1 0 0 0,0 0 0 0 0,-1-1 0 0 0,1 1 0 0 0,0-1 0 0 0,-1 1 0 0 0,1-1 0 0 0,0 1 0 0 0,-1-1 0 0 0,1 0 0 0 0,0 1 0 0 0,0-1 0 0 0,-1 0 1 0 0,3 1-1 0 0,8 6 83 0 0,-9-3-7 0 0,-1 1 0 0 0,0-1 0 0 0,0 1 0 0 0,0 0 0 0 0,0-1 0 0 0,-1 1 0 0 0,0-1 0 0 0,0 1 0 0 0,0 0 0 0 0,-1-1 0 0 0,1 1 0 0 0,-1-1 1 0 0,0 1-1 0 0,-3 6 0 0 0,-7 12 359 0 0,8-20-358 0 0,1 1 0 0 0,1-1 0 0 0,-1 1 1 0 0,0-1-1 0 0,1 1 0 0 0,0 0 0 0 0,0 0 1 0 0,0-1-1 0 0,0 1 0 0 0,1 0 0 0 0,-1 4 1 0 0,0 4 127 0 0,1-10-177 0 0,0 1 0 0 0,0-1-1 0 0,-1 1 1 0 0,1 0 0 0 0,1-1-1 0 0,-1 1 1 0 0,0-1 0 0 0,1 0 0 0 0,-1 1-1 0 0,1-1 1 0 0,0 1 0 0 0,-1-1-1 0 0,3 5 1 0 0,19 20 302 0 0,-14-9-178 0 0,-7-16-138 0 0,0 1 0 0 0,0-1 1 0 0,0 0-1 0 0,1 1 0 0 0,-1-1 0 0 0,1 0 1 0 0,-1 0-1 0 0,1 0 0 0 0,-1 0 1 0 0,1 0-1 0 0,0 0 0 0 0,0-1 0 0 0,0 1 1 0 0,0 0-1 0 0,0-1 0 0 0,3 2 1 0 0,23 15 341 0 0,-27-17-327 0 0,1-1 0 0 0,0 1 0 0 0,0-1 0 0 0,0 0 1 0 0,0 0-1 0 0,0 0 0 0 0,0 0 0 0 0,0 0 0 0 0,0-1 0 0 0,0 1 1 0 0,0 0-1 0 0,0-1 0 0 0,-1 0 0 0 0,4 0 0 0 0,29-15 30 0 0,-3-9 97 0 0,-11 9-13 0 0,-1 0 0 0 0,0-2-1 0 0,32-38 1 0 0,96-148 467 0 0,-142 198-527 0 0,-1 0 0 0 0,0 0 0 0 0,0 0 0 0 0,-1-1 0 0 0,1 1 0 0 0,-2-1 0 0 0,1 0 0 0 0,-1 0 0 0 0,0 0 1 0 0,0 0-1 0 0,0 0 0 0 0,-1 0 0 0 0,-1 0 0 0 0,1 0 0 0 0,-1-1 0 0 0,-1-7 0 0 0,1 13 140 0 0,0 10-1334 0 0,0-6 797 0 0,0 0 1 0 0,-1 0-1 0 0,1 0 0 0 0,-1 0 0 0 0,1 0 1 0 0,-1 0-1 0 0,0 0 0 0 0,0 0 1 0 0,0 0-1 0 0,0 0 0 0 0,0 0 1 0 0,-1-1-1 0 0,1 1 0 0 0,0 0 1 0 0,-1-1-1 0 0,1 1 0 0 0,-1-1 1 0 0,-2 2-1 0 0,-7 9-2383 0 0,-22 28-7018 0 0</inkml:trace>
</inkml:ink>
</file>

<file path=ppt/ink/ink1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06T18:22:24.12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21 240 0 0,'32'0'1761'0'0,"1"-6"80"0"0,0-2 240 0 0,32 8 160 0 0,0-6 80 0 0,99 6 80 0 0,25 6 80 0 0,7 8-880 0 0,-65 7-1041 0 0,-66-8-400 0 0,-33-5-240 0 0,1-8-720 0 0,-33-8-1281 0 0,33 1-1681 0 0,-66-5-480 0 0,0-9 320 0 0</inkml:trace>
</inkml:ink>
</file>

<file path=ppt/ink/ink1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06T18:22:25.21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0 668 1201 0 0,'6'-1'251'0'0,"-5"1"-198"0"0,0 0 1 0 0,0 0-1 0 0,1 0 1 0 0,-1-1-1 0 0,0 1 1 0 0,0 0-1 0 0,0 0 0 0 0,1-1 1 0 0,-1 1-1 0 0,0-1 1 0 0,0 1-1 0 0,0-1 1 0 0,0 1-1 0 0,0-1 1 0 0,0 0-1 0 0,0 1 0 0 0,0-1 1 0 0,0 0-1 0 0,0 0 1 0 0,0 0-1 0 0,0 0 1 0 0,0 0-1 0 0,-1 0 1 0 0,2-1-1 0 0,-2 1-17 0 0,0 0-1 0 0,1 0 1 0 0,-1 0-1 0 0,0 0 1 0 0,1 1-1 0 0,-1-1 1 0 0,0 0 0 0 0,1 0-1 0 0,0 0 1 0 0,-1 1-1 0 0,1-1 1 0 0,-1 0-1 0 0,1 1 1 0 0,0-1 0 0 0,-1 0-1 0 0,1 1 1 0 0,0-1-1 0 0,0 1 1 0 0,-1-1 0 0 0,1 1-1 0 0,0-1 1 0 0,0 1-1 0 0,0 0 1 0 0,0-1-1 0 0,0 1 1 0 0,0 0 0 0 0,0 0-1 0 0,1-1 1 0 0,5-1 266 0 0,4-12 658 0 0,11-1 14 0 0,-18 12-701 0 0,1 1 1 0 0,-1-1-1 0 0,0-1 1 0 0,0 1-1 0 0,7-8 1 0 0,5-17 1369 0 0,-13 21-1370 0 0,0 1 0 0 0,0 0 0 0 0,1 1 0 0 0,0-1 0 0 0,7-8 0 0 0,4-3 432 0 0,0-1 0 0 0,-1-1 0 0 0,-1 0-1 0 0,-1 0 1 0 0,11-24 0 0 0,-19 35-525 0 0,10-23 813 0 0,22-38 1 0 0,-29 58-865 0 0,1 0-1 0 0,0 1 1 0 0,0 1 0 0 0,1-1 0 0 0,0 1-1 0 0,19-14 1 0 0,-9 9-56 0 0,-1 0 1 0 0,0-2-1 0 0,25-28 1 0 0,-34 35-23 0 0,0 1 0 0 0,0 1 0 0 0,1-1 0 0 0,0 2 0 0 0,0-1 1 0 0,1 1-1 0 0,0 1 0 0 0,0 0 0 0 0,0 0 0 0 0,17-3 1 0 0,1-3 11 0 0,-6 5-337 0 0,-19 6 228 0 0,6 21-514 0 0,-2-15 515 0 0,6 10-47 0 0,-12-12 93 0 0,-1-1-1 0 0,0 1 0 0 0,-1 0 1 0 0,1 0-1 0 0,-1 0 1 0 0,0 0-1 0 0,0 5 1 0 0,1 1 33 0 0,-1 0 1 0 0,-1 1-1 0 0,1-1 1 0 0,-2 0-1 0 0,1 0 0 0 0,-1 0 1 0 0,-1 0-1 0 0,0 0 1 0 0,0 0-1 0 0,-1 0 1 0 0,-10 17-1 0 0,-8 7-87 0 0,17-27 39 0 0,0-1 0 0 0,0 1 0 0 0,-1-1-1 0 0,1 0 1 0 0,-1-1 0 0 0,-1 1 0 0 0,1-1 0 0 0,-1 0 0 0 0,-7 4 0 0 0,-67 33 277 0 0,65-34-252 0 0,-3 1 131 0 0,0-1 0 0 0,-1-1-1 0 0,0-1 1 0 0,-37 7 0 0 0,29-8 110 0 0,24-3-157 0 0,-1-1 1 0 0,1 0-1 0 0,-1 0 0 0 0,0-1 1 0 0,1 1-1 0 0,-1-1 1 0 0,0 0-1 0 0,1 0 1 0 0,-1-1-1 0 0,0 1 0 0 0,1-1 1 0 0,-6-2-1 0 0,9 3-67 0 0,0-1-1 0 0,1 0 0 0 0,-1 0 1 0 0,1 1-1 0 0,-1-1 1 0 0,1 0-1 0 0,-1 0 0 0 0,1 1 1 0 0,-1-1-1 0 0,1 0 0 0 0,0 0 1 0 0,-1 0-1 0 0,1 0 1 0 0,0 0-1 0 0,0 0 0 0 0,0 0 1 0 0,0 0-1 0 0,0 0 1 0 0,0 0-1 0 0,0 1 0 0 0,0-1 1 0 0,0 0-1 0 0,0 0 0 0 0,0 0 1 0 0,1-2-1 0 0,-1 0 48 0 0,0 0-70 0 0,0 0 0 0 0,0 0 0 0 0,0-1 0 0 0,0 1 0 0 0,1 0 0 0 0,-1 0 0 0 0,1 0 0 0 0,-1 0 0 0 0,1 0 0 0 0,0 0 0 0 0,1 0 0 0 0,-1 1 0 0 0,0-1 0 0 0,1 0 0 0 0,-1 1 0 0 0,1-1 0 0 0,0 1 0 0 0,0-1 0 0 0,0 1 0 0 0,0 0 0 0 0,0-1 0 0 0,1 1 0 0 0,4-3 0 0 0,0-1 9 0 0,1-1-10 0 0,0 1 1 0 0,0-1-1 0 0,1 1 1 0 0,0 1-1 0 0,0-1 0 0 0,0 2 1 0 0,0-1-1 0 0,18-5 1 0 0,-5 4-44 0 0,0 1 1 0 0,25-2 0 0 0,-37 6-3 0 0,-1 1 1 0 0,0 0-1 0 0,0 0 1 0 0,1 1-1 0 0,-1 0 1 0 0,0 0-1 0 0,0 1 1 0 0,0 1-1 0 0,12 4 0 0 0,-11-2-15 0 0,0 0-1 0 0,-1 0 0 0 0,0 1 1 0 0,0 0-1 0 0,-1 1 0 0 0,0-1 1 0 0,0 2-1 0 0,12 13 0 0 0,-1 4-117 0 0,28 47 0 0 0,-19-26 72 0 0,-24-40 63 0 0,1 1 0 0 0,-1-1 0 0 0,1-1 0 0 0,0 1 0 0 0,1-1-1 0 0,-1 0 1 0 0,1 0 0 0 0,0 0 0 0 0,1-1 0 0 0,-1 0 0 0 0,9 4 0 0 0,1-1-654 0 0,1-1 1 0 0,0-1 0 0 0,22 4-1 0 0,-38-9 677 0 0,2 1-483 0 0,0-1 0 0 0,0 1 0 0 0,0-1-1 0 0,0 0 1 0 0,0 0 0 0 0,0 0 0 0 0,0-1 0 0 0,0 1 0 0 0,0-1-1 0 0,0 1 1 0 0,0-1 0 0 0,0 0 0 0 0,0 0 0 0 0,-1 0 0 0 0,1 0-1 0 0,0-1 1 0 0,0 1 0 0 0,3-4 0 0 0,-5 4 192 0 0,0 0 0 0 0,-1 0 0 0 0,1 0 1 0 0,-1 0-1 0 0,1 0 0 0 0,-1 0 0 0 0,1 0 0 0 0,-1 0 1 0 0,0 0-1 0 0,1-1 0 0 0,-1 1 0 0 0,0 0 0 0 0,0 0 1 0 0,0 0-1 0 0,0 0 0 0 0,0-2 0 0 0</inkml:trace>
</inkml:ink>
</file>

<file path=ppt/ink/ink1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06T18:22:26.77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62 320 0 0,'4'6'8697'0'0,"13"-5"-8006"0"0,-6-1 1633 0 0,-11 1-852 0 0,0-1-1446 0 0,0 0-1 0 0,0 0 0 0 0,0 1 1 0 0,1-1-1 0 0,-1 0 0 0 0,0 0 0 0 0,0 0 1 0 0,0 0-1 0 0,0 0 0 0 0,0 1 1 0 0,0-1-1 0 0,0 0 0 0 0,0 0 1 0 0,0 0-1 0 0,0 0 0 0 0,0 1 1 0 0,0-1-1 0 0,0 0 0 0 0,0 0 1 0 0,0 0-1 0 0,-1 0 0 0 0,1 1 0 0 0,0-1 1 0 0,0 0-1 0 0,0 0 0 0 0,0 0 1 0 0,0 0-1 0 0,0 0 0 0 0,0 0 1 0 0,0 1-1 0 0,0-1 0 0 0,-1 0 1 0 0,1 0-1 0 0,0 0 0 0 0,0 0 1 0 0,0 0-1 0 0,0 0 0 0 0,0 0 0 0 0,-1 0 1 0 0,1 0-1 0 0,0 1 0 0 0,0-1 1 0 0,0 0-1 0 0,0 0 0 0 0,-1 0 1 0 0,1 0-1 0 0,0 0 0 0 0,0 0 1 0 0,0 0-1 0 0,0 0 0 0 0,0 0 0 0 0,-1 0 1 0 0,1 0-1 0 0,0 0 0 0 0,0 0 1 0 0,0-1-1 0 0,0 1 0 0 0,-1 0 1 0 0,1 0-1 0 0,0 0 0 0 0,0 0 1 0 0,-17 2 573 0 0,33 2 173 0 0,54 3 538 0 0,-25-5-1006 0 0,-1-1-1 0 0,79-11 1 0 0,-93 5-2022 0 0,1-2 1 0 0,45-15-1 0 0,-50 10-885 0 0,-25 11 2347 0 0,0 0 0 0 0,0 1-1 0 0,0-1 1 0 0,0 0-1 0 0,-1 0 1 0 0,1 1-1 0 0,0-1 1 0 0,-1 0 0 0 0,1 0-1 0 0,0 0 1 0 0,-1 0-1 0 0,1 0 1 0 0,-1 0-1 0 0,0 0 1 0 0,1 0 0 0 0,-1 0-1 0 0,0 0 1 0 0,0 0-1 0 0,1 0 1 0 0,-1-1 0 0 0,0 0-1 0 0,0-11-3651 0 0</inkml:trace>
</inkml:ink>
</file>

<file path=ppt/ink/ink1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06T18:22:27.15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1 4002 0 0,'0'68'6323'0'0,"33"-13"-2642"0"0,-33-8-2960 0 0,0 3-721 0 0,33-16-400 0 0,-33-28-4163 0 0,0-19-5041 0 0</inkml:trace>
</inkml:ink>
</file>

<file path=ppt/ink/ink1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06T18:22:40.35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38 533 80 0 0,'0'-14'1325'0'0,"1"10"-927"0"0,-1 0-1 0 0,0 0 0 0 0,0 0 1 0 0,0 0-1 0 0,0 0 0 0 0,-1 0 1 0 0,1 0-1 0 0,-1 0 0 0 0,0 1 1 0 0,-2-7-1 0 0,-7-4 522 0 0,8 12-727 0 0,0 0 0 0 0,0-1 0 0 0,1 0-1 0 0,-1 1 1 0 0,1-1 0 0 0,-1 0 0 0 0,1 0 0 0 0,0 0 0 0 0,0 0-1 0 0,0 0 1 0 0,1 0 0 0 0,-1 0 0 0 0,1 0 0 0 0,-1 0 0 0 0,1-5-1 0 0,-2-35 1811 0 0,1 31-1544 0 0,0 0 1 0 0,1-1-1 0 0,0 1 1 0 0,1 0-1 0 0,0-1 1 0 0,1 1-1 0 0,4-14 1 0 0,16-15 448 0 0,-20 35-848 0 0,0 1 1 0 0,1-1-1 0 0,0 1 1 0 0,0 0-1 0 0,0 0 1 0 0,0 0-1 0 0,1 1 1 0 0,0-1-1 0 0,0 1 1 0 0,1 0-1 0 0,-1 0 1 0 0,1 0-1 0 0,-1 1 1 0 0,7-4-1 0 0,32-25 236 0 0,-35 25-234 0 0,0 1 0 0 0,1 0-1 0 0,-1 1 1 0 0,1 0 0 0 0,1 0 0 0 0,-1 1-1 0 0,0 0 1 0 0,12-3 0 0 0,38-19 7 0 0,-51 21-129 0 0,1 1 0 0 0,-1 0-1 0 0,1 0 1 0 0,0 1 0 0 0,0 0 0 0 0,11-2 0 0 0,-12 4 3 0 0,0 0 0 0 0,0 1 0 0 0,0 0 1 0 0,0 0-1 0 0,12 2 0 0 0,-19-1 72 0 0,-1 0 0 0 0,1 1 1 0 0,0-1-1 0 0,0 0 0 0 0,-1 0 1 0 0,1 0-1 0 0,-1 0 0 0 0,1 1 0 0 0,-1-1 1 0 0,0 0-1 0 0,1 0 0 0 0,-1 1 1 0 0,0-1-1 0 0,0 0 0 0 0,0 1 0 0 0,0-1 1 0 0,0 0-1 0 0,0 1 0 0 0,0-1 0 0 0,0 0 1 0 0,-1 0-1 0 0,1 2 0 0 0,-1 4 138 0 0,0-2-92 0 0,0-1 0 0 0,0 1 0 0 0,-1 0 0 0 0,0-1 0 0 0,0 1 0 0 0,0-1 0 0 0,-1 0 0 0 0,1 0 0 0 0,-1 0 0 0 0,0 0 0 0 0,0 0 0 0 0,0 0 0 0 0,-1-1 0 0 0,-6 6 0 0 0,-13 16 147 0 0,17-18-182 0 0,0-1 0 0 0,0 1 0 0 0,-1-2 0 0 0,0 1 0 0 0,0-1 0 0 0,0 0 0 0 0,-1 0 0 0 0,0-1 0 0 0,0 0 0 0 0,0 0 0 0 0,-9 2 0 0 0,-8 4-5 0 0,-53 34 84 0 0,21-11 59 0 0,52-30-153 0 0,0 0 0 0 0,0 0 0 0 0,-1-1-1 0 0,1 1 1 0 0,-1-1 0 0 0,1 0 0 0 0,-1-1 0 0 0,0 1-1 0 0,0-1 1 0 0,0 0 0 0 0,0-1 0 0 0,0 1-1 0 0,0-1 1 0 0,-7-1 0 0 0,12 1 6 0 0,1-1 1 0 0,-1 1-1 0 0,1 0 1 0 0,-1-1-1 0 0,1 1 0 0 0,-1-1 1 0 0,1 1-1 0 0,0-1 1 0 0,-1 1-1 0 0,1-1 0 0 0,-1 1 1 0 0,1-1-1 0 0,0 1 1 0 0,0-1-1 0 0,-1 1 1 0 0,1-1-1 0 0,0 1 0 0 0,0-1 1 0 0,0 0-1 0 0,0 1 1 0 0,-1-1-1 0 0,1 1 0 0 0,0-1 1 0 0,0 0-1 0 0,0 1 1 0 0,0-1-1 0 0,1 1 0 0 0,-1-1 1 0 0,0 0-1 0 0,0 1 1 0 0,0-2-1 0 0,7-16 339 0 0,47-17-34 0 0,-48 32-275 0 0,1-1 0 0 0,0 2 0 0 0,-1-1 1 0 0,1 1-1 0 0,0 0 0 0 0,0 0 0 0 0,0 1 0 0 0,0 0 1 0 0,0 1-1 0 0,0-1 0 0 0,10 2 0 0 0,7 0 130 0 0,-1 2-1 0 0,44 10 0 0 0,238 84 599 0 0,-180-43-1375 0 0,-80-27-816 0 0,-40-23 1019 0 0,0-1 1 0 0,1 0 0 0 0,-1 0-1 0 0,1 0 1 0 0,0 0-1 0 0,0-1 1 0 0,0 0-1 0 0,0 0 1 0 0,0-1 0 0 0,12 2-1 0 0,74 0-5711 0 0</inkml:trace>
</inkml:ink>
</file>

<file path=ppt/ink/ink1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06T18:22:44.53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2039 129 560 0 0,'3'-1'160'0'0,"-1"0"-1"0"0,0 0 1 0 0,0-1 0 0 0,0 1-1 0 0,0-1 1 0 0,0 1 0 0 0,0-1-1 0 0,-1 0 1 0 0,1 0-1 0 0,0 1 1 0 0,-1-1 0 0 0,1 0-1 0 0,-1-1 1 0 0,0 1-1 0 0,0 0 1 0 0,0 0 0 0 0,0 0-1 0 0,0-1 1 0 0,0 1 0 0 0,-1 0-1 0 0,1-1 1 0 0,-1 1-1 0 0,1-1 1 0 0,-1 1 0 0 0,0-1-1 0 0,0 1 1 0 0,0-1-1 0 0,-1-3 1 0 0,1 3 24 0 0,-1 1 1 0 0,0 0-1 0 0,0 0 0 0 0,0 0 1 0 0,0 0-1 0 0,0 0 0 0 0,0 0 1 0 0,0 0-1 0 0,0 0 0 0 0,-1 0 1 0 0,1 1-1 0 0,-1-1 0 0 0,1 0 1 0 0,-1 1-1 0 0,0 0 0 0 0,0-1 1 0 0,0 1-1 0 0,0 0 0 0 0,0 0 1 0 0,0 0-1 0 0,0 0 0 0 0,-4-1 1 0 0,-5-3 472 0 0,0 1 1 0 0,0 0-1 0 0,-17-3 1 0 0,-3 3 756 0 0,-1 2 1 0 0,1 0-1 0 0,-59 6 0 0 0,9-1 105 0 0,-404 16 1883 0 0,241 0-2615 0 0,203-14-715 0 0,1 1 0 0 0,-1 2 0 0 0,1 2 0 0 0,-64 25 0 0 0,19-1 64 0 0,27-11-30 0 0,1 3 0 0 0,-70 42 0 0 0,101-52-40 0 0,12-8 14 0 0,0 1 0 0 0,-24 20 1 0 0,-92 75-28 0 0,122-95 0 0 0,0 0 1 0 0,0 1-1 0 0,1 0 0 0 0,0 0 1 0 0,0 1-1 0 0,-8 19 0 0 0,4 3 14 0 0,-10-4-67 0 0,10 6-67 0 0,1-16 32 0 0,8-15 32 0 0,-1 0 1 0 0,1 0-1 0 0,0 0 0 0 0,1 0 1 0 0,-1 0-1 0 0,1 1 1 0 0,0-1-1 0 0,0 0 0 0 0,0 1 1 0 0,0-1-1 0 0,1 6 1 0 0,-1-5 13 0 0,0 0 1 0 0,0 0-1 0 0,0 0 1 0 0,0 0-1 0 0,-1 0 1 0 0,0 0-1 0 0,0 0 1 0 0,-5 9-1 0 0,5-11-2 0 0,0 0 0 0 0,0 0 0 0 0,0 0-1 0 0,1 0 1 0 0,-1 1 0 0 0,1-1 0 0 0,0 0 0 0 0,0 1 0 0 0,0-1 0 0 0,0 1-1 0 0,1-1 1 0 0,-1 1 0 0 0,1-1 0 0 0,0 1 0 0 0,0 0 0 0 0,1-1-1 0 0,-1 1 1 0 0,1-1 0 0 0,-1 1 0 0 0,1-1 0 0 0,0 1 0 0 0,2 4 0 0 0,19 22 124 0 0,-10-6-99 0 0,-11-19-24 0 0,1-1-1 0 0,0 0 1 0 0,1 0-1 0 0,-1 0 1 0 0,1 0-1 0 0,-1 0 1 0 0,1 0-1 0 0,5 5 1 0 0,30 36 208 0 0,-34-38-207 0 0,1 0 0 0 0,0 0 0 0 0,0-1 0 0 0,1 0 0 0 0,0 0 0 0 0,0 0 1 0 0,0-1-1 0 0,0 0 0 0 0,1 0 0 0 0,0 0 0 0 0,0-1 0 0 0,0 0 0 0 0,14 5 0 0 0,2-2-31 0 0,-5-2 17 0 0,33 15 0 0 0,-43-16 24 0 0,1 0 1 0 0,-1-1-1 0 0,1 0 1 0 0,0 0-1 0 0,0-1 1 0 0,11 1-1 0 0,33 9 29 0 0,-40-8-17 0 0,1 0-1 0 0,-1-1 1 0 0,1-1 0 0 0,18 1-1 0 0,13 2 32 0 0,-11-1-58 0 0,0-1 1 0 0,0-2 0 0 0,38-3-1 0 0,302-11 315 0 0,339-14 239 0 0,-619 23-465 0 0,137-14 37 0 0,-229 18-130 0 0,58-10 138 0 0,91-25-1 0 0,-132 29-75 0 0,-1-1 0 0 0,1-1-1 0 0,-1-1 1 0 0,0 0-1 0 0,-1-2 1 0 0,0 1-1 0 0,-1-2 1 0 0,27-24-1 0 0,76-69 818 0 0,-115 101-847 0 0,0 0-1 0 0,-1 0 1 0 0,1-1 0 0 0,-1 1 0 0 0,0-1 0 0 0,-1 1 0 0 0,5-10 0 0 0,7-13 242 0 0,-4 13-88 0 0,-8 12-153 0 0,-1 1 0 0 0,1-1 0 0 0,-1 0 0 0 0,1 0 0 0 0,-1-1 0 0 0,0 1 0 0 0,0 0 0 0 0,1 0-1 0 0,-2-1 1 0 0,1 1 0 0 0,0 0 0 0 0,0-1 0 0 0,-1 1 0 0 0,1-1 0 0 0,-1-3 0 0 0,0 3-14 0 0,0 1 0 0 0,0-1 0 0 0,0 1 0 0 0,1-1 1 0 0,-1 1-1 0 0,1-1 0 0 0,-1 1 0 0 0,1-1 0 0 0,0 1 1 0 0,0 0-1 0 0,0 0 0 0 0,0-1 0 0 0,1 1 0 0 0,-1 0 1 0 0,2-2-1 0 0,-1 2-11 0 0,-1 0-1 0 0,1 0 1 0 0,-1 0-1 0 0,0 0 1 0 0,0 0 0 0 0,0-1-1 0 0,0 1 1 0 0,0 0 0 0 0,-1 0-1 0 0,1-1 1 0 0,-1 1 0 0 0,1 0-1 0 0,-1-1 1 0 0,0 1-1 0 0,0-3 1 0 0,0-11 55 0 0,-1 12-48 0 0,1-1 0 0 0,-1 1 0 0 0,1 0 0 0 0,0 0 1 0 0,1 0-1 0 0,-1 0 0 0 0,1-1 0 0 0,0 1 0 0 0,0 0 0 0 0,3-7 1 0 0,4-1 41 0 0,-6 10-50 0 0,0 0 0 0 0,0 0 0 0 0,-1 0-1 0 0,1 0 1 0 0,-1 0 0 0 0,1 0 0 0 0,-1-1 0 0 0,0 1 0 0 0,0 0-1 0 0,0-1 1 0 0,0 1 0 0 0,0-1 0 0 0,-1 1 0 0 0,1-1 0 0 0,-1 1-1 0 0,0-1 1 0 0,1 1 0 0 0,-1-1 0 0 0,0 1 0 0 0,0-1 0 0 0,-1 0-1 0 0,1 1 1 0 0,-1-1 0 0 0,1 1 0 0 0,-1-1 0 0 0,0 1 0 0 0,-2-5-1 0 0,-5-7 28 0 0,-1 0 11 0 0,1 0 1 0 0,1-1 0 0 0,-10-25 0 0 0,14 27-39 0 0,3 10-7 0 0,-1-1 0 0 0,0 1 0 0 0,0 0 0 0 0,0 0 0 0 0,0-1 0 0 0,0 1 0 0 0,-1 0 0 0 0,-2-4 0 0 0,-2 0 10 0 0,-1 0 0 0 0,-1 0 0 0 0,-11-9 1 0 0,11 11-7 0 0,1-1 1 0 0,0 0-1 0 0,0 0 1 0 0,0-1-1 0 0,1 1 1 0 0,0-1-1 0 0,0-1 0 0 0,1 1 1 0 0,0-1-1 0 0,-5-10 1 0 0,-1-32-60 0 0,-11 9-14 0 0,21 37 69 0 0,-1 0-1 0 0,1 0 1 0 0,-1 1 0 0 0,0-1 0 0 0,0 1-1 0 0,0-1 1 0 0,-1 1 0 0 0,1 0 0 0 0,-1 0-1 0 0,0 0 1 0 0,0 0 0 0 0,0 0-1 0 0,0 1 1 0 0,0-1 0 0 0,-1 1 0 0 0,1 0-1 0 0,-1 0 1 0 0,1 0 0 0 0,-1 1 0 0 0,0-1-1 0 0,0 1 1 0 0,-5-2 0 0 0,-12-2-28 0 0,0 0 1 0 0,0 1 0 0 0,-1 1-1 0 0,1 1 1 0 0,-26 1-1 0 0,-103 12-220 0 0,126-9 218 0 0,-4 1-3 0 0,2-1 3 0 0,1 0-1 0 0,0 3 1 0 0,1 0-1 0 0,-43 14 1 0 0,17 2 7 0 0,27-11-279 0 0,1-1 0 0 0,-41 10 0 0 0,59-18-74 0 0,-1-1-1 0 0,0 1 1 0 0,0-1-1 0 0,0 0 1 0 0,0-1-1 0 0,0 1 1 0 0,0-1-1 0 0,0 0 1 0 0,0 0-1 0 0,-8-3 1 0 0,10 3-112 0 0,1 0 1 0 0,-1 0-1 0 0,1-1 1 0 0,0 1-1 0 0,0 0 1 0 0,-1-1-1 0 0,1 1 0 0 0,0-1 1 0 0,0 0-1 0 0,1 0 1 0 0,-1 0-1 0 0,-2-3 1 0 0,3 3-413 0 0,0-1 1 0 0,0 1 0 0 0,0-1-1 0 0,1 1 1 0 0,-1-1-1 0 0,1 1 1 0 0,-1-1 0 0 0,1 1-1 0 0,0-1 1 0 0,0-3 0 0 0</inkml:trace>
</inkml:ink>
</file>

<file path=ppt/ink/ink1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06T18:22:46.52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33 110 480 0 0,'21'8'1426'0'0,"-36"-2"30"0"0,8-3 3081 0 0,8-12-4059 0 0,-1-53 29 0 0,0 62-507 0 0,0 0 1 0 0,0 0-1 0 0,0-1 0 0 0,0 1 1 0 0,0 0-1 0 0,0 0 0 0 0,0 0 1 0 0,0-1-1 0 0,0 1 0 0 0,1 0 1 0 0,-1 0-1 0 0,0 0 0 0 0,0-1 1 0 0,0 1-1 0 0,0 0 0 0 0,0 0 1 0 0,0 0-1 0 0,0 0 0 0 0,1-1 1 0 0,-1 1-1 0 0,0 0 0 0 0,0 0 1 0 0,0 0-1 0 0,0 0 0 0 0,1 0 1 0 0,-1-1-1 0 0,0 1 0 0 0,0 0 1 0 0,0 0-1 0 0,0 0 0 0 0,1 0 1 0 0,-1 0-1 0 0,0 0 0 0 0,0 0 1 0 0,0 0-1 0 0,1 0 0 0 0,-1 0 1 0 0,0 0-1 0 0,1 0 0 0 0,12-1 22 0 0,-12 1-11 0 0,-1 0 0 0 0,1 0 1 0 0,-1-1-1 0 0,1 1 0 0 0,-1 0 0 0 0,1 0 0 0 0,-1 0 1 0 0,1 0-1 0 0,-1 0 0 0 0,1 1 0 0 0,-1-1 1 0 0,1 0-1 0 0,-1 0 0 0 0,1 0 0 0 0,-1 0 0 0 0,1 0 1 0 0,-1 1-1 0 0,1-1 0 0 0,-1 0 0 0 0,1 0 1 0 0,-1 1-1 0 0,0-1 0 0 0,1 0 0 0 0,-1 1 0 0 0,0-1 1 0 0,1 1-1 0 0,-1-1 0 0 0,1 1 0 0 0,-1 0 1163 0 0,-4-1 713 0 0,-19-7-3334 0 0,12-10-1487 0 0,-16-15-1548 0 0</inkml:trace>
</inkml:ink>
</file>

<file path=ppt/ink/ink1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06T18:22:47.79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197 15 2081 0 0,'0'0'221'0'0,"0"1"1"0"0,0 0-1 0 0,0 0 1 0 0,0-1-1 0 0,-1 1 1 0 0,1 0-1 0 0,0-1 0 0 0,0 1 1 0 0,0 0-1 0 0,-1 0 1 0 0,1-1-1 0 0,0 1 1 0 0,-1-1-1 0 0,1 1 1 0 0,0 0-1 0 0,-1-1 0 0 0,1 1 1 0 0,-2 0-1 0 0,-15 5 1061 0 0,13-6-795 0 0,3 0-459 0 0,1 0 1 0 0,0 0-1 0 0,0 0 1 0 0,0 0-1 0 0,0 0 0 0 0,-1 0 1 0 0,1 0-1 0 0,0 0 0 0 0,0 0 1 0 0,0 0-1 0 0,0 0 1 0 0,-1 0-1 0 0,1 0 0 0 0,0 0 1 0 0,0 0-1 0 0,0 0 1 0 0,0 0-1 0 0,-1 0 0 0 0,1 0 1 0 0,0 0-1 0 0,0 0 1 0 0,0 0-1 0 0,0 0 0 0 0,0 1 1 0 0,-1-1-1 0 0,1 0 0 0 0,0 0 1 0 0,0 0-1 0 0,0 0 1 0 0,0 0-1 0 0,0 0 0 0 0,0 0 1 0 0,0 1-1 0 0,-1-1 1 0 0,1 0-1 0 0,0 0 0 0 0,0 0 1 0 0,0 0-1 0 0,0 1 0 0 0,0-1 1 0 0,0 0-1 0 0,0 0 1 0 0,0 0-1 0 0,0 0 0 0 0,0 1 1 0 0,0-1-1 0 0,0 0 1 0 0,0 0-1 0 0,0 0 0 0 0,0 0 1 0 0,0 1-1 0 0,0-1 0 0 0,0 0 1 0 0,0 0-25 0 0,0 0 0 0 0,0 0 0 0 0,0 1-1 0 0,0-1 1 0 0,0 0 0 0 0,0 0 0 0 0,0 0 0 0 0,0 0 0 0 0,0 0 0 0 0,0 1 0 0 0,0-1 0 0 0,0 0-1 0 0,0 0 1 0 0,0 0 0 0 0,0 0 0 0 0,0 0 0 0 0,0 0 0 0 0,0 0 0 0 0,0 1 0 0 0,0-1 0 0 0,0 0-1 0 0,-1 0 1 0 0,1 0 0 0 0,0 0 0 0 0,0 0 0 0 0,0 0 0 0 0,0 0 0 0 0,0 0 0 0 0,0 1 0 0 0,0-1 0 0 0,-1 0-1 0 0,1 0 1 0 0,0 0 0 0 0,0 0 0 0 0,0 0 0 0 0,0 0 0 0 0,0 0 0 0 0,0 0 0 0 0,-1 0 0 0 0,1 0-1 0 0,0 0 1 0 0,0 0 0 0 0,0 0 0 0 0,0 0 0 0 0,0 0 0 0 0,0 0 0 0 0,-1 0 0 0 0,1 0 0 0 0,0 0-1 0 0,0 0 1 0 0,0 0 0 0 0,0 0 0 0 0,0 0 0 0 0,0-1 0 0 0,-1 1 0 0 0,1 0 0 0 0,0 0 0 0 0,0 0-1 0 0,0 0 1 0 0,0 0 0 0 0,0 0 0 0 0,-33-5-110 0 0,19 2-107 0 0,0 1-1 0 0,-23-1 0 0 0,35 3 123 0 0,1 1 50 0 0,0-1-1 0 0,0 0 1 0 0,0 0 0 0 0,0 0 0 0 0,0 0 0 0 0,0 0-1 0 0,0 0 1 0 0,0 0 0 0 0,0 0 0 0 0,-1 0-1 0 0,1 0 1 0 0,0-1 0 0 0,0 1 0 0 0,0 0 0 0 0,0-1-1 0 0,0 1 1 0 0,0 0 0 0 0,0-1 0 0 0,0 0 0 0 0,1 1-1 0 0,-1-1 1 0 0,0 0 0 0 0,-2-1 0 0 0,-2 0-960 0 0,1 1 585 0 0,-14-4-532 0 0,18 4 751 0 0,-1 1 1 0 0,1 0-1 0 0,-1-1 0 0 0,1 1 1 0 0,0-1-1 0 0,-1 0 1 0 0,1 1-1 0 0,0-1 1 0 0,-1 1-1 0 0,1-1 0 0 0,0 1 1 0 0,0-1-1 0 0,-1 0 1 0 0,1 1-1 0 0,0-1 1 0 0,0 0-1 0 0,0 1 1 0 0,0-1-1 0 0,0-1 0 0 0,0 1-870 0 0</inkml:trace>
</inkml:ink>
</file>

<file path=ppt/ink/ink1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06T18:22:48.60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23 240 0 0,'0'0'1988'0'0,"6"-1"-1401"0"0,15-3 26 0 0,-21 4-599 0 0,0 0-1 0 0,1 0 0 0 0,-1-1 0 0 0,0 1 1 0 0,0 0-1 0 0,0 0 0 0 0,0 0 1 0 0,0 0-1 0 0,0 0 0 0 0,0 0 1 0 0,0 0-1 0 0,0 0 0 0 0,0 0 1 0 0,1-1-1 0 0,-1 1 0 0 0,0 0 1 0 0,0 0-1 0 0,0 0 0 0 0,0 0 0 0 0,0 0 1 0 0,0 0-1 0 0,0 0 0 0 0,1 0 1 0 0,-1 0-1 0 0,0 0 0 0 0,0 0 1 0 0,0 0-1 0 0,0 0 0 0 0,0 0 1 0 0,0 0-1 0 0,1 0 0 0 0,-1 0 0 0 0,0 0 1 0 0,0 0-1 0 0,0 0 0 0 0,0 0 1 0 0,0 0-1 0 0,0 0 0 0 0,0 0 1 0 0,1 1-1 0 0,-1-1 0 0 0,0 0 1 0 0,0 0-1 0 0,0 0 0 0 0,0 0 1 0 0,0 0-1 0 0,0 0 0 0 0,0 0 0 0 0,0 0 1 0 0,0 0-1 0 0,0 1 0 0 0,1-1 1 0 0,-1 0-1 0 0,0 0 0 0 0,0 0 1 0 0,0 0-1 0 0,0 0 0 0 0,0 0 1 0 0,0 0-1 0 0,0 1 0 0 0,0-1 0 0 0,0 0 1 0 0,0 0-1 0 0,0 0 0 0 0,0 0 1 0 0,0 0-1 0 0,0 1 2 0 0,0-1 1 0 0,0 0-1 0 0,0 0 1 0 0,0 0-1 0 0,0 0 1 0 0,0 1-1 0 0,0-1 1 0 0,0 0-1 0 0,0 0 0 0 0,0 0 1 0 0,0 0-1 0 0,0 0 1 0 0,0 1-1 0 0,0-1 1 0 0,0 0-1 0 0,0 0 1 0 0,0 0-1 0 0,0 0 0 0 0,0 0 1 0 0,0 0-1 0 0,0 1 1 0 0,0-1-1 0 0,1 0 1 0 0,-1 0-1 0 0,0 0 1 0 0,0 0-1 0 0,0 0 0 0 0,0 0 1 0 0,0 0-1 0 0,0 0 1 0 0,0 1-1 0 0,1-1 1 0 0,-1 0-1 0 0,0 0 1 0 0,0 0-1 0 0,0 0 0 0 0,0 0 1 0 0,0 0-1 0 0,1 0 1 0 0,-1 0-1 0 0,0 0 1 0 0,0 0-1 0 0,0 0 1 0 0,0 0-1 0 0,0 0 0 0 0,1 0 1 0 0,-1 0-1 0 0,0 0 1 0 0,0 0-1 0 0,0 0 1 0 0,0 0-1 0 0,0 0 1 0 0,1 0-1 0 0,-1-1 0 0 0,0 1 1 0 0,0 0-1 0 0,0 0 1 0 0,22 0 597 0 0,-17 0-52 0 0,1 1-95 0 0,81 12 602 0 0,-76-12-1002 0 0,11-1-39 0 0,-17 0 40 0 0,-10 0 13 0 0,-17 0 0 0 0,21 0-76 0 0,1-1 0 0 0,0 1 0 0 0,-1 0 0 0 0,1 0 0 0 0,0 0 0 0 0,-1 0 0 0 0,1-1 0 0 0,0 1 0 0 0,-1 0 0 0 0,1 0 0 0 0,0 0 0 0 0,-1-1 0 0 0,1 1 1 0 0,0 0-1 0 0,0-1 0 0 0,-1 1 0 0 0,1 0 0 0 0,0-1 0 0 0,0 1 0 0 0,0 0 0 0 0,-1-1 0 0 0,1 1 0 0 0,0 0 0 0 0,0-1 0 0 0,0 1 0 0 0,0 0 0 0 0,0-1 0 0 0,0 1 0 0 0,0-1 0 0 0,0 1 0 0 0,0 0 0 0 0,0-1 1 0 0,0 1-1 0 0,0-1 0 0 0,0 1 0 0 0,0 0 0 0 0,0-1 0 0 0,0 1 0 0 0,0 0 0 0 0,0-1 0 0 0,1 1 0 0 0,-1-1 0 0 0,0-6 62 0 0,6 0 1 0 0,27-1 374 0 0,-32 8-428 0 0,-1 0 1 0 0,1-1 0 0 0,0 1-1 0 0,0 0 1 0 0,0 0 0 0 0,0 0 0 0 0,0-1-1 0 0,-1 1 1 0 0,1 0 0 0 0,0 0 0 0 0,0 0-1 0 0,0 0 1 0 0,0 0 0 0 0,0 1-1 0 0,0-1 1 0 0,0 0 0 0 0,-1 0 0 0 0,1 1-1 0 0,0-1 1 0 0,0 0 0 0 0,0 1-1 0 0,-1-1 1 0 0,1 1 0 0 0,0-1 0 0 0,0 1-1 0 0,-1-1 1 0 0,1 1 0 0 0,0-1-1 0 0,-1 1 1 0 0,1 0 0 0 0,-1-1 0 0 0,2 2-1 0 0,-2-1-5 0 0,0-1 0 0 0,0 1 0 0 0,0-1 0 0 0,1 1 0 0 0,-1-1 0 0 0,0 1 1 0 0,1-1-1 0 0,-1 1 0 0 0,0-1 0 0 0,1 1 0 0 0,-1-1 0 0 0,0 1 0 0 0,1-1 0 0 0,-1 0 0 0 0,1 1 0 0 0,-1-1 0 0 0,1 0 0 0 0,-1 1 0 0 0,1-1 0 0 0,-1 0 0 0 0,1 1 0 0 0,-1-1 0 0 0,1 0 0 0 0,-1 0 0 0 0,1 0 0 0 0,-1 0 0 0 0,1 0 0 0 0,-1 0 0 0 0,1 0 0 0 0,0 0 0 0 0,-1 0 0 0 0,1 0 0 0 0,-1 0 0 0 0,2 0 0 0 0,-2 0 3 0 0,1 0 0 0 0,-1 0 0 0 0,1 0 0 0 0,0 0 0 0 0,-1 0 0 0 0,1 0 0 0 0,-1 0 0 0 0,1 0 1 0 0,0 0-1 0 0,-1 0 0 0 0,1 0 0 0 0,-1 1 0 0 0,1-1 0 0 0,0 0 0 0 0,-1 0 0 0 0,1 1 0 0 0,-1-1 0 0 0,1 0 0 0 0,-1 1 0 0 0,1-1 0 0 0,-1 0 0 0 0,0 1 0 0 0,1-1 0 0 0,-1 1 0 0 0,1-1 0 0 0,-1 1 0 0 0,0-1 0 0 0,1 1 0 0 0,-1-1 0 0 0,0 1 0 0 0,1-1 0 0 0,-1 1 0 0 0,0-1 0 0 0,0 2 0 0 0,0-1 87 0 0,0 1 0 0 0,0-1 0 0 0,0 0 0 0 0,0 0 0 0 0,0 0 0 0 0,0 1 0 0 0,-1-1 1 0 0,1 0-1 0 0,0 0 0 0 0,-1 0 0 0 0,1 1 0 0 0,-1-1 0 0 0,1 0 0 0 0,-1 0 0 0 0,0 0 0 0 0,0 0 0 0 0,1 0 0 0 0,-1 0 0 0 0,0 0 0 0 0,0-1 0 0 0,0 1 0 0 0,0 0 0 0 0,-1 1 0 0 0,-26 6 1405 0 0,10-3-703 0 0,15-4-714 0 0,0 0 0 0 0,0 0 1 0 0,0 0-1 0 0,0 0 0 0 0,0-1 0 0 0,0 1 1 0 0,0-1-1 0 0,0 0 0 0 0,0 0 1 0 0,0 0-1 0 0,0 0 0 0 0,0-1 0 0 0,0 1 1 0 0,0-1-1 0 0,-5-1 0 0 0,-5-1 68 0 0,12 2-142 0 0,1 0 0 0 0,-1-1 0 0 0,0 1 0 0 0,1 0 0 0 0,-1 0 0 0 0,1 0 0 0 0,-1-1-1 0 0,1 1 1 0 0,-1 0 0 0 0,1-1 0 0 0,0 1 0 0 0,0 0 0 0 0,0-1 0 0 0,0 1 0 0 0,0-1 0 0 0,0 1 0 0 0,0 0 0 0 0,0-1 0 0 0,0 1 0 0 0,0 0 0 0 0,1-1 0 0 0,-1 1 0 0 0,1 0 0 0 0,-1 0 0 0 0,1-1 0 0 0,0 1 0 0 0,-1 0 0 0 0,2-2 0 0 0,0 3-12 0 0,0 0 0 0 0,-1-1-1 0 0,0 1 0 0 0,1 0 0 0 0,-1 0 1 0 0,0-1-1 0 0,1 1 0 0 0,-1-1 1 0 0,0 1-1 0 0,1-1 0 0 0,-1 1 1 0 0,0-1-1 0 0,0 0 0 0 0,0 0 0 0 0,0 0 1 0 0,0 0-1 0 0,0 0 0 0 0,0 1 1 0 0,0-2-1 0 0,1 0 0 0 0,-1 1-2 0 0,-1 1 0 0 0,0 0-1 0 0,0-1 1 0 0,1 1-1 0 0,-1-1 1 0 0,0 1 0 0 0,0 0-1 0 0,1-1 1 0 0,-1 1 0 0 0,0 0-1 0 0,1-1 1 0 0,-1 1 0 0 0,1 0-1 0 0,-1 0 1 0 0,0-1-1 0 0,1 1 1 0 0,-1 0 0 0 0,1 0-1 0 0,-1 0 1 0 0,1-1 0 0 0,-1 1-1 0 0,1 0 1 0 0,-1 0 0 0 0,1 0-1 0 0,-1 0 1 0 0,0 0-1 0 0,1 0 1 0 0,-1 0 0 0 0,2 0-1 0 0,12 1-32 0 0,-13-1 27 0 0,45 3-215 0 0,-45-3 226 0 0,0 0 0 0 0,0 0 0 0 0,1 0 0 0 0,-1 0 0 0 0,0 0 0 0 0,0 0 0 0 0,0 1 0 0 0,-1-1 0 0 0,1 0 0 0 0,0 1 0 0 0,0-1 0 0 0,0 1 0 0 0,0-1 1 0 0,0 1-1 0 0,0 0 0 0 0,0-1 0 0 0,-1 1 0 0 0,1 0 0 0 0,0-1 0 0 0,-1 1 0 0 0,1 0 0 0 0,0 0 0 0 0,-1 0 0 0 0,1 0 0 0 0,-1-1 0 0 0,1 1 0 0 0,-1 0 0 0 0,0 0 0 0 0,1 0 0 0 0,-1 1 0 0 0,1 5 31 0 0,-1-5-13 0 0,0 0 1 0 0,1 0-1 0 0,-1 0 1 0 0,0 0-1 0 0,0 0 1 0 0,-1 0-1 0 0,1 0 1 0 0,0 0-1 0 0,-1-1 1 0 0,1 1-1 0 0,-1 0 1 0 0,1 0-1 0 0,-1 0 1 0 0,0-1-1 0 0,-1 3 1 0 0,-20 19 486 0 0,14-5-67 0 0,7-17-393 0 0,1 1 0 0 0,-1 0 0 0 0,0 0 0 0 0,0-1 0 0 0,0 1 0 0 0,0 0 0 0 0,0-1 0 0 0,0 1 0 0 0,0-1 0 0 0,-1 1 0 0 0,1-1 0 0 0,0 0 0 0 0,-1 0 0 0 0,1 1 0 0 0,-1-1 0 0 0,0 0 0 0 0,1 0 0 0 0,-1 0 0 0 0,0-1 0 0 0,-3 2 0 0 0,-12 8 169 0 0,5-5 353 0 0,12-6-610 0 0,-1 1-1 0 0,1-1 0 0 0,0 1 0 0 0,-1-1 0 0 0,1 0 1 0 0,-1 1-1 0 0,1-1 0 0 0,0 0 0 0 0,0 1 1 0 0,-1-1-1 0 0,1 0 0 0 0,0 1 0 0 0,0-1 1 0 0,0 0-1 0 0,0 1 0 0 0,0-1 0 0 0,0 0 1 0 0,0 0-1 0 0,0 1 0 0 0,0-1 0 0 0,0-1 0 0 0,0-49-5800 0 0,0 6-1 0 0</inkml:trace>
</inkml:ink>
</file>

<file path=ppt/ink/ink1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06T18:22:52.11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2306 132 320 0 0,'-32'0'707'0'0,"32"-2"-600"0"0,-1-1 361 0 0,7 6 91 0 0,16-1-532 0 0,-17-2 706 0 0,-5-1-683 0 0,0 1 0 0 0,0 0 0 0 0,0 0 0 0 0,0 0 0 0 0,0 0 0 0 0,-1-1 0 0 0,1 1 1 0 0,0 0-1 0 0,0 0 0 0 0,0 0 0 0 0,0-1 0 0 0,0 1 0 0 0,0 0 0 0 0,0 0 0 0 0,0-1 0 0 0,0 1 0 0 0,0 0 0 0 0,0 0 0 0 0,0 0 0 0 0,0-1 0 0 0,0 1 0 0 0,0 0 0 0 0,0 0 0 0 0,0-1 0 0 0,0 1 0 0 0,0 0 0 0 0,1 0 0 0 0,-1 0 0 0 0,0-1 0 0 0,0 1 0 0 0,0 0 0 0 0,0 0 0 0 0,0 0 0 0 0,0 0 0 0 0,1-1 0 0 0,-1 1 0 0 0,0 0 0 0 0,0 0 0 0 0,0 0 0 0 0,0 0 0 0 0,1 0 0 0 0,-1 0 0 0 0,0-1 0 0 0,0 1 0 0 0,0 0 0 0 0,1 0 0 0 0,-1 0 0 0 0,0 0 0 0 0,0 0 0 0 0,1 0 1 0 0,-1 0-1 0 0,0 0 0 0 0,0 0 0 0 0,0 0 0 0 0,1 0 0 0 0,-1 0 0 0 0,0 0 0 0 0,0 0 0 0 0,1 0 0 0 0,21 0 1777 0 0,-26 1-1254 0 0,-14-3-492 0 0,18 2 122 0 0,-1 0 1 0 0,1 0 0 0 0,0-1 0 0 0,-1 1-1 0 0,1 0 1 0 0,0-1 0 0 0,-1 1-1 0 0,1 0 1 0 0,0-1 0 0 0,-1 1-1 0 0,1 0 1 0 0,0-1 0 0 0,0 1-1 0 0,-1-1 1 0 0,1 1 0 0 0,0 0-1 0 0,0-1 1 0 0,0 1 0 0 0,0-1-1 0 0,0 1 1 0 0,-1-1 0 0 0,1 1 0 0 0,0-1-1 0 0,0 1 1 0 0,0-1 0 0 0,0 0 889 0 0,0 1-1075 0 0,0 0 0 0 0,0 1 0 0 0,0-1 0 0 0,0 0 0 0 0,-1 1 0 0 0,1-1 0 0 0,0 0 0 0 0,0 1 0 0 0,0-1 0 0 0,0 0 0 0 0,0 1 0 0 0,0-1 0 0 0,0 0 0 0 0,0 1 0 0 0,0-1 0 0 0,0 0 0 0 0,0 1 0 0 0,0-1 0 0 0,0 0 0 0 0,0 1 0 0 0,0-1 0 0 0,0 0 0 0 0,1 1 0 0 0,-1-1 0 0 0,0 0 0 0 0,0 1 0 0 0,0-1 0 0 0,0 0 0 0 0,1 0 0 0 0,-1 1 0 0 0,0-1 0 0 0,0 0 0 0 0,1 0 0 0 0,-1 1 0 0 0,0-1 0 0 0,0 0 0 0 0,1 0 0 0 0,-1 0 0 0 0,0 1 0 0 0,1-1 0 0 0,-1 0 0 0 0,0 0 0 0 0,1 0 0 0 0,-1 0-1 0 0,1 0 1 0 0,4 0-22 0 0,-4-1 6 0 0,-1 1-1 0 0,1 0 0 0 0,0 0 1 0 0,-1 0-1 0 0,1 0 0 0 0,0-1 1 0 0,0 1-1 0 0,-1 0 1 0 0,1 0-1 0 0,0 0 0 0 0,0 1 1 0 0,-1-1-1 0 0,1 0 0 0 0,0 0 1 0 0,-1 0-1 0 0,1 0 0 0 0,0 1 1 0 0,-1-1-1 0 0,1 0 1 0 0,0 1-1 0 0,-1-1 0 0 0,1 0 1 0 0,0 1-1 0 0,-1-1 0 0 0,1 1 1 0 0,-1-1-1 0 0,1 1 0 0 0,-1-1 1 0 0,1 1-1 0 0,-1 0 1 0 0,1-1-1 0 0,-1 1 0 0 0,0-1 1 0 0,1 1-1 0 0,-1 0 0 0 0,0 0 1 0 0,0-1-1 0 0,1 1 0 0 0,-1 0 1 0 0,0-1-1 0 0,0 1 1 0 0,0 0-1 0 0,0 0 0 0 0,0-1 1 0 0,0 1-1 0 0,0 0 0 0 0,0-1 1 0 0,0 1-1 0 0,0 0 0 0 0,0 0 1 0 0,-1 0-1 0 0,2 0 1 0 0,-1 0 0 0 0,1 0 0 0 0,-1-1 0 0 0,1 1 0 0 0,0 0 0 0 0,0-1 0 0 0,-1 1 0 0 0,1 0 0 0 0,0-1-1 0 0,0 1 1 0 0,0-1 0 0 0,0 0 0 0 0,-1 1 0 0 0,1-1 0 0 0,0 0 0 0 0,0 1 0 0 0,0-1 0 0 0,0 0 0 0 0,0 0 0 0 0,0 0 0 0 0,0 0 0 0 0,0 0-1 0 0,0 0 1 0 0,0 0 0 0 0,0 0 0 0 0,1-1 0 0 0,1 1 13 0 0,-3 0-14 0 0,1 0-1 0 0,-1 0 1 0 0,0 0 0 0 0,0 0-1 0 0,0 0 1 0 0,1 0 0 0 0,-1 0-1 0 0,0 1 1 0 0,0-1 0 0 0,0 0-1 0 0,1 0 1 0 0,-1 0 0 0 0,0 0-1 0 0,0 0 1 0 0,0 0 0 0 0,1 0-1 0 0,-1 0 1 0 0,0 0 0 0 0,0 1-1 0 0,0-1 1 0 0,0 0 0 0 0,1 0-1 0 0,-1 0 1 0 0,0 0 0 0 0,0 1-1 0 0,0-1 1 0 0,0 0 0 0 0,0 0-1 0 0,0 0 1 0 0,0 0 0 0 0,0 1-1 0 0,1-1 1 0 0,-1 0 0 0 0,0 0-1 0 0,0 0 1 0 0,0 1 0 0 0,0-1-1 0 0,0 0 1 0 0,0 1 0 0 0,0 5 52 0 0,0-6-53 0 0,0 1 0 0 0,0-1 0 0 0,0 0 0 0 0,0 0 0 0 0,0 1 0 0 0,0-1 0 0 0,0 0 0 0 0,0 0 0 0 0,0 1 0 0 0,0-1 0 0 0,0 0 0 0 0,0 0 0 0 0,0 1 0 0 0,0-1 0 0 0,0 0 0 0 0,1 0 0 0 0,-1 0 0 0 0,0 1 0 0 0,0-1 0 0 0,0 0 0 0 0,0 0 0 0 0,1 0 0 0 0,-1 1 0 0 0,0-1 0 0 0,0 0 0 0 0,0 0 0 0 0,1 0 0 0 0,-1 0 0 0 0,0 0 0 0 0,0 0 0 0 0,1 1 0 0 0,-1-1 0 0 0,0 0 0 0 0,0 0 0 0 0,0 0 0 0 0,1 0 0 0 0,21 1-40 0 0,-17-1 427 0 0,-6 1-346 0 0,0-1 0 0 0,-1 0 0 0 0,1 1 0 0 0,0-1 0 0 0,-1 0 0 0 0,1 0 0 0 0,0 0 0 0 0,-1 0 1 0 0,1 0-1 0 0,0 0 0 0 0,-1 0 0 0 0,1 0 0 0 0,0-1 0 0 0,-1 1 0 0 0,1-1 0 0 0,0 1 0 0 0,0-1 0 0 0,-1 1 0 0 0,1-1 0 0 0,0 1 1 0 0,0-1-1 0 0,0 0 0 0 0,0 0 0 0 0,-1-1 0 0 0,2 1 439 0 0,-6 0 14 0 0,-48-5 946 0 0,-22-15 801 0 0,47 13-1671 0 0,17 5-124 0 0,1 0 0 0 0,-24-3 0 0 0,8 3 33 0 0,21 1-398 0 0,6 2-75 0 0,0 0 0 0 0,-1 0 0 0 0,1 0 0 0 0,0 0 0 0 0,0 0 0 0 0,0 0 0 0 0,0 0 0 0 0,-1 0 0 0 0,1 0 0 0 0,0 0 0 0 0,0 0 0 0 0,0 0 0 0 0,0 0 0 0 0,-1 0 0 0 0,1 0 0 0 0,0 0 0 0 0,0 0 0 0 0,0 0 0 0 0,0 0 0 0 0,0 0 0 0 0,-1 0 0 0 0,1 0 0 0 0,0 0 0 0 0,0 0 0 0 0,0 0 0 0 0,0-1 0 0 0,0 1 0 0 0,-1 0 0 0 0,1 0 0 0 0,0 0 0 0 0,0 0 0 0 0,0 0-1 0 0,0 0 1 0 0,0-1 0 0 0,0 1 0 0 0,0 0 0 0 0,0 0 0 0 0,0 0 0 0 0,-1 0 0 0 0,1 0 0 0 0,0-1 0 0 0,0 1 0 0 0,0 0 0 0 0,0 0 0 0 0,0 0 0 0 0,0 0 0 0 0,0-1 0 0 0,0 1 0 0 0,0 0 0 0 0,0 0 0 0 0,0 0 0 0 0,0 0 0 0 0,1-1 0 0 0,-1 1-2 0 0,0 0-1 0 0,0 0 1 0 0,0 0 0 0 0,0 0-1 0 0,0-1 1 0 0,0 1-1 0 0,0 0 1 0 0,0 0 0 0 0,0 0-1 0 0,0 0 1 0 0,0 0-1 0 0,-1-1 1 0 0,1 1 0 0 0,0 0-1 0 0,0 0 1 0 0,0 0-1 0 0,0 0 1 0 0,0 0 0 0 0,0 0-1 0 0,0 0 1 0 0,0-1 0 0 0,0 1-1 0 0,0 0 1 0 0,0 0-1 0 0,0 0 1 0 0,-1 0 0 0 0,1 0-1 0 0,0 0 1 0 0,0 0-1 0 0,0 0 1 0 0,0 0 0 0 0,0 0-1 0 0,0-1 1 0 0,-1 1 0 0 0,1 0-1 0 0,0 0 1 0 0,0 0-1 0 0,0 0 1 0 0,0 0 0 0 0,0 0-1 0 0,0 0 1 0 0,-1 0-1 0 0,1 0 1 0 0,0 0 0 0 0,0 0-1 0 0,0 0 1 0 0,0 0-1 0 0,0 0 1 0 0,0 0 0 0 0,-1 1-1 0 0,1-1 1 0 0,0 0 0 0 0,0 0-1 0 0,0 0 1 0 0,0 0-1 0 0,0 0 1 0 0,0 0 0 0 0,-1 0-1 0 0,1 0 1 0 0,0 0-1 0 0,0 1 1 0 0,-1-1 18 0 0,-15 0-46 0 0,16 0 31 0 0,0 0 1 0 0,-1 0-1 0 0,1 0 0 0 0,-1 0 1 0 0,1 0-1 0 0,-1-1 0 0 0,1 1 1 0 0,0 0-1 0 0,-1 0 0 0 0,1 0 1 0 0,-1 0-1 0 0,1 0 0 0 0,0-1 1 0 0,-1 1-1 0 0,1 0 0 0 0,0 0 1 0 0,-1-1-1 0 0,1 1 0 0 0,0 0 1 0 0,-1-1-1 0 0,1 1 0 0 0,0 0 1 0 0,-1-1-1 0 0,1 1 0 0 0,0 0 1 0 0,0-1-1 0 0,0 1 0 0 0,-1 0 1 0 0,1-1-1 0 0,0 1 0 0 0,0-1 1 0 0,0 0-1 0 0,-6 1 87 0 0,-86 0 866 0 0,86 7-880 0 0,0-5-77 0 0,4-1-11 0 0,-44-2 106 0 0,35 1-31 0 0,6 0-58 0 0,0 1-1 0 0,0-1 0 0 0,0 0 1 0 0,-1-1-1 0 0,1 1 1 0 0,0-1-1 0 0,-9-2 1 0 0,-1 1 3 0 0,-12 6-12 0 0,19-3 16 0 0,-1-1-1 0 0,1-1 1 0 0,0 1-1 0 0,0-1 1 0 0,-11-3 0 0 0,8 2 37 0 0,-16 2-40 0 0,-33 0 41 0 0,54 0-81 0 0,1-1 80 0 0,-17-3 27 0 0,12 3-13 0 0,-39 0 13 0 0,49 1-80 0 0,0 0 0 0 0,0 0 1 0 0,1 0-1 0 0,-1 0 0 0 0,0-1 0 0 0,0 1 0 0 0,0 0 0 0 0,0 0 0 0 0,0 0 1 0 0,0 0-1 0 0,0 0 0 0 0,0 0 0 0 0,0 0 0 0 0,0 0 0 0 0,0-1 1 0 0,-1 1-1 0 0,1 0 0 0 0,0 0 0 0 0,0 0 0 0 0,0 0 0 0 0,0 0 1 0 0,0 0-1 0 0,0 0 0 0 0,0 0 0 0 0,0 0 0 0 0,0 0 0 0 0,0-1 1 0 0,0 1-1 0 0,0 0 0 0 0,0 0 0 0 0,0 0 0 0 0,0 0 0 0 0,-1 0 1 0 0,1 0-1 0 0,0 0 0 0 0,0 0 0 0 0,0 0 0 0 0,0 0 0 0 0,0 0 1 0 0,0 0-1 0 0,0 0 0 0 0,0 0 0 0 0,0 0 0 0 0,-1 0 0 0 0,1 0 1 0 0,0 0-1 0 0,0 0 0 0 0,0 0 0 0 0,0 0 0 0 0,0 0 0 0 0,0 0 1 0 0,0 0-1 0 0,0 0 0 0 0,-1 0 0 0 0,-28-2 98 0 0,-47 2 195 0 0,54 0-266 0 0,11 0 40 0 0,-11 0 13 0 0,-11-3 102 0 0,24 1-174 0 0,-1 0-1 0 0,1 1 0 0 0,-1 0 1 0 0,0 1-1 0 0,-12 0 0 0 0,-16-5 7 0 0,10 4-1 0 0,-102 7 67 0 0,-66 9 467 0 0,-91 0 333 0 0,259-15-717 0 0,9 1 76 0 0,0-2 1 0 0,0 0-1 0 0,-32-5 1 0 0,25 3 71 0 0,0 2 0 0 0,-27 3 0 0 0,38-2-270 0 0,9 0 39 0 0,1 0 53 0 0,-17 0-39 0 0,-11 2 52 0 0,28 3-119 0 0,0-3 26 0 0,-17-2-26 0 0,14 0-12 0 0,0 0 0 0 0,1 1 0 0 0,-1 0 0 0 0,0 0 0 0 0,1 1 0 0 0,-1 0 0 0 0,1 0 0 0 0,-1 1 0 0 0,1 0 0 0 0,-7 4 0 0 0,-32 10-20 0 0,41-16-9 0 0,4-1 12 0 0,-1 0-1 0 0,1 0 1 0 0,0 0-1 0 0,-1 1 1 0 0,1-1 0 0 0,0 0-1 0 0,-1 0 1 0 0,1 1-1 0 0,0-1 1 0 0,-1 1 0 0 0,1-1-1 0 0,0 1 1 0 0,0 0-1 0 0,0-1 1 0 0,0 1 0 0 0,-1 0-1 0 0,1 0 1 0 0,0 0 0 0 0,0 0-1 0 0,0 0 1 0 0,-1 2-1 0 0,1-2 6 0 0,0 0-1 0 0,1 0 0 0 0,-1 0 1 0 0,0 0-1 0 0,0 0 0 0 0,-1 0 1 0 0,1 0-1 0 0,0-1 0 0 0,0 1 0 0 0,0 0 1 0 0,-1-1-1 0 0,1 1 0 0 0,0-1 1 0 0,0 1-1 0 0,-1-1 0 0 0,1 1 1 0 0,0-1-1 0 0,-1 0 0 0 0,-1 0 1 0 0,1 1-10 0 0,-31 12 7 0 0,29-5 26 0 0,4-8-26 0 0,0 0 0 0 0,0 1 0 0 0,0-1 0 0 0,0 0 0 0 0,0 0 0 0 0,0 1 0 0 0,-1-1 0 0 0,1 0 1 0 0,0 0-1 0 0,0 1 0 0 0,0-1 0 0 0,0 0 0 0 0,0 0 0 0 0,0 0 0 0 0,0 1 0 0 0,0-1 0 0 0,-1 0 0 0 0,1 0 0 0 0,0 0 0 0 0,0 1 0 0 0,0-1 0 0 0,-1 0 0 0 0,1 0 0 0 0,0 0 0 0 0,0 0 0 0 0,0 1 0 0 0,-1-1 0 0 0,1 0 0 0 0,0 0 0 0 0,0 0 0 0 0,-1 0 0 0 0,1 0 0 0 0,0 0 0 0 0,0 0 0 0 0,-1 0 0 0 0,1 0 0 0 0,-1 0 0 0 0,-26-1-16 0 0,31-1 17 0 0,-2 1 1 0 0,19 4-16 0 0,-15-3-26 0 0,-6-4 94 0 0,0 3-1 0 0,5-7-106 0 0,20-3 55 0 0,164-68 71 0 0,-153 67-82 0 0,0 1 0 0 0,0 2 0 0 0,61-8 1 0 0,-67 11-385 0 0,-13 1-1433 0 0,2 3-4412 0 0,-30-4-6128 0 0,-44-3 6657 0 0,-10-9 1066 0 0</inkml:trace>
</inkml:ink>
</file>

<file path=ppt/ink/ink1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06T18:22:53.10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2 770 240 0 0,'0'0'774'0'0,"0"-22"3855"0"0,0 16-4121 0 0,0 4-413 0 0,-1 1 0 0 0,1-1-1 0 0,0 0 1 0 0,0 0 0 0 0,0 1 0 0 0,0-1-1 0 0,0 0 1 0 0,0 0 0 0 0,0 1 0 0 0,1-1 0 0 0,-1 0-1 0 0,1 0 1 0 0,-1 1 0 0 0,1-1 0 0 0,0 1-1 0 0,0-1 1 0 0,1-2 0 0 0,7 1 158 0 0,-9 3-219 0 0,1 0-1 0 0,0-1 1 0 0,0 1 0 0 0,0 0-1 0 0,0 0 1 0 0,-1-1-1 0 0,1 1 1 0 0,0 0-1 0 0,0-1 1 0 0,-1 1 0 0 0,1 0-1 0 0,0-1 1 0 0,0 1-1 0 0,-1-1 1 0 0,1 0-1 0 0,0 1 1 0 0,-1-1-1 0 0,1 1 1 0 0,-1-1 0 0 0,1 0-1 0 0,-1 1 1 0 0,1-1-1 0 0,-1 0 1 0 0,0 0-1 0 0,1 0 1 0 0,-1 1 0 0 0,0-1-1 0 0,1 0 1 0 0,-1 0-1 0 0,0-1 1 0 0,0 2-2 0 0,0-1 0 0 0,0 0 0 0 0,1 0 0 0 0,-1 1 1 0 0,0-1-1 0 0,0 1 0 0 0,0-1 0 0 0,1 0 0 0 0,-1 1 0 0 0,0-1 1 0 0,1 0-1 0 0,-1 1 0 0 0,1-1 0 0 0,-1 1 0 0 0,0-1 0 0 0,1 1 0 0 0,-1-1 1 0 0,1 1-1 0 0,0-1 0 0 0,-1 1 0 0 0,1 0 0 0 0,-1-1 0 0 0,1 1 1 0 0,-1 0-1 0 0,1-1 0 0 0,0 1 0 0 0,-1 0 0 0 0,1 0 0 0 0,0 0 0 0 0,-1-1 1 0 0,1 1-1 0 0,0 0 0 0 0,1 0 0 0 0,-2 0 34 0 0,1 0-1 0 0,0 0 1 0 0,-1 0-1 0 0,1 0 1 0 0,0 0-1 0 0,-1 0 1 0 0,1 0-1 0 0,0-1 1 0 0,-1 1-1 0 0,1 0 1 0 0,-1-1 0 0 0,1 1-1 0 0,0 0 1 0 0,-1-1-1 0 0,1 1 1 0 0,-1 0-1 0 0,1-1 1 0 0,-1 1-1 0 0,1-1 1 0 0,-1 1-1 0 0,1-1 1 0 0,-1 1-1 0 0,0-1 1 0 0,1 0 0 0 0,-1 1-1 0 0,0-1 1 0 0,1 1-1 0 0,-1-1 1 0 0,0 0-1 0 0,0 1 1 0 0,0-1-1 0 0,1 0 1 0 0,-1 0-1 0 0,0-1 135 0 0,0 0 0 0 0,0 0 0 0 0,0 0 0 0 0,0 1 0 0 0,1-1 0 0 0,-1 0 0 0 0,0 0 0 0 0,1 0 0 0 0,0 1 0 0 0,-1-1 0 0 0,1 0 0 0 0,0 1 0 0 0,0-1 0 0 0,0 1 0 0 0,0-1 0 0 0,0 1 0 0 0,0-1-1 0 0,1 1 1 0 0,-1 0 0 0 0,3-3 0 0 0,6-6 70 0 0,-3 0-109 0 0,1 1 1 0 0,-1 0-1 0 0,2 0 0 0 0,-1 1 1 0 0,1 0-1 0 0,13-8 1 0 0,-5 3-11 0 0,130-102 749 0 0,169-97 1 0 0,-83 79-315 0 0,-142 87-241 0 0,-80 41-330 0 0,0 1 1 0 0,0 1-1 0 0,1 0 1 0 0,-1 0 0 0 0,1 1-1 0 0,19-1 1 0 0,-31 3-48 0 0,1 0-1 0 0,-1 1 1 0 0,1-1 0 0 0,-1 0 0 0 0,1 0-1 0 0,-1 1 1 0 0,0-1 0 0 0,1 1 0 0 0,-1-1-1 0 0,1 0 1 0 0,-1 1 0 0 0,0-1 0 0 0,0 1-1 0 0,1-1 1 0 0,-1 1 0 0 0,0-1-1 0 0,0 1 1 0 0,1-1 0 0 0,-1 1 0 0 0,0-1-1 0 0,0 1 1 0 0,0-1 0 0 0,0 1 0 0 0,0-1-1 0 0,0 1 1 0 0,0-1 0 0 0,0 1 0 0 0,0-1-1 0 0,0 1 1 0 0,0-1 0 0 0,0 1-1 0 0,0-1 1 0 0,-1 1 0 0 0,1-1 0 0 0,0 2-1 0 0,-1 3-526 0 0,1-2 270 0 0,-1 0 0 0 0,1 0 0 0 0,-1 0 0 0 0,0 1 0 0 0,0-1 1 0 0,-1 0-1 0 0,1 0 0 0 0,0-1 0 0 0,-1 1 0 0 0,0 0 0 0 0,0 0 0 0 0,0-1 0 0 0,0 1 0 0 0,0-1 0 0 0,0 1 0 0 0,-1-1 0 0 0,1 0 0 0 0,-1 0 0 0 0,0 0 0 0 0,1-1 0 0 0,-1 1 0 0 0,-3 1 0 0 0,-15 12-2029 0 0,-44 44-7260 0 0</inkml:trace>
</inkml:ink>
</file>

<file path=ppt/ink/ink1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06T18:22:53.83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8 160 0 0,'0'0'1561'0'0,"-1"-6"-4"0"0,7 4 2515 0 0,10 2-3656 0 0,-5 0 2156 0 0,-5 7-945 0 0,59 2 708 0 0,71 18 800 0 0,300 42 1053 0 0,-356-55-5987 0 0,-25 0-5086 0 0,-23-2 29 0 0</inkml:trace>
</inkml:ink>
</file>

<file path=ppt/ink/ink1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06T18:22:57.87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680 7 160 0 0,'0'-7'7190'0'0,"0"8"-7141"0"0,0-1 1 0 0,0 1-1 0 0,0 0 0 0 0,-1-1 1 0 0,1 1-1 0 0,0-1 0 0 0,0 1 1 0 0,-1-1-1 0 0,1 0 0 0 0,0 1 1 0 0,-1-1-1 0 0,1 1 0 0 0,0-1 1 0 0,-1 1-1 0 0,1-1 0 0 0,0 0 1 0 0,-1 1-1 0 0,1-1 0 0 0,-1 0 1 0 0,1 0-1 0 0,-1 1 0 0 0,1-1 0 0 0,-1 0 1 0 0,1 0-1 0 0,-1 1 0 0 0,1-1 1 0 0,-1 0-1 0 0,1 0 0 0 0,-1 0 1 0 0,1 0-1 0 0,-1 0 0 0 0,0 0 1 0 0,1 0-1 0 0,-1 0 0 0 0,1 0 1 0 0,-1 0-1 0 0,0-1 0 0 0,0 1-14 0 0,1 0 0 0 0,-1 0 0 0 0,1 0 0 0 0,-1 0 0 0 0,1 0 0 0 0,-1 0 0 0 0,1 0 0 0 0,-1 0 0 0 0,0 0 0 0 0,1 0 0 0 0,-1 0-1 0 0,1 0 1 0 0,-1 1 0 0 0,1-1 0 0 0,-1 0 0 0 0,1 0 0 0 0,-1 0 0 0 0,1 1 0 0 0,-1-1 0 0 0,1 0 0 0 0,-1 1 0 0 0,1-1 0 0 0,-1 0 0 0 0,1 1-1 0 0,0-1 1 0 0,-1 1 0 0 0,1-1 0 0 0,0 1 0 0 0,-1-1 0 0 0,1 1 0 0 0,0-1 0 0 0,-1 1 0 0 0,1-1 0 0 0,0 1 0 0 0,0-1 0 0 0,0 1 0 0 0,-1 0-1 0 0,1 52 3702 0 0,-5-50-3403 0 0,2-2-286 0 0,0 0 0 0 0,0 0 0 0 0,0 1 0 0 0,0-1 1 0 0,0 1-1 0 0,0-1 0 0 0,1 1 0 0 0,-1 0 0 0 0,1 0 0 0 0,-1 1 0 0 0,1-1 0 0 0,0 0 0 0 0,-3 5 1 0 0,-20 17 586 0 0,18-18-560 0 0,5-5-31 0 0,1 0 1 0 0,-1 0 0 0 0,1 0 0 0 0,-1 0 0 0 0,1 0 0 0 0,0 1 0 0 0,0-1-1 0 0,0 0 1 0 0,-1 1 0 0 0,1-1 0 0 0,1 1 0 0 0,-1 0 0 0 0,0-1 0 0 0,0 1-1 0 0,1-1 1 0 0,-1 1 0 0 0,0 0 0 0 0,1 0 0 0 0,0-1 0 0 0,-1 1 0 0 0,1 0-1 0 0,0 0 1 0 0,0 0 0 0 0,0-1 0 0 0,0 3 0 0 0,1-2 7 0 0,-1 0 0 0 0,0 0 0 0 0,0-1 0 0 0,0 1 0 0 0,0 0 0 0 0,0 0 0 0 0,0 0 0 0 0,0-1 0 0 0,-1 1 0 0 0,1 0 0 0 0,-1 0 0 0 0,1 0 0 0 0,-1-1 0 0 0,0 1 0 0 0,1 0 0 0 0,-1-1 0 0 0,0 1 0 0 0,0-1 0 0 0,0 1 0 0 0,-1-1 0 0 0,1 0 0 0 0,0 1 0 0 0,0-1 0 0 0,-1 0 0 0 0,1 0 0 0 0,-1 0 0 0 0,1 0 0 0 0,-4 2 0 0 0,1-1 31 0 0,3-1-46 0 0,1 0 0 0 0,-1 0 1 0 0,0 0-1 0 0,1 0 0 0 0,-1 0 1 0 0,1 0-1 0 0,-1 0 1 0 0,1 0-1 0 0,0 0 0 0 0,-1 0 1 0 0,1 0-1 0 0,0 0 0 0 0,0 0 1 0 0,-1 0-1 0 0,1 0 1 0 0,0 1-1 0 0,0-1 0 0 0,0 0 1 0 0,0 0-1 0 0,1 0 1 0 0,-1 0-1 0 0,0 0 0 0 0,0 0 1 0 0,1 0-1 0 0,-1 0 0 0 0,1 0 1 0 0,-1 0-1 0 0,1 0 1 0 0,-1 0-1 0 0,1 0 0 0 0,-1 0 1 0 0,2 1-1 0 0,13 5 22 0 0,-1-1-42 0 0,-16-4 45 0 0,-3 0 98 0 0,4-2-142 0 0,-1 0 1 0 0,1 1-1 0 0,-1 0 1 0 0,1-1-1 0 0,-1 1 1 0 0,1 0-1 0 0,0-1 1 0 0,0 1-1 0 0,-1 0 1 0 0,1 0-1 0 0,0 0 1 0 0,0 0 0 0 0,0 0-1 0 0,0 1 1 0 0,0-1-1 0 0,0 0 1 0 0,0 0-1 0 0,-1 3 1 0 0,1 1 84 0 0,0 0 0 0 0,0 1 1 0 0,1-1-1 0 0,-1 0 0 0 0,2 10 1 0 0,-1-14-90 0 0,0 0 0 0 0,0 1 1 0 0,0-1-1 0 0,0 0 1 0 0,0 1-1 0 0,0-1 0 0 0,0 0 1 0 0,-1 1-1 0 0,1-1 1 0 0,0 0-1 0 0,-1 1 0 0 0,1-1 1 0 0,-1 0-1 0 0,1 0 1 0 0,-1 0-1 0 0,0 1 0 0 0,0-1 1 0 0,1 0-1 0 0,-1 0 1 0 0,0 0-1 0 0,0 0 0 0 0,0 0 1 0 0,0 0-1 0 0,0 0 1 0 0,0-1-1 0 0,-3 2 0 0 0,-6 7 79 0 0,8-6-77 0 0,1 1-1 0 0,-1 0 1 0 0,1 0 0 0 0,0 0-1 0 0,0 0 1 0 0,1 0 0 0 0,-1 0-1 0 0,1 0 1 0 0,0 0 0 0 0,0 0-1 0 0,0 0 1 0 0,2 8-1 0 0,-1 4-4 0 0,-1-15-6 0 0,0 1 0 0 0,0-1 0 0 0,-1 0 1 0 0,1 0-1 0 0,0 0 0 0 0,-1 0 0 0 0,1 0 0 0 0,-1 0 0 0 0,1 0 0 0 0,-1 0 0 0 0,1 0 0 0 0,-1 0 0 0 0,0 0 0 0 0,1 0 0 0 0,-1-1 0 0 0,0 1 0 0 0,0 0 0 0 0,0 0 0 0 0,0-1 0 0 0,0 1 1 0 0,0 0-1 0 0,1-1 0 0 0,-1 1 0 0 0,-1-1 0 0 0,1 0 0 0 0,0 1 0 0 0,0-1 0 0 0,-1 1 0 0 0,-4 1 12 0 0,5 0-23 0 0,0-1-1 0 0,0 1 1 0 0,0-1 0 0 0,1 1 0 0 0,-1-1 0 0 0,0 1 0 0 0,1-1 0 0 0,-1 1 0 0 0,1 0 0 0 0,0-1-1 0 0,-1 1 1 0 0,1 0 0 0 0,0-1 0 0 0,0 1 0 0 0,0 0 0 0 0,0-1 0 0 0,0 1 0 0 0,1 0-1 0 0,0 2 1 0 0,-1 5 83 0 0,0 53 298 0 0,0-61-376 0 0,0-1 1 0 0,0 1 0 0 0,0 0 0 0 0,0 0-1 0 0,0-1 1 0 0,0 1 0 0 0,0 0 0 0 0,-1-1-1 0 0,1 1 1 0 0,0 0 0 0 0,-1-1 0 0 0,1 1 0 0 0,0 0-1 0 0,-1-1 1 0 0,1 1 0 0 0,-1-1 0 0 0,1 1-1 0 0,-1-1 1 0 0,1 1 0 0 0,-1-1 0 0 0,1 1 0 0 0,-1-1-1 0 0,0 1 1 0 0,1-1 0 0 0,-1 0 0 0 0,0 1-1 0 0,1-1 1 0 0,-1 0 0 0 0,0 0 0 0 0,1 0-1 0 0,-2 1 1 0 0,1-1 0 0 0,0 0 1 0 0,0 0-1 0 0,0 1 0 0 0,0-1 0 0 0,0 1 0 0 0,1-1 0 0 0,-1 0 1 0 0,0 1-1 0 0,0-1 0 0 0,0 1 0 0 0,1 0 0 0 0,-1-1 0 0 0,0 1 1 0 0,0 0-1 0 0,1-1 0 0 0,-1 1 0 0 0,1 0 0 0 0,-1 0 0 0 0,1-1 1 0 0,-1 1-1 0 0,1 0 0 0 0,-1 0 0 0 0,1 0 0 0 0,0 0 0 0 0,-1 0 1 0 0,1 0-1 0 0,0-1 0 0 0,0 1 0 0 0,0 0 0 0 0,0 0 0 0 0,0 0 1 0 0,0 2-1 0 0,0 120 1748 0 0,0-123-1746 0 0,0 1-1 0 0,0 0 0 0 0,0-1 1 0 0,0 1-1 0 0,-1 0 0 0 0,1-1 1 0 0,0 1-1 0 0,0-1 0 0 0,0 1 1 0 0,-1-1-1 0 0,1 1 0 0 0,0-1 1 0 0,-1 1-1 0 0,1-1 0 0 0,0 1 1 0 0,-1-1-1 0 0,1 1 0 0 0,-1-1 1 0 0,1 1-1 0 0,0-1 0 0 0,-1 0 1 0 0,1 1-1 0 0,-1-1 0 0 0,0 0 1 0 0,1 1-1 0 0,-1-1 0 0 0,1 0 1 0 0,-1 0-1 0 0,1 1 0 0 0,-1-1 1 0 0,0 0-1 0 0,1 0 0 0 0,-1 0 1 0 0,-1 0-1 0 0,2 0 0 0 0,-1 0 1 0 0,0 0-1 0 0,0 1 1 0 0,0-1-1 0 0,1 0 0 0 0,-1 0 1 0 0,0 1-1 0 0,0-1 1 0 0,0 0-1 0 0,1 1 1 0 0,-1-1-1 0 0,0 1 0 0 0,1-1 1 0 0,-1 1-1 0 0,0-1 1 0 0,1 1-1 0 0,-1-1 0 0 0,1 1 1 0 0,-1 0-1 0 0,1-1 1 0 0,-1 1-1 0 0,1 0 1 0 0,-1 0-1 0 0,1-1 0 0 0,-1 1 1 0 0,1 0-1 0 0,0 0 1 0 0,0-1-1 0 0,-1 1 0 0 0,1 0 1 0 0,0 0-1 0 0,0 0 1 0 0,0 0-1 0 0,0-1 1 0 0,0 3-1 0 0,0 155 400 0 0,0-157-397 0 0,0 0 0 0 0,0 0 0 0 0,0 0 0 0 0,0-1 0 0 0,0 1 0 0 0,0 0 0 0 0,-1 0 0 0 0,1 0 0 0 0,0 0 0 0 0,-1-1 0 0 0,1 1 0 0 0,0 0 0 0 0,-1 0 0 0 0,1-1 0 0 0,-1 1 0 0 0,1 0 0 0 0,-1-1 0 0 0,1 1-1 0 0,-1-1 1 0 0,0 1 0 0 0,1-1 0 0 0,-1 1 0 0 0,0-1 0 0 0,1 1 0 0 0,-1-1 0 0 0,0 1 0 0 0,-1-1 0 0 0,2 1-6 0 0,-1-1 0 0 0,0 1 0 0 0,0-1 0 0 0,0 0 0 0 0,1 1 0 0 0,-1-1 0 0 0,0 1 0 0 0,1 0 0 0 0,-1-1 0 0 0,0 1 1 0 0,1 0-1 0 0,-1-1 0 0 0,1 1 0 0 0,-1 0 0 0 0,1 0 0 0 0,-1-1 0 0 0,1 1 0 0 0,0 0 0 0 0,-1 0 0 0 0,1 0 0 0 0,0 0 0 0 0,-1-1 0 0 0,1 1 0 0 0,0 0 0 0 0,0 0 0 0 0,0 0 0 0 0,0 1 0 0 0,0 107 310 0 0,0-107-254 0 0,0-3-160 0 0,0 1 107 0 0,1 0 0 0 0,-1 0 0 0 0,0 0-1 0 0,0-1 1 0 0,0 1 0 0 0,0 0 0 0 0,0 0-1 0 0,0-1 1 0 0,0 1 0 0 0,0 0 0 0 0,0 0-1 0 0,0-1 1 0 0,0 1 0 0 0,0 0 0 0 0,0 0-1 0 0,0-1 1 0 0,0 1 0 0 0,0 0 0 0 0,0 0 0 0 0,0-1-1 0 0,0 1 1 0 0,0 0 0 0 0,0 0 0 0 0,0 0-1 0 0,0-1 1 0 0,0 1 0 0 0,0 0 0 0 0,-1 0-1 0 0,1-1 1 0 0,0 1 0 0 0,0 0 0 0 0,0 0-1 0 0,0 0 1 0 0,-1 0 0 0 0,1-1 0 0 0,0 1-1 0 0,0 0 1 0 0,0 0 0 0 0,-1 0 0 0 0,1 0-1 0 0,0 0 1 0 0,0 0 0 0 0,-1-1 0 0 0,1 1-1 0 0,0 0 1 0 0,0 0 0 0 0,-1 0 0 0 0,1 0-1 0 0,0 0 1 0 0,0 0 0 0 0,-1 0 0 0 0,1 0 0 0 0,0 0-1 0 0,-1 0 4 0 0,0 0-1 0 0,0 0 0 0 0,-1 0 0 0 0,1 0 0 0 0,0 0-1 0 0,0 0 1 0 0,0-1 0 0 0,0 1 0 0 0,0 0 0 0 0,0-1 0 0 0,0 1 0 0 0,0-1 0 0 0,0 1-1 0 0,0-1 1 0 0,0 0 0 0 0,0 1 0 0 0,0-1 0 0 0,0 0 0 0 0,0 1 0 0 0,1-1 0 0 0,-1 0 0 0 0,0 0-1 0 0,0 0 1 0 0,1 0 0 0 0,-1 0 0 0 0,1 0 0 0 0,-1 0 0 0 0,1 0 0 0 0,-1 0 0 0 0,1 0 0 0 0,0 0-1 0 0,-1 0 1 0 0,1 0 0 0 0,0 0 0 0 0,0-1 0 0 0,0 1 0 0 0,0 0 0 0 0,0 0 0 0 0,0 0-1 0 0,0 0 1 0 0,0-2 0 0 0,0 1-2 0 0,-1-1 0 0 0,0 1 0 0 0,0 0 0 0 0,0 0 0 0 0,0 0 0 0 0,0 0 0 0 0,0 0 0 0 0,-1 0 0 0 0,1 0 0 0 0,-1 0 0 0 0,1 0 0 0 0,-1 1 0 0 0,0-1 0 0 0,0 1 0 0 0,1-1 0 0 0,-1 1 0 0 0,0-1 0 0 0,0 1 0 0 0,-1 0 0 0 0,-3-1 0 0 0,-18-17 0 0 0,14 3-2 0 0,8 13-16 0 0,1 0 1 0 0,-1 0 0 0 0,0 0 0 0 0,0 1-1 0 0,0-1 1 0 0,-1 1 0 0 0,1-1 0 0 0,-1 1-1 0 0,1 0 1 0 0,-1 0 0 0 0,0 0 0 0 0,-4-2 0 0 0,-6-5-281 0 0,-1 0 0 0 0,2 0 0 0 0,-1-1 0 0 0,2-1 0 0 0,-18-19 0 0 0,-27-32-3882 0 0,19 29-2005 0 0,26 24 529 0 0,-16 3 641 0 0</inkml:trace>
</inkml:ink>
</file>

<file path=ppt/ink/ink2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06T18:22:58.50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0 153 1441 0 0,'0'-15'4322'0'0,"0"9"-2482"0"0,0-2-239 0 0,0 1-400 0 0,0 1-241 0 0,33-8-320 0 0,0 1-239 0 0,-1-2-481 0 0,1 1-721 0 0,0-7-1280 0 0,-1 9-800 0 0,34-3-240 0 0,-34 9 239 0 0</inkml:trace>
</inkml:ink>
</file>

<file path=ppt/ink/ink2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06T18:23:00.46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361 16 1921 0 0,'-120'12'6750'0'0,"109"-11"-5883"0"0,29-5 2690 0 0,-15 3-3351 0 0,-18 5 513 0 0,9-3 228 0 0,1-1-334 0 0,-17 0-226 0 0,16 1-213 0 0,6 4-161 0 0,0-3-93 0 0,6-4-53 0 0,16-3 39 0 0,-17 4 14 0 0,-10 1-200 0 0,-16 1 371 0 0,1 2-1 0 0,-32 7 1 0 0,32-5 94 0 0,0-1 0 0 0,-32 2 0 0 0,50-6-164 0 0,0 0 0 0 0,0 0 0 0 0,0 0 0 0 0,0 0 0 0 0,0 0 0 0 0,0-1 0 0 0,0 1 0 0 0,0-1 0 0 0,0 1 0 0 0,0-1 0 0 0,0 1 0 0 0,-3-3 0 0 0,1 1 13 0 0,4 2-34 0 0,-1 0 1 0 0,1 0-1 0 0,0 0 1 0 0,0-1-1 0 0,-1 1 0 0 0,1 0 1 0 0,0 0-1 0 0,0 0 1 0 0,-1 0-1 0 0,1 0 0 0 0,0 0 1 0 0,0-1-1 0 0,-1 1 1 0 0,1 0-1 0 0,0 0 0 0 0,0 0 1 0 0,-1-1-1 0 0,1 1 1 0 0,0 0-1 0 0,0 0 0 0 0,0 0 1 0 0,0-1-1 0 0,0 1 1 0 0,-1 0-1 0 0,1-1 0 0 0,0 1 1 0 0,0 0-1 0 0,0 0 0 0 0,0-1 1 0 0,0 1-1 0 0,0 0 1 0 0,0 0-1 0 0,0-1 0 0 0,0 1 1 0 0,0 0-1 0 0,0-1 1 0 0,0 1-1 0 0,0 0 0 0 0,0 0 1 0 0,0-1-1 0 0,0 1 1 0 0,0 0-1 0 0,0-1 0 0 0,1 1 1 0 0,-1 0-1 0 0,0 0 1 0 0,0-1-1 0 0,0 1 0 0 0,0 0 1 0 0,0 0-1 0 0,1 0 1 0 0,-1-1-1 0 0,0 1 0 0 0,0 0 1 0 0,1 0-1 0 0,-1 0 1 0 0,0-1-1 0 0,0 1 0 0 0,1 0 1 0 0,-1 0-1 0 0,0 0 1 0 0,0 0-1 0 0,1 0 0 0 0,-1 0 1 0 0,0 0-1 0 0,1 0 1 0 0,1-1 1 0 0,-1 1-4 0 0,1 0-1 0 0,-1 0 1 0 0,0-1 0 0 0,1 1 0 0 0,-1 0 0 0 0,0-1 0 0 0,1 1 0 0 0,-1-1 0 0 0,0 1 0 0 0,1-1 0 0 0,-1 0-1 0 0,0 1 1 0 0,0-1 0 0 0,0 0 0 0 0,0 0 0 0 0,0 0 0 0 0,0 0 0 0 0,0 0 0 0 0,1-2 0 0 0,-1 2-46 0 0,0 0 1 0 0,0 0 0 0 0,0 0-1 0 0,0 0 1 0 0,0 0 0 0 0,0 0 0 0 0,0 0-1 0 0,0 1 1 0 0,0-1 0 0 0,1 0-1 0 0,-1 1 1 0 0,0-1 0 0 0,0 1-1 0 0,1-1 1 0 0,-1 1 0 0 0,0-1 0 0 0,1 1-1 0 0,-1 0 1 0 0,3 0 0 0 0,-3-1-181 0 0,5-1-1076 0 0,0 1 0 0 0,-1 0 0 0 0,1-1 0 0 0,0 2 1 0 0,-1-1-1 0 0,1 1 0 0 0,10 0 0 0 0,-6 1-337 0 0,-5-1-1561 0 0</inkml:trace>
</inkml:ink>
</file>

<file path=ppt/ink/ink2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06T18:23:01.74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0 234 240 0 0,'1'-1'283'0'0,"-1"-1"0"0"0,0 1 1 0 0,1 0-1 0 0,-1 0 0 0 0,1 0 0 0 0,-1 0 0 0 0,1 0 1 0 0,-1 0-1 0 0,1 0 0 0 0,0 0 0 0 0,0 0 0 0 0,-1 0 0 0 0,1 1 1 0 0,0-1-1 0 0,0 0 0 0 0,0 0 0 0 0,0 1 0 0 0,0-1 0 0 0,0 0 1 0 0,0 1-1 0 0,0-1 0 0 0,0 1 0 0 0,0 0 0 0 0,0-1 1 0 0,1 1-1 0 0,-1 0 0 0 0,0-1 0 0 0,0 1 0 0 0,0 0 0 0 0,0 0 1 0 0,1 0-1 0 0,-1 0 0 0 0,0 0 0 0 0,2 1 0 0 0,2 6 931 0 0,7-5-666 0 0,0-1 0 0 0,0 0-1 0 0,0 0 1 0 0,13-2 0 0 0,33 3 635 0 0,-45-1-1076 0 0,1 0 1 0 0,-1-1-1 0 0,20-3 0 0 0,19-1 91 0 0,73-4 215 0 0,164 2 1202 0 0,-193 2-1419 0 0,-61 1-134 0 0,67 4 0 0 0,88 5 523 0 0,-146-6-330 0 0,179-7 412 0 0,-136-1-267 0 0,80 2 401 0 0,-152 6-738 0 0,-1-1 52 0 0,0 2 1 0 0,1-1-1 0 0,-2 2 0 0 0,20 3 1 0 0,-16 0 47 0 0,1-2 1 0 0,0 0-1 0 0,27 0 1 0 0,-18-3-44 0 0,-25 0-118 0 0,1 0 0 0 0,-1 1 0 0 0,1-1 0 0 0,-1 0 0 0 0,1 0 0 0 0,-1 0 0 0 0,1-1 0 0 0,-1 1 0 0 0,1-1 0 0 0,-1 1 0 0 0,0-1 0 0 0,4-1 0 0 0,-14-2 65 0 0,-160-33 53 0 0,57 9-287 0 0,-207-43-1920 0 0,288 66-643 0 0,0-2-1 0 0,-52-17 1 0 0,17-2-4460 0 0</inkml:trace>
</inkml:ink>
</file>

<file path=ppt/ink/ink2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06T18:23:02.30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719 0 2001 0 0,'0'6'2241'0'0,"-66"15"960"0"0,-32 35 401 0 0,0 7-1921 0 0,0 5-1601 0 0,-32 13-720 0 0,32 2-1521 0 0,-33-20-3122 0 0</inkml:trace>
</inkml:ink>
</file>

<file path=ppt/ink/ink2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06T18:23:03.20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90 1361 0 0,'0'-8'5940'0'0,"0"-11"-4157"0"0,0 18-1748 0 0,0 0 0 0 0,0 0 0 0 0,0 0 0 0 0,0 0 0 0 0,0 0 1 0 0,0 0-1 0 0,0 0 0 0 0,0 0 0 0 0,0 0 0 0 0,1 1 0 0 0,-1-1 0 0 0,0 0 0 0 0,1 0 0 0 0,-1 0 0 0 0,0 0 0 0 0,1 0 0 0 0,-1 0 0 0 0,1 0 0 0 0,0 1 0 0 0,-1-1 0 0 0,1 0 0 0 0,0 1 0 0 0,-1-1 1 0 0,1 0-1 0 0,0 1 0 0 0,0-1 0 0 0,-1 1 0 0 0,1-1 0 0 0,0 1 0 0 0,0-1 0 0 0,0 1 0 0 0,0-1 0 0 0,0 1 0 0 0,0 0 0 0 0,0 0 0 0 0,1-1 0 0 0,5-1-11 0 0,26-11 443 0 0,-28 10-434 0 0,1 1 0 0 0,0-1 1 0 0,-1 2-1 0 0,1-1 0 0 0,0 1 1 0 0,0 0-1 0 0,0 0 0 0 0,0 0 1 0 0,0 1-1 0 0,0 0 0 0 0,6 0 1 0 0,47-5-101 0 0,-36 4-13 0 0,-19 1 0 0 0,-4 1 50 0 0,-1 0 1 0 0,0 0-1 0 0,1 0 0 0 0,-1 0 1 0 0,0-1-1 0 0,1 1 1 0 0,-1 0-1 0 0,0 0 0 0 0,0-1 1 0 0,0 1-1 0 0,0-1 0 0 0,0 1 1 0 0,1-1-1 0 0,-1 1 0 0 0,0-1 1 0 0,0 1-1 0 0,0-1 0 0 0,0 0 1 0 0,-1 1-1 0 0,1-1 1 0 0,0 0-1 0 0,0 0 0 0 0,0 0 1 0 0,0 0-1 0 0,0 0 0 0 0,-2 0 1 0 0,7-7-5627 0 0,18 1 2668 0 0</inkml:trace>
</inkml:ink>
</file>

<file path=ppt/ink/ink2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06T18:23:03.88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229 0 1040 0 0,'-32'27'961'0'0,"32"9"-321"0"0,0-3 81 0 0,-33 9 79 0 0,33 5 0 0 0,-33 22-79 0 0,33 8-1 0 0,-32-2 80 0 0,-1 8 81 0 0,0-14-481 0 0,1-7-400 0 0,32-29-720 0 0,0-12-2082 0 0</inkml:trace>
</inkml:ink>
</file>

<file path=ppt/ink/ink2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06T18:23:04.89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549 1 1121 0 0,'0'0'2401'0'0,"0"6"-1121"0"0,-33 23 481 0 0,-65 19 480 0 0,39-7-640 0 0,-6 1-321 0 0,0 6 81 0 0,-1-7-321 0 0,1-1-559 0 0,32-11-721 0 0,1-2-1601 0 0,-1 0-1601 0 0,33-19-880 0 0</inkml:trace>
</inkml:ink>
</file>

<file path=ppt/ink/ink2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06T18:23:05.54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894 0 1361 0 0,'0'1'85'0'0,"0"-1"0"0"0,-1 0 0 0 0,1 0 1 0 0,0 0-1 0 0,0 0 0 0 0,0 1 0 0 0,0-1 1 0 0,0 0-1 0 0,0 0 0 0 0,0 0 0 0 0,0 0 1 0 0,0 1-1 0 0,0-1 0 0 0,0 0 0 0 0,-1 0 1 0 0,1 0-1 0 0,0 1 0 0 0,0-1 0 0 0,0 0 1 0 0,0 0-1 0 0,1 0 0 0 0,-1 1 0 0 0,0-1 1 0 0,0 0-1 0 0,0 0 0 0 0,0 0 0 0 0,0 1 1 0 0,0-1-1 0 0,0 0 0 0 0,0 0 0 0 0,0 0 1 0 0,0 0-1 0 0,0 1 0 0 0,1-1 0 0 0,-1 0 1 0 0,0 0-1 0 0,0 0 0 0 0,0 0 0 0 0,0 0 1 0 0,1 1-1 0 0,-1-1 0 0 0,0 0 0 0 0,0 0 1 0 0,0 0-1 0 0,0 0 0 0 0,1 0 0 0 0,-1 0 0 0 0,0 0 1 0 0,0 0-1 0 0,0 0 0 0 0,1 0 0 0 0,-1 0 1 0 0,0 0-1 0 0,0 0 0 0 0,0 0 0 0 0,1 0 1 0 0,-1 0-1 0 0,0 0 0 0 0,0 0 0 0 0,0 0 1 0 0,1 0-1 0 0,-1 0 0 0 0,0 0 0 0 0,7 2 605 0 0,-1 0 0 0 0,0 0 0 0 0,0 1 0 0 0,-1 0 0 0 0,1 0 0 0 0,7 6 0 0 0,42 22 1964 0 0,-10-11-1626 0 0,-18-10-128 0 0,48 27 0 0 0,-63-29-700 0 0,1 0 0 0 0,0-1 0 0 0,0-1 0 0 0,0 0 0 0 0,1-1 0 0 0,0 0 0 0 0,24 4 1 0 0,-69-12 139 0 0,-41 1 0 0 0,-297 26 4195 0 0,-4 24 1509 0 0,354-45-5791 0 0,-99 17 1010 0 0,-156 47 0 0 0,250-57-1993 0 0,25-10 700 0 0,-1 0 0 0 0,0 0 0 0 0,0 0 0 0 0,0 0 0 0 0,0 0 0 0 0,0 0 0 0 0,0 0 0 0 0,1 0 0 0 0,-1 0 0 0 0,0 0 0 0 0,0 0 0 0 0,0 0 0 0 0,0 0 0 0 0,0 0 0 0 0,1 0 0 0 0,-1 0 0 0 0,0 0 0 0 0,0 0 1 0 0,0 0-1 0 0,0 0 0 0 0,0 0 0 0 0,0 0 0 0 0,0 0 0 0 0,1 0 0 0 0,-1 0 0 0 0,0 0 0 0 0,0 0 0 0 0,0 1 0 0 0,0-1 0 0 0,0 0 0 0 0,0 0 0 0 0,0 0 0 0 0,0 0 0 0 0,0 0 0 0 0,0 0 0 0 0,0 0 0 0 0,1 1 0 0 0,-1-1 0 0 0,0 0 0 0 0,0 0 0 0 0,0 0 1 0 0,0 0-1 0 0,0 0 0 0 0,0 0 0 0 0,0 1 0 0 0,0-1 0 0 0,0 0 0 0 0,0 0 0 0 0,0 0 0 0 0,0 0 0 0 0,0 0 0 0 0,0 1 0 0 0,0-1 0 0 0,-1 0 0 0 0,1 0 0 0 0,0 0 0 0 0,0 0 0 0 0,0 0 0 0 0,0 0 0 0 0,0 0 0 0 0,0 1 0 0 0,0-1 0 0 0,0 0 0 0 0,0 0 1 0 0,0 0-1 0 0,0 0 0 0 0,-1 0 0 0 0,1 0 0 0 0,0 0 0 0 0,12 1-1903 0 0,-1 0 1 0 0,1-1 0 0 0,18-2-1 0 0,73-10-9059 0 0,-27-1 1135 0 0</inkml:trace>
</inkml:ink>
</file>

<file path=ppt/ink/ink2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06T18:23:12.76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1 160 0 0,'0'0'1774'0'0,"5"0"-787"0"0,11-1-666 0 0,15 1 8679 0 0,-31 0-8939 0 0,0 0-1 0 0,0 0 1 0 0,0 0-1 0 0,0 0 1 0 0,0 1-1 0 0,0-1 1 0 0,0 0 0 0 0,0 0-1 0 0,0 0 1 0 0,0 0-1 0 0,0 0 1 0 0,0 0-1 0 0,0 0 1 0 0,0 0 0 0 0,0 0-1 0 0,0 0 1 0 0,0 0-1 0 0,0 0 1 0 0,0 1 0 0 0,0-1-1 0 0,0 0 1 0 0,0 0-1 0 0,0 0 1 0 0,0 0-1 0 0,0 0 1 0 0,0 0 0 0 0,0 0-1 0 0,0 0 1 0 0,0 0-1 0 0,1 0 1 0 0,-1 0 0 0 0,0 0-1 0 0,0 0 1 0 0,0 0-1 0 0,0 0 1 0 0,0 0-1 0 0,0 0 1 0 0,0 1 0 0 0,0-1-1 0 0,0 0 1 0 0,0 0-1 0 0,0 0 1 0 0,0 0-1 0 0,0 0 1 0 0,0 0 0 0 0,1 0-1 0 0,-1 0 1 0 0,0 0-1 0 0,0 0 1 0 0,0 0 0 0 0,0 0-1 0 0,0 0 1 0 0,0 0-1 0 0,0 0 1 0 0,0 0-1 0 0,0 0 1 0 0,0 0 0 0 0,0 0-1 0 0,0-1 1 0 0,-16 7-277 0 0,14-5 290 0 0,0-1 1 0 0,0 1 0 0 0,0-1 0 0 0,0 1-1 0 0,0-1 1 0 0,0 0 0 0 0,0 0 0 0 0,0 0 0 0 0,0 0-1 0 0,-1 0 1 0 0,-1-1 0 0 0,-2 0 68 0 0,1 1 591 0 0,5 1-710 0 0,0-1 1 0 0,0 1 0 0 0,1-1-1 0 0,-1 0 1 0 0,0 1 0 0 0,1-1-1 0 0,-1 1 1 0 0,0-1 0 0 0,1 0-1 0 0,-1 1 1 0 0,0-1 0 0 0,1 0-1 0 0,-1 1 1 0 0,1-1-1 0 0,-1 0 1 0 0,0 0 0 0 0,1 0-1 0 0,-1 1 1 0 0,1-1 0 0 0,-1 0-1 0 0,1 0 1 0 0,-1 0 0 0 0,1 0-1 0 0,-1 0 1 0 0,1 0 0 0 0,-1 0-1 0 0,1 0 1 0 0,-1 0 0 0 0,1 0-1 0 0,-1 0 1 0 0,1 0 0 0 0,-1 0-1 0 0,1 0 1 0 0,-1 0 0 0 0,1-1-1 0 0,0 1 2 0 0,-1 0-1 0 0,1 0 1 0 0,-1 0-1 0 0,1-1 0 0 0,-1 1 1 0 0,1 0-1 0 0,-1 0 1 0 0,1 0-1 0 0,0 0 1 0 0,-1 0-1 0 0,1 0 0 0 0,-1 0 1 0 0,1 0-1 0 0,-1 1 1 0 0,1-1-1 0 0,-1 0 1 0 0,1 0-1 0 0,-1 0 1 0 0,1 0-1 0 0,-1 1 0 0 0,1-1 1 0 0,-1 0-1 0 0,1 1 1 0 0,-1-1-1 0 0,1 0 1 0 0,-1 1-1 0 0,0-1 0 0 0,1 0 1 0 0,-1 1-1 0 0,0-1 1 0 0,1 1-1 0 0,-1-1 1 0 0,0 1-1 0 0,1-1 1 0 0,-1 1-1 0 0,0-1 0 0 0,0 1 1 0 0,1 0 1 0 0,-1-1-1 0 0,0 1 1 0 0,0-1 0 0 0,1 1 0 0 0,-1-1 0 0 0,0 1-1 0 0,1-1 1 0 0,-1 0 0 0 0,0 1 0 0 0,1-1 0 0 0,-1 1-1 0 0,1-1 1 0 0,-1 0 0 0 0,1 1 0 0 0,-1-1 0 0 0,0 0-1 0 0,1 0 1 0 0,-1 1 0 0 0,1-1 0 0 0,0 0 0 0 0,-1 0 0 0 0,1 0-1 0 0,-1 0 1 0 0,1 1 0 0 0,-1-1 0 0 0,1 0 0 0 0,-1 0-1 0 0,1 0 1 0 0,0 0 0 0 0,-1 0 0 0 0,1 0 0 0 0,-1-1-1 0 0,1 1 1 0 0,-1 0 0 0 0,1 0 0 0 0,0-1 0 0 0,0 1-15 0 0,-1 0 0 0 0,1 0 1 0 0,-1 0-1 0 0,1-1 1 0 0,-1 1-1 0 0,0 0 1 0 0,1 0-1 0 0,-1 0 1 0 0,1 0-1 0 0,-1 0 0 0 0,1 0 1 0 0,-1 0-1 0 0,1 0 1 0 0,-1 0-1 0 0,1 0 1 0 0,-1 1-1 0 0,1-1 1 0 0,-1 0-1 0 0,1 0 0 0 0,-1 0 1 0 0,0 0-1 0 0,1 1 1 0 0,-1-1-1 0 0,1 0 1 0 0,-1 0-1 0 0,0 1 1 0 0,1-1-1 0 0,-1 0 0 0 0,0 1 1 0 0,1-1-1 0 0,-1 1 1 0 0,0-1-1 0 0,1 0 1 0 0,-1 1-1 0 0,6 0 242 0 0,48 5 546 0 0,-47-2-460 0 0,-3-1-293 0 0,50 4 286 0 0,44 5 148 0 0,-78-10-363 0 0,-12-3-108 0 0,35 9 35 0 0,25 3 86 0 0,-55-10-127 0 0,0 0 0 0 0,-1 1 1 0 0,1 1-1 0 0,0 0 0 0 0,-1 1 0 0 0,13 5 0 0 0,-22-7 1 0 0,18 4 73 0 0,42 2 66 0 0,-22-1-102 0 0,-19-3 73 0 0,0 0 0 0 0,28 0 0 0 0,10 4 45 0 0,-58-8-160 0 0,51 6 16 0 0,-38 0-19 0 0,13-5 3 0 0,37-1 13 0 0,33-8 388 0 0,-73 6-268 0 0,-11 0-70 0 0,-1 0 1 0 0,1 1-1 0 0,18 2 0 0 0,33-1 17 0 0,33 0-80 0 0,-1 0 14 0 0,-43 5-108 0 0,22-16 174 0 0,-44 9-78 0 0,-16 2-21 0 0,-1-2 0 0 0,1 1 0 0 0,-1-2 0 0 0,17-4 0 0 0,6 0-41 0 0,-20 4-82 0 0,0-1 1 0 0,0-1-1 0 0,26-10 0 0 0,-18 7-365 0 0,0 1 0 0 0,47-6 0 0 0,-73 14 441 0 0,0 6 2880 0 0,0-9-3288 0 0,0 2 424 0 0,0 0 0 0 0,0-1 0 0 0,0 1 0 0 0,0 0 0 0 0,0 0 0 0 0,0 0 0 0 0,0 0 0 0 0,0-1 0 0 0,0 1 0 0 0,0 0 0 0 0,0 0 0 0 0,0 0 0 0 0,0-1 0 0 0,0 1 0 0 0,0 0 0 0 0,0 0 0 0 0,0 0 0 0 0,0-1 0 0 0,0 1 0 0 0,0 0 0 0 0,0 0 0 0 0,0 0 0 0 0,0 0 0 0 0,0-1 0 0 0,0 1 0 0 0,0 0 0 0 0,0 0 0 0 0,0 0 0 0 0,-1 0 0 0 0,1 0 0 0 0,0-1 0 0 0,0 1 0 0 0,0 0 0 0 0,0 0 0 0 0,0 0 0 0 0,-1 0 0 0 0,1 0 0 0 0,0 0 0 0 0,0 0 0 0 0,0-1 0 0 0,0 1 0 0 0,-1 0 0 0 0,1 0 0 0 0,0 0 0 0 0,0 0 0 0 0,0 0 0 0 0,-1 0 0 0 0,1 0 0 0 0,0 0 0 0 0,0 0 0 0 0,0 0 0 0 0,0 0 0 0 0,-1 0 0 0 0,1 0 0 0 0,0 0 0 0 0,0 0 0 0 0,-1 1-1 0 0,-16-2-3621 0 0,0-1-1 0 0,-25-4 0 0 0,-72-13-4691 0 0</inkml:trace>
</inkml:ink>
</file>

<file path=ppt/ink/ink2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06T18:23:14.58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1 220 960 0 0,'0'-1'111'0'0,"-1"0"0"0"0,1 0-1 0 0,0 0 1 0 0,0 0-1 0 0,0 1 1 0 0,0-1-1 0 0,1 0 1 0 0,-1 0 0 0 0,0 0-1 0 0,0 0 1 0 0,0 0-1 0 0,1 0 1 0 0,-1 1-1 0 0,1-1 1 0 0,-1 0-1 0 0,0 0 1 0 0,1 1 0 0 0,-1-1-1 0 0,1 0 1 0 0,0 0-1 0 0,-1 1 1 0 0,1-1-1 0 0,-1 1 1 0 0,1-1 0 0 0,0 1-1 0 0,0-1 1 0 0,-1 1-1 0 0,1-1 1 0 0,0 1-1 0 0,0-1 1 0 0,0 1 0 0 0,-1 0-1 0 0,3-1 1 0 0,8-5 531 0 0,0-5 400 0 0,-9 10-937 0 0,-1-1-1 0 0,1 1 1 0 0,-1-1 0 0 0,1 1-1 0 0,0 0 1 0 0,0-1-1 0 0,-1 1 1 0 0,1 0-1 0 0,0 0 1 0 0,0 0-1 0 0,0 1 1 0 0,4-2 0 0 0,29-11 1082 0 0,28-7 907 0 0,-9 6 1321 0 0,-49 14-2348 0 0,0 0-66 0 0,43 6 653 0 0,-27-3-1187 0 0,35 2-1 0 0,3-3-39 0 0,-27-1-67 0 0,41-3 1 0 0,63-13 359 0 0,-67 4-327 0 0,85-25 1 0 0,-30 7-154 0 0,-119 27-228 0 0,-1 1-1 0 0,1-1 1 0 0,0 1-1 0 0,-1-1 1 0 0,1-1-1 0 0,-1 1 1 0 0,5-4-1 0 0,21-8 204 0 0,2 7-42 0 0,-10 7-93 0 0,-22 1-88 0 0,1-1 0 0 0,-1 0-1 0 0,0 0 1 0 0,0 0-1 0 0,1 0 1 0 0,-1 0-1 0 0,0 0 1 0 0,0 0 0 0 0,1 0-1 0 0,-1 1 1 0 0,0-1-1 0 0,0 0 1 0 0,1 0 0 0 0,-1 0-1 0 0,0 1 1 0 0,0-1-1 0 0,0 0 1 0 0,1 0-1 0 0,-1 0 1 0 0,0 1 0 0 0,0-1-1 0 0,0 0 1 0 0,0 0-1 0 0,0 1 1 0 0,0-1 0 0 0,1 0-1 0 0,-1 1 1 0 0,0-1-1 0 0,0 0 1 0 0,0 0 0 0 0,0 1-1 0 0,0-1 1 0 0,0 0-1 0 0,0 1 1 0 0,0-1-1 0 0,0 0 1 0 0,0 0 0 0 0,0 1-1 0 0,0-1 1 0 0,-1 0-1 0 0,1 0 1 0 0,0 1 0 0 0,0-1-1 0 0,0 0 1 0 0,0 1-1 0 0,0-1 1 0 0,0 0-1 0 0,-1 0 1 0 0,1 0 0 0 0,0 1-1 0 0,0-1 1 0 0,0 0-1 0 0,-1 0 1 0 0,1 0 0 0 0,0 1-1 0 0,0-1 1 0 0,-1 0-1 0 0,1 0 1 0 0,0 0 0 0 0,0 0-1 0 0,-1 0 1 0 0,1 0-1 0 0,0 1 1 0 0,-1-1-1 0 0,-21 6-1778 0 0,-3 0-3258 0 0,-4-10 2459 0 0,14 1 813 0 0,-45-10-4817 0 0</inkml:trace>
</inkml:ink>
</file>

<file path=ppt/ink/ink2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06T18:23:22.44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19 640 0 0,'0'-1'49'0'0,"0"0"-1"0"0,0 1 1 0 0,0-1-1 0 0,0 0 0 0 0,0 1 1 0 0,0-1-1 0 0,1 1 1 0 0,-1-1-1 0 0,0 0 1 0 0,0 1-1 0 0,0-1 0 0 0,1 0 1 0 0,-1 1-1 0 0,0-1 1 0 0,1 1-1 0 0,-1-1 1 0 0,1 1-1 0 0,-1-1 0 0 0,1 1 1 0 0,-1-1-1 0 0,1 1 1 0 0,-1-1-1 0 0,1 1 0 0 0,-1 0 1 0 0,1-1-1 0 0,-1 1 1 0 0,1 0-1 0 0,0-1 1 0 0,-1 1-1 0 0,1 0 0 0 0,0 0 1 0 0,-1 0-1 0 0,1 0 1 0 0,0-1-1 0 0,-1 1 1 0 0,1 0-1 0 0,0 0 0 0 0,-1 0 1 0 0,1 0-1 0 0,0 1 1 0 0,-1-1-1 0 0,1 0 1 0 0,0 0-1 0 0,-1 0 0 0 0,2 1 1 0 0,3-1 31 0 0,1-3 684 0 0,-6 5-394 0 0,0-1 30 0 0,5-1 0 0 0,17 0 0 0 0,-17 3 164 0 0,-5-3-555 0 0,0 0 0 0 0,0 0 1 0 0,0 0-1 0 0,0 1 1 0 0,0-1-1 0 0,0 0 0 0 0,0 0 1 0 0,0 0-1 0 0,0 0 0 0 0,0 1 1 0 0,0-1-1 0 0,0 0 0 0 0,0 0 1 0 0,0 0-1 0 0,0 1 0 0 0,0-1 1 0 0,1 0-1 0 0,-1 0 0 0 0,0 0 1 0 0,0 0-1 0 0,0 0 1 0 0,0 1-1 0 0,0-1 0 0 0,0 0 1 0 0,0 0-1 0 0,0 0 0 0 0,1 0 1 0 0,-1 0-1 0 0,0 0 0 0 0,0 1 1 0 0,0-1-1 0 0,0 0 0 0 0,1 0 1 0 0,-1 0-1 0 0,0 0 1 0 0,0 0-1 0 0,0 0 0 0 0,0 0 1 0 0,1 0-1 0 0,-1 0 0 0 0,0 0 1 0 0,0 0-1 0 0,0 0 0 0 0,0 0 1 0 0,1 0-1 0 0,-1 0 0 0 0,0 0 1 0 0,0 0-1 0 0,0 0 1 0 0,1 0-1 0 0,20 5 311 0 0,-20-4-268 0 0,0 0 0 0 0,0 0 0 0 0,-1 0 0 0 0,1 0 1 0 0,-1 0-1 0 0,1 0 0 0 0,-1-1 0 0 0,1 1 0 0 0,-1 0 0 0 0,1 1 0 0 0,-1-1 0 0 0,0 0 0 0 0,0 0 1 0 0,0 0-1 0 0,1 0 0 0 0,-1 0 0 0 0,0 0 0 0 0,0 0 0 0 0,0 0 0 0 0,-1 0 0 0 0,1 0 0 0 0,0 0 1 0 0,-1 2-1 0 0,1 0 231 0 0,0-2-213 0 0,-1 0-1 0 0,1 1 1 0 0,0-1 0 0 0,0 0-1 0 0,0 1 1 0 0,0-1-1 0 0,0 0 1 0 0,0 1 0 0 0,0-1-1 0 0,0 0 1 0 0,1 1 0 0 0,-1-1-1 0 0,0 0 1 0 0,1 1 0 0 0,0-1-1 0 0,-1 0 1 0 0,1 0-1 0 0,-1 1 1 0 0,1-1 0 0 0,0 0-1 0 0,0 0 1 0 0,0 0 0 0 0,0 0-1 0 0,0 0 1 0 0,0 0-1 0 0,0 0 1 0 0,0 0 0 0 0,0-1-1 0 0,0 1 1 0 0,0 0 0 0 0,2 0-1 0 0,6 4 104 0 0,-8-2-75 0 0,1-1-1 0 0,-1 1 1 0 0,0-1-1 0 0,0 1 1 0 0,-1-1-1 0 0,1 1 1 0 0,0 0-1 0 0,-1 0 1 0 0,0-1-1 0 0,0 1 1 0 0,1 0-1 0 0,-2 0 1 0 0,1-1-1 0 0,0 1 1 0 0,-2 5-1 0 0,2 5 317 0 0,0-10-372 0 0,0 0 0 0 0,0 0 0 0 0,1 0 0 0 0,-1-1 0 0 0,1 1 0 0 0,0 0-1 0 0,0 0 1 0 0,0-1 0 0 0,0 1 0 0 0,1-1 0 0 0,-1 1 0 0 0,0-1 0 0 0,4 4-1 0 0,-3-3 1 0 0,0 0-1 0 0,0-1 0 0 0,-1 1 0 0 0,1 0 0 0 0,-1 0 0 0 0,1 0 0 0 0,-1 0 0 0 0,0 0 0 0 0,0 0 0 0 0,0 1 0 0 0,-1-1 0 0 0,1 0 0 0 0,-1 7 0 0 0,0 86 1106 0 0,1-92-1123 0 0,1 0-1 0 0,-1 0 1 0 0,1 0 0 0 0,0 0 0 0 0,0 0-1 0 0,0-1 1 0 0,0 1 0 0 0,1-1-1 0 0,0 1 1 0 0,-1-1 0 0 0,1 0-1 0 0,0 0 1 0 0,1 0 0 0 0,-1 0-1 0 0,6 3 1 0 0,7 9-16 0 0,17 14 72 0 0,-21-16 21 0 0,-11-10-72 0 0,2-1 0 0 0,-1 1 0 0 0,0-1-1 0 0,0 0 1 0 0,1 0 0 0 0,-1 0 0 0 0,1 0-1 0 0,5 2 1 0 0,-6-3-15 0 0,0-1 0 0 0,-1 1 0 0 0,1 0-1 0 0,0 0 1 0 0,0 0 0 0 0,-1 0 0 0 0,1 0-1 0 0,0 0 1 0 0,-1 1 0 0 0,1-1 0 0 0,-1 0 0 0 0,0 1-1 0 0,1-1 1 0 0,-1 1 0 0 0,0-1 0 0 0,0 1 0 0 0,0 0-1 0 0,0 0 1 0 0,0-1 0 0 0,-1 1 0 0 0,1 0-1 0 0,0 0 1 0 0,-1 0 0 0 0,1 0 0 0 0,-1 0 0 0 0,0 0-1 0 0,0 0 1 0 0,1 0 0 0 0,-2 2 0 0 0,2-2-7 0 0,-1 0 1 0 0,1 0-1 0 0,0 0 1 0 0,-1-1 0 0 0,1 1-1 0 0,0 0 1 0 0,0 0-1 0 0,0-1 1 0 0,0 1-1 0 0,0-1 1 0 0,1 1 0 0 0,-1-1-1 0 0,0 1 1 0 0,1-1-1 0 0,-1 0 1 0 0,1 0 0 0 0,-1 1-1 0 0,1-1 1 0 0,0 0-1 0 0,-1-1 1 0 0,1 1-1 0 0,0 0 1 0 0,3 1 0 0 0,-3-2 1 0 0,0 1 0 0 0,0-1 0 0 0,0 1 0 0 0,-1 0 0 0 0,1 0 0 0 0,0 0 0 0 0,-1 0 0 0 0,1 0 0 0 0,-1 0 1 0 0,1 0-1 0 0,-1 1 0 0 0,1-1 0 0 0,-1 1 0 0 0,0-1 0 0 0,0 1 0 0 0,0-1 0 0 0,0 1 0 0 0,0-1 0 0 0,0 1 1 0 0,0 0-1 0 0,0 0 0 0 0,-1 0 0 0 0,2 3 0 0 0,-2-4 7 0 0,0 0 0 0 0,0 0-1 0 0,0 1 1 0 0,0-1 0 0 0,0 0 0 0 0,0 0 0 0 0,1 0-1 0 0,-1 1 1 0 0,0-1 0 0 0,1 0 0 0 0,-1 0 0 0 0,1 0 0 0 0,-1 0-1 0 0,1 0 1 0 0,0 0 0 0 0,-1 0 0 0 0,2 1 0 0 0,0 0-7 0 0,0-1 1 0 0,1 1 0 0 0,-1-1-1 0 0,0 0 1 0 0,0 0-1 0 0,1 0 1 0 0,-1 0 0 0 0,1 0-1 0 0,-1-1 1 0 0,1 1-1 0 0,2 0 1 0 0,9 0 18 0 0,-14-1-24 0 0,1 0 0 0 0,-1 0 0 0 0,0 0 0 0 0,1 0 0 0 0,-1 0 0 0 0,1 0 0 0 0,-1 0 0 0 0,1 0 0 0 0,-1 0 0 0 0,1 0 0 0 0,-1 0 0 0 0,1 0 0 0 0,-1 0 0 0 0,1 0 0 0 0,-1 0 0 0 0,1-1 0 0 0,-1 1 0 0 0,0 0 0 0 0,1 0 0 0 0,-1-1 0 0 0,1 1 0 0 0,-1 0 0 0 0,0-1 0 0 0,1 1 0 0 0,-1 0 0 0 0,0-1 0 0 0,1 1 0 0 0,-1 0 0 0 0,0-1 0 0 0,0 1 0 0 0,1-1 0 0 0,-1 0 0 0 0,2-1 25 0 0,0 0 0 0 0,1 0 0 0 0,-1 0 0 0 0,1 0 0 0 0,-1 0 0 0 0,1 1 0 0 0,-1-1 0 0 0,1 1-1 0 0,0-1 1 0 0,0 1 0 0 0,0 0 0 0 0,0 0 0 0 0,4 0 0 0 0,11-7 113 0 0,-8 3-62 0 0,-1-2 1 0 0,0 1-1 0 0,0-1 1 0 0,0-1-1 0 0,9-10 1 0 0,27-23 183 0 0,19-10 5 0 0,51-44 36 0 0,-87 68-279 0 0,75-67 228 0 0,-89 84-179 0 0,-1-1 1 0 0,25-25 0 0 0,-27 22-130 0 0,11 6 28 0 0,-17 7-68 0 0,-5 2-1323 0 0,0-15-14907 0 0</inkml:trace>
</inkml:ink>
</file>

<file path=ppt/ink/ink2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06T18:23:23.16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27 640 0 0,'6'-6'10045'0'0,"15"6"-8644"0"0,-20 0-1370 0 0,-1 0 1 0 0,0 0 0 0 0,0 0 0 0 0,0 0 0 0 0,0 0 0 0 0,0 0 0 0 0,0-1 0 0 0,0 1 0 0 0,0 0 0 0 0,1 0 0 0 0,-1 0 0 0 0,0 0 0 0 0,0 0 0 0 0,0 0 0 0 0,0 0 0 0 0,0 0-1 0 0,0 0 1 0 0,1 0 0 0 0,-1 0 0 0 0,0 0 0 0 0,0 0 0 0 0,0 0 0 0 0,0 0 0 0 0,0 0 0 0 0,1 0 0 0 0,-1 0 0 0 0,0 0 0 0 0,0 0 0 0 0,0 0 0 0 0,0 0 0 0 0,0 0 0 0 0,0 0-1 0 0,1 0 1 0 0,-1 0 0 0 0,0 0 0 0 0,0 1 0 0 0,0-1 0 0 0,0 0 0 0 0,0 0 0 0 0,0 0 0 0 0,0 0 0 0 0,0 0 0 0 0,0 0 0 0 0,1 0 0 0 0,-1 0 0 0 0,0 1 0 0 0,0-1-1 0 0,0 0 1 0 0,0 0 0 0 0,0 0 0 0 0,0 0 0 0 0,0 0 0 0 0,0 0 0 0 0,0 1 0 0 0,0-1 0 0 0,0 0 0 0 0,0 0 0 0 0,0 0 0 0 0,0 0 0 0 0,0 0 0 0 0,0 1 0 0 0,0-1-4 0 0,0 0 0 0 0,0 0 0 0 0,0 0 0 0 0,0 1 0 0 0,0-1 0 0 0,0 0 0 0 0,0 0 0 0 0,0 0 0 0 0,0 0 0 0 0,0 1 0 0 0,0-1 0 0 0,0 0 0 0 0,0 0 0 0 0,0 0 0 0 0,0 0 0 0 0,0 1 1 0 0,0-1-1 0 0,0 0 0 0 0,0 0 0 0 0,0 0 0 0 0,0 0 0 0 0,0 0 0 0 0,1 1 0 0 0,-1-1 0 0 0,0 0 0 0 0,0 0 0 0 0,0 0 0 0 0,0 0 0 0 0,0 0 0 0 0,0 0 0 0 0,1 0 0 0 0,-1 1 0 0 0,0-1 0 0 0,0 0 0 0 0,0 0 1 0 0,0 0-1 0 0,1 0 0 0 0,-1 0 0 0 0,0 0 0 0 0,0 0 0 0 0,0 0 0 0 0,0 0 0 0 0,1 0 0 0 0,-1 0 0 0 0,0 0 0 0 0,0 0 0 0 0,0 0 0 0 0,0 0 0 0 0,1 0 0 0 0,-1 0 0 0 0,0 0 0 0 0,0 0 0 0 0,0-1 0 0 0,30 7 189 0 0,1-2-1 0 0,-1-1 0 0 0,1-1 0 0 0,43-4 0 0 0,-63 1-604 0 0,62-9-2425 0 0,-67 9 1461 0 0,1-1 0 0 0,-1 0 0 0 0,0 0 1 0 0,0-1-1 0 0,10-5 0 0 0,11-4-2156 0 0</inkml:trace>
</inkml:ink>
</file>

<file path=ppt/ink/ink2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06T18:23:23.56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197 0 800 0 0,'-33'21'1281'0'0,"0"12"-161"0"0,33 9-159 0 0,-32-7 400 0 0,32-2 479 0 0,-33 9 81 0 0,33 6-400 0 0,0 0-721 0 0,-32-7-560 0 0,32-5-880 0 0,-33-9-2561 0 0,33-13-2722 0 0</inkml:trace>
</inkml:ink>
</file>

<file path=ppt/ink/ink2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06T18:23:24.09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72 800 0 0,'5'-1'443'0'0,"-1"-1"-1"0"0,1 0 0 0 0,-1 0 0 0 0,0 0 1 0 0,1-1-1 0 0,6-4 0 0 0,16-9 1438 0 0,0 1-226 0 0,-21 12-1255 0 0,0 0 0 0 0,0 0-1 0 0,0 1 1 0 0,1-1 0 0 0,-1 1 0 0 0,1 1 0 0 0,-1-1-1 0 0,1 1 1 0 0,-1 0 0 0 0,1 1 0 0 0,0-1-1 0 0,-1 1 1 0 0,1 1 0 0 0,0-1 0 0 0,-1 1 0 0 0,1 0-1 0 0,0 1 1 0 0,7 2 0 0 0,55 21 258 0 0,-22-13-5431 0 0,-32-8 1848 0 0,-5-4-569 0 0,18-7 227 0 0</inkml:trace>
</inkml:ink>
</file>

<file path=ppt/ink/ink2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06T18:23:24.53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33 173 640 0 0,'-33'8'1921'0'0,"66"-8"3842"0"0,-33 6-3362 0 0,33-6 800 0 0,-33-6-1760 0 0,32 6-160 0 0,1-8-241 0 0,0-5-159 0 0,-1-1-241 0 0,33-7-240 0 0,1 6-400 0 0,-1-5-880 0 0,0 1-1682 0 0,1-2-1439 0 0,-40 0-562 0 0,39-8 322 0 0</inkml:trace>
</inkml:ink>
</file>

<file path=ppt/ink/ink2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06T18:23:27.39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1 274 400 0 0,'42'-24'2178'0'0,"-29"18"-1145"0"0,-1-1 0 0 0,0 0 0 0 0,12-10 0 0 0,-5 3 553 0 0,0 2 1 0 0,1 0 0 0 0,33-14 0 0 0,-12 6-424 0 0,-32 14-862 0 0,0 0 1 0 0,0-1-1 0 0,12-11 1 0 0,-10 8-67 0 0,3-3 40 0 0,-12 12-253 0 0,0-1 0 0 0,0 0-1 0 0,0 0 1 0 0,0 1 0 0 0,0-1 0 0 0,1 1 0 0 0,-1 0-1 0 0,0 0 1 0 0,4-2 0 0 0,21-13 178 0 0,-24 14-177 0 0,1 0-1 0 0,-1 0 0 0 0,0 0 0 0 0,1 0 0 0 0,0 0 1 0 0,-1 1-1 0 0,1 0 0 0 0,6-2 0 0 0,20-6-6 0 0,-26 7-51 0 0,0 0 0 0 0,0 1 0 0 0,0-1 0 0 0,0 1 0 0 0,0 0 0 0 0,1 0 0 0 0,-1 1 0 0 0,0-1-1 0 0,1 1 1 0 0,-1 0 0 0 0,0 0 0 0 0,8 2 0 0 0,-11-2 35 0 0,-1 0-1 0 0,0 0 1 0 0,1 0 0 0 0,-1 0 0 0 0,0 1-1 0 0,0-1 1 0 0,1 0 0 0 0,-1 1 0 0 0,0-1-1 0 0,0 0 1 0 0,0 0 0 0 0,1 1-1 0 0,-1-1 1 0 0,0 0 0 0 0,0 1 0 0 0,0-1-1 0 0,0 0 1 0 0,0 1 0 0 0,0-1-1 0 0,1 0 1 0 0,-1 1 0 0 0,0-1 0 0 0,0 0-1 0 0,0 1 1 0 0,0-1 0 0 0,0 0 0 0 0,0 1-1 0 0,0-1 1 0 0,-1 0 0 0 0,1 1-1 0 0,0-1 1 0 0,0 0 0 0 0,0 1 0 0 0,0-1-1 0 0,0 0 1 0 0,0 1 0 0 0,-1-1-1 0 0,1 0 1 0 0,0 1 0 0 0,0-1 0 0 0,-1 0-1 0 0,1 0 1 0 0,0 1 0 0 0,0-1 0 0 0,-1 0-1 0 0,1 0 1 0 0,-1 1 0 0 0,-37 32 80 0 0,15-16-14 0 0,0 2 1 0 0,1 1 0 0 0,1 1 0 0 0,1 1-1 0 0,1 0 1 0 0,1 2 0 0 0,-21 34-1 0 0,24-31 19 0 0,6-13-67 0 0,0 1 0 0 0,2 0-1 0 0,0 1 1 0 0,-6 16 0 0 0,3 27-72 0 0,2-38-45 0 0,7-20 49 0 0,0 0 0 0 0,0 0 0 0 0,1 1 0 0 0,-1-1 0 0 0,0 0 0 0 0,1 1-1 0 0,-1-1 1 0 0,1 1 0 0 0,0-1 0 0 0,-1 1 0 0 0,1-1 0 0 0,0 1 0 0 0,0-1-1 0 0,0 1 1 0 0,0-1 0 0 0,0 1 0 0 0,1-1 0 0 0,-1 1 0 0 0,0-1 0 0 0,1 1 0 0 0,-1-1-1 0 0,1 0 1 0 0,-1 1 0 0 0,1-1 0 0 0,-1 0 0 0 0,1 1 0 0 0,0-1 0 0 0,0 0-1 0 0,0 0 1 0 0,0 1 0 0 0,0-1 0 0 0,0 0 0 0 0,0 0 0 0 0,0 0 0 0 0,0 0-1 0 0,1-1 1 0 0,-1 1 0 0 0,2 1 0 0 0,57 37-8500 0 0,-60-39 8326 0 0,1 0 0 0 0,-1 1 0 0 0,0-1 0 0 0,1 0 0 0 0,-1 0 0 0 0,0 0 0 0 0,0 1 0 0 0,1-1 0 0 0,-1 0 0 0 0,0 1 0 0 0,0-1 0 0 0,1 0 0 0 0,-1 1 1 0 0,0-1-1 0 0,0 0 0 0 0,0 1 0 0 0,1-1 0 0 0,-1 0 0 0 0,0 1 0 0 0,0-1 0 0 0,0 0 0 0 0,0 1 0 0 0,0-1 0 0 0,0 1 0 0 0,0-1 0 0 0,0 1 1 0 0,0-1 199 0 0</inkml:trace>
</inkml:ink>
</file>

<file path=ppt/ink/ink2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06T18:23:27.82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162 286 240 0 0,'-5'2'907'0'0,"-115"40"3509"0"0,118-42-4297 0 0,0 1 1 0 0,0 0 0 0 0,0-1-1 0 0,0 1 1 0 0,0 0 0 0 0,0 0-1 0 0,0 1 1 0 0,1-1 0 0 0,-1 0 0 0 0,0 1-1 0 0,1-1 1 0 0,-1 0 0 0 0,1 1-1 0 0,0 0 1 0 0,-1-1 0 0 0,1 1-1 0 0,0 0 1 0 0,0 0 0 0 0,0 0 0 0 0,0 0-1 0 0,0 0 1 0 0,1 0 0 0 0,-1 0-1 0 0,0 0 1 0 0,1 0 0 0 0,0 0-1 0 0,-1 0 1 0 0,1 0 0 0 0,0 0 0 0 0,0 3-1 0 0,1-1 110 0 0,0 0-1 0 0,0 0 1 0 0,0 0-1 0 0,1 0 1 0 0,-1-1-1 0 0,1 1 1 0 0,0 0-1 0 0,0-1 1 0 0,1 1-1 0 0,-1-1 1 0 0,1 0-1 0 0,-1 0 1 0 0,6 5-1 0 0,12 16 769 0 0,-18-21-933 0 0,0 0 1 0 0,-1-1-1 0 0,1 1 0 0 0,0-1 0 0 0,1 1 0 0 0,-1-1 0 0 0,0 0 0 0 0,1 0 0 0 0,-1 0 0 0 0,1 0 0 0 0,-1 0 0 0 0,1-1 0 0 0,0 1 0 0 0,0-1 0 0 0,0 1 1 0 0,0-1-1 0 0,0 0 0 0 0,4 0 0 0 0,11 1-16 0 0,0-1 0 0 0,0 0 1 0 0,0-2-1 0 0,0 0 1 0 0,0-1-1 0 0,0-1 0 0 0,19-5 1 0 0,-20 3 3 0 0,-2 2 13 0 0,-1-2-1 0 0,1 0 1 0 0,-1 0 0 0 0,0-1-1 0 0,23-14 1 0 0,-18 8-19 0 0,0-1 1 0 0,-1 0 0 0 0,0-2 0 0 0,-1 0-1 0 0,0-1 1 0 0,-2-1 0 0 0,0 0-1 0 0,0-1 1 0 0,-2 0 0 0 0,0-1-1 0 0,-2-1 1 0 0,0 0 0 0 0,10-25-1 0 0,-18 39-34 0 0,0-1-1 0 0,-1 1 1 0 0,0-1-1 0 0,0 0 1 0 0,0 0-1 0 0,0 1 1 0 0,-1-1-1 0 0,-1 0 0 0 0,1-11 1 0 0,-2 14-9 0 0,0 1-1 0 0,0-1 1 0 0,-1 1 0 0 0,1 0-1 0 0,-1-1 1 0 0,1 1 0 0 0,-1 0-1 0 0,0 0 1 0 0,-1 0 0 0 0,1 0-1 0 0,0 0 1 0 0,-1 1 0 0 0,0-1-1 0 0,1 1 1 0 0,-1-1 0 0 0,0 1-1 0 0,0 0 1 0 0,-1 0 0 0 0,1 1-1 0 0,0-1 1 0 0,-6-2 0 0 0,-19-7-779 0 0,-35-11 1 0 0,61 22 658 0 0,-5-2-505 0 0,0 1 0 0 0,1 0 0 0 0,-1 0 0 0 0,0 1-1 0 0,0 0 1 0 0,0 0 0 0 0,0 1 0 0 0,0-1 0 0 0,0 2-1 0 0,0-1 1 0 0,1 1 0 0 0,-1 0 0 0 0,-6 3 0 0 0,-42 13-3100 0 0</inkml:trace>
</inkml:ink>
</file>

<file path=ppt/ink/ink2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06T18:22:34.11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 75 2641 0 0,'21'0'2076'0'0,"-10"2"5418"0"0,-11 2-6801 0 0,-5-2 3051 0 0,-17-2-2811 0 0,22 0-863 0 0,-1 0 1 0 0,1-1-1 0 0,0 1 0 0 0,-1 0 0 0 0,1 0 0 0 0,0 0 0 0 0,-1-1 0 0 0,1 1 0 0 0,0 0 0 0 0,0 0 0 0 0,-1-1 0 0 0,1 1 1 0 0,0 0-1 0 0,0-1 0 0 0,-1 1 0 0 0,1 0 0 0 0,0-1 0 0 0,0 1 0 0 0,0 0 0 0 0,-1-1 0 0 0,1 1 0 0 0,0-1 0 0 0,0 1 1 0 0,0 0-1 0 0,0-1 0 0 0,0 1 0 0 0,0-1 0 0 0,0 1 0 0 0,0 0 0 0 0,0-1 0 0 0,0-3 859 0 0,1 10-549 0 0,4-5-220 0 0,17 5 67 0 0,-22-7-214 0 0,1 1-1 0 0,-1 0 1 0 0,0 0 0 0 0,0 1 0 0 0,0-1 0 0 0,1 0-1 0 0,-1 0 1 0 0,0 0 0 0 0,0 0 0 0 0,1 0 0 0 0,-1 0-1 0 0,0 0 1 0 0,0 0 0 0 0,1 0 0 0 0,-1 0 0 0 0,0 1-1 0 0,0-1 1 0 0,0 0 0 0 0,1 0 0 0 0,-1 0-1 0 0,0 0 1 0 0,0 1 0 0 0,0-1 0 0 0,0 0 0 0 0,0 0-1 0 0,1 0 1 0 0,-1 1 0 0 0,0-1 0 0 0,0 0 0 0 0,0 0-1 0 0,0 1 1 0 0,0-1 0 0 0,0 0 0 0 0,0 0 0 0 0,0 1-1 0 0,0-1 1 0 0,0 0 0 0 0,0 0 0 0 0,0 1 0 0 0,0-1-1 0 0,0 1-4 0 0,0-1 0 0 0,0 0-1 0 0,0 0 1 0 0,0 1 0 0 0,0-1 0 0 0,0 0-1 0 0,0 0 1 0 0,0 1 0 0 0,0-1 0 0 0,0 0-1 0 0,0 1 1 0 0,0-1 0 0 0,0 0-1 0 0,1 0 1 0 0,-1 1 0 0 0,0-1 0 0 0,0 0-1 0 0,0 0 1 0 0,0 0 0 0 0,0 1-1 0 0,1-1 1 0 0,-1 0 0 0 0,0 0 0 0 0,0 0-1 0 0,0 1 1 0 0,1-1 0 0 0,-1 0 0 0 0,0 0-1 0 0,0 0 1 0 0,1 0 0 0 0,-1 0-1 0 0,0 0 1 0 0,1 1 0 0 0,17 5 177 0 0,-15-5-144 0 0,0 0 1 0 0,1 0 0 0 0,-1 0 0 0 0,0 0 0 0 0,0 1 0 0 0,0 0 0 0 0,0-1 0 0 0,0 1 0 0 0,0 0 0 0 0,-1 0 0 0 0,1 0 0 0 0,-1 1 0 0 0,1-1 0 0 0,2 5 0 0 0,-1-3 2 0 0,0 0 0 0 0,0-1 0 0 0,1 1 0 0 0,-1-1 0 0 0,1 0 0 0 0,6 4 0 0 0,-6-5-19 0 0,-1 0 1 0 0,1 1-1 0 0,-1 0 0 0 0,0 0 0 0 0,0 0 0 0 0,0 0 0 0 0,-1 1 0 0 0,1-1 1 0 0,4 7-1 0 0,3 16 83 0 0,-10-22-101 0 0,0-1 0 0 0,1 1 1 0 0,-1 0-1 0 0,1-1 0 0 0,0 1 0 0 0,0-1 0 0 0,1 1 0 0 0,-1-1 0 0 0,1 0 0 0 0,5 5 1 0 0,17 11 93 0 0,-22-18-89 0 0,-1 0-1 0 0,1 1 1 0 0,-1-1-1 0 0,1 1 0 0 0,-1-1 1 0 0,0 1-1 0 0,0 0 1 0 0,0 0-1 0 0,0 0 0 0 0,0 0 1 0 0,0 1-1 0 0,0-1 1 0 0,-1 0-1 0 0,1 1 0 0 0,-1-1 1 0 0,0 1-1 0 0,0-1 1 0 0,0 1-1 0 0,0 0 0 0 0,0-1 1 0 0,0 1-1 0 0,-1 0 1 0 0,1 0-1 0 0,-1 4 0 0 0,0-7-10 0 0,0 1 1 0 0,0-1-1 0 0,0 0 0 0 0,0 0 0 0 0,0 1 0 0 0,0-1 0 0 0,0 0 0 0 0,0 0 0 0 0,0 1 0 0 0,0-1 0 0 0,0 0 0 0 0,1 0 0 0 0,-1 1 1 0 0,0-1-1 0 0,0 0 0 0 0,0 0 0 0 0,0 0 0 0 0,0 1 0 0 0,0-1 0 0 0,1 0 0 0 0,-1 0 0 0 0,0 0 0 0 0,0 0 0 0 0,0 1 0 0 0,1-1 1 0 0,-1 0-1 0 0,0 0 0 0 0,0 0 0 0 0,1 0 0 0 0,-1 0 0 0 0,0 0 0 0 0,0 0 0 0 0,0 1 0 0 0,1-1 0 0 0,-1 0 0 0 0,1 0 0 0 0,7 1-13 0 0,24 7-59 0 0,-31-8 69 0 0,0 0 0 0 0,0 0 1 0 0,0 0-1 0 0,0 0 0 0 0,0 1 1 0 0,0-1-1 0 0,0 1 0 0 0,0-1 1 0 0,0 0-1 0 0,0 1 1 0 0,0 0-1 0 0,-1-1 0 0 0,1 1 1 0 0,0-1-1 0 0,0 1 0 0 0,0 0 1 0 0,-1 0-1 0 0,1-1 0 0 0,-1 1 1 0 0,1 0-1 0 0,0 2 0 0 0,0-3 6 0 0,-1 1-1 0 0,0-1 0 0 0,1 1 1 0 0,-1-1-1 0 0,0 0 0 0 0,1 1 1 0 0,-1-1-1 0 0,1 1 1 0 0,-1-1-1 0 0,0 1 0 0 0,1-1 1 0 0,-1 0-1 0 0,1 0 0 0 0,-1 1 1 0 0,1-1-1 0 0,-1 0 0 0 0,1 0 1 0 0,0 1-1 0 0,-1-1 0 0 0,1 0 1 0 0,-1 0-1 0 0,1 0 0 0 0,-1 0 1 0 0,1 0-1 0 0,0 0 1 0 0,-1 0-1 0 0,1 0 0 0 0,-1 0 1 0 0,1 0-1 0 0,0 0 0 0 0,-1 0 1 0 0,1 0-1 0 0,0-1 0 0 0,-1 1-4 0 0,1 0-1 0 0,-1 0 1 0 0,1 0-1 0 0,-1-1 1 0 0,1 1-1 0 0,-1 0 1 0 0,1 0 0 0 0,-1 0-1 0 0,1 0 1 0 0,0 0-1 0 0,-1 0 1 0 0,1 0-1 0 0,-1 1 1 0 0,1-1-1 0 0,-1 0 1 0 0,1 0-1 0 0,-1 0 1 0 0,1 0-1 0 0,-1 1 1 0 0,1-1-1 0 0,-1 0 1 0 0,0 0-1 0 0,1 1 1 0 0,-1-1-1 0 0,1 0 1 0 0,-1 1-1 0 0,0-1 1 0 0,1 1-1 0 0,-1-1 1 0 0,0 0 0 0 0,1 1-1 0 0,-1 0-91 0 0,6-1-54 0 0,-6 0 128 0 0,15 1-52 0 0,-15-1 63 0 0,1 0 1 0 0,-1 0 0 0 0,0 0 0 0 0,1 0 0 0 0,-1 0-1 0 0,1 0 1 0 0,-1 0 0 0 0,1 0 0 0 0,-1-1 0 0 0,1 1-1 0 0,-1 0 1 0 0,1 0 0 0 0,-1 0 0 0 0,1 0-1 0 0,-1-1 1 0 0,0 1 0 0 0,1 0 0 0 0,-1 0 0 0 0,1-1-1 0 0,-1 1 1 0 0,0 0 0 0 0,1-1 0 0 0,-1 1-1 0 0,0 0 1 0 0,0-1 0 0 0,1 1 0 0 0,-1 0 0 0 0,0-1-1 0 0,1 0 1 0 0,0 0 5 0 0,-1 0 1 0 0,1 0-1 0 0,0 0 0 0 0,0 0 0 0 0,0 0 1 0 0,0 0-1 0 0,0 0 0 0 0,0 0 0 0 0,1 1 1 0 0,-1-1-1 0 0,0 0 0 0 0,0 1 0 0 0,1-1 1 0 0,-1 1-1 0 0,0-1 0 0 0,0 1 1 0 0,1 0-1 0 0,1-1 0 0 0,1 0 8 0 0,13-12 52 0 0,9-3 58 0 0,116-58 444 0 0,249-140 414 0 0,-331 184-457 0 0,-55 28-464 0 0,-1 0 1 0 0,1 1 0 0 0,0-1 0 0 0,-1 1 0 0 0,1 0-1 0 0,0 1 1 0 0,5-1 0 0 0,-4 0 39 0 0,-6-3-93 0 0,-6 4-813 0 0,-4 2 34 0 0,-51 10-7206 0 0,-26 6-2220 0 0</inkml:trace>
</inkml:ink>
</file>

<file path=ppt/ink/ink2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06T18:22:34.90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33 55 2321 0 0,'-4'-6'6167'0'0,"-13"5"-4908"0"0,6 2 2520 0 0,16 4-17 0 0,20-1-1988 0 0,51 0-1 0 0,84-11-1610 0 0,-138 6-125 0 0,-6-1-823 0 0,0 0-1 0 0,23-6 0 0 0,-7 0-2072 0 0,-26 7 2135 0 0,-4 1 458 0 0,-1 0 1 0 0,1 0-1 0 0,-1-1 1 0 0,1 1-1 0 0,-1 0 0 0 0,1-1 1 0 0,-1 1-1 0 0,1-1 1 0 0,-1 0-1 0 0,1 1 0 0 0,-1-1 1 0 0,0 0-1 0 0,2-1 1 0 0,2-16-7422 0 0,-5 12 4138 0 0</inkml:trace>
</inkml:ink>
</file>

<file path=ppt/ink/ink2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06T18:22:35.52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125 1 480 0 0,'-33'0'2001'0'0,"33"8"480"0"0,0-2 481 0 0,0 15 159 0 0,33 14-80 0 0,-66 19-960 0 0,0-6-1200 0 0,33 0-881 0 0,-32-6-80 0 0,32-1 160 0 0,-26 1-80 0 0,26-7 0 0 0,0-2-560 0 0,0-18-3442 0 0</inkml:trace>
</inkml:ink>
</file>

<file path=ppt/ink/ink2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06T18:22:36.00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66 54 1441 0 0,'0'0'250'0'0,"0"-1"1"0"0,0 1-1 0 0,0-1 1 0 0,0 1-1 0 0,0 0 1 0 0,-1-1-1 0 0,1 1 1 0 0,0 0 0 0 0,0-1-1 0 0,-1 1 1 0 0,1-1-1 0 0,0 1 1 0 0,0 0-1 0 0,-1-1 1 0 0,1 1-1 0 0,0 0 1 0 0,-1 0-1 0 0,1-1 1 0 0,0 1 0 0 0,-1 0-1 0 0,1 0 1 0 0,-1 0-1 0 0,1-1 1 0 0,0 1-1 0 0,-1 0 1 0 0,0 0-1 0 0,-17-3 857 0 0,17 3-441 0 0,-4-1 2015 0 0,-1 1-360 0 0,-21 0 1187 0 0,32 5-1533 0 0,23-2-1655 0 0,0-2 0 0 0,0 0 0 0 0,46-6 0 0 0,-63 4-1057 0 0,0-1 0 0 0,-1 0 0 0 0,18-6 0 0 0,-27 7 430 0 0,-1 1-1 0 0,1-1 1 0 0,-1 1-1 0 0,1-1 1 0 0,-1 1-1 0 0,0-1 1 0 0,1 0-1 0 0,-1 1 1 0 0,1-1 0 0 0,-1 1-1 0 0,0-1 1 0 0,0 0-1 0 0,1 0 1 0 0,-1 1-1 0 0,0-1 1 0 0,0 0-1 0 0,0 1 1 0 0,0-1-1 0 0,0 0 1 0 0,0 0-1 0 0,0 1 1 0 0,0-1-1 0 0,0 0 1 0 0,0 1-1 0 0,0-1 1 0 0,0 0-1 0 0,0 1 1 0 0,-1-1 0 0 0,1 0-1 0 0,0 1 1 0 0,-1-1-1 0 0,1 0 1 0 0,0 1-1 0 0,-1-1 1 0 0,1 0-1 0 0,-1 1 1 0 0,1-1-1 0 0,-1 1 1 0 0,0-1-1 0 0,-26-7-3867 0 0</inkml:trace>
</inkml:ink>
</file>

<file path=ppt/ink/ink2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06T18:22:36.64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42 2161 0 0,'33'-12'2721'0'0,"0"-3"161"0"0,-1 9-81 0 0,1-2-400 0 0,32 8-400 0 0,-32 0-641 0 0,32 8-719 0 0,1 5-2162 0 0,-34 7-2641 0 0,-32 1-1040 0 0</inkml:trace>
</inkml:ink>
</file>

<file path=ppt/ink/ink2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06T18:22:38.36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262 49 2721 0 0,'-1'-1'158'0'0,"1"1"1"0"0,0-1-1 0 0,0 0 0 0 0,0 1 0 0 0,-1-1 1 0 0,1 0-1 0 0,0 1 0 0 0,0-1 0 0 0,-1 1 0 0 0,1-1 1 0 0,-1 0-1 0 0,1 1 0 0 0,0-1 0 0 0,-1 1 1 0 0,1-1-1 0 0,-1 1 0 0 0,0-1 0 0 0,1 1 0 0 0,-1 0 1 0 0,1-1-1 0 0,-1 1 0 0 0,0 0 0 0 0,1-1 1 0 0,-1 1-1 0 0,1 0 0 0 0,-1 0 0 0 0,0-1 0 0 0,0 1 1 0 0,1 0-1 0 0,-1 0 0 0 0,0 0 0 0 0,1 0 1 0 0,-1 0-1 0 0,0 0 0 0 0,1 0 0 0 0,-1 0 0 0 0,0 0 1 0 0,0 0-1 0 0,1 1 0 0 0,-1-1 0 0 0,0 0 1 0 0,-4 1-469 0 0,-6 4 3312 0 0,-87 1 1400 0 0,75-4-3695 0 0,18-2-606 0 0,0 0-1 0 0,0 0 1 0 0,0 0 0 0 0,0 1-1 0 0,-1 0 1 0 0,1 0 0 0 0,0 0-1 0 0,0 1 1 0 0,1 0-1 0 0,-10 4 1 0 0,4 10 379 0 0,7-12-406 0 0,0-1 0 0 0,0 1-1 0 0,0 0 1 0 0,1 0 0 0 0,0 0-1 0 0,0 0 1 0 0,0 0 0 0 0,0 1-1 0 0,1-1 1 0 0,0 0-1 0 0,-1 1 1 0 0,2-1 0 0 0,-1 1-1 0 0,0 0 1 0 0,1-1 0 0 0,0 1-1 0 0,0-1 1 0 0,0 1 0 0 0,1 0-1 0 0,0-1 1 0 0,0 1 0 0 0,2 6-1 0 0,19 25 207 0 0,-12 0-53 0 0,0-17-143 0 0,-8-14-52 0 0,1 0-1 0 0,-1-1 1 0 0,0 1 0 0 0,0 0-1 0 0,0 1 1 0 0,-1-1 0 0 0,0 0-1 0 0,0 0 1 0 0,1 9-1 0 0,-2-11-19 0 0,0 0 0 0 0,0 0 0 0 0,1 0 0 0 0,-1 0 0 0 0,1 0 0 0 0,0-1 0 0 0,0 1 0 0 0,0 0 0 0 0,0 0 0 0 0,0-1 0 0 0,1 1 0 0 0,-1-1-1 0 0,1 1 1 0 0,0-1 0 0 0,0 0 0 0 0,-1 0 0 0 0,2 0 0 0 0,-1 0 0 0 0,0 0 0 0 0,0 0 0 0 0,0 0 0 0 0,1-1 0 0 0,-1 1 0 0 0,1-1-1 0 0,0 1 1 0 0,3 0 0 0 0,8 6-27 0 0,-12-7-16 0 0,0 0 0 0 0,0 0-1 0 0,0-1 1 0 0,-1 1 0 0 0,1-1-1 0 0,0 0 1 0 0,0 1 0 0 0,0-1 0 0 0,0 0-1 0 0,0 0 1 0 0,-1 0 0 0 0,1 0-1 0 0,0-1 1 0 0,0 1 0 0 0,0 0-1 0 0,0-1 1 0 0,0 0 0 0 0,-1 1 0 0 0,1-1-1 0 0,0 0 1 0 0,-1 0 0 0 0,1 0-1 0 0,0 0 1 0 0,-1 0 0 0 0,3-2-1 0 0,18-8-74 0 0,-10 6 138 0 0,0 0-1 0 0,-1-1 1 0 0,0-1 0 0 0,0 1-1 0 0,-1-2 1 0 0,0 1 0 0 0,0-2-1 0 0,16-16 1 0 0,23-20 123 0 0,64-35-57 0 0,25-19-9 0 0,-124 85-62 0 0,37-22 106 0 0,-49 36-139 0 0,0-1 0 0 0,0 1-1 0 0,1-1 1 0 0,-1 1 0 0 0,0 0 0 0 0,0 0 0 0 0,0 0-1 0 0,1 0 1 0 0,-1 0 0 0 0,0 1 0 0 0,0-1 0 0 0,3 1 0 0 0,-3 0 6 0 0,-2 0-9 0 0,1-1-1 0 0,0 1 1 0 0,0 0 0 0 0,-1 0-1 0 0,1 0 1 0 0,-1 0 0 0 0,1 0 0 0 0,-1 0-1 0 0,1 0 1 0 0,-1 0 0 0 0,0 0 0 0 0,1 0-1 0 0,-1 0 1 0 0,0 1 0 0 0,0-1 0 0 0,0 0-1 0 0,0 0 1 0 0,0 0 0 0 0,0 0-1 0 0,0 0 1 0 0,0 0 0 0 0,0 0 0 0 0,-1 1-1 0 0,1 0 1 0 0,-1 7 14 0 0,1 8 33 0 0,1-5 16 0 0,-1 1 0 0 0,-1-1 0 0 0,0 0-1 0 0,-3 15 1 0 0,-8 5 71 0 0,9-26-94 0 0,1 0 0 0 0,-1 1 0 0 0,1-1 0 0 0,1 1 0 0 0,-1-1 0 0 0,1 1 0 0 0,-1 11 0 0 0,2 83-377 0 0,1-100 339 0 0,-1 0 1 0 0,0-1 0 0 0,0 1 0 0 0,0-1 0 0 0,0 1-1 0 0,1-1 1 0 0,-1 1 0 0 0,0-1 0 0 0,1 1 0 0 0,-1-1-1 0 0,0 1 1 0 0,1-1 0 0 0,-1 1 0 0 0,0-1 0 0 0,1 0-1 0 0,-1 1 1 0 0,1-1 0 0 0,-1 1 0 0 0,1-1 0 0 0,-1 0 0 0 0,1 0-1 0 0,-1 1 1 0 0,1-1 0 0 0,-1 0 0 0 0,1 0 0 0 0,-1 0-1 0 0,1 1 1 0 0,-1-1 0 0 0,1 0 0 0 0,0 0 0 0 0,-1 0-1 0 0,1 0 1 0 0,-1 0 0 0 0,1 0 0 0 0,0 0 0 0 0,0-1-1 0 0,-1 1 0 0 0,1 1-1 0 0,0-1 1 0 0,0 0-1 0 0,-1 0 0 0 0,1 0 1 0 0,0-1-1 0 0,-1 1 1 0 0,1 0-1 0 0,0 0 0 0 0,-1 0 1 0 0,1 0-1 0 0,0-1 1 0 0,-1 1-1 0 0,1 0 0 0 0,0-1 1 0 0,-1 1-1 0 0,1 0 1 0 0,-1-1-1 0 0,1 1 0 0 0,-1-1 1 0 0,1 1-1 0 0,-1-1 1 0 0,1 1-1 0 0,-1-1 0 0 0,1 0 1 0 0,0 0 4 0 0,-1 0 0 0 0,1 0 0 0 0,-1 0 0 0 0,1 0 0 0 0,0 1 0 0 0,-1-1 0 0 0,1 0 0 0 0,0 0 0 0 0,-1 1 0 0 0,1-1 0 0 0,0 0 0 0 0,0 1 0 0 0,0-1 0 0 0,0 1 0 0 0,0-1 0 0 0,0 1 0 0 0,0 0 0 0 0,0-1 0 0 0,0 1 0 0 0,0 0 0 0 0,0-1 0 0 0,0 1 0 0 0,2 0 0 0 0,2-2 8 0 0,10-9 68 0 0,-12 9-64 0 0,0 0 1 0 0,0-1-1 0 0,0 1 0 0 0,0 1 0 0 0,0-1 0 0 0,0 0 1 0 0,5-1-1 0 0,8-5 43 0 0,1-1 1 0 0,-2-1 0 0 0,27-22-1 0 0,26-15 151 0 0,-7 14-6 0 0,-44 26-125 0 0,0-2 0 0 0,0 0-1 0 0,-1-1 1 0 0,-1 0 0 0 0,26-23-1 0 0,-30 19-4 0 0,10 9-54 0 0,-20 5-5 0 0,-1 1 0 0 0,1-1-1 0 0,-1 1 1 0 0,1-1 0 0 0,-1 1 0 0 0,1-1-1 0 0,-1 1 1 0 0,0-1 0 0 0,1 1 0 0 0,-1 0-1 0 0,0-1 1 0 0,1 1 0 0 0,-1 0-1 0 0,0-1 1 0 0,0 1 0 0 0,0 0 0 0 0,1-1-1 0 0,-1 1 1 0 0,0 0 0 0 0,0 0 0 0 0,0-1-1 0 0,0 1 1 0 0,0 0 0 0 0,-1 0 0 0 0,1 24 294 0 0,0-22-251 0 0,0-2-44 0 0,0 0-1 0 0,0-1 1 0 0,0 1-1 0 0,0 0 1 0 0,0 0-1 0 0,0-1 1 0 0,0 1-1 0 0,0 0 1 0 0,0-1-1 0 0,1 1 1 0 0,-1 0-1 0 0,0-1 1 0 0,1 1-1 0 0,-1 0 1 0 0,0-1-1 0 0,1 1 1 0 0,-1 0-1 0 0,1-1 1 0 0,-1 1-1 0 0,1-1 1 0 0,-1 1-1 0 0,1-1 1 0 0,-1 1-1 0 0,1-1 1 0 0,-1 0-1 0 0,1 1 1 0 0,0-1-1 0 0,-1 0 1 0 0,1 1-1 0 0,1-1 1 0 0,0 1 2 0 0,1-1 0 0 0,-1 0-1 0 0,1 0 1 0 0,0 0 0 0 0,-1 0 0 0 0,1 0 0 0 0,-1 0 0 0 0,1-1 0 0 0,2 0 0 0 0,8-3 5 0 0,-1-1 0 0 0,21-9 1 0 0,92-54-749 0 0,-122 67 559 0 0,0-1 0 0 0,0 0 0 0 0,0 0 0 0 0,0 0 0 0 0,-1 0 0 0 0,1 0 0 0 0,-1-1 0 0 0,1 1 0 0 0,-1-1 0 0 0,3-4 0 0 0,-4 5-541 0 0,0 0 0 0 0,0 0 0 0 0,0 0 1 0 0,-1 0-1 0 0,1-1 0 0 0,-1 1 0 0 0,1 0 0 0 0,-1 0 0 0 0,0-4 0 0 0,0 6 624 0 0,0 0 0 0 0,0-1-1 0 0,0 1 1 0 0,0 0 0 0 0,0 0 0 0 0,0 0 0 0 0,0 0 0 0 0,0 0 0 0 0,0-1 0 0 0,0 1 0 0 0,0 0-1 0 0,0 0 1 0 0,-1 0 0 0 0,1 0 0 0 0,0 0 0 0 0,0 0 0 0 0,0-1 0 0 0,0 1 0 0 0,0 0-1 0 0,0 0 1 0 0,0 0 0 0 0,0 0 0 0 0,-1 0 0 0 0,1 0 0 0 0,0 0 0 0 0,0 0 0 0 0,0 0 0 0 0,0 0-1 0 0,0 0 1 0 0,0 0 0 0 0,-1 0 0 0 0,1-1 0 0 0,0 1 0 0 0,0 0 0 0 0,0 0 0 0 0,0 0-1 0 0,0 0 1 0 0,-1 0 0 0 0,1 0 0 0 0,0 0 0 0 0,0 1 0 0 0,0-1 0 0 0,0 0 0 0 0,0 0 0 0 0,0 0-1 0 0,-1 0 1 0 0,1 0 0 0 0,0 0 0 0 0,0 0 0 0 0,0 0 0 0 0,0 0 0 0 0,-1 0 0 0 0,-26 2-4537 0 0,-5 5 827 0 0</inkml:trace>
</inkml:ink>
</file>

<file path=ppt/ink/ink2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06T18:22:39.14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1 1441 0 0,'26'0'2401'0'0,"-26"6"160"0"0,0 2 0 0 0,33 13-240 0 0,32 19 160 0 0,0 30-400 0 0,33-16-1440 0 0,-65-33-721 0 0,0-15-1041 0 0,-1 3-2080 0 0</inkml:trace>
</inkml:ink>
</file>

<file path=ppt/ink/ink2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06T18:22:39.74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0 248 320 0 0,'157'-104'4562'0'0,"-59"44"-1680"0"0,-33 24-2002 0 0,0 16-1120 0 0,-32-1-1761 0 0,-33 15-1040 0 0</inkml:trace>
</inkml:ink>
</file>

<file path=ppt/ink/ink2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06T18:23:31.66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1101 166 1521 0 0,'-34'0'1756'0'0,"-9"1"242"0"0,0-3 0 0 0,-65-9 0 0 0,87 10-1758 0 0,14-2 34 0 0,3-1-214 0 0,2 4-20 0 0,1 0-21 0 0,-1 1 0 0 0,0-1 0 0 0,1 0 1 0 0,-1-1-1 0 0,1 1 0 0 0,-1 0 0 0 0,1 0 0 0 0,-1-1 0 0 0,1 1 0 0 0,-1-1 1 0 0,1 1-1 0 0,-1-1 0 0 0,1 1 0 0 0,0-1 0 0 0,-2-1 0 0 0,-3 1 261 0 0,1 1-229 0 0,-10-1 126 0 0,0 2 1 0 0,0 0 0 0 0,1 0-1 0 0,-1 1 1 0 0,0 1 0 0 0,-21 7-1 0 0,-247 109 931 0 0,222-91-948 0 0,-106 34 0 0 0,142-51 4 0 0,24-10-133 0 0,1 0 0 0 0,-1 0-1 0 0,0 0 1 0 0,0 0 0 0 0,1 0-1 0 0,-1 0 1 0 0,1 0 0 0 0,-1 1-1 0 0,1-1 1 0 0,-1 0-1 0 0,1 0 1 0 0,0 1 0 0 0,0-1-1 0 0,-1 0 1 0 0,1 0 0 0 0,0 1-1 0 0,0-1 1 0 0,0 2 0 0 0,1-2 0 0 0,-1 1 0 0 0,-1-1 0 0 0,1 1 0 0 0,0 0 1 0 0,0-1-1 0 0,0 1 0 0 0,-1-1 0 0 0,1 1 0 0 0,-1-1 0 0 0,1 1 1 0 0,-1-1-1 0 0,0 0 0 0 0,0 1 0 0 0,0-1 0 0 0,1 0 0 0 0,-1 1 1 0 0,0-1-1 0 0,0 0 0 0 0,-1 0 0 0 0,1 0 0 0 0,0 0 0 0 0,-2 2 1 0 0,1-3-39 0 0,1 1 0 0 0,0 0 0 0 0,0 0 0 0 0,0 0 1 0 0,0 0-1 0 0,0 0 0 0 0,0 0 0 0 0,0 0 0 0 0,0 0 0 0 0,1 0 1 0 0,-1 1-1 0 0,0-1 0 0 0,1 0 0 0 0,-1 0 0 0 0,1 1 1 0 0,-1-1-1 0 0,1 0 0 0 0,-1 1 0 0 0,1-1 0 0 0,0 1 1 0 0,0-1-1 0 0,0 3 0 0 0,0-3 5 0 0,0 0 0 0 0,0 1 0 0 0,-1-1 0 0 0,1 0 1 0 0,0 1-1 0 0,-1-1 0 0 0,1 0 0 0 0,-1 0 0 0 0,1 1 0 0 0,-1-1 0 0 0,1 0 0 0 0,-1 0 1 0 0,0 0-1 0 0,0 0 0 0 0,1 0 0 0 0,-1 0 0 0 0,0 0 0 0 0,0 0 0 0 0,0 0 0 0 0,0 0 1 0 0,0 0-1 0 0,0-1 0 0 0,-2 2 0 0 0,-7 6 34 0 0,-1 19 34 0 0,-44 62-39 0 0,53-83-7 0 0,1 0 0 0 0,-1 0 0 0 0,1 0 0 0 0,0 0 0 0 0,0 0 0 0 0,1 0 0 0 0,-1 0 0 0 0,1 0 0 0 0,1 0 0 0 0,1 8 0 0 0,-1 9 0 0 0,-1-19-19 0 0,1 1 0 0 0,-1-1 1 0 0,1 0-1 0 0,0 0 0 0 0,0 0 0 0 0,0 0 0 0 0,1 0 0 0 0,0 0 1 0 0,-1-1-1 0 0,1 1 0 0 0,1 0 0 0 0,-1-1 0 0 0,5 6 0 0 0,4 3-1 0 0,1 0-1 0 0,15 13 1 0 0,-3-4-2 0 0,-18-15 14 0 0,1-1 0 0 0,1 1 0 0 0,-1-1 0 0 0,0-1 0 0 0,1 0 0 0 0,0 0 0 0 0,0 0 0 0 0,9 2 0 0 0,65 13 197 0 0,-55-13-139 0 0,65 12 116 0 0,-47-11-143 0 0,-1 2 0 0 0,0 2 0 0 0,-1 2 0 0 0,47 21-1 0 0,-14 13 692 0 0,109 27-187 0 0,-161-63-343 0 0,33 10 0 0 0,-43-17-163 0 0,0 1 1 0 0,-1 1-1 0 0,23 12 1 0 0,7 10 185 0 0,-26-17-114 0 0,2 0 0 0 0,-1 0 1 0 0,25 9-1 0 0,-2-4 20 0 0,-1-2 1 0 0,2-2-1 0 0,0-1 1 0 0,55 6-1 0 0,217 8 574 0 0,-179-24 116 0 0,0-7-1 0 0,243-42 1 0 0,-144 4-476 0 0,-218 41-304 0 0,0 0 41 0 0,1-1 0 0 0,-1-1 0 0 0,0 0 0 0 0,0-1 0 0 0,16-9-1 0 0,23-10 318 0 0,-55 25-385 0 0,1 0 0 0 0,-1-1 1 0 0,1 1-1 0 0,-1-1 0 0 0,1 1 0 0 0,-1-1 1 0 0,1 0-1 0 0,-1 1 0 0 0,1-1 1 0 0,-1 1-1 0 0,0-1 0 0 0,1 0 0 0 0,-1 1 1 0 0,0-1-1 0 0,0 0 0 0 0,1 0 1 0 0,-1 1-1 0 0,0-1 0 0 0,0 0 0 0 0,0 1 1 0 0,0-1-1 0 0,0 0 0 0 0,0 0 1 0 0,0 1-1 0 0,0-1 0 0 0,0 0 1 0 0,-1-1-1 0 0,1 2-3 0 0,0-1 0 0 0,0 0 0 0 0,0 0 1 0 0,0 0-1 0 0,0 0 0 0 0,0 0 0 0 0,0 0 0 0 0,0 0 1 0 0,0 0-1 0 0,0 0 0 0 0,1 0 0 0 0,-1 0 1 0 0,0 0-1 0 0,1 1 0 0 0,-1-1 0 0 0,0 0 0 0 0,1 0 1 0 0,-1 0-1 0 0,2 0 0 0 0,5-5 80 0 0,-6 6-78 0 0,1-1 0 0 0,-1 0 0 0 0,0 1 0 0 0,0-1 0 0 0,0 0 0 0 0,0 0 0 0 0,0 0-1 0 0,0 0 1 0 0,0 0 0 0 0,0 0 0 0 0,0 0 0 0 0,0 0 0 0 0,0 0 0 0 0,-1 0 0 0 0,1 0 0 0 0,0 0 0 0 0,-1-1 0 0 0,1 1 0 0 0,-1 0 0 0 0,1-1 0 0 0,-1 1 0 0 0,0 0 0 0 0,0-1 0 0 0,1-1 0 0 0,-1 1-3 0 0,0 1 0 0 0,0-1 0 0 0,0 1 0 0 0,0-1 0 0 0,1 0 0 0 0,-1 1 0 0 0,0-1 0 0 0,1 1 0 0 0,0-1 0 0 0,-1 0 0 0 0,1 1 0 0 0,0 0 0 0 0,0-1 0 0 0,0 1 0 0 0,-1-1 0 0 0,2 1 0 0 0,-1 0 1 0 0,0 0-1 0 0,0 0 0 0 0,3-2 0 0 0,-3 2-1 0 0,0-1 0 0 0,1 1-1 0 0,-1 0 1 0 0,0 0 0 0 0,0-1 0 0 0,0 1 0 0 0,0 0 0 0 0,0-1 0 0 0,0 1 0 0 0,0-1 0 0 0,0 1 0 0 0,0-1 0 0 0,-1 0 0 0 0,1 1 0 0 0,-1-1 0 0 0,1 0 0 0 0,-1 1 0 0 0,0-1 0 0 0,0 0 0 0 0,0 0-1 0 0,0-1 1 0 0,0 2-4 0 0,0-1-1 0 0,0 1 0 0 0,0 0 0 0 0,1 0 0 0 0,-1-1 0 0 0,0 1 0 0 0,0 0 1 0 0,1 0-1 0 0,-1-1 0 0 0,1 1 0 0 0,-1 0 0 0 0,1 0 0 0 0,-1 0 1 0 0,1 0-1 0 0,0 0 0 0 0,0 0 0 0 0,-1 0 0 0 0,1 0 0 0 0,0 0 0 0 0,0 0 1 0 0,0 0-1 0 0,0 1 0 0 0,0-1 0 0 0,0 0 0 0 0,2 0 0 0 0,-2 0-5 0 0,0 1-1 0 0,0-1 1 0 0,0 0-1 0 0,0 0 1 0 0,0 1-1 0 0,0-1 1 0 0,0 0-1 0 0,0 0 1 0 0,0 0 0 0 0,-1 0-1 0 0,1 0 1 0 0,0 0-1 0 0,-1 0 1 0 0,1 0-1 0 0,0 0 1 0 0,-1-1-1 0 0,0 1 1 0 0,1 0-1 0 0,-1 0 1 0 0,0 0-1 0 0,1-1 1 0 0,-1 1-1 0 0,0 0 1 0 0,0 0-1 0 0,0-2 1 0 0,0 2 0 0 0,0-1 1 0 0,0 1 0 0 0,0 0-1 0 0,0 0 1 0 0,0-1 0 0 0,1 1-1 0 0,-1 0 1 0 0,0 0-1 0 0,1 0 1 0 0,-1 0 0 0 0,1 0-1 0 0,-1 0 1 0 0,1-1 0 0 0,0 1-1 0 0,-1 0 1 0 0,1 1-1 0 0,0-1 1 0 0,0 0 0 0 0,0 0-1 0 0,-1 0 1 0 0,1 0 0 0 0,0 1-1 0 0,0-1 1 0 0,0 0-1 0 0,0 1 1 0 0,2-2 0 0 0,-2 2-1 0 0,0-1-1 0 0,0 1 1 0 0,0-1 0 0 0,0 1 0 0 0,0-1 0 0 0,-1 0 0 0 0,1 0-1 0 0,0 1 1 0 0,0-1 0 0 0,0 0 0 0 0,-1 0 0 0 0,1 0 0 0 0,0 0 0 0 0,-1 0-1 0 0,1 0 1 0 0,-1 0 0 0 0,1 0 0 0 0,-1 0 0 0 0,1 0 0 0 0,-1 0-1 0 0,0 0 1 0 0,0-1 0 0 0,1 1 0 0 0,-1 0 0 0 0,0 0 0 0 0,0-1 0 0 0,1-17-11 0 0,-1 15-2 0 0,1 0 1 0 0,-1-1-1 0 0,1 1 1 0 0,-1 0-1 0 0,-1-1 0 0 0,1 1 1 0 0,-1 0-1 0 0,1-1 1 0 0,-1 1-1 0 0,0 0 1 0 0,-1 0-1 0 0,-1-4 0 0 0,-17-15-179 0 0,-14-17-258 0 0,23 7 209 0 0,-11-3 0 0 0,11-4 13 0 0,1 18 143 0 0,8 17 68 0 0,-1 0 1 0 0,1 0-1 0 0,0 0 0 0 0,0 0 1 0 0,1 0-1 0 0,-1-1 1 0 0,1 1-1 0 0,0 0 1 0 0,0-8-1 0 0,1-41 3 0 0,0 52 15 0 0,-1-1-1 0 0,0 1 1 0 0,0 0 0 0 0,1 0 0 0 0,-1 0 0 0 0,-1 0 0 0 0,1 0 0 0 0,0 0 0 0 0,0 0-1 0 0,-1 1 1 0 0,1-1 0 0 0,-1 0 0 0 0,1 1 0 0 0,-1-1 0 0 0,0 1 0 0 0,1 0 0 0 0,-1-1-1 0 0,0 1 1 0 0,0 0 0 0 0,0 0 0 0 0,0 0 0 0 0,0 0 0 0 0,0 1 0 0 0,-3-2 0 0 0,-16-10 97 0 0,11 0-38 0 0,9 10-56 0 0,-1 0 0 0 0,1 1 1 0 0,-1-1-1 0 0,1 0 1 0 0,-1 1-1 0 0,0 0 0 0 0,0-1 1 0 0,0 1-1 0 0,1 0 1 0 0,-1 0-1 0 0,-1 0 1 0 0,1 0-1 0 0,0 0 0 0 0,0 0 1 0 0,-4 0-1 0 0,-21-8-54 0 0,1-1 0 0 0,-36-20 0 0 0,52 24 34 0 0,0 1-1 0 0,-1-1 0 0 0,1 2 1 0 0,-1-1-1 0 0,-14-2 0 0 0,-33-14 84 0 0,50 16-169 0 0,0 0-1 0 0,0-1 1 0 0,1 0 0 0 0,-1 0 0 0 0,1-1-1 0 0,0 0 1 0 0,1 0 0 0 0,0-1 0 0 0,0 1-1 0 0,1-1 1 0 0,-6-11 0 0 0,1 4 30 0 0,0 1 0 0 0,-13-15 0 0 0,-7-12 375 0 0,26 34-286 0 0,-1 0 1 0 0,1 1-1 0 0,-1 0 0 0 0,0 0 1 0 0,-7-7-1 0 0,-2 3-22 0 0,0 0-1 0 0,-1 1 1 0 0,-27-13 0 0 0,29 16 71 0 0,1-1 1 0 0,-1 0-1 0 0,1-1 1 0 0,-11-9-1 0 0,7 1-72 0 0,15 14 0 0 0,-1 1 0 0 0,1-1 0 0 0,0 1 0 0 0,-1-1-1 0 0,1 1 1 0 0,-1 0 0 0 0,0 0 0 0 0,1 0 0 0 0,-1 0 0 0 0,0 0 0 0 0,-3-2-1 0 0,-5 1-20 0 0,9 2 24 0 0,-1 0-1 0 0,1-1 1 0 0,0 1 0 0 0,-1 0 0 0 0,1-1 0 0 0,0 1-1 0 0,-1 0 1 0 0,1-1 0 0 0,0 0 0 0 0,0 1-1 0 0,0-1 1 0 0,-1 0 0 0 0,1 1 0 0 0,0-1-1 0 0,0 0 1 0 0,0 0 0 0 0,-1-1 0 0 0,-3 1 42 0 0,-9 0-335 0 0,0 1-1 0 0,0 0 1 0 0,0 2 0 0 0,0-1 0 0 0,1 2-1 0 0,-1 0 1 0 0,1 0 0 0 0,0 1 0 0 0,-16 8-1 0 0,-14 4-1887 0 0,-40 15-4833 0 0,13-1-1855 0 0</inkml:trace>
</inkml:ink>
</file>

<file path=ppt/ink/ink2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06T18:23:33.49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28 50 1040 0 0,'0'-3'343'0'0,"0"1"-1"0"0,0-1 0 0 0,0 1 1 0 0,0 0-1 0 0,-1-1 0 0 0,1 1 1 0 0,-1 0-1 0 0,1-1 0 0 0,-1 1 0 0 0,-1-4 1 0 0,1 5-199 0 0,0 0 0 0 0,0 0 0 0 0,0 0 1 0 0,0 1-1 0 0,0-1 0 0 0,0 0 0 0 0,0 0 0 0 0,-1 1 1 0 0,1-1-1 0 0,0 1 0 0 0,0-1 0 0 0,-1 1 0 0 0,0-1 1 0 0,-4-1-87 0 0,7 2 15 0 0,-1 0-1 0 0,0 0 1 0 0,0 0-1 0 0,0 0 1 0 0,0 0-1 0 0,0-1 1 0 0,0 1-1 0 0,1 0 1 0 0,-1 0-1 0 0,0 0 1 0 0,0 0 0 0 0,0 0-1 0 0,0 0 1 0 0,0-1-1 0 0,0 1 1 0 0,0 0-1 0 0,0 0 1 0 0,0 0-1 0 0,0 0 1 0 0,0 0-1 0 0,0-1 1 0 0,0 1-1 0 0,0 0 1 0 0,0 0-1 0 0,0 0 1 0 0,0 0 0 0 0,0-1-1 0 0,0 1 1 0 0,0 0-1 0 0,0 0 1 0 0,0 0-1 0 0,0 0 1 0 0,0 0-1 0 0,0-1 1 0 0,0 1-1 0 0,0 0 1 0 0,0 0-1 0 0,0 0 1 0 0,0 0-1 0 0,0 0 1 0 0,-1 0 0 0 0,1-1-1 0 0,0 1 1 0 0,0 0-1 0 0,0 0 1 0 0,0 0-1 0 0,-1 0 1 0 0,2 0 42 0 0,0 0-23 0 0,1-1 0 0 0,-1 1 0 0 0,1 0 0 0 0,-1 0 0 0 0,1 0 1 0 0,-1 0-1 0 0,0 0 0 0 0,1 0 0 0 0,-1 1 0 0 0,1-1 1 0 0,-1 0-1 0 0,1 1 0 0 0,-1-1 0 0 0,0 1 0 0 0,1 0 1 0 0,-1-1-1 0 0,2 3 1361 0 0,-3 12 321 0 0,0-12-1711 0 0,0-1 1 0 0,0 0 0 0 0,1 0-1 0 0,-1 1 1 0 0,1-1-1 0 0,0 0 1 0 0,-1 0 0 0 0,1 0-1 0 0,0 0 1 0 0,0 0 0 0 0,1 0-1 0 0,-1 0 1 0 0,0 0 0 0 0,1 0-1 0 0,2 2 1 0 0,7 11 238 0 0,-11-15-286 0 0,14 20 464 0 0,-1 1-1 0 0,19 42 0 0 0,-21-20-39 0 0,10-7-66 0 0,-10 2-134 0 0,1-22-174 0 0,-10-15-68 0 0,-1 1-1 0 0,0-1 1 0 0,1 1 0 0 0,-1 0 0 0 0,0-1-1 0 0,0 1 1 0 0,0 0 0 0 0,0 0-1 0 0,0-1 1 0 0,0 1 0 0 0,-1 0-1 0 0,1 0 1 0 0,-1 0 0 0 0,1 0-1 0 0,-1 0 1 0 0,0 4 0 0 0,0-5-83 0 0,0 0 0 0 0,0 0 0 0 0,0 0 0 0 0,0 1 0 0 0,0-1 0 0 0,0 0 1 0 0,0 0-1 0 0,0 0 0 0 0,0 0 0 0 0,0 1 0 0 0,0-1 0 0 0,1 0 0 0 0,-1 0 0 0 0,0 0 0 0 0,1 0 0 0 0,-1 0 1 0 0,1 0-1 0 0,0 0 0 0 0,-1 0 0 0 0,1 0 0 0 0,0 0 0 0 0,-1 0 0 0 0,1 0 0 0 0,0-1 0 0 0,0 1 1 0 0,0 0-1 0 0,0 0 0 0 0,0-1 0 0 0,0 1 0 0 0,0-1 0 0 0,0 1 0 0 0,0-1 0 0 0,0 1 0 0 0,0-1 1 0 0,0 1-1 0 0,2-1 0 0 0,3 2-389 0 0,-1 3-1909 0 0,-10-4-4385 0 0,-23-1 1606 0 0</inkml:trace>
</inkml:ink>
</file>

<file path=ppt/ink/ink2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06T18:23:33.91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1 193 1921 0 0,'0'-14'2081'0'0,"26"-7"80"0"0,6 9 80 0 0,1-9-160 0 0,0 0-160 0 0,32 0-401 0 0,-32 0-559 0 0,32 1-801 0 0,-32 5-1121 0 0,32 3-1440 0 0,-32 5-1040 0 0,-1-1-321 0 0,1 8 320 0 0</inkml:trace>
</inkml:ink>
</file>

<file path=ppt/ink/ink2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06T18:23:35.01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328 120 1040 0 0,'-21'0'818'0'0,"10"0"4514"0"0,10-3-3748 0 0,1 3-1466 0 0,0-1-1 0 0,0 0 1 0 0,0 0-1 0 0,0 0 0 0 0,0 1 1 0 0,0-1-1 0 0,0 0 1 0 0,0 0-1 0 0,0 0 0 0 0,0 0 1 0 0,0 1-1 0 0,1-1 1 0 0,-1 0-1 0 0,0 0 0 0 0,1 1 1 0 0,-1-1-1 0 0,0 0 1 0 0,1 0-1 0 0,-1 1 0 0 0,1-1 1 0 0,-1 0-1 0 0,1 1 1 0 0,0-1-1 0 0,21-6 537 0 0,-22 7-604 0 0,1 0 0 0 0,-1-1 1 0 0,0 1-1 0 0,1 0 0 0 0,-1 0 1 0 0,1-1-1 0 0,-1 1 0 0 0,0 0 1 0 0,1-1-1 0 0,-1 1 0 0 0,0 0 1 0 0,1-1-1 0 0,-1 1 1 0 0,0-1-1 0 0,1 1 0 0 0,-1 0 1 0 0,0-1-1 0 0,0 1 0 0 0,0-1 1 0 0,1 1-1 0 0,-1-1 0 0 0,0 1 1 0 0,0-1-1 0 0,0 1 0 0 0,0-1 1 0 0,0 1-1 0 0,0-1 0 0 0,0 0 1 0 0,4-8 236 0 0,50-12 687 0 0,-42 15-771 0 0,0 0 0 0 0,0 1 0 0 0,1 1 0 0 0,-1 0 0 0 0,1 0 0 0 0,21-2 0 0 0,-6 0 43 0 0,-18 4-164 0 0,0 0-1 0 0,1 0 0 0 0,-1 1 0 0 0,0 0 1 0 0,1 1-1 0 0,-1 0 0 0 0,0 1 0 0 0,1 0 1 0 0,-1 0-1 0 0,12 4 0 0 0,-11 6 186 0 0,-7-4-192 0 0,0 0 0 0 0,0 0-1 0 0,-1 1 1 0 0,0-1 0 0 0,0 1 0 0 0,-1 0 0 0 0,0 0 0 0 0,0 0-1 0 0,-1 0 1 0 0,0 0 0 0 0,0 0 0 0 0,-1 0 0 0 0,0 0 0 0 0,-1 0 0 0 0,1 0-1 0 0,-2 0 1 0 0,-3 15 0 0 0,-17 22 5 0 0,20-39-60 0 0,-1-1-1 0 0,0 1 1 0 0,0-1-1 0 0,0 0 1 0 0,-1 0-1 0 0,1-1 1 0 0,-1 1 0 0 0,-1-1-1 0 0,1 0 1 0 0,0 0-1 0 0,-1 0 1 0 0,-5 3-1 0 0,2-1 28 0 0,1-1-1 0 0,0 2 1 0 0,0-1 0 0 0,1 1-1 0 0,-9 11 1 0 0,5-6-1 0 0,0 0 1 0 0,0-1-1 0 0,-1 0 0 0 0,-1 0 1 0 0,1-1-1 0 0,-2-1 0 0 0,-16 10 1 0 0,-8 2 202 0 0,-54 20 1 0 0,64-29-93 0 0,3-4 51 0 0,0 0 0 0 0,0-2 0 0 0,-1 0 0 0 0,-36 2 0 0 0,52-7-180 0 0,0-1 0 0 0,0 0 0 0 0,0 0-1 0 0,0-1 1 0 0,0 0 0 0 0,0-1 0 0 0,0 0-1 0 0,-9-3 1 0 0,10 2-11 0 0,6 3-11 0 0,-1-1 1 0 0,1 1-1 0 0,0-1 0 0 0,0 0 0 0 0,0 0 0 0 0,0 0 1 0 0,0 0-1 0 0,1 0 0 0 0,-1 0 0 0 0,0 0 1 0 0,0-1-1 0 0,1 1 0 0 0,-1-1 0 0 0,1 1 0 0 0,-1-1 1 0 0,1 1-1 0 0,-1-1 0 0 0,0-2 0 0 0,1 1 14 0 0,0-1 0 0 0,0 1-1 0 0,1 0 1 0 0,-1-1-1 0 0,1 1 1 0 0,0-1-1 0 0,0 1 1 0 0,0-6 0 0 0,1-6-8 0 0,-1 13-15 0 0,0 1 1 0 0,0 0-1 0 0,0 0 1 0 0,1 0-1 0 0,-1 0 1 0 0,0 0-1 0 0,1 0 1 0 0,-1-1-1 0 0,1 1 0 0 0,-1 0 1 0 0,1 0-1 0 0,0 0 1 0 0,-1 1-1 0 0,1-1 1 0 0,0 0-1 0 0,0 0 1 0 0,0 0-1 0 0,-1 0 1 0 0,1 1-1 0 0,0-1 0 0 0,0 0 1 0 0,0 1-1 0 0,0-1 1 0 0,0 1-1 0 0,0-1 1 0 0,0 1-1 0 0,1 0 1 0 0,0-1-1 0 0,4-2-16 0 0,1 0-4 0 0,0-1 1 0 0,1 1 0 0 0,-1 0 0 0 0,1 1-1 0 0,-1 0 1 0 0,1 0 0 0 0,0 0 0 0 0,0 1-1 0 0,0 1 1 0 0,0-1 0 0 0,0 1-1 0 0,0 0 1 0 0,0 1 0 0 0,0 0 0 0 0,0 0-1 0 0,0 1 1 0 0,-1 0 0 0 0,1 0 0 0 0,9 5-1 0 0,14 6 36 0 0,0 1-1 0 0,0 2 0 0 0,29 22 0 0 0,-18-13 11 0 0,-26-16-19 0 0,8 5 9 0 0,0 0-1 0 0,-1 2 0 0 0,26 22 0 0 0,-22-17-692 0 0,-24-19 395 0 0,11 4-1404 0 0,26-3-1062 0 0,-30-3 1405 0 0,0-1 1 0 0,1-1-1 0 0,-1 0 0 0 0,0 0 1 0 0,0-1-1 0 0,0 0 0 0 0,0 0 1 0 0,-1-1-1 0 0,12-7 0 0 0,6-8-1615 0 0</inkml:trace>
</inkml:ink>
</file>

<file path=ppt/ink/ink2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06T18:23:35.44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553 209 1921 0 0,'-294'80'12792'0'0,"275"-74"-12251"0"0,-44 13 1543 0 0,-78 35 0 0 0,138-53-2040 0 0,1 1 0 0 0,-1-1 0 0 0,1 0 0 0 0,-1 1-1 0 0,1 0 1 0 0,0 0 0 0 0,-1-1 0 0 0,1 2 0 0 0,0-1-1 0 0,0 0 1 0 0,1 0 0 0 0,-3 4 0 0 0,3-5-29 0 0,0 1 0 0 0,1-1 0 0 0,-1 0 0 0 0,1 1 0 0 0,-1-1 0 0 0,1 1 0 0 0,0-1 0 0 0,0 0 0 0 0,0 1 0 0 0,0-1 0 0 0,0 1 0 0 0,0-1 0 0 0,0 1 0 0 0,0-1 0 0 0,0 1 0 0 0,1-1 0 0 0,-1 0 0 0 0,1 1 0 0 0,0 1-1 0 0,1 0-7 0 0,0 1-1 0 0,1-1 0 0 0,0 0 0 0 0,-1 0 0 0 0,1 0 1 0 0,0 0-1 0 0,1-1 0 0 0,-1 1 0 0 0,0-1 1 0 0,1 0-1 0 0,-1 0 0 0 0,1 0 0 0 0,0 0 0 0 0,0 0 1 0 0,0-1-1 0 0,-1 0 0 0 0,1 0 0 0 0,8 1 0 0 0,36 6 54 0 0,0-2 0 0 0,1-2 0 0 0,56-3 0 0 0,-36-8-26 0 0,129-27-1 0 0,-169 29-51 0 0,-20 4 13 0 0,0 0-1 0 0,0-1 0 0 0,-1 0 1 0 0,1-1-1 0 0,-1 0 0 0 0,1 0 1 0 0,-1-1-1 0 0,0 0 0 0 0,0 0 1 0 0,7-6-1 0 0,0 1-4 0 0,-1-1 0 0 0,0-1 0 0 0,-1 0-1 0 0,0-1 1 0 0,-1 0 0 0 0,21-26 0 0 0,-30 33-7 0 0,0 0 0 0 0,0 1 1 0 0,-1-1-1 0 0,1 0 0 0 0,-1 0 0 0 0,0-1 1 0 0,0 1-1 0 0,-1 0 0 0 0,0-1 0 0 0,0 1 1 0 0,0-1-1 0 0,-1 1 0 0 0,1-1 0 0 0,-1 1 1 0 0,-1-1-1 0 0,1 1 0 0 0,-1-1 0 0 0,0 1 0 0 0,0-1 1 0 0,0 1-1 0 0,-1 0 0 0 0,0-1 0 0 0,0 1 1 0 0,0 0-1 0 0,-4-5 0 0 0,-1-3-194 0 0,-2-1 0 0 0,1 1-1 0 0,-2 0 1 0 0,1 1 0 0 0,-2 0 0 0 0,0 0-1 0 0,0 1 1 0 0,-15-11 0 0 0,19 17-287 0 0,-1 1 0 0 0,0-1 0 0 0,0 1 1 0 0,0 1-1 0 0,0-1 0 0 0,-14-2 0 0 0,13 3-652 0 0,-1 2 1 0 0,0 0-1 0 0,0 0 1 0 0,1 0-1 0 0,-1 1 1 0 0,-16 2-1 0 0,-1 4-1958 0 0,22-5 320 0 0</inkml:trace>
</inkml:ink>
</file>

<file path=ppt/ink/ink2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06T18:23:36.10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67 123 1281 0 0,'-4'0'695'0'0,"2"0"-479"0"0,1 1 0 0 0,-1-1 0 0 0,1 0 0 0 0,-1 0 1 0 0,1 0-1 0 0,0 0 0 0 0,-1 0 0 0 0,1 0 0 0 0,-1 0 0 0 0,1-1 1 0 0,-1 1-1 0 0,1 0 0 0 0,0-1 0 0 0,-1 1 0 0 0,1-1 0 0 0,0 0 0 0 0,-1 1 1 0 0,-1-2-1 0 0,-2 1 2225 0 0,-24-1 8664 0 0,36-3-10752 0 0,11 0 75 0 0,1 0 0 0 0,-1 2-1 0 0,1 0 1 0 0,34-1-1 0 0,-28 2-310 0 0,158-16-233 0 0,-66 1-2970 0 0,-53 1-1077 0 0,2-8-4293 0 0,-33 11 4201 0 0</inkml:trace>
</inkml:ink>
</file>

<file path=ppt/ink/ink2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06T18:23:36.55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33 21 1361 0 0,'-33'-6'2081'0'0,"33"-2"5842"0"0,0 1-6322 0 0,33 7-160 0 0,0 0-241 0 0,-1 7-399 0 0,34-7-641 0 0,-1 0-1361 0 0,0 0-1680 0 0,1 8-1041 0 0,-1-2-160 0 0,-32 0 480 0 0</inkml:trace>
</inkml:ink>
</file>

<file path=ppt/ink/ink2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06T18:23:37.93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159 155 560 0 0,'1'0'35'0'0,"-1"1"-1"0"0,0 0 0 0 0,0 0 1 0 0,0 0-1 0 0,0 0 0 0 0,0 0 0 0 0,0 0 1 0 0,0-1-1 0 0,-1 1 0 0 0,1 0 1 0 0,0 0-1 0 0,0 0 0 0 0,-1 0 1 0 0,1-1-1 0 0,-1 1 0 0 0,1 0 1 0 0,0 0-1 0 0,-1-1 0 0 0,0 1 1 0 0,1 0-1 0 0,-1 0 0 0 0,1-1 1 0 0,-1 1-1 0 0,0-1 0 0 0,1 1 0 0 0,-1-1 1 0 0,0 1-1 0 0,0-1 0 0 0,1 1 1 0 0,-1-1-1 0 0,0 0 0 0 0,0 1 1 0 0,0-1-1 0 0,1 0 0 0 0,-3 1 1 0 0,-7 3 130 0 0,10-4-122 0 0,-1 1-1 0 0,1 0 1 0 0,-1-1 0 0 0,1 1-1 0 0,-1-1 1 0 0,1 1 0 0 0,-1 0-1 0 0,1-1 1 0 0,0 1 0 0 0,-1 0-1 0 0,1-1 1 0 0,0 1 0 0 0,-1 0-1 0 0,1 0 1 0 0,0-1 0 0 0,0 1-1 0 0,0 0 1 0 0,0 0-1 0 0,0-1 1 0 0,0 1 0 0 0,0 0-1 0 0,0 0 1 0 0,0-1 0 0 0,0 1-1 0 0,1 1 1 0 0,-1-1 30 0 0,0 0 1 0 0,0 0-1 0 0,0 0 0 0 0,0 1 0 0 0,0-1 1 0 0,0 0-1 0 0,0 0 0 0 0,0 0 1 0 0,0 0-1 0 0,0 0 0 0 0,-1 0 0 0 0,1 0 1 0 0,0 1-1 0 0,-1-1 0 0 0,1 0 0 0 0,-1 0 1 0 0,0 0-1 0 0,1 0 0 0 0,-2 1 0 0 0,-5 6 193 0 0,-3 1 8 0 0,1 1 0 0 0,-1-1-1 0 0,-13 9 1 0 0,-32 29 633 0 0,49-45 693 0 0,6-5-649 0 0,6-9-300 0 0,54-32 376 0 0,130-90-67 0 0,-175 125-899 0 0,11-10 33 0 0,2 1 0 0 0,1 1 1 0 0,0 2-1 0 0,1 1 0 0 0,0 1 0 0 0,45-12 0 0 0,-64 23-48 0 0,0 1-1 0 0,1 0 0 0 0,-1 0 0 0 0,1 1 0 0 0,-1 1 0 0 0,1 0 1 0 0,-1 1-1 0 0,1 0 0 0 0,-1 0 0 0 0,0 1 0 0 0,0 1 0 0 0,16 7 0 0 0,-20-8 6 0 0,-1 1 0 0 0,0 0 0 0 0,0 0 0 0 0,0 1 0 0 0,0 0 0 0 0,0 0 0 0 0,-1 0-1 0 0,0 1 1 0 0,0-1 0 0 0,-1 1 0 0 0,8 13 0 0 0,-9-14-24 0 0,0-1 0 0 0,-1 1-1 0 0,1 0 1 0 0,-1 0 0 0 0,0 0 0 0 0,-1 0 0 0 0,1 0 0 0 0,-1 0 0 0 0,0 1 0 0 0,0-1-1 0 0,-1 0 1 0 0,0 1 0 0 0,1-1 0 0 0,-2 0 0 0 0,1 1 0 0 0,-3 9 0 0 0,-3-1-1 0 0,-2 0 1 0 0,0-1 0 0 0,0 1 0 0 0,-1-2 0 0 0,-16 18-1 0 0,-3 5-53 0 0,14-16 74 0 0,-1-1-1 0 0,-1-1 1 0 0,-1 0 0 0 0,0-1-1 0 0,-29 20 1 0 0,26-22-31 0 0,-1 1-50 0 0,0 0 0 0 0,-2-1 0 0 0,-28 12 0 0 0,-10 5 81 0 0,46-23-29 0 0,1 0-1 0 0,-1-1 1 0 0,0 0-1 0 0,0-2 1 0 0,-1 0-1 0 0,0 0 0 0 0,-19 2 1 0 0,14-5-158 0 0,0-1 1 0 0,-30-1-1 0 0,42-1 102 0 0,0 0 0 0 0,0 0 0 0 0,0-1 0 0 0,1 0 0 0 0,-1 0 0 0 0,1-1 0 0 0,-1 0 0 0 0,-13-7 0 0 0,13 2-25 0 0,8 7 66 0 0,0 0 0 0 0,1 0 0 0 0,-1 0 0 0 0,0 1-1 0 0,0-1 1 0 0,0 0 0 0 0,1 1 0 0 0,-1-1-1 0 0,0 1 1 0 0,0-1 0 0 0,0 1 0 0 0,0-1-1 0 0,0 1 1 0 0,0-1 0 0 0,0 1 0 0 0,0 0-1 0 0,-2-1 1 0 0,16-1 92 0 0,0 1-1 0 0,0 0 1 0 0,0 1-1 0 0,1 0 1 0 0,-1 0 0 0 0,0 2-1 0 0,0 0 1 0 0,0 0-1 0 0,0 1 1 0 0,14 6 0 0 0,100 16 472 0 0,-31-9-214 0 0,-52-7-1287 0 0,-1-1 0 0 0,1-3 1 0 0,48 0-1 0 0,-80-6-87 0 0,0-1-1 0 0,0 0 1 0 0,0-1-1 0 0,0 0 1 0 0,16-6-1 0 0,-7 1-493 0 0,39-11-1379 0 0</inkml:trace>
</inkml:ink>
</file>

<file path=ppt/ink/ink2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06T18:23:38.41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743 8 160 0 0,'-32'4'879'0'0,"0"0"0"0"0,0 2 1 0 0,0 1-1 0 0,-36 15 0 0 0,46-16-339 0 0,-276 94 5943 0 0,267-87-5806 0 0,1 1 0 0 0,1 2 0 0 0,-39 28 0 0 0,60-38-482 0 0,1 0 1 0 0,0 0-1 0 0,1 1 1 0 0,-1 0 0 0 0,1 1-1 0 0,0-1 1 0 0,1 1 0 0 0,-8 16-1 0 0,12-22-161 0 0,0 0 0 0 0,1 1 0 0 0,-1-1 0 0 0,1 0 0 0 0,-1 1-1 0 0,1-1 1 0 0,0 0 0 0 0,0 1 0 0 0,0-1 0 0 0,1 0 0 0 0,-1 1 0 0 0,0-1-1 0 0,1 0 1 0 0,0 0 0 0 0,-1 1 0 0 0,1-1 0 0 0,0 0 0 0 0,0 0 0 0 0,0 0-1 0 0,0 0 1 0 0,1 0 0 0 0,-1 0 0 0 0,0 0 0 0 0,3 2 0 0 0,0 0 6 0 0,1 1 1 0 0,-1-1 0 0 0,1 0 0 0 0,0 0 0 0 0,1 0 0 0 0,-1-1 0 0 0,0 0-1 0 0,9 4 1 0 0,-1-2-32 0 0,1-1-1 0 0,0 0 0 0 0,0-1 0 0 0,0-1 1 0 0,0 0-1 0 0,0-1 0 0 0,1 0 1 0 0,-1-1-1 0 0,18-3 0 0 0,-3-1-62 0 0,0-1 0 0 0,0-1 0 0 0,47-18 0 0 0,-56 16-44 0 0,0 0-1 0 0,-1-2 1 0 0,0 0 0 0 0,-1-2 0 0 0,27-20-1 0 0,-13 4-213 0 0,45-51 0 0 0,-63 65 304 0 0,-1 0 1 0 0,-1-1-1 0 0,0 0 0 0 0,-1-1 1 0 0,0-1-1 0 0,13-29 1 0 0,-23 44 15 0 0,0 0 0 0 0,-1 1 0 0 0,1-1 0 0 0,-1 1 0 0 0,0-1 0 0 0,1 0 0 0 0,-1 0 0 0 0,0 1 0 0 0,0-1 0 0 0,0 0 0 0 0,0 1 0 0 0,0-1 0 0 0,0 0 0 0 0,-1 0 0 0 0,1 1 0 0 0,0-1 0 0 0,-1 1 0 0 0,0-1 0 0 0,1 0 0 0 0,-1 1 0 0 0,0-1 0 0 0,0 1 0 0 0,0-1 0 0 0,0 1 0 0 0,0 0 0 0 0,0-1 0 0 0,0 1 0 0 0,0 0 0 0 0,0 0 0 0 0,-1 0-1 0 0,1 0 1 0 0,-3-2 0 0 0,-3 0-75 0 0,1 0-1 0 0,-1 0 0 0 0,0 1 1 0 0,0 0-1 0 0,0 0 0 0 0,-7 0 1 0 0,-2-1-377 0 0,11 1-250 0 0,3 2 590 0 0,0 1-1 0 0,0-1 1 0 0,0 0-1 0 0,0 1 0 0 0,0 0 1 0 0,0-1-1 0 0,1 1 1 0 0,-1 0-1 0 0,0 0 0 0 0,1 0 1 0 0,-3 1-1 0 0,-5 4-254 0 0,-82 34-4763 0 0,63-31 2641 0 0,28-9 2368 0 0,-1 1 1 0 0,1-1-1 0 0,0 0 0 0 0,-1 1 1 0 0,1-1-1 0 0,-1 1 1 0 0,1-1-1 0 0,0 1 0 0 0,0-1 1 0 0,-1 1-1 0 0,1-1 1 0 0,0 1-1 0 0,0-1 1 0 0,-1 1-1 0 0,1-1 0 0 0,0 1 1 0 0,0-1-1 0 0,0 1 1 0 0,0 0-1 0 0,0-1 0 0 0,0 1 1 0 0,0-1-1 0 0,0 1 1 0 0,0 0-1 0 0</inkml:trace>
</inkml:ink>
</file>

<file path=ppt/ink/ink2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06T18:23:38.92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681 199 160 0 0,'-17'-3'731'0'0,"0"0"1"0"0,0 1-1 0 0,0 1 1 0 0,0 1-1 0 0,0 0 0 0 0,-31 5 1 0 0,5 3 1390 0 0,-57 17 0 0 0,-183 62 3988 0 0,276-84-5991 0 0,-4 0 111 0 0,0 1 0 0 0,0 0-1 0 0,-20 12 1 0 0,28-15-165 0 0,1 1 1 0 0,0-1 0 0 0,0 1-1 0 0,0 0 1 0 0,0 0-1 0 0,0 0 1 0 0,0 0 0 0 0,0 0-1 0 0,1 0 1 0 0,-1 1 0 0 0,1-1-1 0 0,-1 0 1 0 0,1 1 0 0 0,0-1-1 0 0,0 1 1 0 0,0-1 0 0 0,0 1-1 0 0,0 0 1 0 0,1-1 0 0 0,-1 1-1 0 0,1 0 1 0 0,0 2 0 0 0,0 6 194 0 0,-1-7-190 0 0,1 0 1 0 0,-1 0 0 0 0,1 0-1 0 0,0 0 1 0 0,1 0 0 0 0,-1 0 0 0 0,1 0-1 0 0,-1 0 1 0 0,1 0 0 0 0,0-1-1 0 0,1 1 1 0 0,-1 0 0 0 0,1 0 0 0 0,0-1-1 0 0,-1 1 1 0 0,1-1 0 0 0,1 0-1 0 0,-1 1 1 0 0,1-1 0 0 0,-1 0-1 0 0,1 0 1 0 0,0 0 0 0 0,0-1 0 0 0,4 4-1 0 0,17 9-17 0 0,0 0-1 0 0,1-1 0 0 0,0-2 1 0 0,1-1-1 0 0,1-1 1 0 0,0-1-1 0 0,0-1 0 0 0,1-1 1 0 0,-1-2-1 0 0,2 0 1 0 0,-1-2-1 0 0,0-2 1 0 0,41-2-1 0 0,-46 0-160 0 0,0-2 1 0 0,1 0-1 0 0,-1-2 0 0 0,0 0 1 0 0,-1-2-1 0 0,0 0 0 0 0,0-2 1 0 0,0 0-1 0 0,-1-2 0 0 0,0 0 1 0 0,-1-1-1 0 0,-1-1 0 0 0,21-17 1 0 0,12-19-921 0 0,-2-1 1 0 0,-2-3 0 0 0,63-90 0 0 0,-92 119 806 0 0,-11 15 142 0 0,-1 0 0 0 0,1-1 1 0 0,5-12-1 0 0,-12 19 67 0 0,1 0 0 0 0,-1 1 1 0 0,0-1-1 0 0,0 0 0 0 0,0 0 1 0 0,-1 0-1 0 0,1 0 0 0 0,-1 0 0 0 0,1 0 1 0 0,-1 0-1 0 0,0 0 0 0 0,0 0 1 0 0,-1 0-1 0 0,1 0 0 0 0,0 0 0 0 0,-1 0 1 0 0,-1-3-1 0 0,1 3 4 0 0,-1 0 1 0 0,1 0-1 0 0,-1 0 1 0 0,0 1-1 0 0,0-1 1 0 0,0 0-1 0 0,0 1 0 0 0,0 0 1 0 0,-1-1-1 0 0,1 1 1 0 0,-1 0-1 0 0,1 0 0 0 0,-1 0 1 0 0,0 1-1 0 0,-3-2 1 0 0,-41-14-105 0 0,45 16 105 0 0,-10-2-103 0 0,0 1 1 0 0,0 1-1 0 0,0 0 1 0 0,-1 1-1 0 0,1 0 1 0 0,0 0-1 0 0,0 2 1 0 0,-18 3-1 0 0,-7 3-1552 0 0,-41 17-1 0 0,59-19 732 0 0,-57 22-3405 0 0,-17 6-346 0 0</inkml:trace>
</inkml:ink>
</file>

<file path=ppt/ink/ink2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06T18:23:44.15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69 240 0 0,'11'-6'1301'0'0,"0"0"-1"0"0,0 0 1 0 0,10-10-1 0 0,-16 8 421 0 0,-5 7-1679 0 0,0 1 0 0 0,0 0-1 0 0,0-1 1 0 0,0 1 0 0 0,0 0-1 0 0,0 0 1 0 0,0-1-1 0 0,0 1 1 0 0,0 0 0 0 0,0 0-1 0 0,1-1 1 0 0,-1 1 0 0 0,0 0-1 0 0,0 0 1 0 0,0-1 0 0 0,0 1-1 0 0,0 0 1 0 0,1 0-1 0 0,-1 0 1 0 0,0-1 0 0 0,0 1-1 0 0,0 0 1 0 0,1 0 0 0 0,-1 0-1 0 0,0-1 1 0 0,0 1-1 0 0,1 0 1 0 0,-1 0 0 0 0,0 0-1 0 0,0 0 1 0 0,1 0 0 0 0,-1 0-1 0 0,7-2 578 0 0,9-4 154 0 0,-12-5 4478 0 0,2 11-4584 0 0,16 0-26 0 0,-17 0-28 0 0,1 0-93 0 0,3 0-360 0 0,-1 1 1 0 0,1 0-1 0 0,0 1 0 0 0,0 0 0 0 0,0 1 0 0 0,-1 0 0 0 0,1 0 0 0 0,-1 0 0 0 0,0 1 0 0 0,0 1 0 0 0,0-1 0 0 0,-1 1 0 0 0,14 12 0 0 0,-9-7-77 0 0,0 0 0 0 0,-1 0 0 0 0,-1 2 0 0 0,0-1 0 0 0,0 1 0 0 0,11 19 0 0 0,-16-22-42 0 0,1 1-1 0 0,-1 0 1 0 0,-1 0 0 0 0,0 1-1 0 0,0 0 1 0 0,-1-1-1 0 0,-1 1 1 0 0,1 0-1 0 0,-2 0 1 0 0,1 17 0 0 0,-2 24 39 0 0,-1-50-77 0 0,1-2-3 0 0,0 0 0 0 0,0 1 0 0 0,0-1 0 0 0,0 0 0 0 0,0 0-1 0 0,0 0 1 0 0,-1 0 0 0 0,1 0 0 0 0,0 0 0 0 0,0 0 0 0 0,0 0 0 0 0,0 0 0 0 0,0 1 0 0 0,0-1 0 0 0,0 0 0 0 0,0 0 0 0 0,0 0-1 0 0,0 0 1 0 0,0 0 0 0 0,0 0 0 0 0,0 0 0 0 0,0 1 0 0 0,0-1 0 0 0,0 0 0 0 0,0 0 0 0 0,0 0 0 0 0,0 0 0 0 0,0 0 0 0 0,0 0 0 0 0,0 0-1 0 0,0 1 1 0 0,0-1 0 0 0,0 0 0 0 0,0 0 0 0 0,0 0 0 0 0,0 0 0 0 0,0 0 0 0 0,0 0 0 0 0,1 0 0 0 0,-1 1 0 0 0,0-1 0 0 0,0 0-1 0 0,0 0 1 0 0,0 0 0 0 0,0 0 0 0 0,0 0 0 0 0,0 0 0 0 0,0 0 0 0 0,0 0 0 0 0,1 0 0 0 0,-1 0 0 0 0,28 3 54 0 0,-28-4-57 0 0,0 1 0 0 0,1 0 0 0 0,-1-1 0 0 0,1 1-1 0 0,-1 0 1 0 0,0-1 0 0 0,1 1 0 0 0,-1 0 0 0 0,1-1 0 0 0,-1 1 0 0 0,0-1 0 0 0,0 1 0 0 0,1-1-1 0 0,-1 1 1 0 0,0-1 0 0 0,0 1 0 0 0,0-1 0 0 0,1 1 0 0 0,-1-1 0 0 0,0 1 0 0 0,0-1 0 0 0,0 1-1 0 0,0-1 1 0 0,0 1 0 0 0,0-1 0 0 0,0 0 0 0 0,0 0 0 0 0,-1-17-93 0 0,1 17 79 0 0,1-11-15 0 0,-1 9 23 0 0,1 0-1 0 0,-1 0 1 0 0,1 0-1 0 0,-1 0 1 0 0,0 0-1 0 0,0 0 1 0 0,-1 0 0 0 0,1 0-1 0 0,0 0 1 0 0,-1 0-1 0 0,0 0 1 0 0,0 0-1 0 0,0 0 1 0 0,-2-5-1 0 0,-25 0 10 0 0,-4 8 0 0 0,18 4 0 0 0,0 0 0 0 0,0 0 0 0 0,0 2 0 0 0,1 0 0 0 0,0 0-1 0 0,-23 16 1 0 0,-4 1 15 0 0,24-16 11 0 0,0 1 1 0 0,1 1 0 0 0,0 1 0 0 0,-21 18-1 0 0,31-17-27 0 0,5-10-3 0 0,0-1-1 0 0,0 0 0 0 0,0 1 0 0 0,0-1 1 0 0,0 1-1 0 0,0-1 0 0 0,0 1 0 0 0,0-1 1 0 0,0 0-1 0 0,0 1 0 0 0,0-1 1 0 0,-1 1-1 0 0,1-1 0 0 0,0 0 0 0 0,0 1 1 0 0,-1-1-1 0 0,1 0 0 0 0,0 1 0 0 0,0-1 1 0 0,-1 0-1 0 0,1 1 0 0 0,0-1 0 0 0,-1 0 1 0 0,1 0-1 0 0,-1 1 0 0 0,1-1 1 0 0,-1 0-1 0 0,-1 1-17 0 0,1-1 19 0 0,-1 0-1 0 0,1 0 1 0 0,0 0 0 0 0,-1 0-1 0 0,1 1 1 0 0,0-1-1 0 0,0 1 1 0 0,-1-1-1 0 0,1 0 1 0 0,0 1 0 0 0,0 0-1 0 0,0-1 1 0 0,0 1-1 0 0,-1 0 1 0 0,1 0 0 0 0,0-1-1 0 0,0 1 1 0 0,1 0-1 0 0,-1 0 1 0 0,-1 2-1 0 0,2-2 5 0 0,1-1-1 0 0,-1 1 1 0 0,1 0-1 0 0,0 0 0 0 0,-1 0 1 0 0,1 0-1 0 0,0-1 1 0 0,0 1-1 0 0,-1 0 0 0 0,1 0 1 0 0,0-1-1 0 0,0 1 1 0 0,0-1-1 0 0,0 1 0 0 0,0-1 1 0 0,0 1-1 0 0,0-1 0 0 0,0 0 1 0 0,0 1-1 0 0,0-1 1 0 0,0 0-1 0 0,0 0 0 0 0,2 0 1 0 0,2 2 16 0 0,-2 0 16 0 0,3 1 1 0 0,-1 0 0 0 0,1 0 0 0 0,0 0 0 0 0,0-1 0 0 0,0 1 0 0 0,0-2 0 0 0,1 1 1 0 0,-1-1-1 0 0,13 2 0 0 0,85 11 19 0 0,-59-10-1111 0 0,78-3 0 0 0,-99-2-924 0 0,1-2 0 0 0,-1 0 1 0 0,0-2-1 0 0,0 0 0 0 0,35-14 1 0 0,6-12-3035 0 0</inkml:trace>
</inkml:ink>
</file>

<file path=ppt/ink/ink2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06T18:23:44.97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394 0 480 0 0,'0'1'50'0'0,"1"0"0"0"0,-1-1-1 0 0,1 1 1 0 0,0 0 0 0 0,-1-1-1 0 0,1 1 1 0 0,0-1 0 0 0,-1 1 0 0 0,1-1-1 0 0,0 1 1 0 0,0-1 0 0 0,0 1-1 0 0,0-1 1 0 0,-1 0 0 0 0,1 0-1 0 0,0 1 1 0 0,0-1 0 0 0,2 0 0 0 0,-1 1 144 0 0,-20-4 695 0 0,-21 0-89 0 0,0 2 1 0 0,0 2-1 0 0,0 1 0 0 0,0 2 1 0 0,-60 15-1 0 0,93-18-706 0 0,5-1-78 0 0,-1 0 0 0 0,1 0-1 0 0,0 0 1 0 0,0 0-1 0 0,-1 0 1 0 0,1 0 0 0 0,0 0-1 0 0,0 1 1 0 0,0-1 0 0 0,-1 0-1 0 0,1 1 1 0 0,0-1-1 0 0,0 1 1 0 0,0 0 0 0 0,0-1-1 0 0,0 1 1 0 0,0 0-1 0 0,0 0 1 0 0,0-1 0 0 0,0 1-1 0 0,0 0 1 0 0,-1 2 0 0 0,2-2-10 0 0,0-1 1 0 0,0 1 0 0 0,0-1 0 0 0,0 1 0 0 0,-1-1 0 0 0,1 1 0 0 0,0-1 0 0 0,0 1 0 0 0,0-1 0 0 0,-1 1-1 0 0,1-1 1 0 0,0 1 0 0 0,-1-1 0 0 0,1 0 0 0 0,0 1 0 0 0,-1-1 0 0 0,1 0 0 0 0,-1 1 0 0 0,1-1 0 0 0,0 0-1 0 0,-1 1 1 0 0,1-1 0 0 0,-1 0 0 0 0,1 0 0 0 0,-1 1 0 0 0,1-1 0 0 0,-1 0 0 0 0,1 0 0 0 0,-1 0 0 0 0,1 0-1 0 0,-1 0 1 0 0,0 0 0 0 0,1 1 0 0 0,-1-1 0 0 0,0-1 0 0 0,0 1-1 0 0,0 0 1 0 0,1 0-1 0 0,-1 0 1 0 0,0 0-1 0 0,0 1 1 0 0,1-1-1 0 0,-1 0 1 0 0,0 0-1 0 0,1 0 0 0 0,-1 1 1 0 0,0-1-1 0 0,1 0 1 0 0,-1 1-1 0 0,0-1 1 0 0,1 1-1 0 0,-1-1 1 0 0,0 0-1 0 0,1 1 1 0 0,-1-1-1 0 0,1 1 0 0 0,-1 0 1 0 0,1-1-1 0 0,-1 1 1 0 0,1-1-1 0 0,0 1 1 0 0,-1 0-1 0 0,1-1 1 0 0,0 1-1 0 0,-1 0 1 0 0,1-1-1 0 0,0 1 0 0 0,0 0 1 0 0,0 0-1 0 0,0-1 1 0 0,-1 1-1 0 0,1 0 1 0 0,0 1-1 0 0,0-1 8 0 0,0 0 0 0 0,0 1 0 0 0,0-1 0 0 0,0 0 0 0 0,0 1 0 0 0,-1-1 0 0 0,1 0 0 0 0,0 1 0 0 0,-1-1 0 0 0,1 0 0 0 0,-1 0 0 0 0,0 1 0 0 0,1-1 0 0 0,-1 0 0 0 0,0 0 0 0 0,0 0 0 0 0,1 0 0 0 0,-1 0 0 0 0,0 0 0 0 0,0 0 0 0 0,0 0 0 0 0,0-1 0 0 0,-2 2 0 0 0,1-1 12 0 0,1 0 0 0 0,0 0 0 0 0,0 0 0 0 0,0 0 0 0 0,0 0 0 0 0,0 0 0 0 0,0 0 0 0 0,0 0 0 0 0,0 0 0 0 0,0 1 0 0 0,0-1 0 0 0,1 0 0 0 0,-1 0 0 0 0,0 1 0 0 0,1-1 0 0 0,-1 1 0 0 0,1-1 0 0 0,-1 1 0 0 0,1-1 0 0 0,0 0 0 0 0,0 1 0 0 0,0-1 0 0 0,0 3 1 0 0,-1 7 192 0 0,1-8-140 0 0,0 0 1 0 0,-1 0-1 0 0,1 1 1 0 0,0-1-1 0 0,1 0 1 0 0,-1 0 0 0 0,1 1-1 0 0,-1-1 1 0 0,1 0-1 0 0,0 0 1 0 0,2 5-1 0 0,3-1 174 0 0,1 0 0 0 0,-1-1 1 0 0,15 11-1 0 0,-6-5-65 0 0,-11-9-173 0 0,0-1 0 0 0,0 1 0 0 0,0-1 0 0 0,0 0 0 0 0,1 0 0 0 0,-1 0 0 0 0,1-1 0 0 0,-1 0-1 0 0,1 0 1 0 0,0 0 0 0 0,9 1 0 0 0,59-2-1022 0 0,-45-1 234 0 0,-3 1-1675 0 0,48-7 1 0 0,-35-1-488 0 0</inkml:trace>
</inkml:ink>
</file>

<file path=ppt/ink/ink2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06T18:23:45.83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24 48 160 0 0,'0'0'747'0'0,"1"1"-634"0"0,-1-1-1 0 0,0 1 1 0 0,0-1 0 0 0,0 1-1 0 0,1-1 1 0 0,-1 1 0 0 0,0-1 0 0 0,0 0-1 0 0,0 1 1 0 0,0-1 0 0 0,0 1-1 0 0,0-1 1 0 0,0 1 0 0 0,0-1-1 0 0,0 1 1 0 0,0-1 0 0 0,0 1-1 0 0,-1-1 1 0 0,1 1 0 0 0,0-1-1 0 0,0 1 1 0 0,0-1 0 0 0,0 0-1 0 0,-1 1 1 0 0,1-1 0 0 0,0 1 0 0 0,-1-1-1 0 0,1 0 1 0 0,0 1 0 0 0,-1-1-1 0 0,1 0 1 0 0,0 1 0 0 0,-1-1-1 0 0,1 0 1 0 0,0 0 0 0 0,-1 1-1 0 0,0-1 1 0 0,-3 1-32 0 0,-10 2 1171 0 0,37-2 2764 0 0,-17-2-2962 0 0,62-6 1299 0 0,16-4-624 0 0,-72 9-1674 0 0,0 0 0 0 0,1 0 0 0 0,20 1 0 0 0,-27 2-360 0 0,1-1 1 0 0,0 0 0 0 0,0-1 0 0 0,0 0-1 0 0,-1 0 1 0 0,1 0 0 0 0,7-3-1 0 0,13-12-4523 0 0,-11 4 639 0 0,12 5 868 0 0</inkml:trace>
</inkml:ink>
</file>

<file path=ppt/ink/ink2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06T18:23:46.29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6 80 0 0,'0'0'3375'0'0,"-1"-1"-1312"0"0,8-3-1418 0 0,47 3 2463 0 0,-48 1-1587 0 0,-1 0-67 0 0,27 3 27 0 0,0 2 0 0 0,34 9 0 0 0,-43-9-1242 0 0,40 12 148 0 0,-46-12-2023 0 0,1 0-1 0 0,20 2 1 0 0,-11-4-2846 0 0,-27-3 4364 0 0,0 0 0 0 0,0 0-1 0 0,1 0 1 0 0,-1 0 0 0 0,0 0 0 0 0,0 0 0 0 0,1 0 0 0 0,-1 0 0 0 0,0 0 0 0 0,0 0 0 0 0,0 0 0 0 0,0 0 0 0 0,1 0 0 0 0,-1 0 0 0 0,0 0 0 0 0,0 0 0 0 0,0 1 0 0 0,1-1 0 0 0,-1 0 0 0 0,0 0-1 0 0,0 0 1 0 0,0 0 0 0 0,0 0 0 0 0,0 1 0 0 0,1-1 0 0 0,-1 0 0 0 0,0 0 0 0 0,0 0 0 0 0,0 0 0 0 0,0 1 0 0 0,0-1 0 0 0,0 0 0 0 0,0 0 0 0 0,0 0 0 0 0,0 1 0 0 0,0-1 0 0 0,0 0 0 0 0,0 0 0 0 0,0 1-1 0 0</inkml:trace>
</inkml:ink>
</file>

<file path=ppt/ink/ink2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06T18:23:51.11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0 262 400 0 0,'6'-1'702'0'0,"-5"1"-579"0"0,-1 0-1 0 0,1 0 0 0 0,0 0 0 0 0,0 0 0 0 0,0-1 1 0 0,0 1-1 0 0,0 0 0 0 0,0 0 0 0 0,0 0 0 0 0,-1-1 1 0 0,1 1-1 0 0,0-1 0 0 0,0 1 0 0 0,0 0 0 0 0,-1-1 1 0 0,1 1-1 0 0,0-1 0 0 0,0 0 0 0 0,-1 1 1 0 0,1-1-1 0 0,-1 0 0 0 0,1 1 0 0 0,0-1 0 0 0,-1 0 1 0 0,0 1-1 0 0,2-3 0 0 0,3 2 1839 0 0,-5 1-1743 0 0,2 0-40 0 0,-1 1 0 0 0,1-1 1 0 0,-1 0-1 0 0,1 0 1 0 0,-1 0-1 0 0,1 0 0 0 0,-1 0 1 0 0,0 0-1 0 0,1-1 0 0 0,-1 1 1 0 0,1 0-1 0 0,-1-1 0 0 0,0 1 1 0 0,1-1-1 0 0,-1 0 0 0 0,3-2 3727 0 0,-4-12-1890 0 0,0 13-1985 0 0,1 1 1 0 0,-1 0-1 0 0,0-1 1 0 0,1 1 0 0 0,-1 0-1 0 0,1-1 1 0 0,-1 1-1 0 0,1 0 1 0 0,-1 0 0 0 0,1 0-1 0 0,0-1 1 0 0,0 1-1 0 0,0 0 1 0 0,0 0-1 0 0,-1 0 1 0 0,1 0 0 0 0,1 1-1 0 0,-1-1 1 0 0,0 0-1 0 0,0 0 1 0 0,2-1 0 0 0,6-5 109 0 0,6-13 186 0 0,9-8-25 0 0,6 1 29 0 0,2 2-1 0 0,40-25 0 0 0,-62 44-195 0 0,0 0 1 0 0,1 1-1 0 0,0 0 0 0 0,-1 1 1 0 0,1 0-1 0 0,1 1 1 0 0,-1 0-1 0 0,0 1 0 0 0,1 0 1 0 0,0 1-1 0 0,-1 0 1 0 0,16 1-1 0 0,-22 0-59 0 0,0 1 1 0 0,-1 0-1 0 0,1 0 0 0 0,-1 1 1 0 0,1-1-1 0 0,-1 1 0 0 0,0 0 1 0 0,1 0-1 0 0,-1 1 1 0 0,0-1-1 0 0,-1 1 0 0 0,1 0 1 0 0,0 0-1 0 0,-1 0 0 0 0,1 0 1 0 0,3 6-1 0 0,4 5 106 0 0,-1 1-1 0 0,-1 0 1 0 0,9 19 0 0 0,-10-18-13 0 0,1 0 0 0 0,16 23 0 0 0,-21-35-168 0 0,-1 1 0 0 0,1 1 0 0 0,-1-1 0 0 0,0 0 0 0 0,0 1 0 0 0,-1 0 0 0 0,1-1 0 0 0,-1 1 0 0 0,-1 0 0 0 0,1 0 0 0 0,-1 1 0 0 0,0-1 0 0 0,0 0 0 0 0,-1 0 0 0 0,0 0 0 0 0,-1 13 0 0 0,2-11 49 0 0,-1 1 1 0 0,-1 0-1 0 0,0-1 0 0 0,-3 14 1 0 0,3-18-37 0 0,-1 0-1 0 0,0 1 1 0 0,0-1-1 0 0,0-1 1 0 0,-1 1 0 0 0,0 0-1 0 0,1 0 1 0 0,-1-1 0 0 0,-4 4-1 0 0,2-1 7 0 0,0 0-1 0 0,1 0 0 0 0,0 0 1 0 0,-4 10-1 0 0,5-11-4 0 0,1 0-1 0 0,-1 0 1 0 0,0 0-1 0 0,0-1 1 0 0,-1 1-1 0 0,1-1 1 0 0,-1 0-1 0 0,0 0 0 0 0,0 0 1 0 0,-8 6-1 0 0,-1-3 21 0 0,0 0-1 0 0,-1-1 0 0 0,-26 8 1 0 0,18-7 86 0 0,-34 16 0 0 0,42-17-126 0 0,0 0 0 0 0,-1-1 0 0 0,1 0 0 0 0,-1-2 0 0 0,0 0 0 0 0,0 0 0 0 0,0-1 0 0 0,-26-1 1 0 0,41-1-21 0 0,-1 0 0 0 0,1-1 1 0 0,0 1-1 0 0,-1 0 0 0 0,1-1 1 0 0,-1 1-1 0 0,1 0 1 0 0,0-1-1 0 0,-1 1 0 0 0,1-1 1 0 0,0 1-1 0 0,0 0 1 0 0,-1-1-1 0 0,1 1 0 0 0,0-1 1 0 0,0 1-1 0 0,0-1 1 0 0,-1 1-1 0 0,1-1 0 0 0,0 1 1 0 0,0-1-1 0 0,0 1 0 0 0,0-1 1 0 0,0 1-1 0 0,0-1 1 0 0,0 1-1 0 0,0-2 0 0 0,1-18-300 0 0,-1 17 329 0 0,0 2-8 0 0,0-1 0 0 0,0 1 0 0 0,0 0 1 0 0,1-1-1 0 0,-1 1 0 0 0,0 0 0 0 0,1 0 0 0 0,-1 0 0 0 0,1-1 1 0 0,-1 1-1 0 0,1 0 0 0 0,-1 0 0 0 0,1 0 0 0 0,0 0 0 0 0,0 0 0 0 0,0 0 1 0 0,-1 0-1 0 0,1 0 0 0 0,0 0 0 0 0,0 1 0 0 0,0-1 0 0 0,0 0 1 0 0,0 1-1 0 0,1-1 0 0 0,-1 0 0 0 0,0 1 0 0 0,1-1 0 0 0,5-3-19 0 0,-7 4 20 0 0,1 0-1 0 0,-1 0 1 0 0,1-1-1 0 0,-1 1 1 0 0,0 0 0 0 0,1-1-1 0 0,-1 1 1 0 0,0 0 0 0 0,1-1-1 0 0,-1 1 1 0 0,0 0-1 0 0,1-1 1 0 0,-1 1 0 0 0,0-1-1 0 0,0 1 1 0 0,0-1 0 0 0,1 1-1 0 0,-1 0 1 0 0,0-1-1 0 0,0 1 1 0 0,0-1 0 0 0,0 1-1 0 0,0-1 1 0 0,0 1 0 0 0,0-1-1 0 0,0 0 1 0 0,0 1 0 0 0,0-1 0 0 0,0 1 0 0 0,0-1 0 0 0,0 1 0 0 0,0 0 0 0 0,0-1 0 0 0,0 1 0 0 0,0-1 0 0 0,0 1 0 0 0,1 0 0 0 0,-1-1 0 0 0,0 1 0 0 0,0 0 0 0 0,0-1-1 0 0,0 1 1 0 0,1 0 0 0 0,-1-1 0 0 0,0 1 0 0 0,0 0 0 0 0,1-1 0 0 0,-1 1 0 0 0,0 0 0 0 0,0-1 0 0 0,1 1 0 0 0,-1 0 0 0 0,1-1 0 0 0,26-6-89 0 0,-21 7 99 0 0,1 0 0 0 0,-1 0-1 0 0,0 1 1 0 0,1 0 0 0 0,-1 0 0 0 0,0 0 0 0 0,0 1 0 0 0,8 3 0 0 0,53 25 261 0 0,-55-22-194 0 0,0 0-1 0 0,0 0 1 0 0,-1 1 0 0 0,0 0-1 0 0,10 12 1 0 0,30 24 51 0 0,-41-39-252 0 0,-9-5 52 0 0,1 0-1 0 0,-1-1 1 0 0,1 1 0 0 0,-1 0 0 0 0,0 0 0 0 0,1 0 0 0 0,-1 0 0 0 0,0 0 0 0 0,0 0 0 0 0,0 0 0 0 0,0 1 0 0 0,0-1 0 0 0,0 0 0 0 0,0 1 0 0 0,0-1 0 0 0,0 0 0 0 0,-1 1 0 0 0,1-1 0 0 0,0 1 0 0 0,-1-1 0 0 0,1 3 0 0 0,-1-1-2365 0 0,0-17-4127 0 0,0 12 5359 0 0,0-20-3273 0 0,0-9 254 0 0</inkml:trace>
</inkml:ink>
</file>

<file path=ppt/ink/ink2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06T18:23:51.65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518 75 320 0 0,'0'0'1094'0'0,"2"-2"460"0"0,-9-2-1160 0 0,-16-7 834 0 0,15 7-807 0 0,0 0 0 0 0,1 1 1 0 0,-1 0-1 0 0,0 1 0 0 0,-1-1 0 0 0,1 2 0 0 0,0-1 1 0 0,-1 1-1 0 0,1 0 0 0 0,0 1 0 0 0,-16 1 0 0 0,-57 8 2334 0 0,-110 27 0 0 0,182-33-2661 0 0,0-1 1 0 0,0 1 0 0 0,1 0-1 0 0,-1 1 1 0 0,1 0 0 0 0,0 0 0 0 0,0 1-1 0 0,0 0 1 0 0,-13 12 0 0 0,20-16-89 0 0,0 1 1 0 0,0 0 0 0 0,0 0-1 0 0,1 0 1 0 0,-1 0 0 0 0,0 0-1 0 0,1 0 1 0 0,-1 0 0 0 0,1 0-1 0 0,0 0 1 0 0,0 0 0 0 0,0 0-1 0 0,0 0 1 0 0,0 0 0 0 0,0 0-1 0 0,1 1 1 0 0,-1-1 0 0 0,1 0-1 0 0,-1 0 1 0 0,1 0 0 0 0,0-1-1 0 0,0 1 1 0 0,1 3 0 0 0,6 0 17 0 0,-7-4-17 0 0,0-1 1 0 0,0 1-1 0 0,1 0 1 0 0,-1 0-1 0 0,0-1 1 0 0,0 1 0 0 0,0 0-1 0 0,0 0 1 0 0,0 0-1 0 0,0 0 1 0 0,0 0 0 0 0,-1 0-1 0 0,1 0 1 0 0,0 1-1 0 0,0-1 1 0 0,-1 0-1 0 0,1 0 1 0 0,-1 1 0 0 0,1-1-1 0 0,-1 0 1 0 0,0 1-1 0 0,1-1 1 0 0,-1 0 0 0 0,0 2-1 0 0,1 0 4 0 0,-1 0-1 0 0,1 0 0 0 0,0 0 0 0 0,0-1 1 0 0,0 1-1 0 0,0 0 0 0 0,1-1 1 0 0,-1 1-1 0 0,1-1 0 0 0,0 0 1 0 0,-1 1-1 0 0,1-1 0 0 0,0 0 1 0 0,0 0-1 0 0,0 0 0 0 0,1 0 1 0 0,-1 0-1 0 0,0-1 0 0 0,1 1 0 0 0,-1-1 1 0 0,1 1-1 0 0,0-1 0 0 0,-1 0 1 0 0,4 1-1 0 0,6 2 6 0 0,0 1-1 0 0,0-2 1 0 0,23 5-1 0 0,-15-7-102 0 0,1 0-1 0 0,0-1 1 0 0,0 0-1 0 0,-1-2 1 0 0,1-1-1 0 0,34-8 0 0 0,-33 6-19 0 0,2-2-128 0 0,-1 0 1 0 0,0-2-1 0 0,35-18 1 0 0,-23 10 78 0 0,-25 12 118 0 0,-3 2 3 0 0,0 0 0 0 0,0 0 0 0 0,0-1 0 0 0,10-8 0 0 0,-16 11 31 0 0,1-1 1 0 0,-1 1-1 0 0,0-1 1 0 0,0 0-1 0 0,0 0 1 0 0,0 1-1 0 0,0-1 1 0 0,0 0-1 0 0,0 0 1 0 0,0-2-1 0 0,3-7 3 0 0,6-2-9 0 0,-9 12 8 0 0,0 0 1 0 0,1 0 0 0 0,-1 0-1 0 0,0 0 1 0 0,0 0-1 0 0,0 0 1 0 0,0-1 0 0 0,-1 1-1 0 0,1 0 1 0 0,0 0-1 0 0,0-1 1 0 0,-1 1 0 0 0,1-1-1 0 0,-1 1 1 0 0,1 0-1 0 0,-1-1 1 0 0,0 1 0 0 0,1-1-1 0 0,-1 1 1 0 0,0-1-1 0 0,0 1 1 0 0,0-1 0 0 0,0 1-1 0 0,0-1 1 0 0,0 1-1 0 0,-1-1 1 0 0,1 1 0 0 0,0-1-1 0 0,-1 1 1 0 0,0-2-1 0 0,-4-2 7 0 0,1 0 0 0 0,-1 1 0 0 0,0-1 0 0 0,-1 1 0 0 0,1 0-1 0 0,-1 1 1 0 0,0-1 0 0 0,0 1 0 0 0,0 0 0 0 0,-12-4 0 0 0,-62-15 48 0 0,62 18-1198 0 0,0 0-1 0 0,0 2 1 0 0,0 0-1 0 0,0 1 0 0 0,0 1 1 0 0,0 0-1 0 0,-20 4 1 0 0,33-3-2790 0 0</inkml:trace>
</inkml:ink>
</file>

<file path=ppt/ink/ink2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06T18:23:52.16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287 42 1040 0 0,'-12'-2'775'0'0,"1"2"0"0"0,0-1 0 0 0,-1 1-1 0 0,1 1 1 0 0,0 0 0 0 0,-21 4-1 0 0,8 1 625 0 0,1 1-1 0 0,-26 11 0 0 0,46-17-1219 0 0,0 1 1 0 0,0-1-1 0 0,0 1 0 0 0,0 0 0 0 0,0 0 1 0 0,0 0-1 0 0,1 1 0 0 0,-1-1 0 0 0,1 0 0 0 0,-3 4 1 0 0,2-3 33 0 0,0 1 1 0 0,0-1 0 0 0,0 0 0 0 0,-1 0 0 0 0,-7 5 0 0 0,7-6-94 0 0,-17 13 334 0 0,21-14-427 0 0,-1 0 0 0 0,0-1 0 0 0,1 1 1 0 0,0-1-1 0 0,-1 1 0 0 0,1 0 0 0 0,-1 0 0 0 0,1-1 0 0 0,0 1 0 0 0,0 0 0 0 0,-1 0 0 0 0,1-1 0 0 0,0 1 0 0 0,0 0 0 0 0,0 0 0 0 0,0-1 1 0 0,0 1-1 0 0,0 0 0 0 0,0 0 0 0 0,0 0 0 0 0,0-1 0 0 0,0 1 0 0 0,0 0 0 0 0,1 0 0 0 0,-1-1 0 0 0,0 1 0 0 0,0 0 0 0 0,1 0 0 0 0,-1-1 1 0 0,1 1-1 0 0,0 1 0 0 0,21 25 973 0 0,-13-4-397 0 0,-8-20-539 0 0,0 0-1 0 0,0 1 0 0 0,1-1 0 0 0,-1 0 0 0 0,1 0 0 0 0,0 0 0 0 0,-1 0 0 0 0,2 0 0 0 0,-1-1 1 0 0,0 1-1 0 0,3 2 0 0 0,4 2 115 0 0,0 0 0 0 0,1 0 1 0 0,-1-1-1 0 0,1 0 0 0 0,0-1 1 0 0,1 0-1 0 0,16 5 0 0 0,-21-7-162 0 0,1-2-1 0 0,-1 1 0 0 0,1 0 0 0 0,-1-1 0 0 0,1-1 0 0 0,-1 1 1 0 0,1-1-1 0 0,0 0 0 0 0,-1 0 0 0 0,1-1 0 0 0,0 0 0 0 0,-1 0 1 0 0,1 0-1 0 0,6-4 0 0 0,0 1-24 0 0,-1 0 0 0 0,24-5 0 0 0,-26 7 3 0 0,0 0 0 0 0,0-1 0 0 0,0 0 0 0 0,0 0 0 0 0,-1-1 0 0 0,1 0 1 0 0,-1-1-1 0 0,10-7 0 0 0,-9 5 6 0 0,28-24 0 0 0,-36 29 0 0 0,0-1 0 0 0,-1 1 0 0 0,1 0 0 0 0,-1-1 0 0 0,1 1 0 0 0,-1 0 0 0 0,0-1 0 0 0,0 0 0 0 0,0 1 0 0 0,0-1 0 0 0,0 0 0 0 0,-1 1 0 0 0,1-1 0 0 0,-1 0 0 0 0,1-3 0 0 0,-1-4 3 0 0,0 8-18 0 0,1-1 0 0 0,-1 0 1 0 0,0 0-1 0 0,0 1 1 0 0,0-1-1 0 0,0 0 0 0 0,-1 0 1 0 0,1 0-1 0 0,-1 1 0 0 0,1-1 1 0 0,-1 0-1 0 0,0 1 0 0 0,0-1 1 0 0,0 1-1 0 0,0-1 0 0 0,-1 1 1 0 0,1-1-1 0 0,-1 1 1 0 0,1 0-1 0 0,-1 0 0 0 0,0 0 1 0 0,0 0-1 0 0,0 0 0 0 0,0 0 1 0 0,0 0-1 0 0,0 0 0 0 0,-1 1 1 0 0,1 0-1 0 0,-1-1 1 0 0,1 1-1 0 0,-1 0 0 0 0,-2-1 1 0 0,-153-63-5282 0 0,66 41-213 0 0</inkml:trace>
</inkml:ink>
</file>

<file path=ppt/ink/ink2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06T18:23:53.07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386 81 640 0 0,'126'-43'5633'0'0,"-94"30"-4543"0"0,-31 13-1068 0 0,-1 0-1 0 0,0 0 0 0 0,0 0 1 0 0,1-1-1 0 0,-1 1 0 0 0,0 0 0 0 0,0 0 1 0 0,1 0-1 0 0,-1 0 0 0 0,0 0 1 0 0,0-1-1 0 0,1 1 0 0 0,-1 0 1 0 0,0 0-1 0 0,0 0 0 0 0,0-1 0 0 0,0 1 1 0 0,1 0-1 0 0,-1 0 0 0 0,0-1 1 0 0,0 1-1 0 0,0 0 0 0 0,0 0 1 0 0,0-1-1 0 0,0 1 0 0 0,0 0 0 0 0,0-1 1 0 0,0 1-1 0 0,1 0 0 0 0,-1 0 1 0 0,0-1-1 0 0,0 1 0 0 0,-1 0 1 0 0,1-1-1 0 0,0 1 0 0 0,0 0 1 0 0,0-1 4 0 0,0 1 1 0 0,0 0 0 0 0,0 0 0 0 0,0-1 0 0 0,0 1 0 0 0,0 0 0 0 0,0 0 0 0 0,0-1 0 0 0,0 1 0 0 0,0 0 0 0 0,0 0 0 0 0,0-1 0 0 0,0 1 0 0 0,0 0 0 0 0,0 0 0 0 0,0 0 0 0 0,1-1 0 0 0,-1 1 0 0 0,0 0 0 0 0,0 0-1 0 0,0 0 1 0 0,0-1 0 0 0,0 1 0 0 0,1 0 0 0 0,-1 0 0 0 0,0 0 0 0 0,0-1 0 0 0,0 1 0 0 0,0 0 0 0 0,1 0 0 0 0,-1 0 0 0 0,0 0 0 0 0,0 0 0 0 0,1 0 0 0 0,-1 0 0 0 0,0-1 0 0 0,0 1 0 0 0,0 0 0 0 0,1 0 0 0 0,-1 0-1 0 0,0 0 1 0 0,0 0 0 0 0,1 0 0 0 0,-1 0 0 0 0,13-2 157 0 0,-8 1 239 0 0,-9 0 48 0 0,-10-1-121 0 0,6 1-157 0 0,0 0 0 0 0,0 1 0 0 0,-1-1 1 0 0,1 2-1 0 0,0-1 0 0 0,0 1 0 0 0,0 0 1 0 0,0 1-1 0 0,-11 3 0 0 0,-5 4 114 0 0,-37 19 0 0 0,37-16-145 0 0,-101 47 171 0 0,120-56-314 0 0,0 0 1 0 0,0 1-1 0 0,1-1 1 0 0,-1 1-1 0 0,1 0 1 0 0,0 0-1 0 0,0 0 1 0 0,1 1-1 0 0,-6 6 1 0 0,-14 18 225 0 0,-4-4 3 0 0,-29 31-17 0 0,51-50-198 0 0,1 0-1 0 0,-1 1 1 0 0,1-1 0 0 0,1 1 0 0 0,-1 0 0 0 0,1 0-1 0 0,0 0 1 0 0,-2 9 0 0 0,-6 53 314 0 0,4-37-167 0 0,1-10 41 0 0,1 0 1 0 0,1 0 0 0 0,-1 38 0 0 0,5 157 418 0 0,0-213-724 0 0,0-1 0 0 0,0 1 0 0 0,0 0 0 0 0,0-1 0 0 0,1 1 0 0 0,0-1 0 0 0,-1 1 0 0 0,3 5 0 0 0,-2-8-30 0 0,1 1 0 0 0,-1-1 0 0 0,0 1 0 0 0,0-1 0 0 0,1 0 0 0 0,-1 1 0 0 0,1-1 0 0 0,-1 0 1 0 0,1 0-1 0 0,0 0 0 0 0,-1-1 0 0 0,1 1 0 0 0,0 0 0 0 0,-1 0 0 0 0,1-1 0 0 0,0 1 0 0 0,0-1 0 0 0,2 1 0 0 0,46 4-4181 0 0,-13-9-2148 0 0</inkml:trace>
</inkml:ink>
</file>

<file path=ppt/ink/ink2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06T18:23:53.85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14 160 0 0,'21'-5'1898'0'0,"-14"3"-1260"0"0,0 0 0 0 0,0 0 0 0 0,1 1 0 0 0,-1 0 0 0 0,1 1 0 0 0,-1 0 0 0 0,0 0 0 0 0,1 0 0 0 0,-1 1 0 0 0,1 0-1 0 0,-1 0 1 0 0,9 4 0 0 0,0 1-195 0 0,-1 1-1 0 0,0 1 0 0 0,0 0 0 0 0,0 1 1 0 0,-1 1-1 0 0,24 21 0 0 0,-19-13 172 0 0,-1 1-1 0 0,-1 1 0 0 0,23 32 1 0 0,-35-44-448 0 0,0 0-1 0 0,-1 0 1 0 0,0 1 0 0 0,0-1 0 0 0,-1 1 0 0 0,0 0 0 0 0,0 0 0 0 0,1 11 0 0 0,-2 1 100 0 0,0 1 0 0 0,-2 24 0 0 0,-1-11-90 0 0,1-18-99 0 0,-1 0 0 0 0,0 0 0 0 0,-2 0-1 0 0,0 0 1 0 0,-1 0 0 0 0,0 0-1 0 0,-13 27 1 0 0,10-21-18 0 0,0 0 0 0 0,1 0 0 0 0,1 1 0 0 0,1-1 0 0 0,2 1 0 0 0,0 0 0 0 0,3 41 0 0 0,-1-64-64 0 0,0 1-128 0 0,-1-1-1 0 0,1 0 1 0 0,0 1-1 0 0,-1-1 1 0 0,1 1 0 0 0,0-1-1 0 0,-1 0 1 0 0,0 0-1 0 0,1 1 1 0 0,-1-1 0 0 0,0 0-1 0 0,0 0 1 0 0,0 0-1 0 0,1 1 1 0 0,-1-1 0 0 0,0 0-1 0 0,-1-1 1 0 0,1 1-1 0 0,0 0 1 0 0,0 0 0 0 0,0 0-1 0 0,0 0 1 0 0,-1-1-1 0 0,-1 2 1 0 0,19-8-4723 0 0,-15 6 4614 0 0,-1-1 0 0 0,1 1 0 0 0,-1 0 0 0 0,0-1-1 0 0,1 1 1 0 0,-1-1 0 0 0,1 1 0 0 0,-1-1-1 0 0,0 1 1 0 0,0-1 0 0 0,1 1 0 0 0,-1-1-1 0 0,0 1 1 0 0,0-1 0 0 0,1 1 0 0 0,-1-1-1 0 0,0 1 1 0 0,0-1 0 0 0,0 0 0 0 0,0 1-1 0 0,0-1 1 0 0,0 1 0 0 0,0-1 0 0 0,0 0-1 0 0</inkml:trace>
</inkml:ink>
</file>

<file path=ppt/ink/ink2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06T18:23:54.53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70 880 0 0,'-1'-1'170'0'0,"1"-1"0"0"0,0 1-1 0 0,0-1 1 0 0,0 1-1 0 0,1-1 1 0 0,-1 1 0 0 0,0-1-1 0 0,1 1 1 0 0,-1-1-1 0 0,0 1 1 0 0,1-1 0 0 0,0 1-1 0 0,-1 0 1 0 0,1-1-1 0 0,0 1 1 0 0,0 0-1 0 0,0-1 1 0 0,0 1 0 0 0,0 0-1 0 0,0 0 1 0 0,0 0-1 0 0,0 0 1 0 0,0 0 0 0 0,0 0-1 0 0,1 0 1 0 0,-1 1-1 0 0,0-1 1 0 0,2 0 0 0 0,3-3 100 0 0,-6 4-209 0 0,1 0-1 0 0,-1 0 1 0 0,0-1-1 0 0,1 1 0 0 0,-1 0 1 0 0,0 0-1 0 0,0 0 0 0 0,1-1 1 0 0,-1 1-1 0 0,0 0 1 0 0,1-1-1 0 0,-1 1 0 0 0,0 0 1 0 0,0-1-1 0 0,0 1 0 0 0,1 0 1 0 0,-1-1-1 0 0,0 1 0 0 0,0 0 1 0 0,0-1-1 0 0,0 1 1 0 0,0 0-1 0 0,0-1 0 0 0,0 1 1 0 0,1-1-1 0 0,-1 1 0 0 0,0-1 1 0 0,0 1-26 0 0,0 0 1 0 0,0-1 0 0 0,0 1 0 0 0,0 0-1 0 0,0 0 1 0 0,0-1 0 0 0,0 1-1 0 0,0 0 1 0 0,0 0 0 0 0,0-1-1 0 0,0 1 1 0 0,0 0 0 0 0,0 0-1 0 0,0-1 1 0 0,1 1 0 0 0,-1 0-1 0 0,0 0 1 0 0,0 0 0 0 0,0-1 0 0 0,0 1-1 0 0,1 0 1 0 0,-1 0 0 0 0,0 0-1 0 0,0-1 1 0 0,0 1 0 0 0,1 0-1 0 0,-1 0 1 0 0,0 0 0 0 0,0 0-1 0 0,1 0 1 0 0,-1 0 0 0 0,1 0-1 0 0,9-4 423 0 0,0 1 0 0 0,0 1 0 0 0,0 0-1 0 0,0 0 1 0 0,0 1 0 0 0,1 1 0 0 0,-1-1-1 0 0,1 2 1 0 0,-1-1 0 0 0,0 2-1 0 0,1-1 1 0 0,12 5 0 0 0,-6-2-220 0 0,0 1 1 0 0,0 1-1 0 0,-1 1 0 0 0,0 0 0 0 0,0 1 1 0 0,-1 1-1 0 0,19 13 0 0 0,-27-17-136 0 0,-1 0-1 0 0,1 1 0 0 0,-1 0 0 0 0,11 12 1 0 0,-15-14-48 0 0,0 0 1 0 0,0-1-1 0 0,0 1 0 0 0,0 0 1 0 0,-1 0-1 0 0,1 0 1 0 0,-1 1-1 0 0,0-1 1 0 0,-1 0-1 0 0,1 0 0 0 0,-1 1 1 0 0,0 6-1 0 0,0-5 39 0 0,0 0 0 0 0,-1 1 0 0 0,0-1 0 0 0,-1 0 1 0 0,1 0-1 0 0,-1 0 0 0 0,0 0 0 0 0,0 0 0 0 0,-1-1 0 0 0,0 1 0 0 0,0-1 0 0 0,0 0 0 0 0,-1 1 0 0 0,0-2 0 0 0,0 1 0 0 0,0 0 0 0 0,0-1 0 0 0,-1 1 0 0 0,0-1 0 0 0,0-1 0 0 0,0 1 0 0 0,0-1 0 0 0,0 0 0 0 0,-1 0 1 0 0,1 0-1 0 0,-1-1 0 0 0,-10 4 0 0 0,4-3-123 0 0,0 1 0 0 0,1-2 0 0 0,-1 0 0 0 0,0 0 0 0 0,0-1 1 0 0,0 0-1 0 0,0-1 0 0 0,0-1 0 0 0,0 0 0 0 0,0 0 0 0 0,0-1 1 0 0,0-1-1 0 0,-20-7 0 0 0,13 4 9 0 0,-12-5 13 0 0,30 10 12 0 0,0 1-1 0 0,0 0 1 0 0,0-1-1 0 0,0 1 1 0 0,0 0-1 0 0,1-1 1 0 0,-1 0 0 0 0,0 1-1 0 0,0-1 1 0 0,1 1-1 0 0,-1-1 1 0 0,0 0-1 0 0,1 1 1 0 0,-1-1 0 0 0,1 0-1 0 0,-1 0 1 0 0,1 1-1 0 0,-1-1 1 0 0,1 0 0 0 0,-1 0-1 0 0,1 0 1 0 0,-1-2-1 0 0,1 3 2 0 0,0-1-1 0 0,0 1 0 0 0,-1-1 1 0 0,1 1-1 0 0,0-1 1 0 0,-1 1-1 0 0,1-1 0 0 0,0 1 1 0 0,-1 0-1 0 0,1-1 0 0 0,-1 1 1 0 0,1-1-1 0 0,-1 1 1 0 0,1 0-1 0 0,-1-1 0 0 0,1 1 1 0 0,-1 0-1 0 0,1 0 0 0 0,-1-1 1 0 0,1 1-1 0 0,-1 0 1 0 0,1 0-1 0 0,-1 0 0 0 0,1 0 1 0 0,-1 0-1 0 0,0 0 0 0 0,1 0 1 0 0,-1 0-1 0 0,1 0 1 0 0,-1 0-1 0 0,0 0 0 0 0,1 0 1 0 0,-1 0-1 0 0,1 0 0 0 0,-2 1 1 0 0,2-1 2 0 0,-1 0 1 0 0,1 0-1 0 0,-1 0 0 0 0,1 0 1 0 0,-1 1-1 0 0,1-1 0 0 0,-1 0 1 0 0,1 0-1 0 0,-1 0 0 0 0,1 0 1 0 0,-1 0-1 0 0,1 0 0 0 0,-1-1 1 0 0,1 1-1 0 0,0 0 0 0 0,-1 0 1 0 0,1 0-1 0 0,-1 0 1 0 0,1 0-1 0 0,-1-1 0 0 0,1 1 1 0 0,-1 0-1 0 0,1 0 0 0 0,0-1 1 0 0,-1 1-1 0 0,1 0 0 0 0,0-1 1 0 0,-1 1-1 0 0,1 0 0 0 0,0-1 1 0 0,-1 1-1 0 0,1-1 0 0 0,0 3 14 0 0,0 1-1 0 0,0-1 0 0 0,1 1 0 0 0,0-1 0 0 0,-1 1 0 0 0,1-1 0 0 0,0 1 1 0 0,0-1-1 0 0,0 0 0 0 0,1 1 0 0 0,-1-1 0 0 0,0 0 0 0 0,1 0 0 0 0,-1 0 0 0 0,1 0 1 0 0,0 0-1 0 0,0-1 0 0 0,0 1 0 0 0,2 1 0 0 0,9 10 111 0 0,18 21 147 0 0,2-2 0 0 0,42 32 0 0 0,-62-54-327 0 0,1-1-1 0 0,0 0 1 0 0,0-1 0 0 0,1-1 0 0 0,0 0 0 0 0,0-1 0 0 0,1-1 0 0 0,-1 0 0 0 0,1-1 0 0 0,19 2-1 0 0,-4-3-1315 0 0,1-2 0 0 0,37-3 0 0 0,-40-1-1752 0 0,-1 0 0 0 0,39-11 0 0 0,-29-1-1792 0 0</inkml:trace>
</inkml:ink>
</file>

<file path=ppt/ink/ink2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06T18:23:56.55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24 148 320 0 0,'0'-2'649'0'0,"1"-17"1909"0"0,-1 18-2399 0 0,0 1 0 0 0,0-1 0 0 0,0 0 0 0 0,0 1 0 0 0,0-1 0 0 0,0 1 0 0 0,0-1 0 0 0,0 1-1 0 0,0-1 1 0 0,-1 1 0 0 0,1-1 0 0 0,0 1 0 0 0,0-1 0 0 0,0 0 0 0 0,-1 1 0 0 0,1 0 0 0 0,0-1 0 0 0,0 1 0 0 0,-1-1 0 0 0,1 1 0 0 0,0-1-1 0 0,-1 1 1 0 0,1-1 0 0 0,-1 1 0 0 0,1 0 0 0 0,0-1 0 0 0,-1 1 0 0 0,-18 0 1199 0 0,43 0 1139 0 0,-24 0-2418 0 0,0 0-1 0 0,-1 1 1 0 0,1-1 0 0 0,0 0-1 0 0,0 1 1 0 0,0-1-1 0 0,0 0 1 0 0,-1 1 0 0 0,1-1-1 0 0,0 0 1 0 0,0 1-1 0 0,0-1 1 0 0,0 0 0 0 0,0 1-1 0 0,0-1 1 0 0,0 0 0 0 0,0 1-1 0 0,0-1 1 0 0,0 0-1 0 0,0 1 1 0 0,1-1 0 0 0,-1 0-1 0 0,0 1 1 0 0,0-1 0 0 0,0 0-1 0 0,0 1 1 0 0,0-1-1 0 0,1 0 1 0 0,-1 1 0 0 0,0-1-1 0 0,0 0 1 0 0,0 0-1 0 0,1 1 1 0 0,-1-1 0 0 0,0 0-1 0 0,1 0 1 0 0,-1 1 0 0 0,0-1-1 0 0,0 0 1 0 0,1 0-1 0 0,-1 0 1 0 0,0 0 0 0 0,1 1-1 0 0,-1-1 1 0 0,0 0-1 0 0,1 0 1 0 0,39-7 276 0 0,0 2 1 0 0,47 1-1 0 0,-36 2-234 0 0,432-14 853 0 0,-341 10-734 0 0,10-2 0 0 0,-11 0 0 0 0,-93 5-145 0 0,257-26 771 0 0,-120 8-639 0 0,-119 12-145 0 0,1 4 1 0 0,-1 2 0 0 0,1 4-1 0 0,118 15 1 0 0,-152-10 155 0 0,58 20 1 0 0,-19-5 18 0 0,-35-14-102 0 0,0-3-1 0 0,0-1 1 0 0,0-2 0 0 0,1-1 0 0 0,44-7-1 0 0,46 0-68 0 0,-68 7-108 0 0,46 1 366 0 0,180-21 1 0 0,74-12-14 0 0,-210 29-3330 0 0,-85 9-7780 0 0,-59-5 6244 0 0,-6 5 493 0 0</inkml:trace>
</inkml:ink>
</file>

<file path=ppt/ink/ink2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06T18:23:58.15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0 565 1121 0 0,'32'-29'1522'0'0,"1"0"-83"0"0,-21 22-1039 0 0,-1-1 0 0 0,-1 0 0 0 0,17-15 1 0 0,17-45 1519 0 0,-22 45-1346 0 0,-10 3-58 0 0,-9 15-422 0 0,0 0 0 0 0,0 1 0 0 0,0-1 1 0 0,0 1-1 0 0,8-7 0 0 0,12-10 154 0 0,-12 12-165 0 0,-1 1 0 0 0,-1-2 1 0 0,0 1-1 0 0,0-1 0 0 0,12-19 0 0 0,-13 12-1 0 0,-6 12-58 0 0,0 1 0 0 0,0 0 0 0 0,0-1-1 0 0,1 1 1 0 0,-1 0 0 0 0,1 0 0 0 0,0 0-1 0 0,1 1 1 0 0,3-5 0 0 0,3 0 27 0 0,0-1 0 0 0,1 2 0 0 0,-1 0 1 0 0,19-9-1 0 0,25-18 26 0 0,-43 26-43 0 0,1 0 0 0 0,0 0 0 0 0,0 1 1 0 0,0 1-1 0 0,1 0 0 0 0,-1 0 0 0 0,2 1 0 0 0,19-4 0 0 0,-11 3 38 0 0,-19 5-41 0 0,0 0-1 0 0,0 0 1 0 0,0 0-1 0 0,0 0 1 0 0,0 0-1 0 0,0 1 0 0 0,0-1 1 0 0,0 1-1 0 0,0 0 1 0 0,0 0-1 0 0,0 0 0 0 0,0 0 1 0 0,0 1-1 0 0,0-1 1 0 0,0 1-1 0 0,0 0 1 0 0,0-1-1 0 0,0 1 0 0 0,-1 1 1 0 0,1-1-1 0 0,0 0 1 0 0,0 1-1 0 0,-1-1 0 0 0,1 1 1 0 0,-1 0-1 0 0,4 4 1 0 0,-3-4 13 0 0,0 0-1 0 0,-1 1 1 0 0,0 0 0 0 0,0 0 0 0 0,1 0 0 0 0,-2 0 0 0 0,1 0-1 0 0,0 0 1 0 0,-1 0 0 0 0,1 1 0 0 0,-1-1 0 0 0,0 0 0 0 0,0 1-1 0 0,0-1 1 0 0,-1 1 0 0 0,1-1 0 0 0,-1 1 0 0 0,0-1 0 0 0,0 1-1 0 0,0 5 1 0 0,1 17 263 0 0,-1-16-105 0 0,1 1 0 0 0,-1-1 0 0 0,-3 19 0 0 0,2-26-166 0 0,1 0 0 0 0,-1 0 0 0 0,0 0 0 0 0,0 0-1 0 0,-1-1 1 0 0,1 1 0 0 0,0 0 0 0 0,-1 0 0 0 0,0-1 0 0 0,1 1 0 0 0,-1-1 0 0 0,0 1 0 0 0,0-1-1 0 0,-1 0 1 0 0,1 0 0 0 0,0 0 0 0 0,-4 2 0 0 0,-23 22 164 0 0,27-23-161 0 0,-1 0-1 0 0,0 0 1 0 0,0 0 0 0 0,0 0 0 0 0,-1-1-1 0 0,1 1 1 0 0,-1-1 0 0 0,1 0-1 0 0,-5 2 1 0 0,-2 0 74 0 0,-1 0-1 0 0,1-1 1 0 0,-1-1 0 0 0,1 0 0 0 0,-1 0 0 0 0,0-1-1 0 0,1-1 1 0 0,-1 1 0 0 0,0-2 0 0 0,-14-1-1 0 0,-7 0 149 0 0,26 2-227 0 0,-1 0 0 0 0,1 0 0 0 0,0-1 0 0 0,-1 0 0 0 0,1 0 0 0 0,0 0 0 0 0,0-1 0 0 0,0 0 0 0 0,-8-4 0 0 0,-4 1 46 0 0,18 5-73 0 0,0 0-6 0 0,0 0 1 0 0,-1 0-1 0 0,1 0 1 0 0,0 0-1 0 0,0 0 1 0 0,0 0-1 0 0,0 0 0 0 0,-1 0 1 0 0,1 0-1 0 0,0 0 1 0 0,0 0-1 0 0,0 0 1 0 0,-1 0-1 0 0,1 0 1 0 0,0 0-1 0 0,0-1 1 0 0,0 1-1 0 0,0 0 0 0 0,0 0 1 0 0,-1 0-1 0 0,1 0 1 0 0,0 0-1 0 0,0 0 1 0 0,0 0-1 0 0,0-1 1 0 0,0 1-1 0 0,0 0 0 0 0,-1 0 1 0 0,1 0-1 0 0,0 0 1 0 0,0 0-1 0 0,0-1 1 0 0,0 1-1 0 0,0 0 1 0 0,0 0-1 0 0,0 0 1 0 0,0-1-1 0 0,0 1 0 0 0,0 0 1 0 0,0 0-1 0 0,0 0 1 0 0,0 0-1 0 0,0-1 1 0 0,0 1-1 0 0,0 0 1 0 0,0 0-1 0 0,0 0 1 0 0,0 0-1 0 0,0-1 0 0 0,0 1 1 0 0,0 0-1 0 0,1-11 10 0 0,-1 129 1843 0 0,-27-131-5002 0 0,27 13 3079 0 0,21-7-2502 0 0,-21 7 2418 0 0,0 0 1 0 0,1 0 0 0 0,-1-1 0 0 0,1 1-1 0 0,-1 0 1 0 0,0 0 0 0 0,1-1-1 0 0,-1 1 1 0 0,1 0 0 0 0,-1 0-1 0 0,0-1 1 0 0,1 1 0 0 0,-1-1-1 0 0,0 1 1 0 0,0 0 0 0 0,1-1-1 0 0,-1 1 1 0 0,0 0 0 0 0,0-1-1 0 0,0 1 1 0 0,1-1 0 0 0,-1 1-1 0 0,0-1 1 0 0,0 1 0 0 0,0-1-1 0 0,0 1 1 0 0,0-1 0 0 0,0 1-1 0 0,0 0 1 0 0,0-1 0 0 0,0 1-1 0 0,0-1 1 0 0,0 1 0 0 0,0-1-1 0 0,0 1 1 0 0,0-1 0 0 0,-1 1-1 0 0,1-1 1 0 0,0 1 0 0 0,0 0-1 0 0,0-1 1 0 0,-1 1 0 0 0,1-1-1 0 0,0 1 1 0 0,-1 0 0 0 0,1-1-1 0 0,0 1 1 0 0,-1 0 0 0 0,1-1 0 0 0,0 1-1 0 0,-1 0 1 0 0,1 0 0 0 0,0-1-1 0 0,-1 1 1 0 0,-27-14-4117 0 0</inkml:trace>
</inkml:ink>
</file>

<file path=ppt/ink/ink2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06T18:23:59.21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3 140 800 0 0,'-1'-13'1580'0'0,"1"10"-1311"0"0,-1 0 1 0 0,1 0-1 0 0,0-1 0 0 0,0 1 0 0 0,0 0 1 0 0,0-1-1 0 0,1 1 0 0 0,-1 0 0 0 0,1 0 1 0 0,0 0-1 0 0,0-1 0 0 0,0 1 0 0 0,1-3 0 0 0,7-2 132 0 0,0 1-1 0 0,0 1 0 0 0,0-1 0 0 0,1 1 0 0 0,0 1 1 0 0,0 0-1 0 0,16-6 0 0 0,-8 4 463 0 0,-9 4-605 0 0,0-1 0 0 0,0 1 0 0 0,0 1 0 0 0,11-2 0 0 0,-17 3-186 0 0,1 1 0 0 0,-1 0 1 0 0,0 0-1 0 0,0 1 0 0 0,0-1 1 0 0,0 0-1 0 0,0 1 0 0 0,1 0 1 0 0,-1 0-1 0 0,0 0 0 0 0,-1 0 1 0 0,1 0-1 0 0,0 1 1 0 0,0-1-1 0 0,0 1 0 0 0,-1 0 1 0 0,3 2-1 0 0,11 8 178 0 0,-8-6-158 0 0,0-1 0 0 0,-1 2 1 0 0,0-1-1 0 0,0 1 0 0 0,0 0 1 0 0,-1 0-1 0 0,0 0 0 0 0,10 17 0 0 0,-6 18 108 0 0,-3-27-148 0 0,-5-12-42 0 0,-1 0 0 0 0,0 0 0 0 0,1 1 1 0 0,-1-1-1 0 0,0 0 0 0 0,0 1 1 0 0,0 3-1 0 0,-1-5-7 0 0,-1 1-1 0 0,1-1 1 0 0,-1 0 0 0 0,1 0-1 0 0,-1 0 1 0 0,0 0 0 0 0,0 0 0 0 0,0 0-1 0 0,0 0 1 0 0,-2 3 0 0 0,-4 7 7 0 0,-3 16 61 0 0,7-21 1 0 0,1-1 0 0 0,-1 1-1 0 0,0 0 1 0 0,-1-1 0 0 0,1 1 0 0 0,-7 6-1 0 0,-12 14 318 0 0,13-18-226 0 0,2 0 0 0 0,-1 0 0 0 0,-6 12 0 0 0,7-6 97 0 0,6-13-232 0 0,0 0 1 0 0,0 0-1 0 0,0 0 1 0 0,0 0-1 0 0,0 0 1 0 0,0 0-1 0 0,-1 0 1 0 0,1 0 0 0 0,-1 0-1 0 0,1-1 1 0 0,-1 1-1 0 0,0-1 1 0 0,0 1-1 0 0,0-1 1 0 0,0 0 0 0 0,0 1-1 0 0,-4 0 1 0 0,-15 10 145 0 0,-31 13 492 0 0,48-24-659 0 0,1 0-1 0 0,-1 0 1 0 0,1-1 0 0 0,-1 1-1 0 0,0-1 1 0 0,1 1 0 0 0,-1-1-1 0 0,1-1 1 0 0,-1 1 0 0 0,0 0-1 0 0,1-1 1 0 0,-1 0 0 0 0,-5-2-1 0 0,-9 0-169 0 0,-10-5-112 0 0,27 8 255 0 0,0-1-1 0 0,0 1 1 0 0,0-1 0 0 0,0 0-1 0 0,0 0 1 0 0,0 1 0 0 0,1-1-1 0 0,-1 0 1 0 0,0 0 0 0 0,0 0-1 0 0,1 0 1 0 0,-1 0-1 0 0,1 0 1 0 0,-1 0 0 0 0,1 0-1 0 0,-1 0 1 0 0,1 0 0 0 0,0 0-1 0 0,-1 0 1 0 0,1 0 0 0 0,0 0-1 0 0,0-1 1 0 0,0 1 0 0 0,0-2-1 0 0,0-8-169 0 0,0 7 101 0 0,0 0 0 0 0,0-1 0 0 0,0 1-1 0 0,0 0 1 0 0,1-1 0 0 0,2-6 0 0 0,-2 9 80 0 0,0 0 1 0 0,0 0-1 0 0,0 0 0 0 0,0 0 1 0 0,1 1-1 0 0,-1-1 1 0 0,1 1-1 0 0,-1-1 0 0 0,1 1 1 0 0,0 0-1 0 0,-1-1 1 0 0,1 1-1 0 0,0 0 1 0 0,0 0-1 0 0,0 0 0 0 0,3-1 1 0 0,4-1 34 0 0,1-1 1 0 0,0 1-1 0 0,1 1 1 0 0,-1 0-1 0 0,0 1 1 0 0,1 0-1 0 0,-1 0 1 0 0,1 1-1 0 0,-1 0 0 0 0,1 1 1 0 0,-1 0-1 0 0,13 4 1 0 0,5 1 160 0 0,-1 3 1 0 0,0 0-1 0 0,32 16 1 0 0,-31-10 311 0 0,-1 1 1 0 0,50 38-1 0 0,-46-31-130 0 0,24 12-235 0 0,-54-34-157 0 0,-1-1 0 0 0,1 1 0 0 0,0 0 0 0 0,0 0 0 0 0,-1-1 0 0 0,1 1 0 0 0,-1 0 0 0 0,1 0 0 0 0,0 0 0 0 0,-1-1 0 0 0,1 1 0 0 0,-1 0 0 0 0,0 0 0 0 0,1 0 0 0 0,-1 0 0 0 0,0 1 0 0 0,0-1-67 0 0,0-1 1 0 0,0 0 0 0 0,1 1 0 0 0,-1-1-1 0 0,0 0 1 0 0,0 1 0 0 0,0-1 0 0 0,0 0-1 0 0,0 1 1 0 0,0-1 0 0 0,1 0 0 0 0,-1 1 0 0 0,0-1-1 0 0,0 0 1 0 0,0 0 0 0 0,1 1 0 0 0,-1-1-1 0 0,0 0 1 0 0,0 0 0 0 0,1 1 0 0 0,-1-1-1 0 0,0 0 1 0 0,1 0 0 0 0,-1 0 0 0 0,0 0-1 0 0,0 1 1 0 0,1-1 0 0 0,-1 0 0 0 0,1 0 0 0 0,4 1-673 0 0,0-1-1 0 0,0 0 1 0 0,0 0 0 0 0,0 0 0 0 0,0-1 0 0 0,5-1 0 0 0,15-2-4855 0 0,3-1 2549 0 0</inkml:trace>
</inkml:ink>
</file>

<file path=ppt/ink/ink2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06T18:23:59.62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320 170 1601 0 0,'-117'69'6536'0'0,"12"-6"-1080"0"0,90-56-4791 0 0,-39 23 1036 0 0,52-28-1565 0 0,0-1 0 0 0,0 1-1 0 0,0-1 1 0 0,0 1 0 0 0,0 0 0 0 0,0 0 0 0 0,1 0 0 0 0,-1 0-1 0 0,1 0 1 0 0,-1 0 0 0 0,1 0 0 0 0,0 1 0 0 0,-1-1-1 0 0,1 0 1 0 0,1 1 0 0 0,-1-1 0 0 0,0 1 0 0 0,0-1-1 0 0,0 4 1 0 0,1-5-102 0 0,0 0 0 0 0,0 0 0 0 0,0 0 1 0 0,0 0-1 0 0,0 0 0 0 0,1 0 0 0 0,-1 0 0 0 0,0-1 0 0 0,0 1 0 0 0,1 0 0 0 0,-1 0 0 0 0,0 0 0 0 0,1 0 0 0 0,-1-1 1 0 0,1 1-1 0 0,-1 0 0 0 0,1 0 0 0 0,-1-1 0 0 0,1 1 0 0 0,-1 0 0 0 0,1-1 0 0 0,0 1 0 0 0,-1-1 0 0 0,1 1 0 0 0,0-1 1 0 0,0 1-1 0 0,10 4 24 0 0,1 0 0 0 0,-1-1 0 0 0,1-1 0 0 0,-1 0 0 0 0,1 0 0 0 0,0-1 0 0 0,0-1 0 0 0,0 0 1 0 0,14-1-1 0 0,17 0-22 0 0,54-7 0 0 0,-65 0-23 0 0,-1 0-1 0 0,0-2 1 0 0,0-1 0 0 0,-1-2-1 0 0,39-21 1 0 0,-26 13-115 0 0,-28 13 46 0 0,-2 2 17 0 0,0-1 0 0 0,0 0 1 0 0,-1-1-1 0 0,14-11 0 0 0,-22 15 19 0 0,-1 0 0 0 0,0 0 0 0 0,0 0-1 0 0,0 0 1 0 0,-1 0 0 0 0,1-1 0 0 0,-1 1 0 0 0,0-1-1 0 0,1 0 1 0 0,-2 0 0 0 0,1 0 0 0 0,0 0-1 0 0,-1 0 1 0 0,0 0 0 0 0,0 0 0 0 0,0 0 0 0 0,0 0-1 0 0,-1-1 1 0 0,1-4 0 0 0,-2 5-11 0 0,1-1 0 0 0,-1 1 0 0 0,0 0 0 0 0,0 0-1 0 0,0 0 1 0 0,-1 0 0 0 0,0 0 0 0 0,1 0 0 0 0,-1 0 0 0 0,-1 0 0 0 0,1 0 0 0 0,0 1 0 0 0,-1-1 0 0 0,0 1 0 0 0,0 0-1 0 0,0 0 1 0 0,0 0 0 0 0,0 0 0 0 0,-7-4 0 0 0,-7-4-18 0 0,0 1 0 0 0,-36-16-1 0 0,29 15-7 0 0,3 1-39 0 0,0 1 1 0 0,0 1-1 0 0,-1 1 1 0 0,-35-6-1 0 0,-81-1-1880 0 0,124 13 1629 0 0,-22 1-592 0 0,32 0-100 0 0,-1 0 0 0 0,0 1 1 0 0,0 0-1 0 0,0 0 0 0 0,1 0 0 0 0,-1 1 0 0 0,0 0 0 0 0,1 0 1 0 0,0 0-1 0 0,-5 3 0 0 0,8-5 910 0 0,1 0-1 0 0,-1 0 1 0 0,1 1-1 0 0,0-1 1 0 0,-1 0-1 0 0,1 0 1 0 0,0 1-1 0 0,0-1 1 0 0,-1 0 0 0 0,1 0-1 0 0,0 1 1 0 0,0-1-1 0 0,-1 0 1 0 0,1 1-1 0 0,0-1 1 0 0,0 0-1 0 0,0 1 1 0 0,0-1 0 0 0,-1 0-1 0 0,1 1 1 0 0,0-1-1 0 0,0 1 1 0 0,0-1-1 0 0,0 0 1 0 0,0 1-1 0 0,0 0 1 0 0</inkml:trace>
</inkml:ink>
</file>

<file path=ppt/ink/ink2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06T18:24:02.02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165 0 80 0 0,'1'2'927'0'0,"-8"4"-640"0"0,-10 6 338 0 0,7-5-107 0 0,-1 0 0 0 0,0 0 0 0 0,0-1 0 0 0,-21 8 0 0 0,-28 7 3150 0 0,54-19 1641 0 0,6-2-5133 0 0,0 0 0 0 0,0 1 0 0 0,0-1 0 0 0,0 1 1 0 0,0-1-1 0 0,-1 1 0 0 0,1-1 0 0 0,0 1 0 0 0,0-1 0 0 0,0 1 0 0 0,0-1 0 0 0,1 0 0 0 0,-1 1 0 0 0,0-1 0 0 0,0 1 0 0 0,0-1 1 0 0,0 1-1 0 0,0-1 0 0 0,0 0 0 0 0,1 1 0 0 0,-1-1 0 0 0,0 1 0 0 0,0-1 0 0 0,1 0 0 0 0,-1 1 0 0 0,0-1 0 0 0,1 0 0 0 0,-1 1 1 0 0,0-1-1 0 0,1 0 0 0 0,-1 1 0 0 0,0-1 0 0 0,1 0 0 0 0,0 0 0 0 0,64 14 1225 0 0,90 15-498 0 0,-27-4-592 0 0,-82-14-697 0 0,-20-4-1397 0 0,4-5-3732 0 0,-15-2 1671 0 0,-30 0-356 0 0,10 0 145 0 0</inkml:trace>
</inkml:ink>
</file>

<file path=ppt/ink/ink2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06T18:24:02.40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28 560 0 0,'0'0'3362'0'0,"0"-7"-321"0"0,0-1-1920 0 0,0 2 159 0 0,32 6 1 0 0,1-6 1360 0 0,32 6-1360 0 0,-32 6-241 0 0,32 15-480 0 0,33 6-2400 0 0,33 41-7365 0 0</inkml:trace>
</inkml:ink>
</file>

<file path=ppt/ink/ink2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06T18:24:04.78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1 343 880 0 0,'5'0'1588'0'0,"11"0"-608"0"0,1 0 4616 0 0,-1 1-5084 0 0,-25 1 1482 0 0,-36 1 2517 0 0,45-20-3044 0 0,0 16-1448 0 0,0-1 0 0 0,0 1-1 0 0,0 0 1 0 0,0-1 0 0 0,1 1 0 0 0,-1 0 0 0 0,0-1-1 0 0,1 1 1 0 0,-1 0 0 0 0,1-1 0 0 0,0 1 0 0 0,-1 0-1 0 0,1 0 1 0 0,0 0 0 0 0,0 0 0 0 0,-1 0-1 0 0,1 0 1 0 0,0 0 0 0 0,0 0 0 0 0,0 0 0 0 0,0 0-1 0 0,2-1 1 0 0,-1 1-2 0 0,-1 0-1 0 0,0 0 1 0 0,0 0 0 0 0,0 0-1 0 0,1 0 1 0 0,-1 0-1 0 0,0 0 1 0 0,0-1-1 0 0,0 1 1 0 0,-1 0 0 0 0,1-1-1 0 0,0 1 1 0 0,0-1-1 0 0,-1 1 1 0 0,1-1 0 0 0,-1 1-1 0 0,1-1 1 0 0,-1 1-1 0 0,0-1 1 0 0,0 1 0 0 0,0-1-1 0 0,0-2 1 0 0,0-7 111 0 0,0 8-86 0 0,-1 0-1 0 0,1-1 1 0 0,0 1-1 0 0,0 0 1 0 0,1 0-1 0 0,-1-1 1 0 0,1 1 0 0 0,-1 0-1 0 0,1 0 1 0 0,0 0-1 0 0,2-4 1 0 0,6-7 100 0 0,-7 12-104 0 0,0-1 0 0 0,0 1-1 0 0,0-1 1 0 0,-1 0 0 0 0,1 0-1 0 0,-1 1 1 0 0,0-1-1 0 0,0 0 1 0 0,0 0 0 0 0,0 0-1 0 0,0 0 1 0 0,-1 0-1 0 0,1-1 1 0 0,-1-4 0 0 0,0-82 922 0 0,0 88-944 0 0,0 1 1 0 0,0-1-1 0 0,0 1 1 0 0,0-1-1 0 0,1 0 0 0 0,-1 1 1 0 0,0-1-1 0 0,1 1 0 0 0,-1-1 1 0 0,1 1-1 0 0,-1-1 1 0 0,1 1-1 0 0,0-1 0 0 0,0 1 1 0 0,0 0-1 0 0,0-1 0 0 0,0 1 1 0 0,0 0-1 0 0,0 0 1 0 0,0 0-1 0 0,0 0 0 0 0,1 0 1 0 0,-1 0-1 0 0,3-2 0 0 0,3-2 55 0 0,-6 4-52 0 0,0 0-1 0 0,-1 0 0 0 0,1 0 0 0 0,-1-1 1 0 0,1 1-1 0 0,-1 0 0 0 0,1 0 1 0 0,-1 0-1 0 0,0 0 0 0 0,1-1 0 0 0,-1 1 1 0 0,0 0-1 0 0,0-2 0 0 0,0-3 268 0 0,0 11 400 0 0,0-3-657 0 0,0 1 0 0 0,0-1 1 0 0,-1 0-1 0 0,1 1 1 0 0,0-1-1 0 0,-1 0 1 0 0,1 1-1 0 0,-1-1 0 0 0,0 0 1 0 0,0 0-1 0 0,0 0 1 0 0,0 0-1 0 0,0 0 1 0 0,0 0-1 0 0,-1 0 0 0 0,1 0 1 0 0,-1 0-1 0 0,-3 3 1 0 0,-4 5 38 0 0,8-8-55 0 0,0 1 1 0 0,0-1 0 0 0,0 1 0 0 0,0-1 0 0 0,1 1 0 0 0,-1-1 0 0 0,1 1 0 0 0,-1 0 0 0 0,1-1 0 0 0,0 1 0 0 0,0 0 0 0 0,0 0 0 0 0,0-1 0 0 0,1 4-1 0 0,0 7 19 0 0,-1-8-17 0 0,-1 0 0 0 0,1 0 0 0 0,-1 0 0 0 0,-1-1 0 0 0,1 1 0 0 0,0 0 0 0 0,-1-1 0 0 0,0 1 0 0 0,-4 7 0 0 0,3-8 0 0 0,1 0 1 0 0,0 0 0 0 0,0 0-1 0 0,0 1 1 0 0,1-1 0 0 0,0 1-1 0 0,0 0 1 0 0,0-1 0 0 0,-1 9-1 0 0,2-12-13 0 0,1 0 0 0 0,-1 1 0 0 0,-1-1 0 0 0,1 0 0 0 0,0 0 0 0 0,0 0 0 0 0,0 1 0 0 0,-1-1-1 0 0,1 0 1 0 0,-1 0 0 0 0,1 0 0 0 0,-1 0 0 0 0,1 0 0 0 0,-1 0 0 0 0,1 0 0 0 0,-1 0 0 0 0,0 0-1 0 0,0 0 1 0 0,1 0 0 0 0,-1 0 0 0 0,0 0 0 0 0,0 0 0 0 0,0-1 0 0 0,0 1 0 0 0,0 0-1 0 0,0-1 1 0 0,-2 2 0 0 0,2-2-1 0 0,0 0-1 0 0,0 1 1 0 0,0-1-1 0 0,0 1 1 0 0,1-1-1 0 0,-1 1 1 0 0,0-1-1 0 0,0 1 1 0 0,1 0-1 0 0,-1-1 1 0 0,0 1-1 0 0,1 0 1 0 0,-1-1-1 0 0,0 1 1 0 0,1 0-1 0 0,-1 0 1 0 0,1 0-1 0 0,0 0 1 0 0,-1-1-1 0 0,1 1 1 0 0,0 0-1 0 0,-1 0 1 0 0,1 0-1 0 0,0 0 1 0 0,0 0-1 0 0,0 0 1 0 0,0 1-1 0 0,0 75-120 0 0,1-76 126 0 0,-1 0 1 0 0,1 0-1 0 0,0 0 1 0 0,0 0-1 0 0,0 0 0 0 0,1-1 1 0 0,-1 1-1 0 0,0 0 0 0 0,0 0 1 0 0,0-1-1 0 0,0 1 0 0 0,1-1 1 0 0,-1 1-1 0 0,0-1 1 0 0,1 0-1 0 0,-1 1 0 0 0,0-1 1 0 0,1 0-1 0 0,1 0 0 0 0,-1 1 14 0 0,20 6 15 0 0,0-1 1 0 0,0-1 0 0 0,1 0-1 0 0,0-2 1 0 0,0-1-1 0 0,0-1 1 0 0,0 0-1 0 0,25-4 1 0 0,-35 1-29 0 0,1-1 1 0 0,0-1-1 0 0,-1 0 0 0 0,0-1 0 0 0,0 0 1 0 0,0-1-1 0 0,0 0 0 0 0,-1-1 0 0 0,0-1 1 0 0,20-16-1 0 0,-26 19 2 0 0,0-1 0 0 0,-1 0 0 0 0,0 0 0 0 0,0 0 0 0 0,0-1 0 0 0,0 0 0 0 0,-1 0 0 0 0,0 0 0 0 0,-1 0 0 0 0,1 0 0 0 0,1-9 0 0 0,8-15 43 0 0,-2 13-9 0 0,-9 16-40 0 0,0-1 0 0 0,0 1 0 0 0,-1-1-1 0 0,1 0 1 0 0,-1 0 0 0 0,0 0 0 0 0,1 0 0 0 0,-1 0 0 0 0,-1 0 0 0 0,1 0-1 0 0,0 0 1 0 0,0-6 0 0 0,-1-48 224 0 0,0 53-227 0 0,0 6 33 0 0,0 7-53 0 0,0-8-73 0 0,-2 0-102 0 0,9 7 176 0 0,-5-6 23 0 0,1 0-1 0 0,-1 0 1 0 0,0 0-1 0 0,0 1 0 0 0,0-1 1 0 0,0 1-1 0 0,-1 0 0 0 0,1-1 1 0 0,-1 1-1 0 0,1 0 1 0 0,-1 0-1 0 0,0 0 0 0 0,0 0 1 0 0,0 4-1 0 0,2 45 125 0 0,-4-33-80 0 0,2 1 37 0 0,-2-1-1 0 0,-4 30 1 0 0,-7-7 81 0 0,9-35-136 0 0,1 0-1 0 0,0 0 1 0 0,0 0-1 0 0,1 0 1 0 0,0 1-1 0 0,0-1 1 0 0,0 0-1 0 0,1 1 1 0 0,0-1-1 0 0,1 0 0 0 0,1 11 1 0 0,9 18 37 0 0,-7-27-58 0 0,-1 0 0 0 0,-1 0-1 0 0,1 0 1 0 0,-2 0 0 0 0,2 19 0 0 0,-3-26-61 0 0,0 5 78 0 0,0 0 0 0 0,0-1 0 0 0,1 1 0 0 0,0-1 0 0 0,2 9 0 0 0,-3-14-57 0 0,0-1 0 0 0,1 1 0 0 0,-1 0 0 0 0,0 0 0 0 0,1-1 0 0 0,-1 1 0 0 0,1 0 0 0 0,-1-1 0 0 0,1 1 0 0 0,-1-1 0 0 0,1 1 0 0 0,-1-1 0 0 0,1 1 0 0 0,-1-1-1 0 0,1 1 1 0 0,0-1 0 0 0,-1 1 0 0 0,1-1 0 0 0,0 0 0 0 0,0 1 0 0 0,1-1-115 0 0,-1 0-1 0 0,0 0 0 0 0,0 0 0 0 0,1 0 1 0 0,-1 0-1 0 0,0 0 0 0 0,0 0 1 0 0,1-1-1 0 0,-1 1 0 0 0,0-1 1 0 0,0 1-1 0 0,0-1 0 0 0,1 1 1 0 0,-1-1-1 0 0,0 1 0 0 0,1-2 1 0 0,91-60-16115 0 0,-60 35 12099 0 0</inkml:trace>
</inkml:ink>
</file>

<file path=ppt/ink/ink2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06T18:24:05.45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252 101 800 0 0,'0'0'1428'0'0,"-1"-2"613"0"0,7-2-1628 0 0,49-5 1695 0 0,-22-2-1375 0 0,-26 6-212 0 0,-4 2-388 0 0,-1 3-37 0 0,0 0-47 0 0,-1 0 0 0 0,1 0 0 0 0,-1 0 0 0 0,1 0 0 0 0,-1 0 0 0 0,1-1 0 0 0,-1 1 0 0 0,1 0 0 0 0,-1-1 0 0 0,1 1 0 0 0,-1-1 0 0 0,1 1 0 0 0,-1-1 0 0 0,1 0 0 0 0,1-1 0 0 0,-3 1 512 0 0,-6 1 79 0 0,-12 0 109 0 0,-2-1 157 0 0,-1 1 1 0 0,1 2 0 0 0,-26 4-1 0 0,22-1-209 0 0,-6 1 306 0 0,-33 12 1 0 0,56-16-882 0 0,1 1 1 0 0,-1-1 0 0 0,1 1 0 0 0,0 1 0 0 0,0-1 0 0 0,0 1 0 0 0,0 0 0 0 0,1 1 0 0 0,-1-1 0 0 0,-6 9 0 0 0,2 7 143 0 0,-8-3-92 0 0,9 13-14 0 0,0-20-96 0 0,8-9-56 0 0,0 0 0 0 0,0 0 0 0 0,0 0 0 0 0,0-1 0 0 0,0 1 0 0 0,0 0 0 0 0,0 0 0 0 0,0 0 0 0 0,0 0 0 0 0,0 1 0 0 0,1-1 0 0 0,-1 0 0 0 0,0 0 0 0 0,1 0 0 0 0,-1 1 0 0 0,1-1 0 0 0,-1 0 0 0 0,1 0 0 0 0,0 1 0 0 0,0-1 0 0 0,-1 0 0 0 0,1 1 0 0 0,0-1 0 0 0,0 0 0 0 0,0 1 0 0 0,1-1 0 0 0,-1 0 0 0 0,0 1 0 0 0,0-1 0 0 0,1 0 0 0 0,0 3 0 0 0,6 5 70 0 0,0 0 1 0 0,1 0-1 0 0,0-1 0 0 0,1 0 1 0 0,0-1-1 0 0,0 0 1 0 0,20 12-1 0 0,-11-10-28 0 0,0 0 0 0 0,1-2 0 0 0,20 6 0 0 0,-30-10-35 0 0,0-2-1 0 0,0 1 1 0 0,1-1 0 0 0,-1-1-1 0 0,0 1 1 0 0,0-2 0 0 0,1 1-1 0 0,-1-1 1 0 0,10-3 0 0 0,-10 3-8 0 0,1-1 1 0 0,0-1-1 0 0,-1 0 0 0 0,1 0 1 0 0,-1-1-1 0 0,0 0 1 0 0,0 0-1 0 0,8-7 0 0 0,16-31 60 0 0,-32 40-67 0 0,-1 1 0 0 0,1-1 0 0 0,0 0 1 0 0,-1 0-1 0 0,1 1 0 0 0,-1-1 0 0 0,0 0 0 0 0,0 0 0 0 0,1 1 0 0 0,-1-1 0 0 0,0 0 0 0 0,-1 0 0 0 0,1 0 0 0 0,0 1 1 0 0,0-1-1 0 0,-1 0 0 0 0,0-2 0 0 0,-17-33-54 0 0,7 15-14 0 0,-7-23-112 0 0,14 30 95 0 0,-2 1 0 0 0,1 0 0 0 0,-2 1 1 0 0,0-1-1 0 0,0 1 0 0 0,-10-12 0 0 0,12 20 59 0 0,-1 0-1 0 0,0 0 0 0 0,0 0 1 0 0,0 1-1 0 0,0 0 0 0 0,-1 1 1 0 0,0-1-1 0 0,0 1 0 0 0,0 0 1 0 0,0 1-1 0 0,-10-3 0 0 0,16 5-33 0 0,-1-1 0 0 0,1 1 0 0 0,0-1 0 0 0,-1 1 0 0 0,1-1 0 0 0,0 1 0 0 0,-1 0 0 0 0,1 0 0 0 0,-1-1 0 0 0,1 1 0 0 0,0 0 0 0 0,-1 0 0 0 0,1 1 0 0 0,-1-1 0 0 0,1 0 0 0 0,0 0 0 0 0,-1 1 0 0 0,1-1 0 0 0,0 1 0 0 0,-1-1 0 0 0,1 1 0 0 0,0-1 0 0 0,0 1 0 0 0,0 0 0 0 0,-1 0 0 0 0,1 0 0 0 0,-1 1-1 0 0,2-1-1339 0 0,27 4-2842 0 0,-27-4 4066 0 0,1-1 0 0 0,-1 0 0 0 0,1 0 0 0 0,-1 0 0 0 0,0 0 0 0 0,1 0 1 0 0,-1 1-1 0 0,1-1 0 0 0,-1 0 0 0 0,0 0 0 0 0,1 1 0 0 0,-1-1 0 0 0,0 0 0 0 0,0 1 0 0 0,1-1 0 0 0,-1 0 0 0 0,0 1 0 0 0,0-1 1 0 0,1 0-1 0 0,-1 1 0 0 0,0-1 0 0 0,0 1 0 0 0,0-1 0 0 0,1 0 0 0 0,-1 1 0 0 0,0-1 0 0 0,0 1 0 0 0,3 5-1061 0 0,24 1-2138 0 0</inkml:trace>
</inkml:ink>
</file>

<file path=ppt/ink/ink2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06T18:24:06.16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420 0 1201 0 0,'0'0'1587'0'0,"-6"1"-53"0"0,-7 2 6 0 0,-143 32 7758 0 0,131-28-8792 0 0,1 1-1 0 0,1 2 1 0 0,-1 0-1 0 0,-32 21 1 0 0,51-27-446 0 0,0 0-1 0 0,0 0 1 0 0,0 1-1 0 0,-7 9 0 0 0,-20 17 204 0 0,29-29-228 0 0,1 0-1 0 0,0 0 0 0 0,-1 1 0 0 0,1-1 0 0 0,0 1 1 0 0,0 0-1 0 0,0 0 0 0 0,1 0 0 0 0,-1 0 0 0 0,1 0 1 0 0,-1 0-1 0 0,1 0 0 0 0,0 0 0 0 0,0 0 1 0 0,1 1-1 0 0,-1-1 0 0 0,1 0 0 0 0,-1 1 0 0 0,1-1 1 0 0,0 0-1 0 0,1 1 0 0 0,0 5 0 0 0,-1-4 60 0 0,0-3-66 0 0,0-1-1 0 0,0 0 1 0 0,0 1 0 0 0,0-1 0 0 0,1 0 0 0 0,-1 1 0 0 0,0-1-1 0 0,1 0 1 0 0,-1 0 0 0 0,1 1 0 0 0,0-1 0 0 0,-1 0 0 0 0,1 0 0 0 0,0 0-1 0 0,0 0 1 0 0,0 0 0 0 0,0 0 0 0 0,-1 0 0 0 0,1 0 0 0 0,3 2-1 0 0,4 5 149 0 0,-3 0-55 0 0,-3-2-70 0 0,2-1 0 0 0,-1 0 1 0 0,1 1-1 0 0,0-1 1 0 0,0-1-1 0 0,0 1 1 0 0,1 0-1 0 0,-1-1 0 0 0,1 0 1 0 0,0 0-1 0 0,0-1 1 0 0,1 1-1 0 0,9 4 0 0 0,6 1-49 0 0,2 0-1 0 0,-1-1 0 0 0,1-2 0 0 0,0 0 1 0 0,1-2-1 0 0,-1 0 0 0 0,1-1 0 0 0,-1-2 0 0 0,1 0 1 0 0,34-4-1 0 0,-38-1-175 0 0,-1 0 1 0 0,37-13 0 0 0,-26 8 66 0 0,-25 8 93 0 0,0 0 0 0 0,-1-1 0 0 0,1 1 0 0 0,0-1 0 0 0,-1 0 0 0 0,0 0 0 0 0,1 0 0 0 0,-1-1 0 0 0,0 0 0 0 0,0 0 0 0 0,4-4 0 0 0,-6 5 2 0 0,0-1 0 0 0,0 0 0 0 0,-1 0 0 0 0,0 0 0 0 0,1-1 0 0 0,-1 1 0 0 0,0 0 0 0 0,0 0 0 0 0,-1-1 1 0 0,1 1-1 0 0,-1-1 0 0 0,0 1 0 0 0,0 0 0 0 0,0-6 0 0 0,0 6 7 0 0,-1-1 0 0 0,1 1 0 0 0,-1 0 0 0 0,0 0 1 0 0,0 0-1 0 0,0 0 0 0 0,0 0 0 0 0,-1 0 0 0 0,1 0 0 0 0,-1 0 0 0 0,0 0 0 0 0,1 1 0 0 0,-1-1 0 0 0,-1 1 0 0 0,1-1 1 0 0,-4-3-1 0 0,-6-4 4 0 0,1 1 1 0 0,-19-10-1 0 0,12 7-21 0 0,5 3-123 0 0,-1 1 0 0 0,0 0 0 0 0,-1 1 0 0 0,0 0 0 0 0,0 1 0 0 0,0 1 0 0 0,0 1 0 0 0,-1 0 0 0 0,-26-3 0 0 0,-40 3-9263 0 0,77 3 5179 0 0,5-5 294 0 0</inkml:trace>
</inkml:ink>
</file>

<file path=ppt/ink/ink2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06T18:24:07.83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167 285 560 0 0,'228'-81'6683'0'0,"-135"46"-4815"0"0,-60 21-1455 0 0,-33 14-410 0 0,0 0-1 0 0,0 0 0 0 0,1 0 0 0 0,-1 0 0 0 0,0 0 1 0 0,0-1-1 0 0,1 1 0 0 0,-1 0 0 0 0,0 0 0 0 0,0 0 0 0 0,1 0 1 0 0,-1 0-1 0 0,0-1 0 0 0,0 1 0 0 0,1 0 0 0 0,-1 0 1 0 0,0 0-1 0 0,0-1 0 0 0,0 1 0 0 0,0 0 0 0 0,1 0 1 0 0,-1 0-1 0 0,0-1 0 0 0,0 1 0 0 0,0 0 0 0 0,0-1 1 0 0,0 1-1 0 0,0 0 0 0 0,0 0 0 0 0,0-1 0 0 0,0 1 0 0 0,1 0 1 0 0,-1 0-1 0 0,0-1 0 0 0,0 1 0 0 0,-1 0 0 0 0,1-1 1 0 0,0 1-1 0 0,0 0 0 0 0,0 0 0 0 0,0-1 0 0 0,0 1 1 0 0,0 0-1 0 0,0 0 0 0 0,0-1 0 0 0,0 1 0 0 0,-1 0 0 0 0,1 0 1 0 0,0-1-1 0 0,0 1 0 0 0,0 0 0 0 0,0 0 0 0 0,-1 0 1 0 0,1-1-1 0 0,0 1 0 0 0,0 0 0 0 0,-1 0 0 0 0,1 0 1 0 0,0 0-1 0 0,0 0 0 0 0,-1-1 0 0 0,1 1 0 0 0,0 0 1 0 0,0 0-1 0 0,-1 0 0 0 0,1 0 0 0 0,-4-1 11 0 0,3 1-9 0 0,0 0 0 0 0,0 0-1 0 0,0 0 1 0 0,0 0 0 0 0,0 0 0 0 0,0 0-1 0 0,0-1 1 0 0,0 1 0 0 0,-1 0 0 0 0,1-1-1 0 0,0 1 1 0 0,1-1 0 0 0,-1 1 0 0 0,0-1-1 0 0,0 1 1 0 0,0-1 0 0 0,0 0 0 0 0,0 0-1 0 0,0 1 1 0 0,1-1 0 0 0,-1 0 0 0 0,0 0-1 0 0,1 0 1 0 0,-2-1 0 0 0,2 1 7 0 0,-1 0 0 0 0,0 0 0 0 0,0 1 0 0 0,0-1 0 0 0,0 0 0 0 0,0 1 0 0 0,0-1 0 0 0,0 1 0 0 0,0-1 0 0 0,0 1 0 0 0,0 0 0 0 0,0-1 0 0 0,0 1 0 0 0,0 0 0 0 0,0 0 0 0 0,0-1 0 0 0,-1 1 0 0 0,1 0 0 0 0,0 0 0 0 0,0 0 0 0 0,0 1 0 0 0,0-1 0 0 0,-2 0 0 0 0,-3 0 45 0 0,-19-1 399 0 0,1 1 0 0 0,0 0 1 0 0,-44 8-1 0 0,-72 22 1486 0 0,67-12-1408 0 0,68-17-507 0 0,1 0 1 0 0,0 0-1 0 0,-1 1 0 0 0,1-1 0 0 0,0 1 0 0 0,-1 1 0 0 0,1-1 0 0 0,-7 6 0 0 0,-14 7 6 0 0,23-15-29 0 0,0 1 1 0 0,0 0-1 0 0,0 0 0 0 0,1 0 1 0 0,-1 0-1 0 0,0 0 0 0 0,0 1 1 0 0,1-1-1 0 0,-1 1 0 0 0,0-1 1 0 0,1 1-1 0 0,0-1 0 0 0,-1 1 1 0 0,1 0-1 0 0,0-1 0 0 0,-2 4 1 0 0,2 0 17 0 0,0-1 0 0 0,0 1 0 0 0,1-1 0 0 0,-1 1 0 0 0,1-1-1 0 0,0 8 1 0 0,1-1 56 0 0,-3 7 11 0 0,2-12-92 0 0,-1-1 0 0 0,0 0 0 0 0,1 1 0 0 0,0-1 0 0 0,0 1 0 0 0,1-1 0 0 0,0 1 0 0 0,-1-1 0 0 0,2 0 0 0 0,-1 0 0 0 0,3 7 0 0 0,2-5 39 0 0,1 0 0 0 0,0 0 1 0 0,0 0-1 0 0,1-1 0 0 0,0 0 0 0 0,0-1 0 0 0,0 0 0 0 0,1 0 0 0 0,-1-1 1 0 0,1 0-1 0 0,0 0 0 0 0,1-1 0 0 0,-1 0 0 0 0,0-1 0 0 0,15 2 0 0 0,-4-2 7 0 0,1 0 0 0 0,0-2-1 0 0,0 0 1 0 0,0-1 0 0 0,0-2-1 0 0,29-6 1 0 0,-6 0-6 0 0,-13 3-18 0 0,0-2 0 0 0,0-1-1 0 0,33-15 1 0 0,-25 10 8 0 0,-22 9-7 0 0,-1-2 0 0 0,1 0-1 0 0,16-10 1 0 0,-28 14-22 0 0,-1 0 1 0 0,1 0 0 0 0,-1 0 0 0 0,0-1-1 0 0,0 0 1 0 0,0 0 0 0 0,-1 0-1 0 0,1 0 1 0 0,-1 0 0 0 0,0-1-1 0 0,0 0 1 0 0,0 1 0 0 0,-1-1 0 0 0,4-9-1 0 0,-4 4-46 0 0,0 1-1 0 0,0 0 0 0 0,-1 0 0 0 0,0 0 1 0 0,-1-1-1 0 0,0 1 0 0 0,0 0 1 0 0,-1-1-1 0 0,-1 1 0 0 0,1 0 0 0 0,-1 0 1 0 0,-5-14-1 0 0,4 16-49 0 0,0 0-1 0 0,0 0 1 0 0,-1 0 0 0 0,1 0-1 0 0,-2 0 1 0 0,1 1 0 0 0,-1 0 0 0 0,0 0-1 0 0,0 0 1 0 0,0 0 0 0 0,-1 1-1 0 0,0 0 1 0 0,0 0 0 0 0,0 1 0 0 0,-1 0-1 0 0,-9-5 1 0 0,0 2-256 0 0,-1 1 0 0 0,-26-7-1 0 0,35 11-53 0 0,1 1 0 0 0,-1 0 0 0 0,0 0-1 0 0,0 0 1 0 0,0 1 0 0 0,0 0 0 0 0,0 1-1 0 0,-11 1 1 0 0,18-2-43 0 0,-1 0 258 0 0,1 0 0 0 0,0 0 0 0 0,-1 0 0 0 0,1 0 0 0 0,0 0-1 0 0,0 0 1 0 0,-1 0 0 0 0,1 1 0 0 0,0-1 0 0 0,0 0-1 0 0,-1 1 1 0 0,1-1 0 0 0,0 1 0 0 0,0-1 0 0 0,0 1 0 0 0,-1 0-1 0 0,1-1 1 0 0,0 1 0 0 0,-1 1 0 0 0,2 4-2394 0 0</inkml:trace>
</inkml:ink>
</file>

<file path=ppt/ink/ink2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06T18:24:08.44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682 117 880 0 0,'-13'4'632'0'0,"0"-1"0"0"0,1-1 0 0 0,-2-1-1 0 0,-19 1 1 0 0,-18 0 998 0 0,39-1-1376 0 0,-16-1 606 0 0,0 2-1 0 0,0 2 0 0 0,1 0 1 0 0,-1 2-1 0 0,1 1 0 0 0,-50 19 1 0 0,23-2-303 0 0,34-17-330 0 0,1 1 0 0 0,0 1 0 0 0,0 1 1 0 0,1 1-1 0 0,1 0 0 0 0,0 2 0 0 0,-23 19 0 0 0,31-22-45 0 0,0-1 8 0 0,0 0-1 0 0,1 1 0 0 0,-13 19 1 0 0,19-27-152 0 0,1 1 1 0 0,-1-1 0 0 0,1 1-1 0 0,0-1 1 0 0,0 1 0 0 0,0 0-1 0 0,0-1 1 0 0,1 1 0 0 0,-1 0-1 0 0,1 0 1 0 0,-1 0 0 0 0,1-1-1 0 0,0 1 1 0 0,0 0 0 0 0,0 0-1 0 0,1 0 1 0 0,-1 0 0 0 0,1-1-1 0 0,-1 1 1 0 0,1 0 0 0 0,0 0-1 0 0,0-1 1 0 0,2 5 0 0 0,3 0 50 0 0,-1 0-1 0 0,1-1 1 0 0,0 1 0 0 0,0-1 0 0 0,1 0 0 0 0,0-1 0 0 0,0 0 0 0 0,0 0 0 0 0,1 0 0 0 0,-1-1-1 0 0,1 0 1 0 0,0-1 0 0 0,0 0 0 0 0,11 3 0 0 0,1 0-41 0 0,-1-2 0 0 0,1 0 0 0 0,0-1 1 0 0,37 1-1 0 0,-26-5-22 0 0,1 0 1 0 0,-1-2 0 0 0,1-1 0 0 0,-1-2-1 0 0,34-11 1 0 0,-55 14-39 0 0,0 0-1 0 0,0-1 1 0 0,-1-1 0 0 0,1 0 0 0 0,15-11-1 0 0,10-5-60 0 0,-26 17 49 0 0,0-1 0 0 0,0 0 0 0 0,0 0-1 0 0,-1-1 1 0 0,0 0 0 0 0,0 0 0 0 0,0-1 0 0 0,-1 0 0 0 0,0-1-1 0 0,0 0 1 0 0,-1 0 0 0 0,0 0 0 0 0,0-1 0 0 0,-1 1-1 0 0,8-19 1 0 0,-9 18-8 0 0,-1 0-1 0 0,1 0 1 0 0,-1 0-1 0 0,2-18 1 0 0,-4 23 18 0 0,-1 0 0 0 0,-1 0 0 0 0,1 0 0 0 0,0 1 0 0 0,-1-1 0 0 0,0 0 0 0 0,0 1 0 0 0,0-1 0 0 0,0 0 0 0 0,-1 1 0 0 0,1 0 0 0 0,-1-1 0 0 0,0 1-1 0 0,0 0 1 0 0,-3-4 0 0 0,-6-7 11 0 0,0 1 0 0 0,-1 0 0 0 0,0 1-1 0 0,-1 0 1 0 0,-1 1 0 0 0,0 1-1 0 0,0 0 1 0 0,-1 1 0 0 0,-16-8 0 0 0,1 3-486 0 0,-1 2 0 0 0,0 1 1 0 0,-56-11-1 0 0,57 15-878 0 0,-1 1-1 0 0,0 2 1 0 0,-1 1 0 0 0,1 2-1 0 0,-37 2 1 0 0,3 4-3755 0 0</inkml:trace>
</inkml:ink>
</file>

<file path=ppt/ink/ink2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06T18:24:09.86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33 43 1601 0 0,'-6'0'427'0'0,"5"0"-319"0"0,0 0-1 0 0,-1 0 0 0 0,1 0 0 0 0,0 0 0 0 0,0 0 1 0 0,0 1-1 0 0,-1-1 0 0 0,1 0 0 0 0,0 1 1 0 0,0-1-1 0 0,0 0 0 0 0,0 1 0 0 0,0-1 1 0 0,-1 1-1 0 0,1 0 0 0 0,0-1 0 0 0,0 1 1 0 0,0 0-1 0 0,1 0 0 0 0,-1 0 0 0 0,0-1 1 0 0,0 1-1 0 0,-1 3 2415 0 0,8-5-1589 0 0,-2 0-717 0 0,-2 1-147 0 0,0 0-1 0 0,-1 0 1 0 0,1 0 0 0 0,0 0-1 0 0,-1-1 1 0 0,1 1-1 0 0,-1-1 1 0 0,1 1-1 0 0,0-1 1 0 0,-1 1-1 0 0,1-1 1 0 0,1-1 466 0 0,2 2-41 0 0,153-13 2441 0 0,-7 15-648 0 0,247 35 1 0 0,-202-8-1474 0 0,-127-22-544 0 0,75 0-1 0 0,-5-1 232 0 0,-128-5-429 0 0,-1 0 0 0 0,0-1 1 0 0,1 0-1 0 0,-1-1 0 0 0,12-2 0 0 0,40-2 282 0 0,248 5 1140 0 0,-153-6-942 0 0,-74 1-263 0 0,132 2 477 0 0,-88 6-519 0 0,-113-2-204 0 0,0 0 0 0 0,0 1 0 0 0,20 5 0 0 0,-1 0 26 0 0,135 15 424 0 0,-61-16 20 0 0,-56-4-306 0 0,172-4 514 0 0,-108-13-311 0 0,-35 3-260 0 0,208-8 810 0 0,-113 12 174 0 0,41-5 694 0 0,-91 5-721 0 0,-125 8-1113 0 0,0 0 0 0 0,0 0 0 0 0,0-1 1 0 0,0 1-1 0 0,0 0 0 0 0,-1 0 0 0 0,1 0 0 0 0,0 0 0 0 0,0 0 1 0 0,0 0-1 0 0,0 0 0 0 0,0-1 0 0 0,0 1 0 0 0,0 0 0 0 0,0 0 1 0 0,0 0-1 0 0,0 0 0 0 0,0 0 0 0 0,-1-1 0 0 0,1 1 0 0 0,0 0 1 0 0,0 0-1 0 0,0 0 0 0 0,0 0 0 0 0,0 0 0 0 0,0-1 0 0 0,0 1 1 0 0,0 0-1 0 0,1 0 0 0 0,-1 0 0 0 0,0 0 0 0 0,0-1 0 0 0,0 1 1 0 0,0 0-1 0 0,0 0 0 0 0,0 0 0 0 0,0 0 0 0 0,0 0 0 0 0,0 0 1 0 0,0-1-1 0 0,0 1 0 0 0,0 0 0 0 0,1 0 0 0 0,-1 0 0 0 0,0 0 1 0 0,0 0-1 0 0,0 0 0 0 0,-17-7-1549 0 0,-1 1 1 0 0,-29-5-1 0 0,-6 0-2118 0 0,-94-23-8746 0 0</inkml:trace>
</inkml:ink>
</file>

<file path=ppt/ink/ink2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06T18:24:10.96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1 160 2001 0 0,'0'0'2975'0'0,"0"-1"-2847"0"0,0 0 1 0 0,0 0 0 0 0,-1 0 0 0 0,1 0-1 0 0,0 0 1 0 0,0-1 0 0 0,0 1 0 0 0,0 0-1 0 0,0 0 1 0 0,0 0 0 0 0,1 0 0 0 0,-1 0-1 0 0,0-1 1 0 0,0 1 0 0 0,1 0 0 0 0,-1 0-1 0 0,1 0 1 0 0,-1 0 0 0 0,1 0 0 0 0,-1 0-1 0 0,1 0 1 0 0,1-1 0 0 0,5-1 71 0 0,-6 3-173 0 0,0 0 0 0 0,0 0 0 0 0,0 0 0 0 0,0 0 0 0 0,0-1 1 0 0,-1 1-1 0 0,1 0 0 0 0,0-1 0 0 0,0 1 0 0 0,0-1 0 0 0,0 1 0 0 0,-1-1 0 0 0,1 1 1 0 0,0-1-1 0 0,0 1 0 0 0,-1-1 0 0 0,1 0 0 0 0,-1 0 0 0 0,1 1 0 0 0,0-1 0 0 0,-1 0 0 0 0,0 0 1 0 0,1 1-1 0 0,-1-1 0 0 0,1 0 0 0 0,-1 0 0 0 0,0 0 0 0 0,1 0 0 0 0,-1 0 0 0 0,0-1 0 0 0,0 0 22 0 0,1 1 0 0 0,-1-1 0 0 0,1 0-1 0 0,0 0 1 0 0,-1 1 0 0 0,1-1 0 0 0,0 0-1 0 0,0 1 1 0 0,0-1 0 0 0,0 1-1 0 0,0-1 1 0 0,0 1 0 0 0,1 0 0 0 0,-1-1-1 0 0,0 1 1 0 0,1 0 0 0 0,-1 0-1 0 0,3-2 1 0 0,34-18 513 0 0,-32 18-382 0 0,12-6 172 0 0,-12 7-199 0 0,0-1-1 0 0,0 0 1 0 0,-1 0-1 0 0,1-1 1 0 0,7-6-1 0 0,-11 8-80 0 0,1 0 0 0 0,-1-1-1 0 0,1 1 1 0 0,-1 1 0 0 0,1-1-1 0 0,0 0 1 0 0,0 1 0 0 0,-1-1-1 0 0,1 1 1 0 0,0 0 0 0 0,0 0-1 0 0,0 0 1 0 0,1 0 0 0 0,-1 0-1 0 0,0 1 1 0 0,0 0 0 0 0,0-1 0 0 0,0 1-1 0 0,1 0 1 0 0,-1 1 0 0 0,0-1-1 0 0,0 0 1 0 0,0 1 0 0 0,1 0-1 0 0,-1 0 1 0 0,5 2 0 0 0,5 3 197 0 0,0 0 0 0 0,0 1 0 0 0,-1 1 0 0 0,21 16 1 0 0,95 88 575 0 0,-93-79-637 0 0,-32-30-187 0 0,0-1-1 0 0,0 1 1 0 0,-1 0-1 0 0,1 0 1 0 0,-1 0-1 0 0,0 0 1 0 0,0 1-1 0 0,0-1 1 0 0,0 1-1 0 0,2 6 1 0 0,-2-2 32 0 0,-1 0 1 0 0,0 0 0 0 0,0 0-1 0 0,-1 12 1 0 0,0-17-48 0 0,-1-1 0 0 0,1 0 0 0 0,-1 1 1 0 0,0-1-1 0 0,1 0 0 0 0,-1 0 0 0 0,0 0 0 0 0,0 1 0 0 0,0-1 0 0 0,-1 0 1 0 0,1 0-1 0 0,0-1 0 0 0,-1 1 0 0 0,1 0 0 0 0,-1 0 0 0 0,0-1 0 0 0,0 1 1 0 0,1-1-1 0 0,-1 1 0 0 0,0-1 0 0 0,0 0 0 0 0,0 0 0 0 0,-5 2 0 0 0,-17 15 7 0 0,22-15-9 0 0,-1 0-1 0 0,0 0 1 0 0,0 0 0 0 0,0 0-1 0 0,0 0 1 0 0,0-1 0 0 0,0 1-1 0 0,-1-1 1 0 0,1 0-1 0 0,-1 0 1 0 0,1 0 0 0 0,-1 0-1 0 0,0-1 1 0 0,0 0 0 0 0,-5 2-1 0 0,-36 14-48 0 0,33-11 76 0 0,1-1-1 0 0,-1 0 0 0 0,0-1 0 0 0,0 0 0 0 0,-1-1 0 0 0,-13 2 1 0 0,-12 3 38 0 0,-8 0-301 0 0,0-1 1 0 0,-53-1 0 0 0,99-7-63 0 0,0 0 295 0 0,1 0 0 0 0,-1 0 0 0 0,0 0-1 0 0,1 0 1 0 0,-1 0 0 0 0,1 0 0 0 0,-1 1-1 0 0,1-1 1 0 0,-1 0 0 0 0,1 0 0 0 0,0 0-1 0 0,-1 0 1 0 0,1 1 0 0 0,0-1 0 0 0,0 0-1 0 0,-1 1 1 0 0,1-1 0 0 0,0 1 0 0 0,0-1-1 0 0,0 1 1 0 0,0-1 0 0 0,0 1-1 0 0,0-1 1 0 0,0 1 0 0 0,0 0 0 0 0,0 0-1 0 0,0-1 1 0 0,0 1 0 0 0,0 0 0 0 0,0 0-1 0 0,1 0 1 0 0,0 0 2 0 0,23-7 58 0 0,-17 6-42 0 0,-3-3 8 0 0,1 3 26 0 0,16 1-13 0 0,-22 0-31 0 0,0 0-1 0 0,1 0 1 0 0,-1 0 0 0 0,1 1-1 0 0,-1-1 1 0 0,0 0 0 0 0,1 0-1 0 0,-1 0 1 0 0,1 1 0 0 0,-1-1-1 0 0,0 0 1 0 0,1 0 0 0 0,-1 1-1 0 0,0-1 1 0 0,0 0-1 0 0,1 1 1 0 0,-1-1 0 0 0,0 0-1 0 0,0 1 1 0 0,1-1 0 0 0,-1 0-1 0 0,0 1 1 0 0,0-1 0 0 0,0 1-1 0 0,0-1 1 0 0,1 0-1 0 0,-1 2 1 0 0,3 3 56 0 0,16 8 93 0 0,-16-11-133 0 0,1 1 1 0 0,0-1-1 0 0,-1 0 1 0 0,0 1-1 0 0,1 0 1 0 0,-1 0-1 0 0,0 0 0 0 0,5 7 1 0 0,5 24 7 0 0,-12-30-98 0 0,0 1 0 0 0,0-1 0 0 0,0 0 0 0 0,1 0-1 0 0,0 0 1 0 0,0 0 0 0 0,0-1 0 0 0,0 1 0 0 0,1 0 0 0 0,0-1-1 0 0,-1 1 1 0 0,6 4 0 0 0,-2-4-250 0 0,-1 0-1 0 0,1-1 1 0 0,-1 0 0 0 0,1 0-1 0 0,0 0 1 0 0,0-1 0 0 0,1 1-1 0 0,-1-1 1 0 0,0-1 0 0 0,1 1-1 0 0,7 0 1 0 0,-9-2-186 0 0,0 1-1 0 0,0-1 1 0 0,0 0 0 0 0,0 0-1 0 0,0-1 1 0 0,0 0 0 0 0,-1 0-1 0 0,1 0 1 0 0,0 0 0 0 0,0 0-1 0 0,-1-1 1 0 0,1 0 0 0 0,-1 0-1 0 0,1 0 1 0 0,7-6 0 0 0,15-6-2087 0 0</inkml:trace>
</inkml:ink>
</file>

<file path=ppt/ink/ink2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06T18:24:11.42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455 82 960 0 0,'0'0'1214'0'0,"-6"0"-267"0"0,-67 3 3306 0 0,53-2-3735 0 0,1 1-1 0 0,-1 1 1 0 0,-33 10-1 0 0,30-4 147 0 0,-1 0-1 0 0,-21 14 0 0 0,-4 2 642 0 0,17-13-438 0 0,24-10-674 0 0,0 0 0 0 0,1 1-1 0 0,-1 0 1 0 0,1 0 0 0 0,0 1 0 0 0,-1-1 0 0 0,2 2 0 0 0,-1-1-1 0 0,0 1 1 0 0,-8 8 0 0 0,14-12-179 0 0,1 0 0 0 0,0 1 0 0 0,-1-1 0 0 0,1 1 0 0 0,0-1 0 0 0,-1 1 0 0 0,1-1 0 0 0,0 1 0 0 0,0-1 0 0 0,0 1 0 0 0,0-1 0 0 0,1 1-1 0 0,-1-1 1 0 0,0 1 0 0 0,1-1 0 0 0,-1 1 0 0 0,0-1 0 0 0,1 0 0 0 0,0 1 0 0 0,-1-1 0 0 0,1 0 0 0 0,0 1 0 0 0,0-1 0 0 0,0 0 0 0 0,0 0 0 0 0,0 0 0 0 0,0 0 0 0 0,0 0 0 0 0,0 0-1 0 0,2 2 1 0 0,6 7 114 0 0,-8-8-121 0 0,1 1 0 0 0,-1-1 0 0 0,1 1-1 0 0,0-1 1 0 0,0 0 0 0 0,0 0 0 0 0,0 0-1 0 0,0 0 1 0 0,0 0 0 0 0,1 0-1 0 0,-1 0 1 0 0,1-1 0 0 0,-1 1 0 0 0,1-1-1 0 0,0 0 1 0 0,-1 0 0 0 0,1 0 0 0 0,0 0-1 0 0,0 0 1 0 0,0-1 0 0 0,0 1-1 0 0,4 0 1 0 0,44 11 119 0 0,-36-7-83 0 0,0 0 0 0 0,1 0 0 0 0,0-2 0 0 0,0 0 0 0 0,0-1 0 0 0,0-1 0 0 0,0 0 0 0 0,0-1 0 0 0,0-1 1 0 0,0 0-1 0 0,0-1 0 0 0,22-6 0 0 0,-6 0 2 0 0,-14 4-13 0 0,-1-1 0 0 0,0-1 0 0 0,24-11 0 0 0,-8-2 35 0 0,0-2 0 0 0,-2-1-1 0 0,29-28 1 0 0,-51 42-74 0 0,0 0 0 0 0,0 0 0 0 0,13-19 0 0 0,-20 24-9 0 0,-1 1 1 0 0,1-1-1 0 0,0 0 0 0 0,-1 1 0 0 0,0-1 0 0 0,0 0 0 0 0,0 0 0 0 0,0 0 0 0 0,0 0 0 0 0,0 0 0 0 0,-1 0 0 0 0,0 0 0 0 0,1 0 0 0 0,-1-1 0 0 0,0 1 0 0 0,-1 0 0 0 0,1 0 0 0 0,0 0 0 0 0,-2-4 0 0 0,1 4-31 0 0,0 1 1 0 0,0-1-1 0 0,0 1 0 0 0,-1-1 0 0 0,1 1 1 0 0,-1-1-1 0 0,1 1 0 0 0,-1 0 0 0 0,0 0 1 0 0,0 0-1 0 0,0 0 0 0 0,0 0 0 0 0,0 0 1 0 0,0 0-1 0 0,-1 1 0 0 0,1-1 0 0 0,-5-1 0 0 0,-4-1-286 0 0,0 0 0 0 0,0 0 0 0 0,-18-2 0 0 0,-16-2-937 0 0,0 2 1 0 0,-1 2-1 0 0,0 2 1 0 0,0 2 0 0 0,-63 8-1 0 0,76-1 1037 0 0,1 0-1 0 0,0 2 1 0 0,-35 15-1 0 0,59-20-93 0 0,0-1 1 0 0,0 2-1 0 0,0-1 0 0 0,1 1 0 0 0,0 0 0 0 0,0 1 1 0 0,-10 9-1 0 0,16-14 147 0 0,1-1 0 0 0,-1 1 0 0 0,1 0-1 0 0,-1-1 1 0 0,1 1 0 0 0,-1 0 0 0 0,1 0 0 0 0,0-1 0 0 0,-1 1 0 0 0,1 0 0 0 0,0 0 0 0 0,0 0 0 0 0,-1-1 0 0 0,1 1 0 0 0,0 0-1 0 0,0 0 1 0 0,0 1 0 0 0</inkml:trace>
</inkml:ink>
</file>

<file path=ppt/ink/ink2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06T18:24:13.32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27 7 1121 0 0,'0'-1'147'0'0,"0"1"1"0"0,0 0 0 0 0,0 0 0 0 0,-1-1 0 0 0,1 1 0 0 0,0 0 0 0 0,0 0 0 0 0,0-1 0 0 0,0 1 0 0 0,0 0 0 0 0,0 0 0 0 0,0-1 0 0 0,-1 1 0 0 0,1 0 0 0 0,0 0 0 0 0,0-1 0 0 0,0 1 0 0 0,-1 0 0 0 0,1 0 0 0 0,0 0 0 0 0,0-1 0 0 0,0 1 0 0 0,-1 0 0 0 0,1 0 0 0 0,0 0 0 0 0,-1 0 0 0 0,1 0 0 0 0,0 0 0 0 0,0 0 0 0 0,-1-1 0 0 0,1 1 0 0 0,-15 0 464 0 0,10 1 5552 0 0,5-1-6100 0 0,0 0 0 0 0,0 1 0 0 0,0-1 0 0 0,0 0-1 0 0,0 1 1 0 0,1-1 0 0 0,-1 1 0 0 0,0-1 0 0 0,0 0-1 0 0,1 1 1 0 0,-1-1 0 0 0,0 0 0 0 0,0 0 0 0 0,1 1-1 0 0,-1-1 1 0 0,0 0 0 0 0,1 0 0 0 0,-1 1 0 0 0,0-1-1 0 0,1 0 1 0 0,-1 0 0 0 0,0 0 0 0 0,1 1 0 0 0,-1-1-1 0 0,1 0 1 0 0,-1 0 0 0 0,0 0 0 0 0,1 0 0 0 0,-1 0-1 0 0,1 0 1 0 0,-1 0 0 0 0,1 0 0 0 0,-1 0-1 0 0,0 0 1 0 0,1 0 0 0 0,-1 0 0 0 0,1 0 0 0 0,-1-1-1 0 0,0 1 1 0 0,1 0 0 0 0,17 1 1136 0 0,-15-1-1110 0 0,49 10-389 0 0,78 6 1 0 0,-72-15-2554 0 0,-38 0-244 0 0,38-4-1 0 0,-25-2-678 0 0</inkml:trace>
</inkml:ink>
</file>

<file path=ppt/ink/ink2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06T18:24:13.73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1 880 0 0,'32'0'1681'0'0,"1"0"-240"0"0,26 0-241 0 0,-27 8-639 0 0,34 11-2002 0 0,-1 2-1360 0 0</inkml:trace>
</inkml:ink>
</file>

<file path=ppt/ink/ink2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06T18:24:14.65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928 1 400 0 0,'0'16'304'0'0,"1"-12"-217"0"0,-1 1 1 0 0,1-1 0 0 0,-1 1-1 0 0,0-1 1 0 0,-1 1-1 0 0,1-1 1 0 0,-1 1 0 0 0,0-1-1 0 0,0 0 1 0 0,-3 7-1 0 0,-18 23 394 0 0,13-8-199 0 0,8-21-239 0 0,0-1-1 0 0,-1 0 1 0 0,1 0 0 0 0,-1 0 0 0 0,0 0-1 0 0,0-1 1 0 0,0 1 0 0 0,0 0-1 0 0,-1-1 1 0 0,0 1 0 0 0,0-1 0 0 0,0 0-1 0 0,-4 4 1 0 0,-48 35 771 0 0,46-33-589 0 0,-6 5 326 0 0,-1 0-1 0 0,0-1 1 0 0,-31 19 0 0 0,4-9 40 0 0,-1-2 0 0 0,-1-2 1 0 0,-1-2-1 0 0,-1-2 0 0 0,0-2 1 0 0,-1-2-1 0 0,0-2 1 0 0,-89 5-1 0 0,127-14-571 0 0,0 0 1 0 0,0-1 0 0 0,-1 0-1 0 0,1-1 1 0 0,0 0-1 0 0,0 0 1 0 0,-11-5-1 0 0,4 1-24 0 0,9 3-2 0 0,4 3 3 0 0,1-1-1 0 0,-1 0 1 0 0,1 0 0 0 0,0 0-1 0 0,0-1 1 0 0,-1 1 0 0 0,1-1-1 0 0,0 0 1 0 0,0 0-1 0 0,0 0 1 0 0,1 0 0 0 0,-1 0-1 0 0,0 0 1 0 0,1-1 0 0 0,0 0-1 0 0,-1 1 1 0 0,1-1-1 0 0,0 0 1 0 0,0 0 0 0 0,1 0-1 0 0,-4-6 1 0 0,5 8 2 0 0,-2-3-4 0 0,0 1 0 0 0,0 0 1 0 0,1-1-1 0 0,-1 1 0 0 0,1 0 0 0 0,0-1 1 0 0,0 0-1 0 0,0-4 0 0 0,1 5 4 0 0,0 1-1 0 0,1 0 1 0 0,-1 0 0 0 0,1-1-1 0 0,0 1 1 0 0,0 0 0 0 0,0 0-1 0 0,0 0 1 0 0,0 0 0 0 0,0 0-1 0 0,0 0 1 0 0,1 0 0 0 0,-1 0-1 0 0,1 1 1 0 0,-1-1 0 0 0,3-1-1 0 0,3-4-10 0 0,0 1 0 0 0,0 0 0 0 0,1 0 0 0 0,0 1 0 0 0,0 0 0 0 0,0 0 0 0 0,0 1 0 0 0,1 0 0 0 0,0 0 0 0 0,0 1 0 0 0,0 1 0 0 0,0-1 0 0 0,0 1 0 0 0,14-1 0 0 0,3 2-32 0 0,-1 1 0 0 0,1 0 0 0 0,-1 2 0 0 0,29 6 0 0 0,-19-3 4 0 0,1 2 0 0 0,-1 2 0 0 0,-1 1 0 0 0,1 1 0 0 0,-2 2 0 0 0,0 1 0 0 0,40 25 0 0 0,-70-38 19 0 0,-1 0 1 0 0,1 0-1 0 0,-1 0 1 0 0,0 1-1 0 0,0-1 0 0 0,0 1 1 0 0,0 0-1 0 0,0-1 0 0 0,0 1 1 0 0,0 0-1 0 0,0 0 1 0 0,-1 0-1 0 0,1 0 0 0 0,-1 1 1 0 0,1-1-1 0 0,-1 0 1 0 0,0 1-1 0 0,0-1 0 0 0,0 0 1 0 0,0 1-1 0 0,0 4 0 0 0,-1-4-1152 0 0,0-17-3683 0 0,0 1 2055 0 0</inkml:trace>
</inkml:ink>
</file>

<file path=ppt/ink/ink2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06T18:24:15.17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408 69 2241 0 0,'-55'9'2096'0'0,"20"-5"-837"0"0,1 2 0 0 0,0 1 0 0 0,1 2 0 0 0,-64 25 0 0 0,91-31-1150 0 0,1-1-28 0 0,1-1-1 0 0,-1 1 1 0 0,1 0 0 0 0,0 0 0 0 0,0 1-1 0 0,0-1 1 0 0,0 1 0 0 0,0 0-1 0 0,1 0 1 0 0,-1 0 0 0 0,1 1-1 0 0,0-1 1 0 0,0 1 0 0 0,0 0-1 0 0,-4 7 1 0 0,-15 12 640 0 0,17-16-439 0 0,1 0 0 0 0,0 1 1 0 0,0-1-1 0 0,1 1 0 0 0,-4 16 1 0 0,7-21-233 0 0,1-1 1 0 0,0 1 0 0 0,0 0 0 0 0,0-1-1 0 0,0 1 1 0 0,0-1 0 0 0,1 0 0 0 0,-1 1-1 0 0,1-1 1 0 0,-1 0 0 0 0,1 0 0 0 0,4 4-1 0 0,33 27 464 0 0,-22-25-363 0 0,0 0 0 0 0,1-2 0 0 0,-1 1 0 0 0,1-2 0 0 0,31 5 0 0 0,-32-6-83 0 0,4 0-22 0 0,1-1 0 0 0,-1-1 0 0 0,1-1 0 0 0,0-1 0 0 0,0-1 0 0 0,33-5 0 0 0,-10-3-20 0 0,77-26 0 0 0,-104 29-18 0 0,-1-1 1 0 0,0 0 0 0 0,0-1-1 0 0,-1-1 1 0 0,19-14 0 0 0,-27 18-8 0 0,-1-1 0 0 0,0 0 0 0 0,-1 0 1 0 0,1-1-1 0 0,-1 1 0 0 0,-1-2 0 0 0,1 1 1 0 0,-1 0-1 0 0,-1-1 0 0 0,1 0 0 0 0,5-16 0 0 0,-9 22-5 0 0,0-1 0 0 0,0 0-1 0 0,-1 0 1 0 0,1 1-1 0 0,-1-1 1 0 0,0 0-1 0 0,0 0 1 0 0,0 0-1 0 0,0 1 1 0 0,0-1-1 0 0,-1 0 1 0 0,1 0-1 0 0,-1 1 1 0 0,0-1-1 0 0,1 0 1 0 0,-1 1-1 0 0,-1-1 1 0 0,1 1-1 0 0,0-1 1 0 0,-1 1-1 0 0,1-1 1 0 0,-1 1-1 0 0,1 0 1 0 0,-1 0-1 0 0,0 0 1 0 0,-4-3-1 0 0,-3-2-15 0 0,-1-1 0 0 0,0 2-1 0 0,0 0 1 0 0,-20-9-1 0 0,27 13 18 0 0,-20-7-111 0 0,0 0 0 0 0,-1 1 0 0 0,0 2 0 0 0,0 0 0 0 0,-47-4 0 0 0,65 9 77 0 0,-100-9-871 0 0,-11-1-3573 0 0,90 5 1880 0 0,21 5-374 0 0</inkml:trace>
</inkml:ink>
</file>

<file path=ppt/ink/ink2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06T18:24:16.11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650 11 560 0 0,'-1'-1'44'0'0,"0"0"0"0"0,0 0-1 0 0,1 0 1 0 0,-1 1 0 0 0,0-1 0 0 0,0 0-1 0 0,0 1 1 0 0,0-1 0 0 0,0 1-1 0 0,0-1 1 0 0,0 1 0 0 0,0-1-1 0 0,0 1 1 0 0,0-1 0 0 0,0 1 0 0 0,0 0-1 0 0,-1 0 1 0 0,1 0 0 0 0,0 0-1 0 0,0 0 1 0 0,0 0 0 0 0,0 0 0 0 0,0 0-1 0 0,0 0 1 0 0,-2 1 0 0 0,-35 1 927 0 0,-63 17 2372 0 0,35-5-1524 0 0,57-12-1659 0 0,-31 6 947 0 0,0 2 0 0 0,1 1 1 0 0,-51 22-1 0 0,76-27-866 0 0,-7 4 189 0 0,-1 0-1 0 0,2 2 1 0 0,-1 0-1 0 0,-32 27 0 0 0,48-35-354 0 0,1 0 0 0 0,0-1-1 0 0,1 2 1 0 0,-1-1-1 0 0,1 0 1 0 0,0 1 0 0 0,0-1-1 0 0,0 1 1 0 0,0 0-1 0 0,1 0 1 0 0,0 0-1 0 0,0 0 1 0 0,0 1 0 0 0,1-1-1 0 0,0 0 1 0 0,0 1-1 0 0,0-1 1 0 0,1 1-1 0 0,0-1 1 0 0,0 1 0 0 0,0-1-1 0 0,0 1 1 0 0,1-1-1 0 0,0 1 1 0 0,0-1-1 0 0,4 9 1 0 0,-2-7-10 0 0,0-1-1 0 0,1 0 1 0 0,0 1-1 0 0,1-2 1 0 0,-1 1-1 0 0,1 0 1 0 0,0-1-1 0 0,1 0 1 0 0,-1 0-1 0 0,1 0 1 0 0,0-1 0 0 0,0 0-1 0 0,1 0 1 0 0,-1 0-1 0 0,1-1 1 0 0,-1 0-1 0 0,14 4 1 0 0,3 0-12 0 0,0 0 0 0 0,1-2 0 0 0,0 0 0 0 0,29 1 0 0 0,-19-4-81 0 0,-1-1 0 0 0,0-1-1 0 0,0-3 1 0 0,0 0 0 0 0,0-2-1 0 0,0-2 1 0 0,56-18 0 0 0,-81 22-10 0 0,22-6-263 0 0,0-3-1 0 0,34-17 1 0 0,-57 26 181 0 0,0-1 1 0 0,0 0-1 0 0,0-1 1 0 0,-1 1-1 0 0,1-2 1 0 0,-1 1-1 0 0,-1 0 1 0 0,1-1-1 0 0,-1 0 1 0 0,0-1-1 0 0,0 1 1 0 0,-1-1-1 0 0,1 0 1 0 0,3-10-1 0 0,-6 13 71 0 0,-1 0-1 0 0,0 0 1 0 0,-1 1 0 0 0,1-1 0 0 0,-1 0-1 0 0,0 0 1 0 0,0 0 0 0 0,0 0 0 0 0,0 1-1 0 0,-1-1 1 0 0,1 0 0 0 0,-1 0-1 0 0,0 0 1 0 0,0 1 0 0 0,0-1 0 0 0,-1 0-1 0 0,0 1 1 0 0,1 0 0 0 0,-1-1 0 0 0,0 1-1 0 0,0 0 1 0 0,-1 0 0 0 0,1 0-1 0 0,-1 0 1 0 0,0 0 0 0 0,1 0 0 0 0,-5-2-1 0 0,-6-5-10 0 0,1 1 0 0 0,-1 1 0 0 0,0 0-1 0 0,-24-10 1 0 0,5 4-131 0 0,0 1 0 0 0,0 1 0 0 0,-1 2-1 0 0,0 2 1 0 0,-1 0 0 0 0,0 3 0 0 0,0 1 0 0 0,-60 0-1 0 0,88 4-180 0 0,-11 0-167 0 0,16 0 463 0 0,1 0 1 0 0,-1 0-1 0 0,1 0 0 0 0,0 0 0 0 0,-1 0 0 0 0,1-1 0 0 0,0 1 0 0 0,-1 0 1 0 0,1 0-1 0 0,-1 0 0 0 0,1 0 0 0 0,0 0 0 0 0,-1-1 0 0 0,1 1 0 0 0,0 0 0 0 0,-1 0 1 0 0,1-1-1 0 0,0 1 0 0 0,-1 0 0 0 0,1 0 0 0 0,0-1 0 0 0,0 1 0 0 0,-1 0 0 0 0,1-1 1 0 0,0 1-1 0 0,0 0 0 0 0,0-1 0 0 0,0 1 0 0 0,-1-1 0 0 0,1 1 0 0 0,0 0 0 0 0,0-1 1 0 0,1 0-87 0 0,0 0 1 0 0,-1 0 0 0 0,1 0 0 0 0,0 0 0 0 0,0 0 0 0 0,0 0 0 0 0,0 1 0 0 0,0-1 0 0 0,0 0 0 0 0,0 1 0 0 0,0-1 0 0 0,1 1 0 0 0,-1-1 0 0 0,0 1 0 0 0,0-1-1 0 0,0 1 1 0 0,1 0 0 0 0,-1 0 0 0 0,0 0 0 0 0,0-1 0 0 0,1 1 0 0 0,-1 0 0 0 0,1 1 0 0 0,4-2-509 0 0,26-5-1824 0 0</inkml:trace>
</inkml:ink>
</file>

<file path=ppt/ink/ink2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06T18:24:16.67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514 111 80 0 0,'0'-2'176'0'0,"0"1"0"0"0,0-1 1 0 0,1 1-1 0 0,-2 0 0 0 0,1-1 0 0 0,0 1 0 0 0,0-1 0 0 0,0 1 0 0 0,-1-1 1 0 0,1 1-1 0 0,-1 0 0 0 0,1-1 0 0 0,-1 1 0 0 0,1 0 0 0 0,-1-1 1 0 0,0 1-1 0 0,0 0 0 0 0,0 0 0 0 0,1 0 0 0 0,-1 0 0 0 0,0 0 1 0 0,0 0-1 0 0,-1 0 0 0 0,1 0 0 0 0,0 0 0 0 0,-1-1 0 0 0,-9-6 657 0 0,-1-6 729 0 0,11 12-1380 0 0,-1 0 1 0 0,0 0-1 0 0,1 1 0 0 0,-1-1 0 0 0,0 0 0 0 0,0 1 1 0 0,0-1-1 0 0,0 1 0 0 0,0 0 0 0 0,0-1 0 0 0,-4 0 1 0 0,-12-7 817 0 0,14 6-604 0 0,0 1 0 0 0,-1 0 1 0 0,1 0-1 0 0,-1 0 0 0 0,0 1 0 0 0,0-1 0 0 0,1 1 1 0 0,-1 0-1 0 0,-6 0 0 0 0,-103-6 2819 0 0,100 7-2999 0 0,0 2 0 0 0,-1 0 1 0 0,2 1-1 0 0,-1 0 0 0 0,0 1 0 0 0,1 1 1 0 0,-1 0-1 0 0,1 1 0 0 0,1 0 1 0 0,-1 1-1 0 0,1 0 0 0 0,0 1 0 0 0,-11 10 1 0 0,15-11-171 0 0,1 0 1 0 0,0 1 0 0 0,0 0 0 0 0,0 0-1 0 0,1 0 1 0 0,-5 11 0 0 0,8-15-35 0 0,1-1 0 0 0,0 1 0 0 0,1 0 0 0 0,-1 0 1 0 0,1 0-1 0 0,0 0 0 0 0,0 0 0 0 0,0 1 0 0 0,0-1 0 0 0,1 0 0 0 0,-1 0 1 0 0,1 1-1 0 0,1-1 0 0 0,-1 0 0 0 0,0 1 0 0 0,3 6 0 0 0,3 4 87 0 0,2 0 0 0 0,0 0 0 0 0,15 21 0 0 0,-9-14 26 0 0,-9-16-110 0 0,0 1 1 0 0,0-1-1 0 0,0 0 0 0 0,0-1 1 0 0,1 1-1 0 0,0-1 1 0 0,0 0-1 0 0,1 0 1 0 0,-1-1-1 0 0,1 0 1 0 0,0 0-1 0 0,11 4 1 0 0,2-1-47 0 0,0-2 1 0 0,0 0 0 0 0,23 3 0 0 0,-21-4 23 0 0,1-1 0 0 0,0-1 1 0 0,-1-1-1 0 0,1-1 0 0 0,0 0 1 0 0,-1-2-1 0 0,1-1 0 0 0,-1-1 1 0 0,35-10-1 0 0,-55 13 1 0 0,1 0 1 0 0,-1 0-1 0 0,0 0 1 0 0,0 0 0 0 0,1 0-1 0 0,-1-1 1 0 0,0 1-1 0 0,0 0 1 0 0,0-1-1 0 0,-1 0 1 0 0,1 1-1 0 0,0-1 1 0 0,2-3-1 0 0,-3 3 9 0 0,-1 1 0 0 0,1-1 0 0 0,0 1 0 0 0,-1 0-1 0 0,1-1 1 0 0,-1 1 0 0 0,0-1 0 0 0,0 1 0 0 0,1-1 0 0 0,-1 1-1 0 0,0-1 1 0 0,0 1 0 0 0,0-1 0 0 0,-1 1 0 0 0,1-1 0 0 0,0 1 0 0 0,-1-1-1 0 0,1 1 1 0 0,0-1 0 0 0,-1 1 0 0 0,0-1 0 0 0,1 1 0 0 0,-1 0-1 0 0,0-1 1 0 0,0 1 0 0 0,-1-1 0 0 0,-17-23 104 0 0,-1 1-1 0 0,-1 1 1 0 0,-1 0 0 0 0,-1 2 0 0 0,-1 1-1 0 0,-32-20 1 0 0,40 31-240 0 0,0 0-1 0 0,0 2 1 0 0,-1 0-1 0 0,0 0 1 0 0,-25-4 0 0 0,37 9-32 0 0,0 0 0 0 0,-1 0 0 0 0,1 0 0 0 0,0-1 0 0 0,1 0 0 0 0,-8-4 1 0 0,1-1-4313 0 0,-1 3-7634 0 0,39 12 8376 0 0</inkml:trace>
</inkml:ink>
</file>

<file path=ppt/ink/ink2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06T18:24:18.05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1 400 1281 0 0,'5'-4'350'0'0,"-1"-1"1"0"0,1 0 0 0 0,-1 0 0 0 0,0 0 0 0 0,5-10 0 0 0,-6 10-86 0 0,0 0 1 0 0,1 0-1 0 0,-1 0 1 0 0,1 1-1 0 0,0-1 0 0 0,0 1 1 0 0,5-4-1 0 0,-4 4 30 0 0,-1 1 0 0 0,0-2-1 0 0,0 1 1 0 0,0 0 0 0 0,7-10-1 0 0,-9 9-100 0 0,1 1 1 0 0,1 0-1 0 0,-1 0 0 0 0,0 1 0 0 0,1-1 0 0 0,0 1 1 0 0,6-6-1 0 0,19-9 166 0 0,-2-2 0 0 0,-1-1 0 0 0,-1-1 0 0 0,26-29 1 0 0,-34 33-407 0 0,1 2 1 0 0,1 0-1 0 0,0 0 1 0 0,32-18 0 0 0,-45 32-35 0 0,-5 1 77 0 0,0 1 0 0 0,0 0-1 0 0,0 1 1 0 0,0-1 0 0 0,0 0 0 0 0,1 0 0 0 0,-1 0 0 0 0,0 1 0 0 0,0-1 0 0 0,0 0 0 0 0,0 1 0 0 0,0-1-1 0 0,0 1 1 0 0,0-1 0 0 0,0 1 0 0 0,0 0 0 0 0,-1-1 0 0 0,1 1 0 0 0,0 0 0 0 0,0 0 0 0 0,0-1 0 0 0,-1 1 0 0 0,1 0-1 0 0,0 1 1 0 0,10 33-50 0 0,-8-23 50 0 0,0 1 6 0 0,4 16 27 0 0,0 0-1 0 0,-3 1 0 0 0,2 31 0 0 0,-6-58-22 0 0,1 0 0 0 0,-1 0-1 0 0,0 0 1 0 0,-1 0 0 0 0,1 0-1 0 0,-1 0 1 0 0,1 0 0 0 0,-1 1-1 0 0,0-1 1 0 0,0-1-1 0 0,0 1 1 0 0,0 0 0 0 0,-1 0-1 0 0,1 0 1 0 0,-1-1 0 0 0,0 1-1 0 0,-3 3 1 0 0,-4 7 127 0 0,8-10-47 0 0,-1 0 0 0 0,1 0 0 0 0,1 0 0 0 0,-1 0 0 0 0,0 1 0 0 0,1-1 1 0 0,-1 0-1 0 0,1 0 0 0 0,0 1 0 0 0,0-1 0 0 0,1 5 0 0 0,-1 1 202 0 0,1-8-275 0 0,-2 0 0 0 0,1-1 0 0 0,0 1 0 0 0,0 0 0 0 0,0 0 0 0 0,0 0 0 0 0,0 0 0 0 0,-1-1 1 0 0,1 1-1 0 0,0 0 0 0 0,-1 0 0 0 0,1-1 0 0 0,0 1 0 0 0,-1 0 0 0 0,1-1 0 0 0,-1 1 0 0 0,1 0 0 0 0,-1-1 0 0 0,0 1 0 0 0,1-1 0 0 0,-1 1 1 0 0,0 0-1 0 0,1-1 0 0 0,-1 0 0 0 0,0 1 0 0 0,1-1 0 0 0,-1 1 0 0 0,0-1 0 0 0,0 0 0 0 0,0 0 0 0 0,1 1 0 0 0,-1-1 0 0 0,0 0 1 0 0,0 0-1 0 0,0 0 0 0 0,1 0 0 0 0,-1 0 0 0 0,0 0 0 0 0,0 0 0 0 0,0 0 0 0 0,0 0 0 0 0,1-1 0 0 0,-1 1 0 0 0,0 0 0 0 0,0 0 0 0 0,0-1 1 0 0,1 1-1 0 0,-1 0 0 0 0,0-1 0 0 0,1 1 0 0 0,-1-1 0 0 0,0 1 0 0 0,0-2 0 0 0,0-12-60 0 0,0 11 62 0 0,1-1 0 0 0,0 0 0 0 0,0 0 0 0 0,0 0 0 0 0,0 1 0 0 0,0-1 1 0 0,1 0-1 0 0,0 0 0 0 0,0 1 0 0 0,0-1 0 0 0,2-5 0 0 0,57-99 211 0 0,-44 70-177 0 0,-8 16 2 0 0,2 0 1 0 0,15-25-1 0 0,-22 42-50 0 0,0 0 1 0 0,1 0-1 0 0,0 0 0 0 0,-1 1 0 0 0,1-1 0 0 0,1 1 0 0 0,-1 0 1 0 0,1 0-1 0 0,0 1 0 0 0,-1 0 0 0 0,2-1 0 0 0,-1 2 0 0 0,0-1 1 0 0,7-2-1 0 0,15-3-69 0 0,-25 8 62 0 0,-1 0 0 0 0,1-1 0 0 0,-1 1 1 0 0,1 0-1 0 0,0 0 0 0 0,-1 0 0 0 0,1 0 0 0 0,-1 0 0 0 0,1 0 0 0 0,0 0 1 0 0,-1 0-1 0 0,1 1 0 0 0,-1-1 0 0 0,1 1 0 0 0,0-1 0 0 0,1 2 0 0 0,6 1-5 0 0,-4-3 12 0 0,0 1-1 0 0,0-1 1 0 0,0 1 0 0 0,0 0 0 0 0,0 1 0 0 0,0-1 0 0 0,0 1 0 0 0,0 0 0 0 0,-1 0 0 0 0,1 0 0 0 0,-1 1 0 0 0,1 0-1 0 0,-1 0 1 0 0,0 0 0 0 0,0 0 0 0 0,0 0 0 0 0,-1 1 0 0 0,1 0 0 0 0,-1 0 0 0 0,6 8 0 0 0,-3-4 53 0 0,0-1 0 0 0,-1 1 0 0 0,0 0 0 0 0,0 1 0 0 0,-1-1 1 0 0,0 1-1 0 0,0 0 0 0 0,-1 0 0 0 0,-1 0 0 0 0,1 0 0 0 0,0 12 0 0 0,-2-15 32 0 0,-1-1 0 0 0,0 1 0 0 0,-1-1 0 0 0,1 1 0 0 0,-1-1 0 0 0,-1 1 0 0 0,1-1 0 0 0,0 0 0 0 0,-1 1 0 0 0,0-1 0 0 0,-1 0 0 0 0,1 0 0 0 0,-1-1 0 0 0,0 1 0 0 0,0 0 0 0 0,0-1-1 0 0,-1 0 1 0 0,1 0 0 0 0,-1 0 0 0 0,0 0 0 0 0,-5 3 0 0 0,-51 53 2007 0 0,55-57-1587 0 0,5-4-498 0 0,-1 0 0 0 0,1 0 0 0 0,0 1-1 0 0,-1-1 1 0 0,1 0 0 0 0,0 0 0 0 0,-1 0-1 0 0,1 0 1 0 0,-1 0 0 0 0,1 0 0 0 0,-1 1 0 0 0,0-1-1 0 0,1 0 1 0 0,-1 0 0 0 0,0 1 0 0 0,0-1-1 0 0,1 1 1 0 0,-1-1 0 0 0,0 0 0 0 0,0 1-1 0 0,0 0 1 0 0,0-1 0 0 0,0 1 0 0 0,-1-1-1 0 0,1 1-4 0 0,0-1 0 0 0,0 1 0 0 0,0 0 0 0 0,0-1 0 0 0,1 1 0 0 0,-1 0 0 0 0,0-1 0 0 0,0 1 0 0 0,0-1 0 0 0,1 0 0 0 0,-1 1 0 0 0,0-1 0 0 0,0 0 0 0 0,1 1 0 0 0,-1-1 0 0 0,1 0 0 0 0,-1 0 0 0 0,0 0 0 0 0,1 1 0 0 0,0-1 0 0 0,-1 0 0 0 0,1 0 0 0 0,-1 0 0 0 0,1 0 0 0 0,0 0 0 0 0,0 0 0 0 0,0 0 0 0 0,-1 0 0 0 0,1 0 0 0 0,0 0-1 0 0,0 0 1 0 0,0 0 0 0 0,1 0 0 0 0,-1 1 0 0 0,0-1 0 0 0,0 0 0 0 0,0 0 0 0 0,1 0 0 0 0,-1 0 0 0 0,0 0 0 0 0,1 0 0 0 0,-1 0 0 0 0,1 0 0 0 0,-1 1 0 0 0,1-1 0 0 0,-1 0 0 0 0,1 0 0 0 0,0 0 0 0 0,59-87 209 0 0,-45 60-202 0 0,-11 18-22 0 0,1 0 0 0 0,1 0 0 0 0,0 0 0 0 0,0 1 0 0 0,1 0 0 0 0,15-16 0 0 0,25-9-76 0 0,-29 23 0 0 0,-12 8 67 0 0,1 0 0 0 0,-1 1 0 0 0,0-1-1 0 0,1 2 1 0 0,-1-1 0 0 0,1 1 0 0 0,0 0 0 0 0,-1 0 0 0 0,1 1-1 0 0,0 0 1 0 0,0 0 0 0 0,9 2 0 0 0,-8-2 17 0 0,-1 1 1 0 0,1 1-1 0 0,-1 0 0 0 0,0 0 1 0 0,0 0-1 0 0,0 1 1 0 0,0 0-1 0 0,0 0 1 0 0,0 0-1 0 0,-1 1 0 0 0,11 8 1 0 0,-4 0 69 0 0,-1 2 1 0 0,0-1-1 0 0,0 2 1 0 0,16 27-1 0 0,-18-26 9 0 0,-5-9-6 0 0,-1 0 1 0 0,0 0-1 0 0,0 1 0 0 0,0 0 0 0 0,-1 0 0 0 0,0 0 1 0 0,-1 0-1 0 0,3 14 0 0 0,-5-18-30 0 0,0-1 0 0 0,0 1-1 0 0,0 0 1 0 0,0 0 0 0 0,-1-1 0 0 0,1 1-1 0 0,-1 0 1 0 0,0-1 0 0 0,0 1 0 0 0,-1-1 0 0 0,1 1-1 0 0,-1-1 1 0 0,1 1 0 0 0,-1-1 0 0 0,0 0-1 0 0,0 0 1 0 0,-1 0 0 0 0,1 0 0 0 0,-6 5 0 0 0,-19 15 13 0 0,26-22-198 0 0,-1 1 0 0 0,0-1 0 0 0,0 1 1 0 0,1-1-1 0 0,-1 0 0 0 0,0 0 0 0 0,0 0 0 0 0,0 0 0 0 0,0 0 0 0 0,0-1 0 0 0,0 1 1 0 0,0 0-1 0 0,0-1 0 0 0,-1 0 0 0 0,1 1 0 0 0,0-1 0 0 0,-4 0 0 0 0,5 0-100 0 0,0 0-1 0 0,-1-1 1 0 0,1 1 0 0 0,0 0-1 0 0,0 0 1 0 0,0-1-1 0 0,0 1 1 0 0,0-1-1 0 0,0 1 1 0 0,0-1-1 0 0,0 1 1 0 0,0-1-1 0 0,0 0 1 0 0,0 1-1 0 0,0-1 1 0 0,0 0-1 0 0,1 0 1 0 0,-1 0-1 0 0,0 0 1 0 0,0 0-1 0 0,1 0 1 0 0,-1 0-1 0 0,1 0 1 0 0,-1 0-1 0 0,1 0 1 0 0,-1 0-1 0 0,1 0 1 0 0,0 0-1 0 0,-1 0 1 0 0,1 0-1 0 0,0 0 1 0 0,0-1-1 0 0,0 1 1 0 0,0 0-1 0 0,0-2 1 0 0,0-23-4864 0 0</inkml:trace>
</inkml:ink>
</file>

<file path=ppt/ink/ink2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06T18:24:18.49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713 0 1761 0 0,'0'7'2001'0'0,"0"-1"400"0"0,-66 50 3441 0 0,8 46 561 0 0,-8 8-3441 0 0,1 9-1682 0 0,0 3-399 0 0,-1-18-161 0 0,1 0-320 0 0,0-8-560 0 0,-1-21-880 0 0,1-28-2882 0 0,0-38-5923 0 0</inkml:trace>
</inkml:ink>
</file>

<file path=ppt/ink/ink2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06T18:24:19.71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613 69 160 0 0,'35'-16'1097'0'0,"0"1"0"0"0,1 2 1 0 0,48-11-1 0 0,-78 23-590 0 0,-8 2-491 0 0,1-1 0 0 0,-1 1 0 0 0,0-1 0 0 0,0 0 0 0 0,1 1 1 0 0,-1-1-1 0 0,0 0 0 0 0,0 0 0 0 0,1-1 0 0 0,-1 1 0 0 0,-3-1 1 0 0,-4 0 2 0 0,-207 10 712 0 0,183-6-13 0 0,-1 2 0 0 0,1 2 0 0 0,0 1 1 0 0,-36 13-1 0 0,67-20-665 0 0,0 0 0 0 0,0-1 1 0 0,1 1-1 0 0,-1 0 0 0 0,0 0 0 0 0,0 0 0 0 0,0 1 0 0 0,1-1 0 0 0,-1 0 1 0 0,1 1-1 0 0,-1-1 0 0 0,1 1 0 0 0,-1-1 0 0 0,1 1 0 0 0,0 0 0 0 0,0-1 1 0 0,0 1-1 0 0,0 0 0 0 0,-1 3 0 0 0,1-1 17 0 0,0 1-1 0 0,0 0 1 0 0,1-1 0 0 0,0 1 0 0 0,0 0-1 0 0,1 7 1 0 0,0 9 73 0 0,-1-20-127 0 0,0 1 0 0 0,0-1 1 0 0,0 0-1 0 0,0 1 0 0 0,0-1 0 0 0,1 1 0 0 0,-1-1 0 0 0,1 0 1 0 0,-1 1-1 0 0,1-1 0 0 0,-1 0 0 0 0,1 1 0 0 0,0-1 0 0 0,0 0 1 0 0,-1 0-1 0 0,1 0 0 0 0,0 0 0 0 0,0 0 0 0 0,0 0 0 0 0,0 0 1 0 0,3 2-1 0 0,2 3 95 0 0,-3-4-78 0 0,-1 0 0 0 0,1 0 0 0 0,-1 0 0 0 0,1 0 0 0 0,0-1 0 0 0,0 1 0 0 0,-1-1 0 0 0,1 0 0 0 0,0 0-1 0 0,0 0 1 0 0,1 0 0 0 0,2 1 0 0 0,19 7 99 0 0,-13-4-107 0 0,0 0 0 0 0,1-1 0 0 0,0-1 0 0 0,0 1 0 0 0,0-2 1 0 0,25 2-1 0 0,11 3 39 0 0,17 6-14 0 0,69 20 261 0 0,-134-33-308 0 0,2 1 32 0 0,0 0 0 0 0,0 0 0 0 0,-1 0 0 0 0,1 0 0 0 0,0 1 0 0 0,0-1 1 0 0,-1 1-1 0 0,1 0 0 0 0,2 1 0 0 0,-5-2-14 0 0,1 0 0 0 0,-1-1 0 0 0,1 1 0 0 0,-1 0 0 0 0,1-1 0 0 0,-1 1 0 0 0,0 0 0 0 0,1-1 0 0 0,-1 1 0 0 0,0 0 0 0 0,0 0 0 0 0,0-1 0 0 0,1 1 0 0 0,-1 0 0 0 0,0 0 0 0 0,0-1 0 0 0,0 1 0 0 0,0 0 0 0 0,0 1 0 0 0,-1 0 34 0 0,0 0-1 0 0,1 0 0 0 0,-1-1 1 0 0,0 1-1 0 0,0 0 1 0 0,0 0-1 0 0,0-1 0 0 0,0 1 1 0 0,0-1-1 0 0,0 1 0 0 0,-3 2 1 0 0,-5 5 138 0 0,-1 0 1 0 0,0-1-1 0 0,0 0 1 0 0,-1-1-1 0 0,0 0 0 0 0,0-1 1 0 0,-1 0-1 0 0,1 0 1 0 0,-25 7-1 0 0,7-8-163 0 0,0-2 0 0 0,-1 0 0 0 0,-47-3 0 0 0,-95-11-683 0 0,120 7 107 0 0,18 2 284 0 0,0-1 0 0 0,-52-13 1 0 0,78 14-161 0 0,-1 0 0 0 0,1-1 1 0 0,0 0-1 0 0,-1-1 0 0 0,1 0 0 0 0,1 0 1 0 0,-1-1-1 0 0,1 0 0 0 0,0 0 0 0 0,0-1 1 0 0,0 0-1 0 0,1 0 0 0 0,0 0 0 0 0,-8-12 1 0 0,13 18 304 0 0,1-1 0 0 0,-1 1 1 0 0,1-1-1 0 0,-1 0 1 0 0,1 1-1 0 0,0-1 0 0 0,0 0 1 0 0,-1 1-1 0 0,1-1 1 0 0,0 0-1 0 0,0 1 0 0 0,0-1 1 0 0,0 0-1 0 0,-1 0 1 0 0,1 1-1 0 0,0-1 0 0 0,0 0 1 0 0,1 1-1 0 0,-1-1 0 0 0,0 0 1 0 0,0 0-1 0 0,0 1 1 0 0,0-1-1 0 0,1 0 0 0 0,-1 1 1 0 0,0-1-1 0 0,1 0 1 0 0,-1 1-1 0 0,0-1 0 0 0,2 0 1 0 0,25-20-4033 0 0</inkml:trace>
</inkml:ink>
</file>

<file path=ppt/ink/ink2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06T18:24:20.32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547 115 560 0 0,'-8'-3'655'0'0,"1"-1"0"0"0,0-1 0 0 0,0 1 0 0 0,0-1 0 0 0,-10-9 1 0 0,10 8-291 0 0,6 5-247 0 0,1 0 1 0 0,-1-1 0 0 0,0 1-1 0 0,0 0 1 0 0,1 0 0 0 0,-1-1-1 0 0,1 1 1 0 0,-1 0 0 0 0,1-1-1 0 0,0 1 1 0 0,0 0 0 0 0,-1-1-1 0 0,1 1 1 0 0,0-1 0 0 0,0 1-1 0 0,0-1 1 0 0,0 1 0 0 0,1 0-1 0 0,-1-1 1 0 0,0 1 0 0 0,1-1-1 0 0,-1 1 1 0 0,1 0 0 0 0,-1-1-1 0 0,1 1 1 0 0,-1 0 0 0 0,1 0-1 0 0,1-2 1 0 0,7-2 107 0 0,1 0-1 0 0,-1 1 0 0 0,1 0 1 0 0,0 0-1 0 0,0 1 1 0 0,0 1-1 0 0,0 0 1 0 0,1 0-1 0 0,20 0 0 0 0,18 7 16 0 0,-11 2-77 0 0,0 1 0 0 0,53 19 0 0 0,-80-24-77 0 0,-1 1 0 0 0,0 0 0 0 0,0 0-1 0 0,-1 1 1 0 0,1 1 0 0 0,-1 0 0 0 0,0 0-1 0 0,-1 1 1 0 0,1-1 0 0 0,-1 2 0 0 0,-1-1 0 0 0,1 1-1 0 0,12 18 1 0 0,-19-24-48 0 0,0 0 0 0 0,0 0 0 0 0,0 0 0 0 0,0 1-1 0 0,-1-1 1 0 0,1 0 0 0 0,0 0 0 0 0,-1 1 0 0 0,0-1 0 0 0,1 0 0 0 0,-1 1 0 0 0,0-1 0 0 0,0 0-1 0 0,0 1 1 0 0,-1-1 0 0 0,1 0 0 0 0,-1 1 0 0 0,1-1 0 0 0,-1 0 0 0 0,0 0 0 0 0,1 0-1 0 0,-1 1 1 0 0,0-1 0 0 0,-2 2 0 0 0,-2 2 111 0 0,0 0 0 0 0,0-1 0 0 0,0 1 0 0 0,-1-1 0 0 0,-11 8 0 0 0,6-5 86 0 0,-43 32 919 0 0,-96 52 0 0 0,98-62-837 0 0,27-17-168 0 0,-1 0 0 0 0,0-2 0 0 0,-1 0 1 0 0,0-2-1 0 0,-1-1 0 0 0,0-2 1 0 0,0 0-1 0 0,-1-2 0 0 0,1-1 0 0 0,-1-1 1 0 0,0-2-1 0 0,1 0 0 0 0,-1-3 1 0 0,-34-5-1 0 0,46 4-95 0 0,1 0 0 0 0,0 0-1 0 0,0-2 1 0 0,0 0 0 0 0,1-1 0 0 0,0 0 0 0 0,0-1 0 0 0,-17-13-1 0 0,29 19-48 0 0,0 0 0 0 0,-1-1-1 0 0,1 1 1 0 0,1-1 0 0 0,-1 0-1 0 0,0 0 1 0 0,1 0-1 0 0,-1 0 1 0 0,1 0 0 0 0,0-1-1 0 0,0 1 1 0 0,0-1 0 0 0,1 1-1 0 0,-1-1 1 0 0,1 0-1 0 0,0 0 1 0 0,0 1 0 0 0,-1-8-1 0 0,2 8-6 0 0,0 0-1 0 0,1-1 0 0 0,-1 1 0 0 0,1 0 0 0 0,0 0 0 0 0,0 0 1 0 0,0 0-1 0 0,0 0 0 0 0,0 0 0 0 0,1 0 0 0 0,-1 0 0 0 0,1 0 1 0 0,0 0-1 0 0,0 1 0 0 0,0-1 0 0 0,0 1 0 0 0,0-1 1 0 0,1 1-1 0 0,-1 0 0 0 0,1 0 0 0 0,4-3 0 0 0,3-1-36 0 0,1-1 0 0 0,0 1-1 0 0,0 1 1 0 0,0 0 0 0 0,1 1-1 0 0,0 0 1 0 0,0 0 0 0 0,0 1 0 0 0,17-1-1 0 0,-1 2 81 0 0,0 1 0 0 0,0 1 0 0 0,0 1 0 0 0,33 7 0 0 0,390 81 665 0 0,-416-81-834 0 0,218 42-68 0 0,-134-40-1913 0 0,-84-9-653 0 0,50-7 1 0 0,-15-6-5150 0 0</inkml:trace>
</inkml:ink>
</file>

<file path=ppt/ink/ink2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06T18:24:55.35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327 1 240 0 0,'-98'21'4242'0'0,"98"-15"-2721"0"0,-33-6-481 0 0,0 6-159 0 0,1-6-321 0 0,32-6-720 0 0,-33 0-1441 0 0,0-3-1440 0 0,-32-3-561 0 0</inkml:trace>
</inkml:ink>
</file>

<file path=ppt/ink/ink2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06T18:24:56.31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0 322 2881 0 0,'53'-18'1432'0'0,"1"2"-1"0"0,0 3 0 0 0,97-11 0 0 0,48-11 301 0 0,-3-19-225 0 0,11-19-244 0 0,-120 39-898 0 0,-78 30-338 0 0,3 0 13 0 0,0 0 0 0 0,-1-1 0 0 0,1 0 0 0 0,-1-1 0 0 0,20-13 0 0 0,-27 13-19 0 0,-8 4-29 0 0,1 2-6 0 0,-13 5-36 0 0,-3 5-139 0 0,-319 178-1252 0 0,220-112 1136 0 0,81-50 282 0 0,-1-2 0 0 0,-45 22 0 0 0,-32 2 117 0 0,130-51 58 0 0,0 1 1 0 0,28-1-1 0 0,-1-1 71 0 0,-38 4-193 0 0,0-1 1 0 0,0 0-1 0 0,0 0 0 0 0,1-1 0 0 0,-1 1 0 0 0,0-1 1 0 0,-1 0-1 0 0,1 0 0 0 0,0 0 0 0 0,0 0 1 0 0,-1-1-1 0 0,6-4 0 0 0,10-7-423 0 0,-16 13 87 0 0,15-6-457 0 0,-18 7 699 0 0,0-1-1 0 0,1 1 0 0 0,-1 0 1 0 0,0 0-1 0 0,0-1 1 0 0,1 1-1 0 0,-1 0 0 0 0,0 0 1 0 0,0-1-1 0 0,1 1 0 0 0,-1 0 1 0 0,0-1-1 0 0,0 1 0 0 0,0 0 1 0 0,1-1-1 0 0,-1 1 1 0 0,0 0-1 0 0,0-1 0 0 0,0 1 1 0 0,0 0-1 0 0,0-1 0 0 0,0 1 1 0 0,0-1-1 0 0,0 1 1 0 0,0 0-1 0 0,0-1 0 0 0,0 1 1 0 0,0-1-1 0 0,0 1 0 0 0,0 0 1 0 0,0-1-1 0 0,0 1 0 0 0,0 0 1 0 0,0-1-1 0 0,-1 1 1 0 0,1 0-1 0 0,0-1 0 0 0,0 1 1 0 0,0 0-1 0 0,-1-1 0 0 0,1 1 1 0 0,0 0-1 0 0,0 0 0 0 0,-1-1 1 0 0,1 1-1 0 0,-33-21-3523 0 0,-27-5-681 0 0</inkml:trace>
</inkml:ink>
</file>

<file path=ppt/ink/ink2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06T18:24:58.94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231 586 3201 0 0,'27'-6'3455'0'0,"39"-15"0"0"0,-48 15-2380 0 0,2 2-1 0 0,31-5 0 0 0,-4 1-415 0 0,17 0 273 0 0,120 2-1 0 0,-183 6-926 0 0,4 0 155 0 0,-10 0 66 0 0,-12-2 23 0 0,0-1-1 0 0,0 0 1 0 0,1 0-1 0 0,-25-10 0 0 0,-41-10 191 0 0,49 18-385 0 0,-1 1-1 0 0,1 2 0 0 0,-1 2 1 0 0,0 0-1 0 0,0 3 0 0 0,0 0 1 0 0,1 3-1 0 0,-51 14 0 0 0,79-19-47 0 0,-44 15 59 0 0,45-15-59 0 0,1 1 1 0 0,0-1-1 0 0,0 1 0 0 0,0 0 1 0 0,0 0-1 0 0,0 0 0 0 0,0 0 1 0 0,1 0-1 0 0,-1 1 0 0 0,1-1 1 0 0,-5 6-1 0 0,-4 18 8 0 0,-4-6-27 0 0,7-11-3 0 0,1 0 1 0 0,1 0 0 0 0,-11 19-1 0 0,15-25 16 0 0,1 0 0 0 0,0 0-1 0 0,0 0 1 0 0,0 0 0 0 0,0 0-1 0 0,1 0 1 0 0,-1 0 0 0 0,1 0 0 0 0,-1 0-1 0 0,1 0 1 0 0,0 1 0 0 0,1-1-1 0 0,-1 0 1 0 0,0 0 0 0 0,1 0 0 0 0,0 0-1 0 0,-1 0 1 0 0,1 0 0 0 0,3 5-1 0 0,-1-3 6 0 0,1 0-1 0 0,0 0 0 0 0,0 0 1 0 0,1-1-1 0 0,-1 0 0 0 0,1 0 1 0 0,0 0-1 0 0,0 0 0 0 0,0-1 1 0 0,0 0-1 0 0,1 0 0 0 0,-1 0 1 0 0,1-1-1 0 0,0 0 0 0 0,-1 0 1 0 0,1 0-1 0 0,7 1 0 0 0,15 2 9 0 0,1 0-1 0 0,36 0 0 0 0,-60-4 7 0 0,60 1 226 0 0,0-2 1 0 0,0-3-1 0 0,0-3 1 0 0,94-21-1 0 0,-118 15-103 0 0,-1-1 1 0 0,-1-3-1 0 0,0-1 0 0 0,-1-1 1 0 0,52-36-1 0 0,-63 37-77 0 0,-2-1 1 0 0,0-1-1 0 0,-1-2 1 0 0,-1 0-1 0 0,-1-2 1 0 0,-1 0-1 0 0,-1-1 1 0 0,-1-1-1 0 0,-1-1 1 0 0,25-50-1 0 0,22-50 135 0 0,-58 116-186 0 0,-1-1-1 0 0,9-22 0 0 0,-5-14-79 0 0,-3 33 22 0 0,-7 12 43 0 0,1 1 0 0 0,0 0-1 0 0,0-1 1 0 0,-1 1 0 0 0,1-1 0 0 0,0 1 0 0 0,-1-1 0 0 0,0 1 0 0 0,1-1 0 0 0,-1 1 0 0 0,0-1 0 0 0,0 1-1 0 0,0-1 1 0 0,0 0 0 0 0,0 1 0 0 0,0-1 0 0 0,0 1 0 0 0,0-1 0 0 0,-1 1 0 0 0,1-1 0 0 0,-1 1 0 0 0,1-1-1 0 0,-1 1 1 0 0,0-1 0 0 0,1 1 0 0 0,-1 0 0 0 0,0-1 0 0 0,0 1 0 0 0,0 0 0 0 0,0 0 0 0 0,0-1 0 0 0,-2 0 0 0 0,2-1-2 0 0,-1 1 1 0 0,0-1 0 0 0,0 0 0 0 0,0 1 0 0 0,0 0 0 0 0,-1 0 0 0 0,1 0 0 0 0,-1 0 0 0 0,1 0 0 0 0,-1 0 0 0 0,0 0 0 0 0,0 1 0 0 0,0-1 0 0 0,0 1 0 0 0,0 0 0 0 0,0 0 0 0 0,0 0 0 0 0,0 0 0 0 0,0 1-1 0 0,0-1 1 0 0,0 1 0 0 0,-1 0 0 0 0,1 0 0 0 0,0 0 0 0 0,-6 1 0 0 0,-1-2-16 0 0,0 1 1 0 0,-1 0-1 0 0,1 1 0 0 0,0 0 1 0 0,-1 1-1 0 0,1 0 0 0 0,0 0 0 0 0,-13 6 1 0 0,17-4 30 0 0,1-1 0 0 0,0 1 1 0 0,0 0-1 0 0,1 1 0 0 0,-1-1 0 0 0,1 1 1 0 0,0 0-1 0 0,0 0 0 0 0,1 0 1 0 0,-5 7-1 0 0,4-4 19 0 0,-1 0 1 0 0,1 0-1 0 0,1 1 1 0 0,0-1-1 0 0,0 1 1 0 0,0 0-1 0 0,1 0 1 0 0,-2 18-1 0 0,2 8 75 0 0,2 37 0 0 0,1-27 0 0 0,-1 446-307 0 0,0-489 23 0 0,-1-1 0 0 0,1 1 0 0 0,0 0 0 0 0,1-1 0 0 0,-1 1 0 0 0,0 0 0 0 0,0-1 0 0 0,1 1-1 0 0,-1 0 1 0 0,1-1 0 0 0,-1 1 0 0 0,1-1 0 0 0,0 1 0 0 0,-1-1 0 0 0,1 1 0 0 0,1 1 0 0 0,0-2-85 0 0,-1-1 0 0 0,0 1 0 0 0,1 0 0 0 0,-1-1 0 0 0,0 1-1 0 0,1 0 1 0 0,-1-1 0 0 0,1 0 0 0 0,-1 1 0 0 0,1-1 0 0 0,-1 0 0 0 0,1 0 0 0 0,-1 0 0 0 0,1 0 0 0 0,1 0 0 0 0,30-4-6314 0 0</inkml:trace>
</inkml:ink>
</file>

<file path=ppt/ink/ink2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06T18:24:59.54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386 69 720 0 0,'-15'-5'1643'0'0,"-1"0"1"0"0,-17-9-1 0 0,11 5 297 0 0,21 8-1680 0 0,1-1-1 0 0,-1 1 1 0 0,0 0 0 0 0,0 0-1 0 0,1 0 1 0 0,-1-1-1 0 0,1 1 1 0 0,-1 0 0 0 0,1-1-1 0 0,0 1 1 0 0,-1 0-1 0 0,1-1 1 0 0,0 1-1 0 0,0 0 1 0 0,0-1 0 0 0,0 1-1 0 0,0 0 1 0 0,0-1-1 0 0,0 1 1 0 0,1 0 0 0 0,-1-2-1 0 0,1-1 513 0 0,4 2-465 0 0,5 2-224 0 0,0 1 1 0 0,0 0-1 0 0,0 0 0 0 0,0 1 1 0 0,0 0-1 0 0,0 0 1 0 0,-1 2-1 0 0,0-1 0 0 0,1 1 1 0 0,-1 0-1 0 0,0 1 0 0 0,-1 0 1 0 0,1 0-1 0 0,-1 1 0 0 0,8 7 1 0 0,0-1 166 0 0,-1 1 0 0 0,-1 1 0 0 0,23 27 0 0 0,12 38 724 0 0,-36-60-737 0 0,2-2-1 0 0,22 22 1 0 0,-25-28-89 0 0,-1 1 0 0 0,0 0 0 0 0,0 0 0 0 0,-1 1 0 0 0,-1 1 0 0 0,-1-1 0 0 0,12 25 0 0 0,-12-15 145 0 0,0 1-1 0 0,-2-1 1 0 0,-1 1 0 0 0,-1 0-1 0 0,-1 0 1 0 0,-1 0-1 0 0,-1 1 1 0 0,-1-1-1 0 0,-2 0 1 0 0,0 0 0 0 0,-6 26-1 0 0,1-18-200 0 0,-1-1-1 0 0,-1-1 1 0 0,-1 0 0 0 0,-2 0-1 0 0,-1-1 1 0 0,-2 0-1 0 0,-1-1 1 0 0,-22 30 0 0 0,-151 159-466 0 0,166-193-264 0 0,-1-2-1 0 0,-1-1 1 0 0,-1 0 0 0 0,0-2-1 0 0,-2-1 1 0 0,-38 18-1 0 0,53-29-403 0 0,0-1-1 0 0,-1-1 0 0 0,1-1 1 0 0,-1 1-1 0 0,-28 3 0 0 0,11-6-4526 0 0,-63-5 0 0 0</inkml:trace>
</inkml:ink>
</file>

<file path=ppt/ink/ink2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06T18:25:18.61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2012 160 400 0 0,'-10'-3'572'0'0,"-13"0"1711"0"0,23 2-2148 0 0,0 1-1 0 0,1 0 1 0 0,-1-1 0 0 0,0 1 0 0 0,0-1-1 0 0,0 1 1 0 0,0-1 0 0 0,0 1 0 0 0,0-1 0 0 0,-1 1-1 0 0,1-1 1 0 0,0 1 0 0 0,0-1 0 0 0,0 1-1 0 0,0-1 1 0 0,0 1 0 0 0,-1-1 0 0 0,1 1 0 0 0,0-1-1 0 0,-1 1 1 0 0,1 0 0 0 0,0-1 0 0 0,0 1-1 0 0,-1 0 1 0 0,1-1 0 0 0,-1 1 0 0 0,1 0 0 0 0,-1-1-1 0 0,-6 1 130 0 0,7 0-224 0 0,-1 0 0 0 0,0 0 0 0 0,1 0 0 0 0,-1 0 0 0 0,0 0 1 0 0,1 0-1 0 0,-1 0 0 0 0,0 0 0 0 0,1 0 0 0 0,-1 0 0 0 0,0 0 0 0 0,1 0 0 0 0,-1 0 0 0 0,0 0 0 0 0,1 0 0 0 0,-1-1 1 0 0,0 1-1 0 0,1 0 0 0 0,-1-1 0 0 0,1 1 0 0 0,-1 0 0 0 0,1-1 0 0 0,-1 1 0 0 0,1-1 0 0 0,-1 1 0 0 0,1-1 0 0 0,-1 1 1 0 0,1-1-1 0 0,-1 1 0 0 0,1-1 0 0 0,0 1 0 0 0,-1-1 0 0 0,1 1 0 0 0,0-1 0 0 0,-1 0 0 0 0,1 1 0 0 0,0-1 0 0 0,0 0 1 0 0,0 1-1 0 0,0-1 0 0 0,0 0 0 0 0,-1 0-21 0 0,1 0 0 0 0,-1 0 1 0 0,0 1-1 0 0,1-1 0 0 0,-1 0 1 0 0,1 1-1 0 0,-1-1 0 0 0,0 1 1 0 0,0-1-1 0 0,1 1 0 0 0,-1-1 1 0 0,0 1-1 0 0,0-1 0 0 0,0 1 0 0 0,1 0 1 0 0,-1-1-1 0 0,0 1 0 0 0,0 0 1 0 0,0 0-1 0 0,0 0 0 0 0,0 0 1 0 0,0-1-1 0 0,0 1 0 0 0,-1 1 1 0 0,-16-6 324 0 0,-69-42 1550 0 0,57 30-1239 0 0,26 14-552 0 0,0 1 0 0 0,-1-1-1 0 0,1 1 1 0 0,-1 0 0 0 0,1 0-1 0 0,-10-2 1 0 0,-24-5 357 0 0,10 2-9 0 0,-36-4-1 0 0,19 8 386 0 0,-60 4 1 0 0,32 0-283 0 0,-58 5 260 0 0,67-2-387 0 0,0 2 0 0 0,-96 21 0 0 0,84-1 440 0 0,23-8-274 0 0,-68 32 1 0 0,18 0-154 0 0,97-48-405 0 0,0 0 0 0 0,0 1 1 0 0,0 0-1 0 0,1 0 0 0 0,-1 0 0 0 0,1 1 0 0 0,-1 0 0 0 0,1 0 1 0 0,0 0-1 0 0,-4 5 0 0 0,-1 8 74 0 0,8-14-90 0 0,1 1 0 0 0,-1-1 0 0 0,0-1 1 0 0,0 1-1 0 0,-1 0 0 0 0,1 0 0 0 0,0-1 1 0 0,-1 1-1 0 0,0-1 0 0 0,-3 3 0 0 0,-5 3 78 0 0,1-1 0 0 0,-2 0-1 0 0,-20 10 1 0 0,25-14-96 0 0,0 1-1 0 0,0 1 1 0 0,1 0-1 0 0,-1-1 1 0 0,1 2-1 0 0,-10 10 1 0 0,12-11 8 0 0,3-4 2 0 0,0 0-1 0 0,1 0 1 0 0,-1 0-1 0 0,0 0 1 0 0,1 0-1 0 0,-1 0 1 0 0,1 0-1 0 0,-1 0 0 0 0,1 1 1 0 0,-1-1-1 0 0,1 0 1 0 0,0 0-1 0 0,0 0 1 0 0,0 1-1 0 0,0-1 1 0 0,0 0-1 0 0,0 0 1 0 0,0 1-1 0 0,0-1 1 0 0,0 2-1 0 0,1-2-6 0 0,-1 0 1 0 0,0 0-1 0 0,0 0 0 0 0,0 0 1 0 0,0 0-1 0 0,0 0 1 0 0,0 0-1 0 0,0 0 0 0 0,0 0 1 0 0,0 0-1 0 0,0 0 0 0 0,-1 0 1 0 0,1 0-1 0 0,0 0 0 0 0,-1 0 1 0 0,1 0-1 0 0,-1 0 0 0 0,1 0 1 0 0,-2 2-1 0 0,-52 52-257 0 0,21-12 293 0 0,22-19-40 0 0,-8-4 49 0 0,12-13 129 0 0,1 1-1 0 0,-1-1 1 0 0,-8 16 0 0 0,4 10 903 0 0,0-17-714 0 0,9-15-399 0 0,0 1 0 0 0,1 0 1 0 0,-1 0-1 0 0,1 0 0 0 0,0 0 0 0 0,0 0 0 0 0,0 0 1 0 0,0 0-1 0 0,0 1 0 0 0,0-1 0 0 0,0 0 0 0 0,1 0 0 0 0,-1 1 1 0 0,1-1-1 0 0,0 0 0 0 0,-1 5 0 0 0,2-4 41 0 0,-1 1 0 0 0,0 0-1 0 0,0-1 1 0 0,0 1 0 0 0,-1-1-1 0 0,1 1 1 0 0,-1 0 0 0 0,0-1-1 0 0,0 1 1 0 0,0-1 0 0 0,0 0-1 0 0,-1 1 1 0 0,1-1 0 0 0,-1 0 0 0 0,0 0-1 0 0,0 0 1 0 0,0 0 0 0 0,0 0-1 0 0,-1 0 1 0 0,1-1 0 0 0,-1 1-1 0 0,-3 2 1 0 0,4-3-12 0 0,-1 0-6 0 0,1 0 0 0 0,-1 0 0 0 0,1 0 0 0 0,0 0-1 0 0,0 1 1 0 0,0-1 0 0 0,0 1 0 0 0,0 0 0 0 0,1-1-1 0 0,-1 1 1 0 0,1 0 0 0 0,0 0 0 0 0,-1 0 0 0 0,1 0-1 0 0,1 0 1 0 0,-1 0 0 0 0,0 0 0 0 0,1 0 0 0 0,-1 6-1 0 0,1-6 10 0 0,0 0 0 0 0,0 0 0 0 0,-1 0 0 0 0,1 0 0 0 0,-1 0 0 0 0,0 0 0 0 0,1 0 0 0 0,-2 0 0 0 0,1 0 0 0 0,0 0 0 0 0,0 0 0 0 0,-1-1 0 0 0,0 1 0 0 0,1-1-1 0 0,-1 1 1 0 0,0-1 0 0 0,0 0 0 0 0,0 1 0 0 0,-1-1 0 0 0,1 0 0 0 0,-4 2 0 0 0,-22 25 55 0 0,17-3-42 0 0,1-15-12 0 0,8-10 3 0 0,1 0 0 0 0,0 0 0 0 0,-1 0-1 0 0,1 1 1 0 0,0-1 0 0 0,0 0 0 0 0,0 1-1 0 0,0-1 1 0 0,0 0 0 0 0,1 1 0 0 0,-1-1-1 0 0,0 1 1 0 0,1-1 0 0 0,-1 1 0 0 0,1 0-1 0 0,-1-1 1 0 0,1 1 0 0 0,0-1 0 0 0,-1 1-1 0 0,1 3 1 0 0,1 8 42 0 0,0-9-44 0 0,-1 0 1 0 0,1-1 0 0 0,-1 1-1 0 0,0 0 1 0 0,0 0 0 0 0,-1 0-1 0 0,1 0 1 0 0,-1-1 0 0 0,0 1-1 0 0,0 0 1 0 0,0 0 0 0 0,-2 4-1 0 0,-7 2-38 0 0,8-9 25 0 0,1 0 1 0 0,0 0 0 0 0,0 0-1 0 0,0 0 1 0 0,-1 0 0 0 0,1 0-1 0 0,0 0 1 0 0,0 1 0 0 0,0-1-1 0 0,1 0 1 0 0,-1 1 0 0 0,0-1-1 0 0,0 1 1 0 0,1-1 0 0 0,-1 1-1 0 0,1-1 1 0 0,-1 1 0 0 0,1-1-1 0 0,0 1 1 0 0,0 2 0 0 0,5-1-124 0 0,-1-3 110 0 0,-4 0 22 0 0,1 0 0 0 0,0 0 0 0 0,0 0-1 0 0,0 0 1 0 0,0 0 0 0 0,0 0 0 0 0,0 0 0 0 0,0 1 0 0 0,-1-1-1 0 0,1 0 1 0 0,0 0 0 0 0,0 1 0 0 0,0-1 0 0 0,0 0 0 0 0,-1 1-1 0 0,1-1 1 0 0,0 1 0 0 0,-1-1 0 0 0,1 1 0 0 0,0-1 0 0 0,-1 1-1 0 0,1 0 1 0 0,0-1 0 0 0,-1 1 0 0 0,1 0 0 0 0,-1 0-1 0 0,1-1 1 0 0,-1 1 0 0 0,0 0 0 0 0,1 0 0 0 0,-1 0 0 0 0,0-1-1 0 0,1 1 1 0 0,-1 0 0 0 0,0 0 0 0 0,0 0 0 0 0,0 1 0 0 0,0 0 3 0 0,0-1 0 0 0,0 1 0 0 0,0-1 1 0 0,1 1-1 0 0,-1 0 0 0 0,0-1 0 0 0,1 1 1 0 0,-1-1-1 0 0,1 0 0 0 0,0 1 0 0 0,-1-1 1 0 0,1 1-1 0 0,0-1 0 0 0,0 0 0 0 0,0 0 1 0 0,0 1-1 0 0,0-1 0 0 0,0 0 0 0 0,0 0 1 0 0,0 0-1 0 0,0 0 0 0 0,0 0 0 0 0,1 0 1 0 0,1 0-1 0 0,4 5 48 0 0,-3 4 12 0 0,-4-9-60 0 0,0-1 1 0 0,0 1-1 0 0,0-1 0 0 0,0 1 0 0 0,0-1 0 0 0,1 1 1 0 0,-1-1-1 0 0,0 1 0 0 0,0-1 0 0 0,0 1 0 0 0,0-1 0 0 0,1 1 1 0 0,-1-1-1 0 0,0 1 0 0 0,0-1 0 0 0,1 0 0 0 0,-1 1 0 0 0,0-1 1 0 0,1 1-1 0 0,-1-1 0 0 0,0 0 0 0 0,1 1 0 0 0,-1-1 1 0 0,1 0-1 0 0,-1 1 0 0 0,1-1 0 0 0,5 3 0 0 0,-5-2 0 0 0,1-1-1 0 0,-1 0 0 0 0,0 1 1 0 0,0-1-1 0 0,0 1 1 0 0,0-1-1 0 0,0 1 1 0 0,0 0-1 0 0,0 0 1 0 0,0-1-1 0 0,0 1 1 0 0,0 0-1 0 0,0 0 0 0 0,-1 0 1 0 0,1 0-1 0 0,0 0 1 0 0,0 0-1 0 0,-1 0 1 0 0,1 0-1 0 0,-1 0 1 0 0,1 0-1 0 0,-1 0 1 0 0,0 0-1 0 0,1 1 0 0 0,-1-1 1 0 0,1 2-1 0 0,-2-3 4 0 0,1 1-1 0 0,1 0 0 0 0,-1-1 0 0 0,0 1 1 0 0,0 0-1 0 0,0-1 0 0 0,0 1 0 0 0,0 0 0 0 0,1-1 1 0 0,-1 1-1 0 0,0 0 0 0 0,0-1 0 0 0,1 1 1 0 0,-1 0-1 0 0,1-1 0 0 0,-1 1 0 0 0,0-1 0 0 0,1 1 1 0 0,-1-1-1 0 0,1 1 0 0 0,-1-1 0 0 0,1 1 1 0 0,0-1-1 0 0,-1 0 0 0 0,1 1 0 0 0,-1-1 0 0 0,1 0 1 0 0,0 1-1 0 0,-1-1 0 0 0,1 0 0 0 0,0 0 1 0 0,-1 0-1 0 0,2 1 0 0 0,-1-1 0 0 0,0 0-1 0 0,0 0 1 0 0,0 0-1 0 0,0 1 1 0 0,0-1 0 0 0,-1 0-1 0 0,1 1 1 0 0,0-1-1 0 0,0 1 1 0 0,-1-1-1 0 0,1 1 1 0 0,0-1 0 0 0,0 1-1 0 0,-1-1 1 0 0,1 1-1 0 0,-1 0 1 0 0,1-1 0 0 0,0 1-1 0 0,-1 0 1 0 0,1-1-1 0 0,-1 1 1 0 0,0 0 0 0 0,1 0-1 0 0,-1 0 1 0 0,0 0-1 0 0,1-1 1 0 0,-1 1-1 0 0,0 0 1 0 0,0 0 0 0 0,0 0-1 0 0,0 0 1 0 0,0 0-1 0 0,0 0 1 0 0,0 1 0 0 0,0-1-6 0 0,0 0 1 0 0,0 0 0 0 0,0 0 0 0 0,0 0 0 0 0,0-1-1 0 0,0 1 1 0 0,1 0 0 0 0,-1 0 0 0 0,0 0 0 0 0,0 0 0 0 0,1 0-1 0 0,-1 0 1 0 0,1-1 0 0 0,-1 1 0 0 0,1 0 0 0 0,-1 0 0 0 0,1 0-1 0 0,-1-1 1 0 0,1 1 0 0 0,0 0 0 0 0,-1-1 0 0 0,1 1 0 0 0,0-1-1 0 0,-1 1 1 0 0,1-1 0 0 0,0 1 0 0 0,0-1 0 0 0,0 1-1 0 0,0-1 1 0 0,-1 0 0 0 0,1 1 0 0 0,2-1 0 0 0,-3 0 0 0 0,1 1 0 0 0,0-1 0 0 0,0 0 0 0 0,-1 0 0 0 0,1 1 1 0 0,0-1-1 0 0,-1 0 0 0 0,1 1 0 0 0,0-1 0 0 0,-1 0 0 0 0,1 1 0 0 0,0-1 0 0 0,-1 1 1 0 0,1-1-1 0 0,-1 1 0 0 0,1-1 0 0 0,-1 1 0 0 0,1 0 0 0 0,-1-1 0 0 0,1 1 1 0 0,-1 0-1 0 0,0-1 0 0 0,1 1 0 0 0,-1 0 0 0 0,0-1 0 0 0,0 1 0 0 0,0 0 0 0 0,1 0 1 0 0,-1-1-1 0 0,0 1 0 0 0,0 0 0 0 0,0 0 0 0 0,0 2 2 0 0,0-1 0 0 0,0 0 0 0 0,0 1 0 0 0,0-1 0 0 0,0 1 0 0 0,1-1 0 0 0,-1 0 0 0 0,1 0 0 0 0,0 1 0 0 0,0-1 0 0 0,0 0 0 0 0,0 0 0 0 0,0 0 0 0 0,0 0 0 0 0,0 0 0 0 0,1 0 0 0 0,-1 0 0 0 0,1 0 0 0 0,2 2 0 0 0,16 20 0 0 0,2 4-13 0 0,-11 4-67 0 0,-4-21 53 0 0,1 0 1 0 0,0-1-1 0 0,1 0 1 0 0,0 0-1 0 0,13 9 1 0 0,-10-8 102 0 0,0 1 1 0 0,-1 0-1 0 0,10 13 0 0 0,-13-13-60 0 0,-6-9-28 0 0,0 0 0 0 0,0 0-1 0 0,0 0 1 0 0,0-1 0 0 0,0 1-1 0 0,1-1 1 0 0,-1 0-1 0 0,1 0 1 0 0,-1 0 0 0 0,6 4-1 0 0,19 9-2 0 0,43 18 0 0 0,-41-20 110 0 0,41 24 0 0 0,-54-27-71 0 0,0-1 0 0 0,0-1 0 0 0,0 0 0 0 0,29 8 0 0 0,-18-6 43 0 0,-15-6-60 0 0,23 9-144 0 0,70 16 0 0 0,-16-19 161 0 0,1-4-1 0 0,102-6 0 0 0,-63-1-13 0 0,344-26 311 0 0,-390 13-493 0 0,92-27 1 0 0,-140 32 207 0 0,-5 0 63 0 0,33-15 1 0 0,8-4 61 0 0,-29 15-95 0 0,78-28 188 0 0,-67 24-240 0 0,-40 14-23 0 0,-1 0-1 0 0,1-1 0 0 0,-1-1 1 0 0,0 0-1 0 0,0-1 0 0 0,19-12 1 0 0,-23 12 7 0 0,1 1-1 0 0,0 0 1 0 0,0 0 0 0 0,0 1-1 0 0,10-4 1 0 0,-11 6 10 0 0,0-2 1 0 0,0 1-1 0 0,-1-1 1 0 0,1 0-1 0 0,-1 0 0 0 0,0-1 1 0 0,7-6-1 0 0,40-30 7 0 0,-43 34-18 0 0,0-1 1 0 0,0-1-1 0 0,-1 1 1 0 0,0-2 0 0 0,14-17-1 0 0,-5 2-74 0 0,1 0-1 0 0,2 2 1 0 0,0 1 0 0 0,26-21-1 0 0,-35 33-74 0 0,0-2 1 0 0,17-19-1 0 0,-27 28 127 0 0,-1-2 6 0 0,0 1 0 0 0,-1 0 1 0 0,0-1-1 0 0,0 1 0 0 0,0-1 0 0 0,0 1 0 0 0,-1-1 0 0 0,0 0 1 0 0,0 1-1 0 0,0-1 0 0 0,-1 1 0 0 0,0-6 0 0 0,0-8 37 0 0,1-94 289 0 0,0 110-307 0 0,0 0 0 0 0,-1 0 1 0 0,1 0-1 0 0,0 0 0 0 0,-1-1 0 0 0,0 1 0 0 0,1 0 1 0 0,-1 0-1 0 0,0 0 0 0 0,0 0 0 0 0,0 0 0 0 0,0 1 1 0 0,0-1-1 0 0,-1 0 0 0 0,1 0 0 0 0,-3-2 0 0 0,2 2-1 0 0,0 1 0 0 0,1-1 0 0 0,0 1 1 0 0,-1-1-1 0 0,1 0 0 0 0,0 0 0 0 0,0 0 0 0 0,0 0 0 0 0,0 0 0 0 0,0 0 0 0 0,1 0 0 0 0,-1 0 0 0 0,0 0 0 0 0,1 0 0 0 0,0 0 0 0 0,-1-4 0 0 0,1 4-2 0 0,0 0 0 0 0,0 0 0 0 0,0 1 0 0 0,-1-1 0 0 0,1 0 0 0 0,0 1 1 0 0,-1-1-1 0 0,1 1 0 0 0,-1-1 0 0 0,0 1 0 0 0,0-1 0 0 0,1 1 0 0 0,-1-1 0 0 0,0 1 0 0 0,0-1 0 0 0,0 1 1 0 0,0 0-1 0 0,-1 0 0 0 0,1 0 0 0 0,0-1 0 0 0,-2 0 0 0 0,-7-7 13 0 0,-5-12 24 0 0,-8-7-1 0 0,8 14-36 0 0,-30-32 33 0 0,12 5 90 0 0,33 40-125 0 0,-1 0 1 0 0,1 1-1 0 0,-1-1 1 0 0,1 1-1 0 0,-1-1 1 0 0,1 0-1 0 0,0 0 0 0 0,-1 1 1 0 0,1-1-1 0 0,0 0 1 0 0,-1 1-1 0 0,1-1 1 0 0,0 0-1 0 0,0 0 1 0 0,0 0-1 0 0,0 1 0 0 0,0-1 1 0 0,-1 0-1 0 0,2-1 1 0 0,-1 2-3 0 0,0-1 1 0 0,0 0-1 0 0,0 0 1 0 0,0 0 0 0 0,-1 1-1 0 0,1-1 1 0 0,0 0-1 0 0,0 0 1 0 0,0 1-1 0 0,-1-1 1 0 0,1 0-1 0 0,0 1 1 0 0,-1-1 0 0 0,1 0-1 0 0,0 1 1 0 0,-1-1-1 0 0,1 0 1 0 0,-1 0-1 0 0,-7-7-25 0 0,6 7 33 0 0,0-1 0 0 0,1 0 0 0 0,-1 1-1 0 0,0-1 1 0 0,1 0 0 0 0,0 0 0 0 0,-1 0 0 0 0,1 0 0 0 0,0 0 0 0 0,0 0-1 0 0,0 0 1 0 0,1 0 0 0 0,-1-1 0 0 0,0 1 0 0 0,1 0 0 0 0,-1 0 0 0 0,1-1 0 0 0,0 1-1 0 0,0 0 1 0 0,0-1 0 0 0,0-2 0 0 0,0 4 2 0 0,0 0 0 0 0,0 0 1 0 0,0 0-1 0 0,0 0 0 0 0,0 0 0 0 0,0 0 1 0 0,-1 0-1 0 0,1 0 0 0 0,0 0 0 0 0,-1 0 0 0 0,1 0 1 0 0,-1 0-1 0 0,1 0 0 0 0,-1 0 0 0 0,1 0 0 0 0,-1 0 1 0 0,0 1-1 0 0,0-1 0 0 0,1 0 0 0 0,-1 0 0 0 0,0 1 1 0 0,0-1-1 0 0,0 1 0 0 0,1-1 0 0 0,-1 1 0 0 0,0-1 1 0 0,-2 0-1 0 0,2 1-10 0 0,0-1 1 0 0,0 1-1 0 0,0-1 1 0 0,0 1-1 0 0,0-1 1 0 0,0 1-1 0 0,1-1 1 0 0,-1 0-1 0 0,0 1 0 0 0,0-1 1 0 0,1 0-1 0 0,-1 0 1 0 0,0 1-1 0 0,1-1 1 0 0,-1 0-1 0 0,1 0 1 0 0,-1 0-1 0 0,1 0 1 0 0,-1 0-1 0 0,1 0 0 0 0,0 0 1 0 0,-1 0-1 0 0,1 0 1 0 0,0 0-1 0 0,0 0 1 0 0,0 0-1 0 0,0-2 1 0 0,0 1-41 0 0,-1 0 0 0 0,1 0 0 0 0,0 0 1 0 0,-1 0-1 0 0,0 0 0 0 0,1 0 0 0 0,-1 0 0 0 0,0 0 1 0 0,0 0-1 0 0,0 0 0 0 0,0 1 0 0 0,0-1 1 0 0,0 0-1 0 0,0 1 0 0 0,-1-1 0 0 0,1 1 0 0 0,-2-2 1 0 0,-8-10-193 0 0,4 0 26 0 0,6 11 195 0 0,0 0 1 0 0,0 0-1 0 0,-1 0 1 0 0,1 0-1 0 0,-1 0 1 0 0,1 0-1 0 0,-1 0 1 0 0,0 0-1 0 0,0 0 1 0 0,0 1-1 0 0,0-1 1 0 0,0 1-1 0 0,0 0 1 0 0,0-1-1 0 0,-4 0 1 0 0,-9-6-2 0 0,-1-1 0 0 0,2 0 1 0 0,-1-1-1 0 0,-17-17 0 0 0,22 16 24 0 0,8 8 1 0 0,0 1 0 0 0,0 0 1 0 0,0 0-1 0 0,-1 0 0 0 0,1 0 0 0 0,0 0 0 0 0,-1 0 1 0 0,1 1-1 0 0,-6-3 0 0 0,3 1 2 0 0,0 0 1 0 0,1 0-1 0 0,0 0 0 0 0,0-1 0 0 0,-7-6 1 0 0,8 6 5 0 0,-1 1-1 0 0,0-1 1 0 0,0 1 0 0 0,0-1 0 0 0,-1 1-1 0 0,1 0 1 0 0,-6-2 0 0 0,-12-5-3 0 0,3 1-11 0 0,-1 1 1 0 0,0 0 0 0 0,-23-5-1 0 0,40 12-4 0 0,-1 0 0 0 0,1 0-1 0 0,0 0 1 0 0,0-1 0 0 0,0 1-1 0 0,0-1 1 0 0,0 0-1 0 0,0 0 1 0 0,-3-2 0 0 0,-20-12 34 0 0,20 13-26 0 0,4 3-7 0 0,1 0 1 0 0,0-1-1 0 0,0 1 1 0 0,-1 0 0 0 0,1-1-1 0 0,0 1 1 0 0,0-1-1 0 0,0 1 1 0 0,-1-1-1 0 0,1 0 1 0 0,0 0 0 0 0,0 1-1 0 0,0-1 1 0 0,0 0-1 0 0,0 0 1 0 0,0 0-1 0 0,1 0 1 0 0,-1 0 0 0 0,0 0-1 0 0,0 0 1 0 0,1 0-1 0 0,-1-1 1 0 0,1 1-1 0 0,-1 0 1 0 0,1 0 0 0 0,-1-1-1 0 0,1 1 1 0 0,-1-2-1 0 0,1 2-1 0 0,0 0 0 0 0,0 0-1 0 0,0 0 1 0 0,-1 0 0 0 0,1 0-1 0 0,0 0 1 0 0,-1 0 0 0 0,1 0-1 0 0,-1 0 1 0 0,1 1 0 0 0,-1-1-1 0 0,0 0 1 0 0,1 0 0 0 0,-1 0-1 0 0,0 1 1 0 0,0-1 0 0 0,1 0-1 0 0,-1 1 1 0 0,0-1-1 0 0,0 1 1 0 0,0-1 0 0 0,0 1-1 0 0,0-1 1 0 0,0 1 0 0 0,0-1-1 0 0,0 1 1 0 0,0 0 0 0 0,0 0-1 0 0,-1-1 1 0 0,-15-6-39 0 0,-10-6 7 0 0,20 11 44 0 0,1 0 0 0 0,-1-1-1 0 0,1 0 1 0 0,0-1 0 0 0,0 0 0 0 0,0 1 0 0 0,-10-10 0 0 0,8 2 28 0 0,6 9-21 0 0,1-1 0 0 0,-1 1-1 0 0,0 0 1 0 0,0 0 0 0 0,0 0 0 0 0,-1 0-1 0 0,1 0 1 0 0,-1 0 0 0 0,1 0 0 0 0,-1 1-1 0 0,-3-2 1 0 0,-54-35 158 0 0,55 30-170 0 0,5 7-4 0 0,0 1-1 0 0,0 0 1 0 0,0 0 0 0 0,0-1 0 0 0,0 1 0 0 0,0 0 0 0 0,0 0 0 0 0,0-1-1 0 0,0 1 1 0 0,0 0 0 0 0,0 0 0 0 0,0 0 0 0 0,-1-1 0 0 0,1 1 0 0 0,0 0-1 0 0,0 0 1 0 0,0 0 0 0 0,0-1 0 0 0,0 1 0 0 0,-1 0 0 0 0,1 0 0 0 0,0 0-1 0 0,0 0 1 0 0,0-1 0 0 0,-1 1 0 0 0,1 0 0 0 0,0 0 0 0 0,0 0 0 0 0,-1 0-1 0 0,1 0 1 0 0,0 0 0 0 0,0 0 0 0 0,-1 0 0 0 0,1 0 0 0 0,0 0 0 0 0,-1 0-1 0 0,-4-1-75 0 0,0 1 0 0 0,-1-1-1 0 0,1 1 1 0 0,-1 1-1 0 0,1-1 1 0 0,-1 1 0 0 0,1 0-1 0 0,-10 3 1 0 0,-46 20-112 0 0,23-8 101 0 0,-8 2 65 0 0,12-5-499 0 0,-44 12-1 0 0,-26-1-9321 0 0,39 1-321 0 0</inkml:trace>
</inkml:ink>
</file>

<file path=ppt/ink/ink2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06T18:25:59.68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191 22 400 0 0,'0'0'2588'0'0,"0"-8"573"0"0,0 3-3161 0 0,0 4-11 0 0,0 1 0 0 0,0-1-1 0 0,0 1 1 0 0,0 0-1 0 0,-1-1 1 0 0,1 1-1 0 0,0 0 1 0 0,0-1-1 0 0,0 1 1 0 0,-1 0-1 0 0,1 0 1 0 0,0-1 0 0 0,0 1-1 0 0,-1 0 1 0 0,1 0-1 0 0,0-1 1 0 0,-1 1-1 0 0,1 0 1 0 0,0 0-1 0 0,-1 0 1 0 0,1-1-1 0 0,-1 1 1 0 0,1 0 0 0 0,0 0-1 0 0,-1 0 1 0 0,1 0-1 0 0,0 0 1 0 0,-1 0-1 0 0,1 0 1 0 0,-1 0-1 0 0,1 0 1 0 0,0 0-1 0 0,-1 0 1 0 0,1 0 0 0 0,0 0-1 0 0,-1 0 1 0 0,1 0-1 0 0,-1 1 1 0 0,-14 2 14 0 0,15-3-26 0 0,-11 1-44 0 0,-16 1 67 0 0,0 3 67 0 0,21-3 13 0 0,-21-2 93 0 0,22 0 214 0 0,-1 0-134 0 0,-21 0 374 0 0,27-3-181 0 0,0 3-434 0 0,0 0 1 0 0,0 0 0 0 0,0 0-1 0 0,0 0 1 0 0,0-1-1 0 0,1 1 1 0 0,-1 0-1 0 0,0 0 1 0 0,0 0 0 0 0,0 0-1 0 0,0-1 1 0 0,0 1-1 0 0,0 0 1 0 0,0 0-1 0 0,0 0 1 0 0,0-1 0 0 0,0 1-1 0 0,0 0 1 0 0,0 0-1 0 0,0 0 1 0 0,-1 0-1 0 0,1-1 1 0 0,0 1 0 0 0,0 0-1 0 0,0 0 1 0 0,0 0-1 0 0,0 0 1 0 0,0-1-1 0 0,0 1 1 0 0,0 0 0 0 0,-1 0-1 0 0,1 0 1 0 0,0 0-1 0 0,0 0 1 0 0,0 0-1 0 0,0-1 1 0 0,0 1 0 0 0,-1 0-1 0 0,1 0 1 0 0,0 0-1 0 0,0 0 1 0 0,0 0-1 0 0,0 0 1 0 0,-1 0 0 0 0,1 0-1 0 0,0 0 1 0 0,0 0-1 0 0,0 0 1 0 0,-1 0-1 0 0,1 0 1 0 0,0 0 0 0 0,0 0-1 0 0,0 0 1 0 0,0 0-1 0 0,-1 0 1 0 0,1 0-1 0 0,0 0 1 0 0,0 0 0 0 0,-22 0 800 0 0,49-6-493 0 0,0 6-226 0 0,-21 0-28 0 0,-5 1-51 0 0,0 0-1 0 0,0-1 1 0 0,0 1-1 0 0,0 0 1 0 0,0-1-1 0 0,0 1 1 0 0,0 0-1 0 0,1-1 1 0 0,-1 1-1 0 0,0-1 1 0 0,0 0-1 0 0,1 0 1 0 0,-1 1-1 0 0,0-1 1 0 0,0 0-1 0 0,1 0 1 0 0,-1 0-1 0 0,0 0 1 0 0,2 0-1 0 0,-1 0 17 0 0,31 8 129 0 0,-12-4-5 0 0,-13-2-106 0 0,0 0 0 0 0,0-1 0 0 0,0 0 0 0 0,15 0 0 0 0,69 8 191 0 0,0 3 80 0 0,-74-12-308 0 0,0 1-1 0 0,1 1 0 0 0,-1 0 1 0 0,0 2-1 0 0,0 0 1 0 0,31 12-1 0 0,27 4 163 0 0,-11-8-94 0 0,-18-6-11 0 0,-40-6-58 0 0,-3 1 5 0 0,0 0 0 0 0,0-1 0 0 0,1 1 0 0 0,-1-1 1 0 0,0 0-1 0 0,0 0 0 0 0,0-1 0 0 0,0 1 0 0 0,0-1 1 0 0,5-2-1 0 0,4 0 23 0 0,0 1 0 0 0,0 0 0 0 0,0 1 0 0 0,21 0 0 0 0,18 0 4 0 0,-50 1-27 0 0,4 2-8 0 0,0 1-282 0 0,-6-6-679 0 0,-6 1-1022 0 0,-26-5-1066 0 0,-28-6-614 0 0</inkml:trace>
</inkml:ink>
</file>

<file path=ppt/ink/ink2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06T18:26:13.00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66 1317 1681 0 0,'-21'0'1751'0'0,"9"-2"3869"0"0,12-1-5175 0 0,6 2 3104 0 0,11 1-2879 0 0,-25 0 493 0 0,-39 0 419 0 0,52-8-1169 0 0,34-8-175 0 0,-20 9-46 0 0,0 0 0 0 0,29-18 0 0 0,-17 8 75 0 0,0 0-1 0 0,38-14 1 0 0,-28 14 73 0 0,47-28 1 0 0,46-19 414 0 0,-91 45-406 0 0,63-36 1 0 0,-88 45-270 0 0,1 0 0 0 0,-1 1 0 0 0,35-11 1 0 0,13-5 185 0 0,49-21 33 0 0,80-36 122 0 0,-164 67-327 0 0,51-18-1 0 0,-54 23-40 0 0,124-43 187 0 0,-59 11-295 0 0,-50 21 83 0 0,55-18-1 0 0,-23 14 28 0 0,72-22 90 0 0,-127 42-289 0 0,-1-2 0 0 0,0 0 0 0 0,-1-1 0 0 0,32-18 0 0 0,-40 19 93 0 0,0 1-1 0 0,1 0 1 0 0,0 1-1 0 0,0 0 1 0 0,0 0 0 0 0,1 1-1 0 0,12-2 1 0 0,17-5 155 0 0,-14 5-59 0 0,-19 5-40 0 0,0 0 0 0 0,-1-1 0 0 0,1 1 0 0 0,-1-2 0 0 0,0 1 0 0 0,8-5 0 0 0,0-3-43 0 0,14-6-44 0 0,25-5 149 0 0,-42 12-57 0 0,-10 8-5 0 0,0 0 0 0 0,-1-1-1 0 0,1 1 1 0 0,0 0 0 0 0,0 0-1 0 0,0 1 1 0 0,0-1 0 0 0,0 0 0 0 0,0 0-1 0 0,0 1 1 0 0,3-1 0 0 0,-1 0-5 0 0,-1 0 0 0 0,0 0 1 0 0,1 0-1 0 0,-1 0 0 0 0,0-1 1 0 0,0 0-1 0 0,0 1 0 0 0,0-1 1 0 0,4-3-1 0 0,23-12-57 0 0,-3 11 44 0 0,5-3 13 0 0,-20 1 10 0 0,-10 6-5 0 0,0 1 0 0 0,0 0 1 0 0,0-1-1 0 0,0 1 0 0 0,0 0 0 0 0,0 0 0 0 0,1 1 0 0 0,-1-1 0 0 0,0 0 0 0 0,3 0 1 0 0,55-14 7 0 0,-43 7 43 0 0,-17 7-39 0 0,1 1 0 0 0,-1-1 0 0 0,1 1 0 0 0,0-1 0 0 0,-1 1 0 0 0,1 0 0 0 0,0-1 0 0 0,-1 1 0 0 0,1 0 0 0 0,0-1 0 0 0,-1 1 0 0 0,1 0 0 0 0,0 0 0 0 0,-1 0 0 0 0,1-1 0 0 0,0 1 0 0 0,0 0 0 0 0,-1 0 0 0 0,1 0 0 0 0,1 0 0 0 0,-2 4 344 0 0,0-4-266 0 0,0 0-1 0 0,0 1 1 0 0,0-1 0 0 0,1 0-1 0 0,-1 1 1 0 0,0-1 0 0 0,0 0 0 0 0,0 1-1 0 0,0-1 1 0 0,0 0 0 0 0,0 1-1 0 0,0-1 1 0 0,0 0 0 0 0,0 1-1 0 0,0-1 1 0 0,0 0 0 0 0,0 1 0 0 0,0-1-1 0 0,0 0 1 0 0,-1 1 0 0 0,1-1-1 0 0,0 0 1 0 0,0 0 0 0 0,0 1 0 0 0,0-1-1 0 0,-1 0 1 0 0,1 0 0 0 0,0 1-1 0 0,0-1 1 0 0,0 0 0 0 0,-1 0-1 0 0,1 1 1 0 0,0-1 0 0 0,0 0 0 0 0,-1 0-1 0 0,1 0 1 0 0,0 1 0 0 0,-1-1-1 0 0,1 0 1 0 0,-18 0 198 0 0,14-2 17 0 0,4 1-306 0 0,0 1 0 0 0,0 0 0 0 0,0 0 0 0 0,0 0 0 0 0,0 0 0 0 0,0-1 0 0 0,0 1 0 0 0,0 0 0 0 0,0 0 0 0 0,0 0 0 0 0,0-1 0 0 0,0 1 0 0 0,0 0 0 0 0,0 0 0 0 0,0 0-1 0 0,0 0 1 0 0,0-1 0 0 0,-1 1 0 0 0,1 0 0 0 0,0 0 0 0 0,0 0 0 0 0,0 0 0 0 0,0 0 0 0 0,0-1 0 0 0,0 1 0 0 0,0 0 0 0 0,-1 0 0 0 0,1 0 0 0 0,0 0 0 0 0,0 0 0 0 0,0 0 0 0 0,0 0-1 0 0,-1-1 1 0 0,1 1 0 0 0,0 0 0 0 0,0 0 0 0 0,0 0 0 0 0,0 0 0 0 0,-1 0 0 0 0,1 0 0 0 0,0 0 0 0 0,0 0 0 0 0,0 0 0 0 0,-1 0 0 0 0,1 0 0 0 0,0 0 0 0 0,0 0 0 0 0,0 0-1 0 0,-1 0 1 0 0,-64-34 397 0 0,-153-60 39 0 0,186 79-316 0 0,0 2 0 0 0,-1 2-1 0 0,-1 1 1 0 0,0 1 0 0 0,0 2 0 0 0,-60-5 0 0 0,82 11-705 0 0,0 1 1 0 0,1 0 0 0 0,-1 0-1 0 0,0 1 1 0 0,1 1 0 0 0,-17 4-1 0 0,22-5 162 0 0,2 0-328 0 0,-1 0 0 0 0,1 0 0 0 0,0 0 0 0 0,0 0 0 0 0,0 1 0 0 0,0-1 0 0 0,0 1 0 0 0,0 0 0 0 0,0 1 0 0 0,-4 2 0 0 0,8-4 309 0 0,0 0 0 0 0,0 0 0 0 0,0 0 0 0 0,0 0 0 0 0,0 1 0 0 0,1-1 0 0 0,-1 0 0 0 0,0 0 1 0 0,0 0-1 0 0,1 0 0 0 0,-1 0 0 0 0,1 0 0 0 0,-1 0 0 0 0,1 0 0 0 0,-1 0 0 0 0,1 0 0 0 0,0-1 0 0 0,-1 1 1 0 0,1 0-1 0 0,0 0 0 0 0,0-1 0 0 0,0 1 0 0 0,0 0 0 0 0,-1-1 0 0 0,1 1 0 0 0,0 0 0 0 0,0-1 0 0 0,1 1 1 0 0</inkml:trace>
</inkml:ink>
</file>

<file path=ppt/ink/ink2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06T18:26:14.16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359 33 400 0 0,'0'0'480'0'0,"0"0"-352"0"0,0-1 0 0 0,-1 1 0 0 0,1-1 0 0 0,0 0 0 0 0,0 1 0 0 0,0-1 0 0 0,0 0 0 0 0,0 1 0 0 0,0-1 0 0 0,0 0 0 0 0,0 1 0 0 0,0-1 0 0 0,0 0 0 0 0,0 1 0 0 0,0-1 0 0 0,0 0 0 0 0,1 1 0 0 0,-1-1 0 0 0,0 0 0 0 0,0 1 0 0 0,1-1 0 0 0,-1 1 0 0 0,0-1 0 0 0,1 1 0 0 0,-1-1 0 0 0,1 1 0 0 0,-1-1 0 0 0,1 1 0 0 0,-1-1 0 0 0,1 1 0 0 0,0-1 0 0 0,20 0 552 0 0,-20 1-604 0 0,-1-1-1 0 0,0 1 1 0 0,1 0 0 0 0,-1 0 0 0 0,0 0 0 0 0,1 0-1 0 0,-1 0 1 0 0,0-1 0 0 0,0 1 0 0 0,1 0-1 0 0,-1 0 1 0 0,0 0 0 0 0,0-1 0 0 0,1 1-1 0 0,-1 0 1 0 0,0 0 0 0 0,0-1 0 0 0,0 1-1 0 0,1 0 1 0 0,-1-1 0 0 0,0 1 0 0 0,0 0 0 0 0,0 0-1 0 0,0-1 1 0 0,0 1 0 0 0,0 0 0 0 0,1-1-1 0 0,-1 1 1 0 0,0 0 0 0 0,0-1 0 0 0,0 1-1 0 0,0-1 1 0 0,-1-2 1180 0 0,1 7-1077 0 0,0-3-86 0 0,23 5 56 0 0,-22-6-144 0 0,-1 0 0 0 0,0 0-1 0 0,1 0 1 0 0,-1 0 0 0 0,0 0 0 0 0,1 0-1 0 0,-1 1 1 0 0,0-1 0 0 0,1 0-1 0 0,-1 0 1 0 0,0 0 0 0 0,0 0 0 0 0,1 1-1 0 0,-1-1 1 0 0,0 0 0 0 0,0 0 0 0 0,1 1-1 0 0,-1-1 1 0 0,0 0 0 0 0,0 0-1 0 0,1 1 1 0 0,-1-1 0 0 0,0 0 0 0 0,0 1-1 0 0,0-1 1 0 0,0 0 0 0 0,0 1 0 0 0,1-1-1 0 0,-1 0 1 0 0,0 1 0 0 0,0-1-1 0 0,0 0 1 0 0,0 1 0 0 0,0-1 0 0 0,0 0-1 0 0,0 1 1 0 0,0-1 0 0 0,0 0 0 0 0,0 1-1 0 0,0-1 1 0 0,-1 0 0 0 0,1 1-1 0 0,0-1 1 0 0,0 0 0 0 0,0 1 0 0 0,0-1-1 0 0,0 0 1 0 0,-1 1 0 0 0,1-1 0 0 0,0 0-1 0 0,0 0 1 0 0,-1 1 0 0 0,1-1-1 0 0,0 0 1 0 0,-1 1 0 0 0,-6 4 167 0 0,0 1 0 0 0,1 0 0 0 0,0 0 0 0 0,0 1 0 0 0,0 0 0 0 0,1 0-1 0 0,-1 0 1 0 0,-5 13 0 0 0,-4 5 301 0 0,-2 0 1 0 0,-1 0-1 0 0,-1-2 0 0 0,-1-1 0 0 0,-1 0 0 0 0,-23 19 0 0 0,35-33-276 0 0,-9 8-108 0 0,0 2 1 0 0,1 0-1 0 0,1 1 1 0 0,1 1-1 0 0,1 0 1 0 0,-13 25 0 0 0,20-31-1109 0 0,7-12 739 0 0,-1 0 0 0 0,1-1 0 0 0,-1 1 0 0 0,0 0 1 0 0,0 0-1 0 0,0-1 0 0 0,0 1 0 0 0,0-1 0 0 0,0 1 0 0 0,0-1 0 0 0,0 1 0 0 0,-1-1 0 0 0,1 1 0 0 0,0-1 0 0 0,-1 0 0 0 0,1 0 0 0 0,-1 0 0 0 0,0 0 0 0 0,1 0 0 0 0,-1 0 1 0 0,0 0-1 0 0,0-1 0 0 0,-1 1 0 0 0,-30 3-6964 0 0</inkml:trace>
</inkml:ink>
</file>

<file path=ppt/ink/ink2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06T18:26:16.18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100 119 400 0 0,'-60'-7'974'0'0,"60"7"-969"0"0,-1 0 0 0 0,1 0 0 0 0,0 0 0 0 0,0 0 0 0 0,0 0 0 0 0,0 0 0 0 0,-1 1 0 0 0,1-1 0 0 0,0 0 0 0 0,0 0 0 0 0,0 0 0 0 0,0 0 0 0 0,0 0 0 0 0,-1 0 0 0 0,1 0 0 0 0,0 0 0 0 0,0-1 0 0 0,0 1 0 0 0,0 0 0 0 0,-1 0 0 0 0,1 0 0 0 0,0 0 0 0 0,0 0 0 0 0,0 0 0 0 0,0 0 0 0 0,0 0 0 0 0,-1 0 0 0 0,1 0 0 0 0,0 0 0 0 0,0-1 0 0 0,0 1 0 0 0,0 0 0 0 0,0 0 0 0 0,0 0 0 0 0,0 0 0 0 0,-1 0 0 0 0,1 0 0 0 0,0-1 0 0 0,0 1 0 0 0,0 0 0 0 0,0 0 0 0 0,0 0 0 0 0,0 0 0 0 0,0-1 0 0 0,0 1 0 0 0,0 0 0 0 0,0 0 0 0 0,0 0 0 0 0,0 0 0 0 0,0-1 0 0 0,0 1 0 0 0,0 0 0 0 0,0 0 0 0 0,0 0 0 0 0,0-1 0 0 0,0 1 6 0 0,0 0 1 0 0,0 0-1 0 0,0 0 0 0 0,1 0 1 0 0,-1-1-1 0 0,0 1 0 0 0,0 0 1 0 0,0 0-1 0 0,0 0 0 0 0,0 0 1 0 0,0 0-1 0 0,-1-1 0 0 0,1 1 0 0 0,0 0 1 0 0,0 0-1 0 0,0 0 0 0 0,0 0 1 0 0,0 0-1 0 0,0-1 0 0 0,0 1 1 0 0,0 0-1 0 0,0 0 0 0 0,0 0 0 0 0,0 0 1 0 0,0 0-1 0 0,-1 0 0 0 0,1-1 1 0 0,0 1-1 0 0,0 0 0 0 0,0 0 1 0 0,0 0-1 0 0,0 0 0 0 0,0 0 0 0 0,-1 0 1 0 0,1 0-1 0 0,0 0 0 0 0,0 0 1 0 0,0 0-1 0 0,0 0 0 0 0,0 0 1 0 0,-1 0-1 0 0,1 0 0 0 0,0 0 1 0 0,0 0-1 0 0,0 0 0 0 0,0 0 0 0 0,0 0 1 0 0,-1 0-1 0 0,1 0 0 0 0,0 0 1 0 0,0 0-1 0 0,0 0 0 0 0,0 0 1 0 0,0 0-1 0 0,-1 0 0 0 0,1 0 0 0 0,0 0 1 0 0,0 0-1 0 0,-27-5 1910 0 0,27 2-814 0 0,0 2-1017 0 0,-1 1 0 0 0,1 0 0 0 0,0-1 0 0 0,0 1 0 0 0,0 0 0 0 0,0-1 0 0 0,0 1-1 0 0,0 0 1 0 0,0-1 0 0 0,0 1 0 0 0,0 0 0 0 0,0-1 0 0 0,0 1 0 0 0,0 0 0 0 0,0-1-1 0 0,0 1 1 0 0,0 0 0 0 0,0-1 0 0 0,0 1 0 0 0,0 0 0 0 0,0-1 0 0 0,0 1 0 0 0,1 0-1 0 0,-1-1 1 0 0,0 1 0 0 0,0 0 0 0 0,0-1 0 0 0,1 1 0 0 0,-1 0 0 0 0,0 0 0 0 0,0-1-1 0 0,1 1 1 0 0,-1 0 0 0 0,0 0 0 0 0,1 0 0 0 0,-1-1 0 0 0,0 1 0 0 0,1 0 0 0 0,-1 0-1 0 0,0 0 1 0 0,1 0 0 0 0,3-1 53 0 0,-3 1-110 0 0,0 0 1 0 0,0 0-1 0 0,0 0 1 0 0,0 0-1 0 0,0 0 1 0 0,-1 0-1 0 0,1 0 1 0 0,0 0-1 0 0,0-1 1 0 0,0 1-1 0 0,0 0 0 0 0,-1-1 1 0 0,1 1-1 0 0,0 0 1 0 0,0-1-1 0 0,0 1 1 0 0,-1-1-1 0 0,1 1 1 0 0,0-1-1 0 0,-1 1 1 0 0,1-1-1 0 0,-1 0 0 0 0,1 1 1 0 0,0-1-1 0 0,-1 0 1 0 0,1 0-1 0 0,-1 1 1 0 0,0-1-1 0 0,1 0 1 0 0,-1 0-1 0 0,0 0 1 0 0,1 1-1 0 0,-1-1 1 0 0,0 0-1 0 0,0-1 0 0 0,6 0 288 0 0,-2 1-260 0 0,-3 1-38 0 0,0 0 0 0 0,0 0 0 0 0,0 0 0 0 0,0 0-1 0 0,0 0 1 0 0,0 0 0 0 0,0-1 0 0 0,0 1 0 0 0,-1 0-1 0 0,1 0 1 0 0,0-1 0 0 0,0 1 0 0 0,0-1 0 0 0,-1 1-1 0 0,1-1 1 0 0,0 1 0 0 0,0-1 0 0 0,-1 1 0 0 0,1-1-1 0 0,0 0 1 0 0,-1 1 0 0 0,1-1 0 0 0,-1 0 0 0 0,1 0-1 0 0,-1 1 1 0 0,1-1 0 0 0,-1 0 0 0 0,1 0 0 0 0,-1 0-1 0 0,0 0 1 0 0,0 1 0 0 0,1-1 0 0 0,-1 0 0 0 0,0 0-1 0 0,0 0 1 0 0,0 0 0 0 0,0 0 0 0 0,0 0 0 0 0,0-1-1 0 0,5 0 58 0 0,23-5 2 0 0,-28 7-82 0 0,0 0 0 0 0,0 0 0 0 0,0 0 0 0 0,0 0 0 0 0,1 0 0 0 0,-1 0 0 0 0,0-1-1 0 0,0 1 1 0 0,0 0 0 0 0,0 0 0 0 0,0 0 0 0 0,0 0 0 0 0,1 0 0 0 0,-1 0 0 0 0,0 0 0 0 0,0-1-1 0 0,0 1 1 0 0,0 0 0 0 0,0 0 0 0 0,0 0 0 0 0,0 0 0 0 0,0-1 0 0 0,0 1 0 0 0,0 0-1 0 0,0 0 1 0 0,0 0 0 0 0,0 0 0 0 0,0 0 0 0 0,0-1 0 0 0,0 1 0 0 0,0 0 0 0 0,0 0 0 0 0,0 0-1 0 0,0 0 1 0 0,0-1 0 0 0,0 1 0 0 0,0 0 0 0 0,0 0 0 0 0,0 0 0 0 0,0 0 0 0 0,0 0-1 0 0,0-1 1 0 0,0 1 0 0 0,-1 0 0 0 0,0-7 17 0 0,6 0 36 0 0,17 1-53 0 0,-17 4 1227 0 0,-5 5-1038 0 0,-1-1-1 0 0,1 1 0 0 0,0-1 1 0 0,-1 0-1 0 0,1 1 0 0 0,0-1 1 0 0,1 0-1 0 0,-1 1 0 0 0,0-1 1 0 0,1 0-1 0 0,-1 1 0 0 0,1-1 1 0 0,0 0-1 0 0,-1 1 0 0 0,1-1 1 0 0,2 2-1 0 0,55 17 519 0 0,-3-7-147 0 0,-39-13-422 0 0,0 0-1 0 0,-1 0 1 0 0,27 7 0 0 0,-28-5-36 0 0,0 0 1 0 0,0-1-1 0 0,24 0 1 0 0,261-16 523 0 0,-245 27-279 0 0,-53-13-335 0 0,-1 0 0 0 0,0 0-1 0 0,0 0 1 0 0,1 0 0 0 0,-1 0-1 0 0,0 0 1 0 0,0 0 0 0 0,0 0-1 0 0,1 0 1 0 0,-1 0-1 0 0,0 0 1 0 0,0 0 0 0 0,1 1-1 0 0,-1-1 1 0 0,0 0 0 0 0,0 0-1 0 0,0 0 1 0 0,1 0 0 0 0,-1 0-1 0 0,0 1 1 0 0,0-1 0 0 0,0 0-1 0 0,0 0 1 0 0,1 0 0 0 0,-1 1-1 0 0,0-1 1 0 0,0 0-1 0 0,0 0 1 0 0,0 0 0 0 0,0 1-1 0 0,0-1 1 0 0,0 0 0 0 0,0 0-1 0 0,0 1 1 0 0,0-1 0 0 0,0 0-1 0 0,0 0 1 0 0,0 1 0 0 0,0-1-1 0 0,0 1 1 0 0,0-1-8 0 0,0 0 1 0 0,0 0-1 0 0,0 1 0 0 0,0-1 1 0 0,0 0-1 0 0,0 0 1 0 0,0 1-1 0 0,0-1 0 0 0,0 0 1 0 0,0 1-1 0 0,1-1 1 0 0,-1 0-1 0 0,0 0 0 0 0,0 1 1 0 0,0-1-1 0 0,0 0 1 0 0,0 0-1 0 0,0 1 0 0 0,1-1 1 0 0,-1 0-1 0 0,0 0 1 0 0,0 0-1 0 0,0 1 0 0 0,1-1 1 0 0,-1 0-1 0 0,0 0 1 0 0,0 0-1 0 0,0 0 0 0 0,1 0 1 0 0,-1 1-1 0 0,0-1 1 0 0,0 0-1 0 0,1 0 0 0 0,1 1 34 0 0,0-1-22 0 0,-1 0 0 0 0,1 0 0 0 0,-1 0 0 0 0,1 1-1 0 0,-1-1 1 0 0,1 1 0 0 0,-1 0 0 0 0,1-1 0 0 0,-1 1-1 0 0,1 0 1 0 0,-1 0 0 0 0,0-1 0 0 0,1 1 0 0 0,-1 0-1 0 0,0 1 1 0 0,1 0 0 0 0,4 0 91 0 0,-6-2-88 0 0,2 0-4 0 0,-1 0 1 0 0,1 0-1 0 0,-1 1 0 0 0,1-1 0 0 0,-1 0 0 0 0,1 0 1 0 0,-1 1-1 0 0,1-1 0 0 0,-1 1 0 0 0,1-1 1 0 0,-1 1-1 0 0,0 0 0 0 0,1-1 0 0 0,-1 1 1 0 0,0 0-1 0 0,0 0 0 0 0,2 2 0 0 0,2-2 79 0 0,55 6 159 0 0,-32-7-186 0 0,-23-6 13 0 0,-5 5 133 0 0,5 0-733 0 0,17-4 520 0 0,-21 6 31 0 0,7 2 10 0 0,-39-1-113 0 0,26-2 112 0 0,0-1-2241 0 0,-15-3 68 0 0,-11-2-3797 0 0,-55-19 0 0 0,-1 0 1101 0 0</inkml:trace>
</inkml:ink>
</file>

<file path=ppt/ink/ink2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06T18:26:22.81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516 63 160 0 0,'-32'-12'880'0'0,"-34"-3"-319"0"0,34 9 319 0 0,-27-8-79 0 0,26 7-161 0 0,1 7-240 0 0,-1 0-320 0 0,0-8 0 0 0,1 8 0 0 0,-1 0-80 0 0,0 8 0 0 0,1-8-160 0 0,-1 7-480 0 0,0 7-1121 0 0</inkml:trace>
</inkml:ink>
</file>

<file path=ppt/ink/ink2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06T18:26:24.81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65 0 160 0 0,'0'0'1481'0'0,"2"3"848"0"0,-2-2-2294 0 0,0-1 1 0 0,0 1 0 0 0,0-1-1 0 0,0 0 1 0 0,0 1-1 0 0,0-1 1 0 0,0 0 0 0 0,-1 1-1 0 0,1-1 1 0 0,0 1-1 0 0,0-1 1 0 0,0 0 0 0 0,0 1-1 0 0,0-1 1 0 0,-1 0-1 0 0,1 1 1 0 0,0-1 0 0 0,0 0-1 0 0,-1 1 1 0 0,1-1-1 0 0,0 0 1 0 0,0 0 0 0 0,-1 1-1 0 0,1-1 1 0 0,0 0-1 0 0,-1 0 1 0 0,1 0 0 0 0,0 1-1 0 0,-1-1 1 0 0,1 0-1 0 0,-1 0 1 0 0,-6 3 191 0 0,6-3-155 0 0,0 0 0 0 0,0 1 0 0 0,0-1 0 0 0,0 1 0 0 0,0-1 0 0 0,0 1 0 0 0,0-1 0 0 0,0 1 0 0 0,0 0 0 0 0,0 0 0 0 0,0-1 0 0 0,0 1 0 0 0,0 0 0 0 0,0 0 0 0 0,1 0 0 0 0,-1 0 0 0 0,0 0 0 0 0,1 0 0 0 0,-1 0 0 0 0,0 0 1 0 0,1 0-1 0 0,0 0 0 0 0,-1 0 0 0 0,1 1 0 0 0,0-1 0 0 0,-1 0 0 0 0,1 0 0 0 0,0 0 0 0 0,0 0 0 0 0,0 1 0 0 0,0-1 0 0 0,0 0 0 0 0,0 0 0 0 0,1 2 0 0 0,-1 81 4730 0 0,0-83-4796 0 0,0 0 1 0 0,0-1-1 0 0,0 1 0 0 0,0 0 0 0 0,0-1 1 0 0,1 1-1 0 0,-1-1 0 0 0,0 1 0 0 0,0 0 1 0 0,1-1-1 0 0,-1 1 0 0 0,0-1 1 0 0,1 1-1 0 0,-1-1 0 0 0,1 1 0 0 0,-1-1 1 0 0,0 1-1 0 0,1-1 0 0 0,-1 0 0 0 0,1 1 1 0 0,-1-1-1 0 0,1 1 0 0 0,0-1 0 0 0,-1 0 1 0 0,1 0-1 0 0,-1 1 0 0 0,1-1 0 0 0,0 0 1 0 0,-1 0-1 0 0,1 0 0 0 0,-1 0 0 0 0,1 0 1 0 0,0 0-1 0 0,0 0 0 0 0,0 1 2 0 0,0-1-1 0 0,-1 0 1 0 0,1 0 0 0 0,0 0-1 0 0,0 0 1 0 0,-1 0 0 0 0,1 0-1 0 0,0 1 1 0 0,-1-1-1 0 0,1 0 1 0 0,0 1 0 0 0,-1-1-1 0 0,1 0 1 0 0,0 1 0 0 0,-1-1-1 0 0,1 1 1 0 0,-1-1-1 0 0,1 1 1 0 0,-1-1 0 0 0,1 1-1 0 0,-1-1 1 0 0,1 1 0 0 0,-1 0-1 0 0,0-1 1 0 0,1 1-1 0 0,-1 0 1 0 0,0-1 0 0 0,1 1-1 0 0,-1 0 1 0 0,0 0 0 0 0,0-1-1 0 0,0 1 1 0 0,0 0-1 0 0,0-1 1 0 0,0 2 0 0 0,1-1 27 0 0,-1 1 0 0 0,0-1 0 0 0,0 1 1 0 0,0-1-1 0 0,0 1 0 0 0,-1-1 0 0 0,1 0 1 0 0,0 1-1 0 0,0-1 0 0 0,-1 1 0 0 0,1-1 1 0 0,-1 0-1 0 0,0 1 0 0 0,1-1 0 0 0,-1 0 1 0 0,0 0-1 0 0,1 0 0 0 0,-1 1 0 0 0,0-1 1 0 0,0 0-1 0 0,0 0 0 0 0,0 0 0 0 0,0 0 1 0 0,-1 0-1 0 0,-1 1 0 0 0,-8 7 129 0 0,11-9-151 0 0,-1 1 0 0 0,1-1 0 0 0,-1 1 0 0 0,1 0 0 0 0,0-1 0 0 0,-1 1 0 0 0,1 0-1 0 0,0 0 1 0 0,0-1 0 0 0,-1 1 0 0 0,1 0 0 0 0,0 0 0 0 0,0-1 0 0 0,0 1 0 0 0,0 0 0 0 0,0 0 0 0 0,0-1 0 0 0,0 1-1 0 0,0 0 1 0 0,0 0 0 0 0,1 0 0 0 0,-1-1 0 0 0,0 1 0 0 0,0 0 0 0 0,1-1 0 0 0,-1 1 0 0 0,0 0 0 0 0,1-1 0 0 0,-1 1-1 0 0,1 0 1 0 0,21 38 574 0 0,-11 1-213 0 0,0-20-236 0 0,-9-17-126 0 0,0 0 0 0 0,0 1 0 0 0,0-1-1 0 0,-1 0 1 0 0,1 1 0 0 0,-1-1 0 0 0,0 1 0 0 0,0 0 0 0 0,0-1 0 0 0,-1 1 0 0 0,1 0 0 0 0,-1 3 0 0 0,0-3 18 0 0,0 0 0 0 0,1 0 0 0 0,0 0-1 0 0,-1-1 1 0 0,1 1 0 0 0,0 0 0 0 0,1-1 0 0 0,-1 1-1 0 0,1 0 1 0 0,-1-1 0 0 0,1 0 0 0 0,4 6 0 0 0,3 6 103 0 0,24 42 160 0 0,-32-54-298 0 0,1 1 1 0 0,-1-1-1 0 0,0 0 0 0 0,0 1 1 0 0,0-1-1 0 0,-1 1 0 0 0,1-1 1 0 0,-1 1-1 0 0,0-1 0 0 0,0 1 1 0 0,0-1-1 0 0,-1 6 0 0 0,0-5 26 0 0,1 1 0 0 0,-1-1 0 0 0,1 0-1 0 0,1 0 1 0 0,-1 0 0 0 0,0 0 0 0 0,1 0-1 0 0,0 1 1 0 0,2 4 0 0 0,7 10 11 0 0,-8-16-35 0 0,0 0-1 0 0,0 0 1 0 0,0 0-1 0 0,0 1 1 0 0,-1-1-1 0 0,0 1 0 0 0,0-1 1 0 0,0 1-1 0 0,0-1 1 0 0,0 1-1 0 0,-1 0 1 0 0,1 4-1 0 0,-1 619 1178 0 0,0-626-1169 0 0,0 0 1 0 0,0-1-1 0 0,0 1 0 0 0,0 0 0 0 0,-1 0 0 0 0,1 0 0 0 0,0-1 1 0 0,0 1-1 0 0,-1 0 0 0 0,1 0 0 0 0,0 0 0 0 0,-1-1 0 0 0,1 1 1 0 0,-1 0-1 0 0,1-1 0 0 0,-1 1 0 0 0,1 0 0 0 0,-1-1 1 0 0,0 1-1 0 0,1-1 0 0 0,-1 1 0 0 0,0-1 0 0 0,1 1 0 0 0,-1-1 1 0 0,0 1-1 0 0,0-1 0 0 0,1 0 0 0 0,-1 1 0 0 0,0-1 0 0 0,-1 0 1 0 0,1 0 0 0 0,0 1 1 0 0,0-1 0 0 0,0 0 0 0 0,1 0 0 0 0,-1 1 0 0 0,0-1 0 0 0,0 0 0 0 0,1 1-1 0 0,-1-1 1 0 0,0 1 0 0 0,1-1 0 0 0,-1 1 0 0 0,0-1 0 0 0,1 1 0 0 0,-1 0 0 0 0,1-1-1 0 0,-1 1 1 0 0,1 0 0 0 0,-1-1 0 0 0,1 1 0 0 0,-1 0 0 0 0,1 0 0 0 0,0-1 0 0 0,-1 1-1 0 0,1 0 1 0 0,0 0 0 0 0,0 0 0 0 0,0 0 0 0 0,-1-1 0 0 0,1 3 0 0 0,0-3-5 0 0,0 1 0 0 0,0-1 0 0 0,0 0 0 0 0,0 1 0 0 0,0-1 1 0 0,0 1-1 0 0,0-1 0 0 0,0 1 0 0 0,0-1 0 0 0,0 1 0 0 0,-1-1 0 0 0,1 0 1 0 0,0 1-1 0 0,0-1 0 0 0,-1 1 0 0 0,1-1 0 0 0,0 0 0 0 0,0 1 0 0 0,-1-1 0 0 0,1 0 1 0 0,0 1-1 0 0,-1-1 0 0 0,1 0 0 0 0,-1 1 0 0 0,-21 16 118 0 0,20-15-209 0 0,0 0 0 0 0,0 0 0 0 0,0 0 0 0 0,-1 0 0 0 0,1-1 0 0 0,-1 1 1 0 0,1-1-1 0 0,-1 1 0 0 0,1-1 0 0 0,-1 0 0 0 0,0 0 0 0 0,0 0 0 0 0,1 0 0 0 0,-4 0 0 0 0,3-1-268 0 0,0 0 0 0 0,1 0 0 0 0,-1 0 0 0 0,0-1 0 0 0,0 1 0 0 0,1-1-1 0 0,-1 1 1 0 0,0-1 0 0 0,0 0 0 0 0,1 0 0 0 0,-1 0 0 0 0,1 0 0 0 0,-1-1 0 0 0,1 1 0 0 0,0-1 0 0 0,-1 1 0 0 0,1-1 0 0 0,0 0 0 0 0,0 0-1 0 0,0 0 1 0 0,0 0 0 0 0,1 0 0 0 0,-1-1 0 0 0,0 1 0 0 0,-1-5 0 0 0,-30-66-7420 0 0</inkml:trace>
</inkml:ink>
</file>

<file path=ppt/ink/ink2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06T18:26:25.60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516 0 960 0 0,'-5'4'7188'0'0,"-28"17"-6785"0"0,-17 13 424 0 0,29-21-495 0 0,1 0-1 0 0,1 1 0 0 0,0 2 0 0 0,2-1 0 0 0,-33 37 0 0 0,26-26 366 0 0,-2-1-1 0 0,-32 25 1 0 0,28-26-241 0 0,-43 45 0 0 0,70-65-575 0 0,-1 0 1 0 0,0 0-1 0 0,1 0 1 0 0,0 0-1 0 0,0 1 1 0 0,1-1-1 0 0,-1 1 1 0 0,1 0-1 0 0,0 0 1 0 0,0 0-1 0 0,0 0 1 0 0,1 0-1 0 0,0 0 1 0 0,0 1-1 0 0,0-1 1 0 0,0 9-1 0 0,1-12-108 0 0,1 0-1 0 0,-1 0 0 0 0,0 0 0 0 0,-1 0 1 0 0,1 0-1 0 0,0-1 0 0 0,0 1 1 0 0,-1 0-1 0 0,1 0 0 0 0,-1 0 0 0 0,0-1 1 0 0,1 1-1 0 0,-2 2 0 0 0,-1-2-347 0 0,1 0 0 0 0,-1 0-1 0 0,1 0 1 0 0,-1 0 0 0 0,0-1 0 0 0,0 1-1 0 0,-5 2 1 0 0</inkml:trace>
</inkml:ink>
</file>

<file path=ppt/ink/ink2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06T18:26:27.10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658 63 320 0 0,'1'-2'467'0'0,"-8"-4"-360"0"0,-58-7 586 0 0,52 10-638 0 0,-1 0 0 0 0,-24-1 0 0 0,10 1-33 0 0,-42-4 45 0 0,15 6-307 0 0,50 2 114 0 0,-22-16 105 0 0,21 10 12 0 0,12 4 3380 0 0,4 2-3124 0 0,1 1 0 0 0,-1 0 0 0 0,0 1 0 0 0,0 0 0 0 0,15 7 0 0 0,51 24 512 0 0,-44-18-394 0 0,-2-1-7 0 0,44 15-1 0 0,-24-13-73 0 0,-2 3-1 0 0,0 1 0 0 0,66 40 1 0 0,-94-49 97 0 0,41 16 0 0 0,16 7-9 0 0,-50-16-306 0 0,-26-17-64 0 0,1 0-1 0 0,-1-1 1 0 0,1 1-1 0 0,-1 0 0 0 0,1-1 1 0 0,0 0-1 0 0,0 1 0 0 0,0-1 1 0 0,-1 0-1 0 0,1 0 1 0 0,0 0-1 0 0,5 2 0 0 0,-1-1 8 0 0,-6-2 19 0 0,0 0-1 0 0,0 0 0 0 0,0 0 1 0 0,0 0-1 0 0,0 0 0 0 0,0 0 1 0 0,0 0-1 0 0,0 0 1 0 0,0 0-1 0 0,0 0 0 0 0,0 0 1 0 0,0 0-1 0 0,0 0 1 0 0,0 1-1 0 0,0-1 0 0 0,0 0 1 0 0,-10-3 72 0 0,9 3-87 0 0,0 0 0 0 0,0-1 0 0 0,0 1 0 0 0,0 0 0 0 0,0-1 0 0 0,0 1 0 0 0,0-1 0 0 0,0 1 0 0 0,0-1 0 0 0,0 0 0 0 0,0 1 0 0 0,0-1 0 0 0,0 0 0 0 0,1 1 1 0 0,-1-1-1 0 0,0 0 0 0 0,0-1 0 0 0,-5-1 200 0 0,-18-3 5 0 0,12 2-94 0 0,0 1 1 0 0,0 0-1 0 0,0 1 1 0 0,-19 0-1 0 0,-241 3 1170 0 0,228 1-1093 0 0,-406 10 2640 0 0,406-11-2588 0 0,18 0-23 0 0,-1-1 0 0 0,1-1 0 0 0,-42-7 1 0 0,67 6-89 0 0,0 2-145 0 0,1 0 0 0 0,-1 0-1 0 0,1-1 1 0 0,-1 1 0 0 0,1 0-1 0 0,0-1 1 0 0,-1 1 0 0 0,1 0 0 0 0,-1-1-1 0 0,1 1 1 0 0,0-1 0 0 0,-1 1-1 0 0,1-1 1 0 0,0 1 0 0 0,-1-1 0 0 0,1 1-1 0 0,0-1 1 0 0,0 1 0 0 0,-1-1 0 0 0,1 1-1 0 0,0-1 1 0 0,0 0 0 0 0,10-5-35 0 0,22 4 142 0 0,679 24-1852 0 0,-676-17 1606 0 0,-21-3 105 0 0,1 0-1 0 0,0 0 0 0 0,26-2 0 0 0,-110-13 105 0 0,-296-35 13 0 0,66 35 520 0 0,293 13-680 0 0,12-2-320 0 0,11-3 437 0 0,1 1 1 0 0,1 1-1 0 0,-1 0 0 0 0,30 0 1 0 0,-11 2-38 0 0,4-3-3 0 0,305-19-155 0 0,-289 18 34 0 0,-45 3 102 0 0,6-1-2 0 0,-27 3-13 0 0,-37 0-22 0 0,-7-5-46 0 0,-80-20 0 0 0,-34-4 235 0 0,74 21-1144 0 0,88 8-867 0 0,5 10-5096 0 0,0 7 2949 0 0</inkml:trace>
</inkml:ink>
</file>

<file path=ppt/ink/ink2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06T18:26:29.52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1 235 720 0 0,'0'0'1654'0'0,"5"0"-1000"0"0,2 1-382 0 0,26-1 1108 0 0,-33 0-1350 0 0,1 0-1 0 0,0 0 1 0 0,0 0-1 0 0,0 0 1 0 0,0 0-1 0 0,0 0 1 0 0,0 0 0 0 0,0 0-1 0 0,-1 0 1 0 0,1 0-1 0 0,0-1 1 0 0,0 1-1 0 0,0 0 1 0 0,0-1-1 0 0,0 1 1 0 0,-1-1-1 0 0,1 1 1 0 0,0-1-1 0 0,0 1 1 0 0,-1-1 0 0 0,1 1-1 0 0,0-1 1 0 0,0-1-1 0 0,5 1 438 0 0,146 1 5909 0 0,-145 4-5371 0 0,-3-1-809 0 0,94 6 1325 0 0,118 22 253 0 0,-191-30-1529 0 0,0 0 0 0 0,41-5 0 0 0,-13 0 73 0 0,99-15 550 0 0,-108 15-535 0 0,-1 2 1 0 0,1 1-1 0 0,59 8 0 0 0,55 20 241 0 0,-96-7-414 0 0,-52-16-125 0 0,0 0 0 0 0,1-1-1 0 0,-1 0 1 0 0,17 2 0 0 0,24 2 91 0 0,-30-3-63 0 0,37 1 1 0 0,-50-5-20 0 0,0 1 1 0 0,1 0-1 0 0,-2 0 0 0 0,1 1 1 0 0,8 2-1 0 0,-1 0-3 0 0,12-2 39 0 0,39 4 67 0 0,64 0 26 0 0,-88-7-129 0 0,-1-2 0 0 0,68-14 0 0 0,74-30 207 0 0,-75 18-60 0 0,50-13 129 0 0,-7 17-47 0 0,-128 23-221 0 0,1 2 0 0 0,0 0 0 0 0,0 1 0 0 0,35 7 0 0 0,-32-2-25 0 0,6 1 26 0 0,0 0-39 0 0,-1-1-14 0 0,0 1 13 0 0,10-1 48 0 0,-37-6-61 0 0,-1 0 1 0 0,1 1 0 0 0,-1 0 0 0 0,1 0-1 0 0,-1 0 1 0 0,1 0 0 0 0,-1 1 0 0 0,5 2 0 0 0,2 1 11 0 0,76 14 135 0 0,-11 2-80 0 0,-42-6-54 0 0,-27-14-10 0 0,1-3-5 0 0,30 10 1 0 0,-33-3-12 0 0,-5-3-1 0 0,0-4-26 0 0,0-3 13 0 0,0 3-13 0 0,-10 0 75 0 0,0 0-1 0 0,0-1 0 0 0,1 0 0 0 0,-1-1 0 0 0,1 0 0 0 0,-1 0 0 0 0,1-1 0 0 0,-11-9 0 0 0,-71-51 254 0 0,51 34-189 0 0,12 8-33 0 0,1-2 0 0 0,-45-51 0 0 0,37 37-50 0 0,34 38-68 0 0,-1-1 0 0 0,1 1 1 0 0,-1 0-1 0 0,1-1 1 0 0,0 1-1 0 0,-1 0 0 0 0,0 0 1 0 0,1 0-1 0 0,-1 0 1 0 0,0 1-1 0 0,1-1 1 0 0,-1 0-1 0 0,0 1 0 0 0,-3-2 1 0 0,5 25-10581 0 0,0-22 10363 0 0,0 0 0 0 0,0 0-1 0 0,0 0 1 0 0,1 0 0 0 0,-1 0-1 0 0,1 0 1 0 0,-1 0 0 0 0,1 0-1 0 0,-1 0 1 0 0,1 0 0 0 0,-1 0-1 0 0,1-1 1 0 0,0 1 0 0 0,0 0-1 0 0,-1 0 1 0 0,1 0 0 0 0,0-1-1 0 0,0 1 1 0 0,0 0 0 0 0,0-1-1 0 0,0 1 1 0 0,0-1 0 0 0,0 1-1 0 0,0-1 1 0 0,1 1 0 0 0,7 4-1386 0 0,-9-5 1491 0 0,1 1 1 0 0,-1-1-1 0 0,1 1 0 0 0,-1-1 0 0 0,1 1 1 0 0,-1-1-1 0 0,0 1 0 0 0,1-1 1 0 0,-1 1-1 0 0,0 0 0 0 0,0-1 0 0 0,1 1 1 0 0,-1 0-1 0 0,0-1 0 0 0,0 1 1 0 0,0 0-1 0 0,0-1 0 0 0,0 1 1 0 0,0 0-1 0 0,0-1 0 0 0,0 2 0 0 0</inkml:trace>
</inkml:ink>
</file>

<file path=ppt/ink/ink2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06T18:26:30.08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524 55 560 0 0,'-6'0'547'0'0,"-21"0"654"0"0,27-3-780 0 0,0 3-408 0 0,0 0 1 0 0,0-1-1 0 0,0 1 1 0 0,1 0-1 0 0,-1-1 1 0 0,0 1-1 0 0,0 0 1 0 0,0 0-1 0 0,0-1 1 0 0,0 1-1 0 0,0 0 1 0 0,0-1-1 0 0,0 1 1 0 0,0 0-1 0 0,0-1 0 0 0,0 1 1 0 0,0 0-1 0 0,-1-1 1 0 0,1 1-1 0 0,0 0 1 0 0,0-1-1 0 0,0 1 1 0 0,0 0-1 0 0,0-1 1 0 0,-1 1-1 0 0,1 0 1 0 0,0 0-1 0 0,0-1 1 0 0,0 1-1 0 0,-1 0 1 0 0,1 0-1 0 0,0 0 1 0 0,0-1-1 0 0,-1 1 1 0 0,1 0-1 0 0,0 0 0 0 0,-1 0 1 0 0,1 0-1 0 0,0-1 1 0 0,-1 1-1 0 0,1 0 1 0 0,-5-1 56 0 0,4 1-33 0 0,0 0 1 0 0,0 0 0 0 0,0 0-1 0 0,1 0 1 0 0,-1 0 0 0 0,0-1 0 0 0,0 1-1 0 0,0 0 1 0 0,0-1 0 0 0,0 1-1 0 0,0-1 1 0 0,0 1 0 0 0,0-1-1 0 0,1 1 1 0 0,-1-1 0 0 0,0 1 0 0 0,0-1-1 0 0,1 0 1 0 0,-1 0 0 0 0,0 1-1 0 0,1-1 1 0 0,-1 0 0 0 0,1 0 0 0 0,-1 0-1 0 0,1 1 1 0 0,-1-1 0 0 0,1 0-1 0 0,0 0 1 0 0,-1 0 0 0 0,1 0 0 0 0,0 0-1 0 0,0 0 1 0 0,-1 0 0 0 0,1 0-1 0 0,0-1 1 0 0,-5-1 456 0 0,-17-2 79 0 0,6 2 23 0 0,0 0-1 0 0,0 2 1 0 0,0 0-1 0 0,0 1 1 0 0,0 0-1 0 0,0 1 1 0 0,-25 6-1 0 0,16-2-218 0 0,1 1-1 0 0,1 1 0 0 0,-46 20 1 0 0,52-19-144 0 0,5-2-272 0 0,0-1 0 0 0,0 1 0 0 0,1 1 1 0 0,0 0-1 0 0,-12 10 0 0 0,22-15-147 0 0,0 0-1 0 0,-1-1 1 0 0,1 1 0 0 0,-1 0 0 0 0,0-1 0 0 0,1 0 0 0 0,-1 1-1 0 0,0-1 1 0 0,0 0 0 0 0,0 0 0 0 0,0 0 0 0 0,-4 2-1 0 0,0-1-327 0 0,-1 1-3312 0 0,14-6 1036 0 0,20-3 682 0 0</inkml:trace>
</inkml:ink>
</file>

<file path=ppt/ink/ink2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06T18:26:32.01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413 128 800 0 0,'-1'-1'96'0'0,"1"0"-1"0"0,-1 0 0 0 0,0 0 1 0 0,0 0-1 0 0,0 0 1 0 0,1 1-1 0 0,-1-1 0 0 0,0 0 1 0 0,0 0-1 0 0,0 1 0 0 0,-1-1 1 0 0,1 1-1 0 0,0-1 1 0 0,0 1-1 0 0,0 0 0 0 0,0-1 1 0 0,0 1-1 0 0,-1 0 0 0 0,1 0 1 0 0,0-1-1 0 0,0 1 1 0 0,-2 0-1 0 0,1 0 193 0 0,-1-1-172 0 0,-130-52 5490 0 0,123 50-5380 0 0,9 3-198 0 0,0 0 0 0 0,0 0 0 0 0,1 0 0 0 0,-1 0 0 0 0,0 0 0 0 0,0 0 0 0 0,0-1-1 0 0,0 1 1 0 0,0 0 0 0 0,0-1 0 0 0,0 1 0 0 0,0 0 0 0 0,1-1 0 0 0,-1 1 0 0 0,0-1 0 0 0,0 0 0 0 0,1 1 0 0 0,-1-1-1 0 0,0 1 1 0 0,1-1 0 0 0,-1 0 0 0 0,0 0 0 0 0,1 1 0 0 0,-1-1 0 0 0,1 0 0 0 0,-1 0 0 0 0,1 0 0 0 0,0 0 0 0 0,-1 1 0 0 0,1-1-1 0 0,0 0 1 0 0,-1-1 0 0 0,1 1-12 0 0,0 1-1 0 0,0-1 0 0 0,0 1 1 0 0,0-1-1 0 0,-1 0 0 0 0,1 1 1 0 0,0-1-1 0 0,-1 1 1 0 0,1-1-1 0 0,0 1 0 0 0,-1-1 1 0 0,1 1-1 0 0,0 0 0 0 0,-1-1 1 0 0,1 1-1 0 0,-1-1 0 0 0,1 1 1 0 0,-1 0-1 0 0,1-1 1 0 0,-1 1-1 0 0,1 0 0 0 0,-1 0 1 0 0,1-1-1 0 0,-1 1 0 0 0,1 0 1 0 0,-1 0-1 0 0,1 0 0 0 0,-1 0 1 0 0,0-1-1 0 0,1 1 1 0 0,-1 0-1 0 0,1 0 0 0 0,-1 0 1 0 0,0 0-1 0 0,0 1 0 0 0,0-1-7 0 0,1 0 0 0 0,-1 0-1 0 0,1 0 1 0 0,-1 0-1 0 0,0 0 1 0 0,1 0 0 0 0,-1 0-1 0 0,1 0 1 0 0,-1 0-1 0 0,1 0 1 0 0,-1 0 0 0 0,0-1-1 0 0,1 1 1 0 0,-1 0 0 0 0,1 0-1 0 0,-1-1 1 0 0,1 1-1 0 0,-1 0 1 0 0,1 0 0 0 0,-1-1-1 0 0,1 1 1 0 0,0-1-1 0 0,-1 1 1 0 0,1 0 0 0 0,-1-1-1 0 0,1 1 1 0 0,0-1-1 0 0,-1 1 1 0 0,1-1 0 0 0,0 1-1 0 0,0-1 1 0 0,-1 1 0 0 0,1-1-1 0 0,0 1 1 0 0,0-2-1 0 0,0-14 410 0 0,0 25-994 0 0,-1-7 563 0 0,0-1-1 0 0,1 0 1 0 0,-1 0-1 0 0,0 1 1 0 0,0-1 0 0 0,0 0-1 0 0,0 0 1 0 0,0 0-1 0 0,0 0 1 0 0,0 0-1 0 0,0 0 1 0 0,-1-1-1 0 0,1 1 1 0 0,0 0 0 0 0,0-1-1 0 0,-1 1 1 0 0,1 0-1 0 0,-3 0 1 0 0,-5 3-45 0 0,-51 47-88 0 0,0 6 227 0 0,55-48-138 0 0,5-11-137 0 0,1 1 191 0 0,0 0 0 0 0,-1 0 0 0 0,1 0 0 0 0,0 0 0 0 0,0 0 0 0 0,0 0 0 0 0,0 0 0 0 0,1 0 0 0 0,-1 1 0 0 0,0-1 0 0 0,0 1 0 0 0,0-1-1 0 0,1 1 1 0 0,-1-1 0 0 0,0 1 0 0 0,0 0 0 0 0,1-1 0 0 0,1 1 0 0 0,1-1 1 0 0,7-12 16 0 0,-2 6 8 0 0,-8 7-19 0 0,0-1 1 0 0,0 1-1 0 0,0-1 0 0 0,1 0 0 0 0,-1 0 1 0 0,0 0-1 0 0,0 1 0 0 0,0-1 0 0 0,-1 0 1 0 0,1 0-1 0 0,0 0 0 0 0,0-1 1 0 0,0 1-1 0 0,-1 0 0 0 0,1 0 0 0 0,0 0 1 0 0,-1-1-1 0 0,1 1 0 0 0,-1 0 0 0 0,0 0 1 0 0,1-1-1 0 0,-1 1 0 0 0,0 0 0 0 0,0-1 1 0 0,0-1-1 0 0,0 2 2 0 0,0 0 0 0 0,0 0 0 0 0,0-1 1 0 0,1 1-1 0 0,-1 0 0 0 0,0 0 0 0 0,0 0 0 0 0,1 0 0 0 0,-1-1 0 0 0,1 1 1 0 0,-1 0-1 0 0,1 0 0 0 0,-1 0 0 0 0,1 0 0 0 0,0 0 0 0 0,-1 0 1 0 0,1 0-1 0 0,0 0 0 0 0,0 0 0 0 0,0 1 0 0 0,0-1 0 0 0,0 0 0 0 0,0 1 1 0 0,0-1-1 0 0,0 0 0 0 0,1 0 0 0 0,8-6 44 0 0,18-26 352 0 0,-28 32-348 0 0,1 1 0 0 0,-1-1 0 0 0,1 0 0 0 0,0 0 0 0 0,-1 0 0 0 0,0 0 0 0 0,1 1 0 0 0,-1-1 0 0 0,1 0 0 0 0,-1 0 0 0 0,0 0-1 0 0,0 0 1 0 0,0 0 0 0 0,1 0 0 0 0,-1 0 0 0 0,0-2 0 0 0,-1 1 316 0 0,0 13-432 0 0,1-9 60 0 0,-1-1 0 0 0,1 0 0 0 0,0 0-1 0 0,-1 0 1 0 0,1 1 0 0 0,-1-1 0 0 0,1 0-1 0 0,-1 0 1 0 0,0 0 0 0 0,1 0 0 0 0,-1 0-1 0 0,0 0 1 0 0,0 0 0 0 0,0 0-1 0 0,0 0 1 0 0,0-1 0 0 0,-2 2 0 0 0,-5 6 14 0 0,7-5-2 0 0,0-1 0 0 0,1 0 0 0 0,-1 0 0 0 0,1 0 1 0 0,-1 1-1 0 0,1-1 0 0 0,0 0 0 0 0,-1 0 0 0 0,2 5 0 0 0,-1-5 7 0 0,0 1-1 0 0,0 0 1 0 0,0-1-1 0 0,-1 1 1 0 0,1-1-1 0 0,-1 1 1 0 0,1-1-1 0 0,-1 1 1 0 0,-2 3 0 0 0,-6 10 55 0 0,7-13-52 0 0,0 1 0 0 0,0-1 0 0 0,0 1 0 0 0,0 0-1 0 0,0 0 1 0 0,1-1 0 0 0,0 1 0 0 0,0 0 0 0 0,0 0-1 0 0,0 1 1 0 0,1-1 0 0 0,-1 0 0 0 0,1 4 0 0 0,0 27 62 0 0,0-30-80 0 0,0-10 13 0 0,0 5-10 0 0,0-1 0 0 0,0 1 1 0 0,1-1-1 0 0,-1 1 0 0 0,0-1 0 0 0,0 1 0 0 0,0-1 0 0 0,1 1 1 0 0,-1-1-1 0 0,0 1 0 0 0,1-1 0 0 0,-1 1 0 0 0,0-1 0 0 0,1 1 1 0 0,-1-1-1 0 0,0 1 0 0 0,1 0 0 0 0,-1-1 0 0 0,1 1 1 0 0,-1 0-1 0 0,1-1 0 0 0,-1 1 0 0 0,1 0 0 0 0,-1 0 0 0 0,1-1 1 0 0,-1 1-1 0 0,1 0 0 0 0,-1 0 0 0 0,1 0 0 0 0,0 0 0 0 0,-1 0 1 0 0,1 0-1 0 0,-1 0 0 0 0,2 0 0 0 0,-1 0 0 0 0,-1 0 0 0 0,1 0 0 0 0,0 0 1 0 0,-1 0-1 0 0,1 0 0 0 0,0 0 0 0 0,0-1 0 0 0,-1 1 0 0 0,1 0 0 0 0,0 0 1 0 0,-1-1-1 0 0,1 1 0 0 0,0 0 0 0 0,-1-1 0 0 0,1 1 0 0 0,-1-1 0 0 0,1 1 0 0 0,-1 0 1 0 0,1-1-1 0 0,0 0 0 0 0,-1 1 0 0 0,0-1 0 0 0,1 1 0 0 0,-1-1 0 0 0,1 1 0 0 0,-1-1 1 0 0,0 0-1 0 0,1 1 0 0 0,-1-1 0 0 0,0 0 0 0 0,0 1 0 0 0,0-1 0 0 0,1 0 0 0 0,-1 0 1 0 0,0 1-1 0 0,0-2 0 0 0,0 1 0 0 0,0-1 0 0 0,-1 1 1 0 0,1-1-1 0 0,0 1 0 0 0,1-1 1 0 0,-1 1-1 0 0,0-1 0 0 0,0 1 1 0 0,1-1-1 0 0,-1 1 0 0 0,1 0 1 0 0,-1-1-1 0 0,1 1 0 0 0,-1-1 1 0 0,1 1-1 0 0,0 0 0 0 0,0 0 1 0 0,0 0-1 0 0,0-1 0 0 0,0 1 1 0 0,0 0-1 0 0,0 0 0 0 0,2-1 1 0 0,5-5 9 0 0,-7 5-7 0 0,-1 0 1 0 0,1 1-1 0 0,0-1 0 0 0,0 0 0 0 0,-1 0 0 0 0,1 0 1 0 0,-1 0-1 0 0,0 0 0 0 0,0 0 0 0 0,1 0 0 0 0,-1 0 1 0 0,0 0-1 0 0,-1 0 0 0 0,1 0 0 0 0,-1-2 1 0 0,1-3 27 0 0,0 6-114 0 0,0 2 61 0 0,0 0 1 0 0,0 1 0 0 0,0-1-1 0 0,0 0 1 0 0,0 1 0 0 0,0-1-1 0 0,0 0 1 0 0,0 1-1 0 0,1-1 1 0 0,-1 0 0 0 0,1 0-1 0 0,-1 1 1 0 0,1-1 0 0 0,-1 0-1 0 0,2 2 1 0 0,5 2 35 0 0,-6-4-12 0 0,1 0 1 0 0,-1 0 0 0 0,1 0-1 0 0,-1 0 1 0 0,0 0 0 0 0,0 0-1 0 0,0 0 1 0 0,1 1 0 0 0,-1-1-1 0 0,0 0 1 0 0,0 0 0 0 0,-1 1-1 0 0,1-1 1 0 0,0 1 0 0 0,0-1-1 0 0,-1 1 1 0 0,1-1 0 0 0,-1 1-1 0 0,1 0 1 0 0,-1-1 0 0 0,0 1-1 0 0,1 2 1 0 0,-1-1 5 0 0,0-1 1 0 0,1 1-1 0 0,0-1 1 0 0,-1 0-1 0 0,1 1 0 0 0,0-1 1 0 0,0 0-1 0 0,0 0 1 0 0,1 0-1 0 0,-1 1 0 0 0,1-1 1 0 0,-1 0-1 0 0,1-1 1 0 0,-1 1-1 0 0,1 0 1 0 0,3 2-1 0 0,1 1 17 0 0,1 1 0 0 0,0-1 0 0 0,0-1-1 0 0,9 5 1 0 0,-16-11 2 0 0,0 1-27 0 0,0 1 1 0 0,0 0 0 0 0,0-1 0 0 0,0 1-1 0 0,0 0 1 0 0,0-1 0 0 0,0 1 0 0 0,0-1-1 0 0,0 1 1 0 0,0 0 0 0 0,0-1-1 0 0,0 1 1 0 0,0 0 0 0 0,0-1 0 0 0,0 1-1 0 0,0-1 1 0 0,0 1 0 0 0,-1 0 0 0 0,1-1-1 0 0,0 1 1 0 0,0 0 0 0 0,0 0 0 0 0,-1-1-1 0 0,1 1 1 0 0,0 0 0 0 0,0-1 0 0 0,-1 1-1 0 0,1 0 1 0 0,0 0 0 0 0,-1-1-1 0 0,1 1 1 0 0,0 0 0 0 0,-1 0 0 0 0,0 0-1 0 0,-18-9 111 0 0,-16-9 159 0 0,23 4-52 0 0,10 11-167 0 0,-1 1 0 0 0,1-1 0 0 0,-1 0 0 0 0,0 1 1 0 0,0 0-1 0 0,0 0 0 0 0,-3-2 0 0 0,-81-42 1360 0 0,87 46-1399 0 0,-1 0 0 0 0,1 0 0 0 0,0 0 1 0 0,-1-1-1 0 0,1 1 0 0 0,0 0 0 0 0,-1 0 1 0 0,1-1-1 0 0,0 1 0 0 0,0 0 0 0 0,-1-1 0 0 0,1 1 1 0 0,0 0-1 0 0,0 0 0 0 0,-1-1 0 0 0,1 1 0 0 0,0 0 1 0 0,0-1-1 0 0,0 1 0 0 0,0-1 0 0 0,0 1 0 0 0,-1 0 1 0 0,1-1-1 0 0,0 1 0 0 0,0 0 0 0 0,0-1 0 0 0,0 0 1 0 0,0 1-9 0 0,0 0-1 0 0,0 0 1 0 0,0-1 0 0 0,0 1 0 0 0,0 0 0 0 0,0-1 0 0 0,0 1 0 0 0,0 0 0 0 0,0 0 0 0 0,0-1 0 0 0,0 1-1 0 0,0 0 1 0 0,0 0 0 0 0,-1-1 0 0 0,1 1 0 0 0,0 0 0 0 0,0 0 0 0 0,0 0 0 0 0,0-1 0 0 0,-1 1 0 0 0,1 0 0 0 0,0 0-1 0 0,0 0 1 0 0,0 0 0 0 0,-1-1 0 0 0,1 1 0 0 0,0 0 0 0 0,0 0 0 0 0,-1 0 0 0 0,1 0 0 0 0,0 0 0 0 0,-1 0-1 0 0,-21-7 355 0 0,44 7-428 0 0,-15 3-295 0 0,-3 1 284 0 0,0-3 58 0 0,-1 1 1 0 0,0 0-1 0 0,1 0 0 0 0,-1 1 1 0 0,0-1-1 0 0,0 0 0 0 0,0 1 1 0 0,0 0-1 0 0,-1 0 1 0 0,1 0-1 0 0,-1 0 0 0 0,1 0 1 0 0,-1 1-1 0 0,0-1 1 0 0,-1 1-1 0 0,3 5 0 0 0,-1-1 34 0 0,-1 1-1 0 0,1 0 0 0 0,-2 0 1 0 0,0 0-1 0 0,0 0 0 0 0,0 13 1 0 0,-1-15 8 0 0,0-1 0 0 0,-1 0 1 0 0,0 1-1 0 0,0-1 0 0 0,0 0 1 0 0,-1 1-1 0 0,0-1 0 0 0,0 0 1 0 0,0 0-1 0 0,-6 10 0 0 0,1-2 26 0 0,-2 6 3 0 0,8-17-48 0 0,0 0 0 0 0,0 0-1 0 0,0-1 1 0 0,0 1-1 0 0,0-1 1 0 0,-1 1 0 0 0,1-1-1 0 0,-1 0 1 0 0,0 1 0 0 0,0-1-1 0 0,0 0 1 0 0,0 0 0 0 0,0 0-1 0 0,0 0 1 0 0,-4 2-1 0 0,-22 12 25 0 0,28-15-20 0 0,-1 0-1 0 0,0 0 0 0 0,0 0 1 0 0,0 0-1 0 0,0 0 1 0 0,0-1-1 0 0,0 1 1 0 0,0 0-1 0 0,0-1 1 0 0,-1 1-1 0 0,1-1 1 0 0,0 1-1 0 0,0-1 0 0 0,0 0 1 0 0,-1 1-1 0 0,1-1 1 0 0,0 0-1 0 0,-3 0 1 0 0,-5 1-357 0 0,12-2 311 0 0,-2 1 39 0 0,0 0 0 0 0,0 0 0 0 0,0 0 0 0 0,0 0 0 0 0,0 0 0 0 0,0 0 0 0 0,0 0 0 0 0,0-1 0 0 0,0 1 0 0 0,-1-1 0 0 0,1 1 0 0 0,0 0 0 0 0,0-1 0 0 0,0 1 0 0 0,0-1 0 0 0,0 0 0 0 0,-1 1 0 0 0,1-1 0 0 0,0 0 0 0 0,-1 1 0 0 0,1-1 0 0 0,0 0 0 0 0,-1 0 0 0 0,1 0 0 0 0,-1 0 0 0 0,1 1 0 0 0,-1-1 0 0 0,1 0 0 0 0,-1 0 0 0 0,0 0 0 0 0,0 0 0 0 0,1 0 0 0 0,-1 0-1 0 0,0 0 1 0 0,0 0 0 0 0,0 0 0 0 0,0-2 0 0 0,0 1 6 0 0,0 1 1 0 0,0-1-1 0 0,1 1 0 0 0,-1-1 0 0 0,0 0 0 0 0,1 1 0 0 0,-1-1 0 0 0,1 1 1 0 0,0-1-1 0 0,-1 1 0 0 0,1-1 0 0 0,0 1 0 0 0,0 0 0 0 0,0-1 0 0 0,0 1 0 0 0,0 0 1 0 0,0 0-1 0 0,0 0 0 0 0,3-2 0 0 0,7-10 31 0 0,0-19 30 0 0,-1 14-55 0 0,-8 15-11 0 0,0 0 0 0 0,0 0 0 0 0,0-1 0 0 0,0 1 1 0 0,-1-1-1 0 0,0 1 0 0 0,1-1 0 0 0,-1 1 0 0 0,-1-1 0 0 0,1 0 1 0 0,0 0-1 0 0,-1-4 0 0 0,0-5 24 0 0,-1 10-22 0 0,1 0 1 0 0,0-1-1 0 0,0 1 1 0 0,0 0-1 0 0,0-1 1 0 0,1 1-1 0 0,-1 0 1 0 0,1 0-1 0 0,0-1 1 0 0,0 1-1 0 0,2-5 1 0 0,7-5-5 0 0,-9 12 9 0 0,1-1 1 0 0,0 0-1 0 0,-1 0 0 0 0,0 0 0 0 0,1 0 0 0 0,-1 0 0 0 0,0 0 1 0 0,0 0-1 0 0,0 0 0 0 0,0-1 0 0 0,0 1 0 0 0,-1 0 0 0 0,1-1 1 0 0,-1 1-1 0 0,1 0 0 0 0,-1-1 0 0 0,0-2 0 0 0,3-23 63 0 0,-2 28-75 0 0,0-1 1 0 0,-1 0-1 0 0,1 0 1 0 0,0 1-1 0 0,0-1 0 0 0,0 0 1 0 0,1 1-1 0 0,-1-1 1 0 0,0 1-1 0 0,0-1 1 0 0,0 1-1 0 0,0 0 0 0 0,0-1 1 0 0,1 1-1 0 0,1 0 1 0 0,-2 4-83 0 0,0 1 1 0 0,0-1 0 0 0,1 0 0 0 0,0 0 0 0 0,0 0-1 0 0,0 0 1 0 0,1 0 0 0 0,-1-1 0 0 0,4 5 0 0 0,3 7 83 0 0,-7-8 17 0 0,0-1 0 0 0,-1 1 1 0 0,0 0-1 0 0,0 0 0 0 0,0 0 1 0 0,-1 0-1 0 0,0 0 0 0 0,-2 10 1 0 0,2 1-7 0 0,1-5 8 0 0,-1-11-12 0 0,0 0-1 0 0,1 0 1 0 0,-1 0 0 0 0,0 0 0 0 0,0 0-1 0 0,0 0 1 0 0,0 0 0 0 0,0 0-1 0 0,0 0 1 0 0,-1 0 0 0 0,1 0-1 0 0,-1 0 1 0 0,1 0 0 0 0,-1 0 0 0 0,0-1-1 0 0,0 1 1 0 0,0 0 0 0 0,-1 2-1 0 0,-3-2-24 0 0,4-1 15 0 0,-1-1 0 0 0,1 1-1 0 0,-1 0 1 0 0,1-1-1 0 0,-1 1 1 0 0,1 0-1 0 0,-1 0 1 0 0,1 0 0 0 0,0 0-1 0 0,0 0 1 0 0,-1 0-1 0 0,1 0 1 0 0,0 1-1 0 0,0-1 1 0 0,-1 2 0 0 0,2-2 45 0 0,0-4 4 0 0,0 3-33 0 0,0-1 0 0 0,-1 0 0 0 0,1 1 0 0 0,0-1 0 0 0,0 0 1 0 0,0 1-1 0 0,0-1 0 0 0,0 0 0 0 0,0 0 0 0 0,0 1 0 0 0,1-1 0 0 0,-1 0 0 0 0,0 1 1 0 0,0-1-1 0 0,0 0 0 0 0,1 1 0 0 0,-1-1 0 0 0,0 0 0 0 0,1 1 0 0 0,-1-1 0 0 0,0 1 1 0 0,1-1-1 0 0,-1 1 0 0 0,1-1 0 0 0,0 0 0 0 0,6-2 5 0 0,-6 3-7 0 0,0 0-1 0 0,0 0 1 0 0,0-1-1 0 0,0 1 1 0 0,0-1-1 0 0,0 1 1 0 0,1-1 0 0 0,-2 1-1 0 0,1-1 1 0 0,0 0-1 0 0,0 1 1 0 0,0-1 0 0 0,0 0-1 0 0,0 0 1 0 0,0 0-1 0 0,-1 0 1 0 0,1 0 0 0 0,0 1-1 0 0,-1-1 1 0 0,1-1-1 0 0,-1 1 1 0 0,1 0-1 0 0,-1 0 1 0 0,1 0 0 0 0,-1 0-1 0 0,0 0 1 0 0,0 0-1 0 0,1 0 1 0 0,-1 0 0 0 0,0-1-1 0 0,0 1 1 0 0,0 0-1 0 0,0 0 1 0 0,0 0-1 0 0,-1 0 1 0 0,1-2 0 0 0,0 1-4 0 0,0 0 1 0 0,0 1 0 0 0,0-1 0 0 0,0 0 0 0 0,0 1 0 0 0,1-1-1 0 0,-1 0 1 0 0,1 1 0 0 0,-1-1 0 0 0,1 1 0 0 0,0-1 0 0 0,0 1-1 0 0,-1-1 1 0 0,1 1 0 0 0,0 0 0 0 0,0-1 0 0 0,0 1 0 0 0,1 0 0 0 0,-1 0-1 0 0,3-2 1 0 0,-3 2-1 0 0,0 0 0 0 0,1-1-1 0 0,-1 1 1 0 0,0 0 0 0 0,0-1 0 0 0,0 1-1 0 0,0 0 1 0 0,0-1 0 0 0,0 1 0 0 0,0-1-1 0 0,0 1 1 0 0,-1-1 0 0 0,1 0-1 0 0,0 1 1 0 0,-1-1 0 0 0,1 0 0 0 0,-1 1-1 0 0,0-1 1 0 0,0 0 0 0 0,0 0 0 0 0,0-1-1 0 0,0 1-3 0 0,0 1 0 0 0,0 0 0 0 0,0-1 0 0 0,0 1 0 0 0,1 0-1 0 0,-1-1 1 0 0,0 1 0 0 0,1 0 0 0 0,-1 0 0 0 0,1-1 0 0 0,-1 1 0 0 0,1 0-1 0 0,-1 0 1 0 0,1 0 0 0 0,0-1 0 0 0,0 1 0 0 0,-1 0 0 0 0,1 0 0 0 0,0 0-1 0 0,0 0 1 0 0,0 1 0 0 0,0-1 0 0 0,0 0 0 0 0,2-1 0 0 0,-1 1-5 0 0,-1 1 1 0 0,0-1-1 0 0,0 0 1 0 0,0 0-1 0 0,0 0 1 0 0,0 0-1 0 0,0 0 1 0 0,0 0-1 0 0,0 0 1 0 0,0 0-1 0 0,-1 0 0 0 0,1 0 1 0 0,0-1-1 0 0,-1 1 1 0 0,1 0-1 0 0,-1-1 1 0 0,1 1-1 0 0,-1 0 1 0 0,0-1-1 0 0,1 1 1 0 0,-1 0-1 0 0,0-1 1 0 0,0 1-1 0 0,0-3 1 0 0,-1-3-77 0 0,1 4-127 0 0,6 5-53 0 0,0 0 207 0 0,-5-2 49 0 0,0 0 1 0 0,0 0-1 0 0,0 0 1 0 0,0 0-1 0 0,-1 1 1 0 0,1-1 0 0 0,0 0-1 0 0,0 0 1 0 0,0 1-1 0 0,0-1 1 0 0,0 1-1 0 0,-1-1 1 0 0,1 1 0 0 0,0-1-1 0 0,0 1 1 0 0,-1-1-1 0 0,1 1 1 0 0,0 0-1 0 0,-1-1 1 0 0,1 1-1 0 0,0 0 1 0 0,-1 0 0 0 0,1-1-1 0 0,-1 1 1 0 0,0 0-1 0 0,1 0 1 0 0,-1 0-1 0 0,1 0 1 0 0,-1 0 0 0 0,0 0-1 0 0,0-1 1 0 0,0 1-1 0 0,0 0 1 0 0,1 1-1 0 0,-1 3 14 0 0,0 0-1 0 0,1-1 0 0 0,0 1 1 0 0,0-1-1 0 0,1 1 0 0 0,-1-1 1 0 0,1 1-1 0 0,0-1 0 0 0,0 0 0 0 0,0 0 1 0 0,5 6-1 0 0,4 9 53 0 0,-5-9 1 0 0,-1 1 0 0 0,-1-1 1 0 0,0 1-1 0 0,0 0 1 0 0,-1 0-1 0 0,-1 0 0 0 0,0 1 1 0 0,0-1-1 0 0,-1 1 0 0 0,-1-1 1 0 0,0 14-1 0 0,0-24-69 0 0,0-1 1 0 0,0 1-1 0 0,0 0 1 0 0,0-1-1 0 0,1 1 0 0 0,-1 0 1 0 0,0 0-1 0 0,0-1 1 0 0,1 1-1 0 0,-1 0 0 0 0,1-1 1 0 0,-1 1-1 0 0,0 0 1 0 0,1-1-1 0 0,-1 1 0 0 0,1-1 1 0 0,-1 1-1 0 0,1-1 1 0 0,0 1-1 0 0,-1-1 0 0 0,1 1 1 0 0,0-1-1 0 0,-1 0 1 0 0,1 1-1 0 0,0-1 0 0 0,-1 0 1 0 0,1 1-1 0 0,0-1 1 0 0,-1 0-1 0 0,1 0 0 0 0,0 0 1 0 0,0 0-1 0 0,-1 0 1 0 0,1 0-1 0 0,0 0 0 0 0,0 0 1 0 0,-1 0-1 0 0,1 0 1 0 0,0 0-1 0 0,0 0 0 0 0,1-1 1 0 0,1 1-27 0 0,-2 0 28 0 0,-1-1 0 0 0,1 1-1 0 0,-1 0 1 0 0,0-1-1 0 0,1 1 1 0 0,-1-1 0 0 0,1 1-1 0 0,-1-1 1 0 0,0 1 0 0 0,1 0-1 0 0,-1-1 1 0 0,0 0-1 0 0,1 1 1 0 0,-1-1 0 0 0,0 1-1 0 0,0-1 1 0 0,0 1 0 0 0,0-1-1 0 0,1 1 1 0 0,-1-1 0 0 0,0 0-1 0 0,0 1 1 0 0,0-1-1 0 0,0 1 1 0 0,0-2 0 0 0,4-11 11 0 0,3 9-11 0 0,-6 4 1 0 0,0-1-1 0 0,0 1 1 0 0,0-1 0 0 0,0 1 0 0 0,0-1 0 0 0,0 1-1 0 0,0-1 1 0 0,0 1 0 0 0,0-1 0 0 0,0 0 0 0 0,0 0-1 0 0,0 1 1 0 0,0-1 0 0 0,-1 0 0 0 0,1 0 0 0 0,0 0-1 0 0,-1 0 1 0 0,1 0 0 0 0,-1 0 0 0 0,1 0 0 0 0,-1 0-1 0 0,1 0 1 0 0,-1 0 0 0 0,0 0 0 0 0,1 0 0 0 0,-1 0-1 0 0,0-2 1 0 0,0 1-8 0 0,0 1 0 0 0,0 0 0 0 0,0-1 0 0 0,1 1 0 0 0,-1 0 1 0 0,0-1-1 0 0,1 1 0 0 0,-1 0 0 0 0,0 0 0 0 0,1-1 0 0 0,0 1 0 0 0,-1 0 0 0 0,1 0 0 0 0,0 0 0 0 0,-1 0 0 0 0,1 0 0 0 0,0 0 0 0 0,0 0 0 0 0,0 0 0 0 0,0 0 0 0 0,0 0 0 0 0,0 0 0 0 0,1 0 0 0 0,0 0-10 0 0,-1 0-1 0 0,0 0 0 0 0,1 0 0 0 0,-1 0 0 0 0,0 0 0 0 0,0 0 1 0 0,0-1-1 0 0,0 1 0 0 0,0 0 0 0 0,0-1 0 0 0,0 1 0 0 0,-1 0 0 0 0,1-1 1 0 0,0 1-1 0 0,-1-1 0 0 0,1 1 0 0 0,-1-1 0 0 0,0 0 0 0 0,1 1 1 0 0,-1-1-1 0 0,0 1 0 0 0,0-1 0 0 0,0-2 0 0 0,0 3-3 0 0,0 0-1 0 0,0 1 0 0 0,0-1 1 0 0,0 0-1 0 0,0 0 1 0 0,0 0-1 0 0,0 0 1 0 0,0 1-1 0 0,1-1 0 0 0,-1 0 1 0 0,0 0-1 0 0,1 0 1 0 0,-1 1-1 0 0,0-1 0 0 0,1 0 1 0 0,-1 1-1 0 0,1-1 1 0 0,-1 0-1 0 0,1 1 1 0 0,0-1-1 0 0,-1 0 0 0 0,1 1 1 0 0,0-1-1 0 0,-1 1 1 0 0,1-1-1 0 0,0 1 1 0 0,-1 0-1 0 0,1-1 0 0 0,0 1 1 0 0,0 0-1 0 0,0-1 1 0 0,-1 1-1 0 0,1 0 0 0 0,0 0 1 0 0,0 0-1 0 0,0 0 1 0 0,0 0-1 0 0,-1-1 1 0 0,1 2-1 0 0,0-1 0 0 0,0 0 1 0 0,1 0-1 0 0,2 1-24 0 0,-1-1 0 0 0,0 1 0 0 0,0 0 0 0 0,0 0 0 0 0,0 0 0 0 0,0 0 0 0 0,0 1 0 0 0,0-1 0 0 0,5 5-1 0 0,-7-4-20 0 0,0 0-1 0 0,0 1 0 0 0,0-1 1 0 0,0 0-1 0 0,0 1 1 0 0,-1-1-1 0 0,1 1 0 0 0,-1-1 1 0 0,1 1-1 0 0,-1-1 0 0 0,0 1 1 0 0,0 0-1 0 0,0-1 0 0 0,-1 1 1 0 0,1-1-1 0 0,-1 3 0 0 0,0 6-764 0 0,1-9 713 0 0,0-1 0 0 0,0 0 0 0 0,0 0 0 0 0,0 0 1 0 0,0 0-1 0 0,0 1 0 0 0,-1-1 0 0 0,1 0 0 0 0,0 0 0 0 0,-1 0 0 0 0,1 0 0 0 0,-1 0 0 0 0,1 0 0 0 0,-1 0 0 0 0,0 0 0 0 0,1 0 0 0 0,-1 0 0 0 0,0 0 0 0 0,-1 2 1 0 0,-1-2-143 0 0,1 1 0 0 0,-1-1 0 0 0,0 0 0 0 0,0 0 0 0 0,0 0 0 0 0,0 0 1 0 0,1 0-1 0 0,-5 0 0 0 0,-53 7-3724 0 0</inkml:trace>
</inkml:ink>
</file>

<file path=ppt/ink/ink2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06T18:26:44.78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 1381 160 0 0,'39'-15'554'0'0,"-31"11"-486"0"0,0 0 0 0 0,1 1 0 0 0,0 0 0 0 0,10-2 0 0 0,-40 9 12 0 0,13 0 36 0 0,5-1-85 0 0,-4-2 30 0 0,6-2-45 0 0,1 1 0 0 0,-1 0-1 0 0,0 0 1 0 0,1 0 0 0 0,-1 0 0 0 0,0 0-1 0 0,1 0 1 0 0,-1 0 0 0 0,0 0 0 0 0,1 0-1 0 0,-1 0 1 0 0,0 0 0 0 0,1 0 0 0 0,-1 1-1 0 0,0-1 1 0 0,1 0 0 0 0,-1 0 0 0 0,1 1-1 0 0,-1-1 1 0 0,0 0 0 0 0,1 1 0 0 0,-1-1-1 0 0,1 0 1 0 0,-1 1 0 0 0,1-1-1 0 0,-1 1 1 0 0,1-1 0 0 0,0 1 0 0 0,-1-1-1 0 0,1 1 1 0 0,-1-1 0 0 0,1 1 0 0 0,0 0-1 0 0,0-1 1 0 0,-1 1 0 0 0,1 0 0 0 0,0-1-1 0 0,0 1 1 0 0,0-1 0 0 0,-1 2 0 0 0,-4-2 184 0 0,-17 0 80 0 0,17 0 627 0 0,10 0-534 0 0,17 0-26 0 0,-17 0 4922 0 0,1 0-4562 0 0,12 0 1213 0 0,-36 0-932 0 0,11 4-141 0 0,3-1-680 0 0,-23-1 633 0 0,27-3-766 0 0,-1 1-1 0 0,1 0 1 0 0,0 0-1 0 0,0 0 1 0 0,0-1-1 0 0,0 1 1 0 0,0 0-1 0 0,0 0 1 0 0,0-1-1 0 0,0 1 1 0 0,-1 0-1 0 0,1 0 1 0 0,0-1-1 0 0,0 1 0 0 0,0 0 1 0 0,0 0-1 0 0,0-1 1 0 0,0 1-1 0 0,0 0 1 0 0,1 0-1 0 0,-1-1 1 0 0,0 1-1 0 0,0 0 1 0 0,0 0-1 0 0,0-1 1 0 0,0 1-1 0 0,0 0 1 0 0,0 0-1 0 0,0 0 1 0 0,1-1-1 0 0,-1 1 0 0 0,0 0 1 0 0,0 0-1 0 0,0 0 1 0 0,0-1-1 0 0,1 1 1 0 0,-1 0-1 0 0,0 0 1 0 0,0 0-1 0 0,0 0 1 0 0,1 0-1 0 0,-1 0 1 0 0,0-1-1 0 0,0 1 1 0 0,1 0-1 0 0,-1 0 1 0 0,0 0-1 0 0,0 0 0 0 0,1 0 1 0 0,-1 0-1 0 0,0 0 1 0 0,0 0-1 0 0,1 0 1 0 0,-1 0-1 0 0,1 0 14 0 0,0 0-20 0 0,0 0 0 0 0,1 0 0 0 0,-1 0 0 0 0,0 0 0 0 0,0 0 0 0 0,1 0 0 0 0,-1-1 0 0 0,0 1 0 0 0,0 0 0 0 0,1-1 0 0 0,-1 1 0 0 0,0-1 0 0 0,0 1 0 0 0,0-1 0 0 0,0 0 0 0 0,0 1 0 0 0,0-1 0 0 0,0 0 0 0 0,0 0 0 0 0,0 0 0 0 0,1-2 0 0 0,-1 2-5 0 0,-1 1 0 0 0,1-1 1 0 0,0 0-1 0 0,-1 0 0 0 0,1 0 1 0 0,0 0-1 0 0,0 1 1 0 0,-1-1-1 0 0,1 0 0 0 0,0 0 1 0 0,0 1-1 0 0,0-1 1 0 0,0 1-1 0 0,0-1 0 0 0,0 1 1 0 0,0-1-1 0 0,0 1 0 0 0,0 0 1 0 0,0-1-1 0 0,0 1 1 0 0,0 0-1 0 0,0 0 0 0 0,0 0 1 0 0,2 0-1 0 0,1-1 72 0 0,61-24 707 0 0,-65 25-789 0 0,1 0-1 0 0,-1 0 1 0 0,1 0 0 0 0,-1 0 0 0 0,0-1 0 0 0,1 1 0 0 0,-1 0 0 0 0,0 0 0 0 0,1 0 0 0 0,-1-1 0 0 0,0 1 0 0 0,1 0 0 0 0,-1-1 0 0 0,0 1-1 0 0,1 0 1 0 0,-1-1 0 0 0,0 1 0 0 0,0 0 0 0 0,1-1 0 0 0,-1 1 0 0 0,0 0 0 0 0,0-1 0 0 0,0 1 0 0 0,0-1 0 0 0,0 1 0 0 0,1 0 0 0 0,-1-1 0 0 0,0 0-1 0 0,3-5 57 0 0,84-24 719 0 0,-75 22-641 0 0,-10 7-133 0 0,-1-1-1 0 0,1 1 0 0 0,0 0 0 0 0,0 0 1 0 0,0 0-1 0 0,0 0 0 0 0,0 0 0 0 0,0 1 1 0 0,0-1-1 0 0,0 1 0 0 0,3-1 1 0 0,72-21 91 0 0,-56 15-88 0 0,-18 6-6 0 0,1 0 0 0 0,-1-1 1 0 0,1 0-1 0 0,-1 0 0 0 0,0 0 1 0 0,0 0-1 0 0,0 0 0 0 0,3-4 1 0 0,22-14-24 0 0,63-14 66 0 0,-77 25-17 0 0,-7 6-22 0 0,43-7 109 0 0,146-43 278 0 0,-166 39-402 0 0,-26 12 3 0 0,1-1 1 0 0,-1 1-1 0 0,1 0 0 0 0,-1 0 1 0 0,9-1-1 0 0,118-26 145 0 0,-115 26-151 0 0,-4 1 2 0 0,1-1 0 0 0,-1 0 0 0 0,-1-1 0 0 0,17-7 0 0 0,-7-1 19 0 0,2-4-20 0 0,8 3 31 0 0,-8 4 10 0 0,-11 0-13 0 0,-10 8-19 0 0,0 0 0 0 0,0-1 0 0 0,0 1 1 0 0,-1 0-1 0 0,1 0 0 0 0,0 0 1 0 0,0 1-1 0 0,0-1 0 0 0,1 0 1 0 0,2 0-1 0 0,28-12 87 0 0,-6 6-39 0 0,6 0-41 0 0,-3-1-12 0 0,-27 4-3 0 0,24 2 16 0 0,-21 2 45 0 0,-9 0-52 0 0,32-8 7 0 0,-29 8-12 0 0,1 0-1 0 0,-1 0 0 0 0,0 0 0 0 0,0 0 1 0 0,1 0-1 0 0,-1 0 0 0 0,0 0 1 0 0,0 0-1 0 0,0 0 0 0 0,1 0 1 0 0,-1 0-1 0 0,0 0 0 0 0,0 0 0 0 0,0 0 1 0 0,1 0-1 0 0,-1 0 0 0 0,0-1 1 0 0,0 1-1 0 0,0 0 0 0 0,0 0 1 0 0,0 0-1 0 0,1 0 0 0 0,-1 0 0 0 0,0-1 1 0 0,0 1-1 0 0,0 0 0 0 0,0 0 1 0 0,0 0-1 0 0,0-1 0 0 0,0 1 1 0 0,1 0-1 0 0,-1 0 0 0 0,0 0 0 0 0,0-1 1 0 0,0 1-1 0 0,0 0 0 0 0,0 0 1 0 0,0 0-1 0 0,0-1 0 0 0,0 1 1 0 0,0 0-2 0 0,0-1 0 0 0,0 1 1 0 0,0 0-1 0 0,0 0 0 0 0,0-1 1 0 0,0 1-1 0 0,0 0 0 0 0,0 0 1 0 0,0-1-1 0 0,0 1 1 0 0,0 0-1 0 0,0 0 0 0 0,0-1 1 0 0,0 1-1 0 0,0 0 0 0 0,1 0 1 0 0,-1 0-1 0 0,0-1 0 0 0,0 1 1 0 0,0 0-1 0 0,0 0 1 0 0,1 0-1 0 0,-1 0 0 0 0,0-1 1 0 0,0 1-1 0 0,0 0 0 0 0,1 0 1 0 0,-1 0-1 0 0,0 0 0 0 0,0 0 1 0 0,1 0-1 0 0,-1 0 1 0 0,0-1-1 0 0,0 1 0 0 0,1 0 1 0 0,-1 0-1 0 0,74-24-6 0 0,-23 5 79 0 0,20-14 33 0 0,81-16-39 0 0,-48 10-80 0 0,53 3-214 0 0,-65 23-187 0 0,-86 13 281 0 0,-12 0-27 0 0,-21 0 227 0 0,32-8 26 0 0,32-6-3 0 0,-18 7-18 0 0,0-1 1 0 0,31-18-1 0 0,-24 12-23 0 0,0 1 0 0 0,1 1 0 0 0,52-16 0 0 0,-8 3-5 0 0,314-147-671 0 0,-332 146 316 0 0,85-35-112 0 0,-134 59 493 0 0,-2 3-620 0 0,-3 8-157 0 0,1-9 701 0 0,0 1-1 0 0,0-1 1 0 0,-1 1-1 0 0,1 0 1 0 0,0-1-1 0 0,0 1 1 0 0,-1-1 0 0 0,1 1-1 0 0,-1-1 1 0 0,1 0-1 0 0,0 1 1 0 0,-1-1-1 0 0,1 1 1 0 0,-1-1-1 0 0,1 0 1 0 0,-1 1 0 0 0,1-1-1 0 0,-1 0 1 0 0,1 1-1 0 0,-1-1 1 0 0,1 0-1 0 0,-1 0 1 0 0,1 0-1 0 0,-1 1 1 0 0,0-1 0 0 0,1 0-1 0 0,-1 0 1 0 0,1 0-1 0 0,-1 0 1 0 0,0 0-1 0 0,1 0 1 0 0,-1 0 0 0 0,0-1-1 0 0,0 1 6 0 0,1 0 1 0 0,-1 0-1 0 0,1 0 1 0 0,-1 0-1 0 0,0 0 0 0 0,1 0 1 0 0,-1 0-1 0 0,1 0 1 0 0,-1 0-1 0 0,0 1 0 0 0,1-1 1 0 0,-1 0-1 0 0,1 0 0 0 0,-1 0 1 0 0,1 1-1 0 0,-1-1 1 0 0,1 0-1 0 0,-1 1 0 0 0,1-1 1 0 0,-1 0-1 0 0,1 1 0 0 0,-1-1 1 0 0,1 1-1 0 0,-1-1 1 0 0,1 1-1 0 0,0-1 0 0 0,-1 1 1 0 0,1-1-1 0 0,0 1 1 0 0,-1-1-1 0 0,1 1 0 0 0,0-1 1 0 0,0 2-1 0 0,0-2 5 0 0,-1 1-1 0 0,1-1 1 0 0,0 1 0 0 0,0-1-1 0 0,0 1 1 0 0,0-1 0 0 0,0 1-1 0 0,-1-1 1 0 0,1 1 0 0 0,0-1-1 0 0,0 1 1 0 0,-1-1 0 0 0,1 0-1 0 0,0 1 1 0 0,-1-1 0 0 0,1 1-1 0 0,-1-1 1 0 0,1 0 0 0 0,0 1-1 0 0,-1-1 1 0 0,1 0 0 0 0,-1 0-1 0 0,1 1 1 0 0,-1-1 0 0 0,1 0-1 0 0,-1 0 1 0 0,1 0 0 0 0,-1 1-1 0 0,1-1 1 0 0,-1 0 0 0 0,1 0-1 0 0,-1 0 1 0 0,1 0 0 0 0,-1 0-1 0 0,1 0 1 0 0,-1 0 0 0 0,0 0-1 0 0,0 0 9 0 0,1 0 0 0 0,-1 0 0 0 0,0 0 0 0 0,0 0-1 0 0,1 0 1 0 0,-1 0 0 0 0,0 0 0 0 0,1 0 0 0 0,-1 0 0 0 0,1 0-1 0 0,-1 1 1 0 0,0-1 0 0 0,1 0 0 0 0,-1 0 0 0 0,0 1-1 0 0,1-1 1 0 0,-1 1 0 0 0,1-1 0 0 0,-1 0 0 0 0,1 1 0 0 0,-1-1-1 0 0,1 1 1 0 0,-1-1 0 0 0,1 1 0 0 0,0-1 0 0 0,-1 1-1 0 0,1 0 1 0 0,0-1 0 0 0,-1 1 0 0 0,1-1 0 0 0,0 1 0 0 0,0 0-1 0 0,-1-1 1 0 0,1 1 0 0 0,0 0 0 0 0,0-1 0 0 0,0 1-1 0 0,0 1 1 0 0,0-1 335 0 0,0-2-267 0 0,0-5 0 0 0,0 6-74 0 0,0-1 0 0 0,0 1-1 0 0,0-1 1 0 0,0 1 0 0 0,0-1-1 0 0,0 1 1 0 0,0-1 0 0 0,0 1 0 0 0,0-1-1 0 0,0 1 1 0 0,0-1 0 0 0,0 1 0 0 0,0-1-1 0 0,1 1 1 0 0,-1-1 0 0 0,0 1-1 0 0,0-1 1 0 0,1 1 0 0 0,-1-1 0 0 0,0 1-1 0 0,1 0 1 0 0,-1-1 0 0 0,0 1-1 0 0,1-1 1 0 0,-1 1 0 0 0,0 0 0 0 0,1-1-1 0 0,-1 1 1 0 0,1 0 0 0 0,-1 0 0 0 0,1-1-1 0 0,-1 1 1 0 0,1 0 0 0 0,-1 0-1 0 0,1 0 1 0 0,-1 0 0 0 0,1 0 0 0 0,-1-1-1 0 0,1 1 1 0 0,-1 0 0 0 0,1 0 0 0 0,-1 0-1 0 0,1 0 1 0 0,-1 1 0 0 0,1-1-1 0 0,-1 0 1 0 0,1 0 0 0 0,0 0 0 0 0,0 0 1 0 0,-1 1 1 0 0,1-1-1 0 0,-1 0 1 0 0,1 0 0 0 0,-1 0-1 0 0,1 0 1 0 0,-1 0 0 0 0,1 0-1 0 0,-1 0 1 0 0,1 0-1 0 0,-1 0 1 0 0,1 0 0 0 0,-1 0-1 0 0,1 0 1 0 0,0 0-1 0 0,-1-1 1 0 0,1 1 0 0 0,-1 0-1 0 0,0 0 1 0 0,1 0 0 0 0,-1-1-1 0 0,1 1 1 0 0,-1 0-1 0 0,1-1 1 0 0,-1 1 0 0 0,0 0-1 0 0,1-1 1 0 0,-1 1-1 0 0,0-1 1 0 0,1 1 0 0 0,-1-1-1 0 0,0 1 1 0 0,1 0 0 0 0,-1-1-1 0 0,0 1 1 0 0,0-1-1 0 0,0 1 1 0 0,1-1 0 0 0,-1 1-1 0 0,0-1 1 0 0,0 0-1 0 0,0 1 1 0 0,0-1 0 0 0,0 1-1 0 0,0-1 1 0 0,0 1 0 0 0,0-1-1 0 0,0 0 1 0 0,0 0 1 0 0,0 1 0 0 0,0 0 0 0 0,0-1 0 0 0,1 1 0 0 0,-1-1 0 0 0,0 1 0 0 0,0 0 0 0 0,1-1 0 0 0,-1 1 0 0 0,0 0 0 0 0,1-1 0 0 0,-1 1 0 0 0,0 0 0 0 0,1-1 0 0 0,-1 1 0 0 0,1 0 0 0 0,-1 0 0 0 0,0 0 0 0 0,1-1 0 0 0,-1 1 0 0 0,1 0 0 0 0,-1 0 0 0 0,1 0 0 0 0,-1 0-1 0 0,1 0 1 0 0,-1 0 0 0 0,0 0 0 0 0,1 0 0 0 0,-1 0 0 0 0,1 0 0 0 0,-1 0 0 0 0,1 0 0 0 0,-1 0 0 0 0,1 0 0 0 0,-1 0 0 0 0,1 1 0 0 0,0-1 4 0 0,-1 0 0 0 0,1 0 0 0 0,-1 0 0 0 0,1 1 0 0 0,-1-1 1 0 0,1 0-1 0 0,0 0 0 0 0,-1 0 0 0 0,1 0 0 0 0,-1 0 0 0 0,1 0 0 0 0,-1 0 0 0 0,1 0 0 0 0,0-1 0 0 0,-1 1 0 0 0,1 0 0 0 0,-1 0 0 0 0,1 0 0 0 0,-1 0 0 0 0,1-1 0 0 0,-1 1 0 0 0,1 0 0 0 0,-1-1 0 0 0,1 1 0 0 0,-1 0 0 0 0,0-1 0 0 0,1 1 0 0 0,-1-1 0 0 0,1 1 0 0 0,-1 0 0 0 0,0-1 0 0 0,1 1 0 0 0,-1-1 0 0 0,0 1 0 0 0,0-1 0 0 0,1 1 0 0 0,-1-1 0 0 0,0 1 0 0 0,0-2 1 0 0,0 1 3 0 0,0 0 0 0 0,0 0 0 0 0,-1 0 0 0 0,1 0 0 0 0,0 0 1 0 0,0 0-1 0 0,0 0 0 0 0,1 0 0 0 0,-1 0 0 0 0,0 0 1 0 0,0 0-1 0 0,0 0 0 0 0,1 0 0 0 0,-1 0 0 0 0,0 0 0 0 0,1 0 1 0 0,-1 0-1 0 0,1 0 0 0 0,0 1 0 0 0,-1-1 0 0 0,1 0 1 0 0,-1 0-1 0 0,1 0 0 0 0,0 1 0 0 0,0-1 0 0 0,-1 0 0 0 0,1 1 1 0 0,0-1-1 0 0,0 1 0 0 0,0-1 0 0 0,0 1 0 0 0,0-1 0 0 0,0 1 1 0 0,0-1-1 0 0,1 1 0 0 0,18-11 98 0 0,-4-1-58 0 0,-11 8-51 0 0,0 0-1 0 0,0 1 0 0 0,0-1 0 0 0,0 1 0 0 0,0 0 0 0 0,9-3 1 0 0,209-77 367 0 0,-184 70-320 0 0,53-11 1 0 0,39-15 79 0 0,-130 38-141 0 0,1 0-1 0 0,0 1 1 0 0,0-1-1 0 0,-1 1 1 0 0,1 0 0 0 0,0 0-1 0 0,0-1 1 0 0,0 1-1 0 0,-1 0 1 0 0,1 1-1 0 0,0-1 1 0 0,0 0 0 0 0,0 0-1 0 0,2 2 1 0 0,-1-1-13 0 0,-3-1 21 0 0,0 0-1 0 0,0 0 0 0 0,0 0 0 0 0,-1 0 0 0 0,1 0 0 0 0,0 0 0 0 0,0 0 0 0 0,0 0 0 0 0,0 0 1 0 0,0 0-1 0 0,0 0 0 0 0,0 1 0 0 0,-1-1 0 0 0,1 0 0 0 0,0 0 0 0 0,0 0 0 0 0,0 0 0 0 0,0 0 1 0 0,0 0-1 0 0,0 0 0 0 0,0 1 0 0 0,0-1 0 0 0,0 0 0 0 0,0 0 0 0 0,0 0 0 0 0,0 0 0 0 0,0 0 1 0 0,0 1-1 0 0,0-1 0 0 0,0 0 0 0 0,0 0 0 0 0,0 0 0 0 0,0 0 0 0 0,0 0 0 0 0,0 1 0 0 0,0-1 1 0 0,0 0-1 0 0,0 0 0 0 0,0 0 0 0 0,0 0 0 0 0,0 0 0 0 0,0 1 0 0 0,0-1 0 0 0,0 0 0 0 0,0 0 1 0 0,0 0-1 0 0,0 0 0 0 0,1 0 0 0 0,-1 0 0 0 0,0 0 0 0 0,0 1 0 0 0,0-1 0 0 0,0 0 0 0 0,0 0 1 0 0,0 0-1 0 0,0 0 0 0 0,1 0 0 0 0,-1 0 0 0 0,0 0 0 0 0,-22 6 68 0 0,22-6-57 0 0,0 0 0 0 0,0 0 0 0 0,-1 0 1 0 0,1 0-1 0 0,0 0 0 0 0,-1 0 0 0 0,1 0 0 0 0,0 0 1 0 0,0 0-1 0 0,-1 0 0 0 0,1 1 0 0 0,0-1 0 0 0,0 0 1 0 0,0 0-1 0 0,-1 0 0 0 0,1 0 0 0 0,0 1 0 0 0,0-1 1 0 0,0 0-1 0 0,-1 0 0 0 0,1 0 0 0 0,0 1 0 0 0,0-1 1 0 0,0 0-1 0 0,0 0 0 0 0,-1 1 0 0 0,1-1 0 0 0,0 0 1 0 0,0 0-1 0 0,0 1 0 0 0,0-1 0 0 0,0 0 0 0 0,0 1 1 0 0,0-1-1 0 0,0 0 0 0 0,0 0 0 0 0,0 1 0 0 0,-4 7 243 0 0,-51 13 908 0 0,49-19-602 0 0,6-4 361 0 0,1-5-852 0 0,-1 6 332 0 0,0 0-333 0 0,0-4-40 0 0,0-1 39 0 0,-6 4 1 0 0,-16-4-40 0 0,17 5 93 0 0,5 2-387 0 0,0 0 268 0 0,0-1 0 0 0,0 0 1 0 0,0 0-1 0 0,0 0 0 0 0,0 0 0 0 0,0 1 0 0 0,0-1 1 0 0,0 0-1 0 0,0 0 0 0 0,0 0 0 0 0,0 0 0 0 0,0 1 1 0 0,1-1-1 0 0,-1 0 0 0 0,0 0 0 0 0,0 0 1 0 0,0 0-1 0 0,0 0 0 0 0,0 1 0 0 0,0-1 0 0 0,0 0 1 0 0,1 0-1 0 0,-1 0 0 0 0,0 0 0 0 0,0 0 0 0 0,0 0 1 0 0,0 0-1 0 0,1 0 0 0 0,-1 1 0 0 0,0-1 0 0 0,0 0 1 0 0,0 0-1 0 0,0 0 0 0 0,1 0 0 0 0,-1 0 1 0 0,0 0-1 0 0,0 0 0 0 0,0 0 0 0 0,0 0 0 0 0,1 0 1 0 0,-1 0-1 0 0,0 0 0 0 0,0 0 0 0 0,28-6 159 0 0,-28 5-240 0 0,0-3 27 0 0,-6 3 93 0 0,-28 0 102 0 0,-73 5 423 0 0,-182 42 549 0 0,131-19-988 0 0,83-9-919 0 0,-93 33-1 0 0,108-26-1567 0 0,49-15 1116 0 0,12-5-1051 0 0,9-3-6128 0 0,44-2-1127 0 0</inkml:trace>
</inkml:ink>
</file>

<file path=ppt/ink/ink2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06T18:26:45.85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1039 18 640 0 0,'0'-7'2315'0'0,"0"-3"6002"0"0,1 10-8308 0 0,-1 1 0 0 0,1-1 1 0 0,-1 1-1 0 0,1 0 0 0 0,0-1 1 0 0,-1 1-1 0 0,1-1 0 0 0,0 1 0 0 0,-1-1 1 0 0,1 0-1 0 0,0 1 0 0 0,0-1 1 0 0,-1 0-1 0 0,1 1 0 0 0,0-1 1 0 0,0 0-1 0 0,1 0 0 0 0,16 9 205 0 0,-18-9-205 0 0,1 1 0 0 0,-1-1 1 0 0,0 0-1 0 0,0 1 1 0 0,0-1-1 0 0,1 1 0 0 0,-1-1 1 0 0,0 0-1 0 0,0 1 0 0 0,0-1 1 0 0,0 1-1 0 0,0-1 0 0 0,0 1 1 0 0,0-1-1 0 0,0 0 0 0 0,0 1 1 0 0,0-1-1 0 0,0 1 0 0 0,0-1 1 0 0,0 1-1 0 0,0-1 0 0 0,0 1 1 0 0,-1-1-1 0 0,1 0 1 0 0,0 1-1 0 0,0-1 0 0 0,0 1 1 0 0,-1-1-1 0 0,1 0 0 0 0,0 1 1 0 0,0-1-1 0 0,-1 0 0 0 0,1 1 1 0 0,0-1-1 0 0,-1 0 0 0 0,1 0 1 0 0,0 1-1 0 0,-1-1 0 0 0,1 0 1 0 0,-1 0-1 0 0,0 1 1 0 0,-58 49 1604 0 0,47-41-1324 0 0,0 0 0 0 0,0-1 1 0 0,-17 9-1 0 0,-10 5 563 0 0,24-18-611 0 0,8-5 129 0 0,22-2-368 0 0,-12 3-76 0 0,-7-2 19 0 0,-20-8 218 0 0,6 5-22 0 0,0 0 0 0 0,0 1 0 0 0,0 1 0 0 0,0 1-1 0 0,0 0 1 0 0,-1 1 0 0 0,-26 3 0 0 0,22-2 31 0 0,-418 19 4789 0 0,436-18-4839 0 0,-17 0 254 0 0,22-1-360 0 0,-1 0 0 0 0,1 0 1 0 0,-1 0-1 0 0,1 0 0 0 0,0 0 0 0 0,-1 0 0 0 0,1 0 0 0 0,-1 0 0 0 0,1 0 0 0 0,0 0 0 0 0,-1-1 0 0 0,1 1 0 0 0,-1 0 0 0 0,1 0 0 0 0,0 0 0 0 0,-1 0 0 0 0,1-1 0 0 0,0 1 1 0 0,-1 0-1 0 0,1 0 0 0 0,0-1 0 0 0,-1 1 0 0 0,1 0 0 0 0,0-1 0 0 0,0 1 0 0 0,-1 0 0 0 0,1-1 0 0 0,0 1 0 0 0,0 0 0 0 0,-1-1 0 0 0,1 1 0 0 0,0 0 0 0 0,0-1 1 0 0,0-1 342 0 0,158-4-707 0 0,201 0-627 0 0,-354 6 1081 0 0,-10 0 53 0 0,-441 0 2921 0 0,445 0-3081 0 0,-23 0 199 0 0,-42 4 0 0 0,56-2-661 0 0,0 1-1 0 0,-1 0 0 0 0,1 0 0 0 0,1 1 0 0 0,-1 0 1 0 0,-14 9-1 0 0,-30 18-5553 0 0,16-2-3508 0 0</inkml:trace>
</inkml:ink>
</file>

<file path=ppt/ink/ink2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06T18:26:48.01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197 1 160 0 0,'-3'1'143'0'0,"1"0"-1"0"0,0-1 1 0 0,0 1-1 0 0,0 1 1 0 0,0-1-1 0 0,0 0 1 0 0,0 0-1 0 0,0 1 1 0 0,1-1 0 0 0,-1 1-1 0 0,0 0 1 0 0,-2 3-1 0 0,3-2 6 0 0,0 0 1 0 0,0 0-1 0 0,0 0 0 0 0,1 1 0 0 0,-1-1 0 0 0,1 0 0 0 0,0 1 1 0 0,0-1-1 0 0,0 4 0 0 0,0-6-143 0 0,0-1-1 0 0,0 1 1 0 0,0 0 0 0 0,0 0-1 0 0,0 0 1 0 0,0 0 0 0 0,1-1-1 0 0,-1 1 1 0 0,0 0 0 0 0,1 0-1 0 0,-1-1 1 0 0,0 1 0 0 0,1 0-1 0 0,-1 0 1 0 0,1-1 0 0 0,-1 1-1 0 0,1 0 1 0 0,-1-1 0 0 0,1 1-1 0 0,-1-1 1 0 0,1 1 0 0 0,0-1-1 0 0,-1 1 1 0 0,1-1 0 0 0,0 1-1 0 0,-1-1 1 0 0,1 1 0 0 0,0-1-1 0 0,0 0 1 0 0,0 0 0 0 0,1 1 0 0 0,-1-1-1 0 0,0 0 0 0 0,-1 1 0 0 0,1-1 0 0 0,0 0 0 0 0,0 1 0 0 0,0-1 0 0 0,0 1 0 0 0,-1-1 0 0 0,1 1 0 0 0,0-1 0 0 0,0 1 0 0 0,-1-1 1 0 0,1 1-1 0 0,0 0 0 0 0,-1-1 0 0 0,1 1 0 0 0,-1 0 0 0 0,1 0 0 0 0,-1-1 0 0 0,1 1 0 0 0,-1 0 0 0 0,0 0 0 0 0,1 0 0 0 0,-1 0 1 0 0,0 0-1 0 0,0-1 0 0 0,1 1 0 0 0,-1 0 0 0 0,0 0 0 0 0,0 0 0 0 0,0 2 0 0 0,-1 18 153 0 0,0-14-78 0 0,1 0 0 0 0,-1 0 0 0 0,1 0 0 0 0,1 0 0 0 0,-1 0 0 0 0,2 0-1 0 0,-1 0 1 0 0,3 9 0 0 0,6-3 66 0 0,-9-12-131 0 0,1 0 0 0 0,-1 0 0 0 0,0 0 0 0 0,0 0-1 0 0,0 0 1 0 0,0 1 0 0 0,0-1 0 0 0,0 0 0 0 0,-1 1 0 0 0,1-1-1 0 0,0 0 1 0 0,0 1 0 0 0,-1-1 0 0 0,1 1 0 0 0,-1-1 0 0 0,0 1 0 0 0,1-1-1 0 0,-1 1 1 0 0,0-1 0 0 0,0 1 0 0 0,0-1 0 0 0,0 1 0 0 0,0-1-1 0 0,0 1 1 0 0,0 0 0 0 0,-1-1 0 0 0,1 1 0 0 0,-1-1 0 0 0,0 3-1 0 0,-9 10 101 0 0,8-12-95 0 0,0 0-1 0 0,1 0 0 0 0,-1 0 1 0 0,1 0-1 0 0,-1 0 1 0 0,1 0-1 0 0,0 0 1 0 0,0 0-1 0 0,0 1 0 0 0,0-1 1 0 0,1 0-1 0 0,-1 1 1 0 0,1-1-1 0 0,-1 1 0 0 0,1-1 1 0 0,0 5-1 0 0,0 213 1916 0 0,-1-211-1906 0 0,0-1 0 0 0,0 1 0 0 0,0 0 0 0 0,-1-1 0 0 0,-1 1 0 0 0,-6 14-1 0 0,-1 6-35 0 0,1 5-28 0 0,7-24 11 0 0,-1 0 0 0 0,-1 0 0 0 0,1 0-1 0 0,-1 0 1 0 0,-9 14 0 0 0,-11 25-617 0 0,20-40 396 0 0,0 0-1 0 0,-1 0 1 0 0,0 0-1 0 0,0 0 1 0 0,-13 14-1 0 0,-9 8-500 0 0,16-14-200 0 0,-16-2-400 0 0</inkml:trace>
</inkml:ink>
</file>

<file path=ppt/ink/ink2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06T18:26:48.59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261 15 160 0 0,'0'-6'1681'0'0,"0"-3"640"0"0,-32 18-1841 0 0,32 3 0 0 0,-33 23 241 0 0,-32 13 159 0 0,32 0-400 0 0,-32-6-480 0 0,32-7-960 0 0,33-23-641 0 0</inkml:trace>
</inkml:ink>
</file>

<file path=ppt/ink/ink2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06T18:26:53.95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362 74 800 0 0,'-2'0'81'0'0,"0"0"0"0"0,1-1 0 0 0,-1 1-1 0 0,1 0 1 0 0,-1-1 0 0 0,1 1 0 0 0,-1-1-1 0 0,1 1 1 0 0,-1-1 0 0 0,1 0-1 0 0,-1 0 1 0 0,1 0 0 0 0,0 0 0 0 0,-1 0-1 0 0,1 0 1 0 0,0 0 0 0 0,0 0 0 0 0,0 0-1 0 0,-1-2 1 0 0,1 0 367 0 0,0 0-1 0 0,0 0 1 0 0,0 0-1 0 0,1 0 1 0 0,0 0 0 0 0,-1-1-1 0 0,1 1 1 0 0,1-5-1 0 0,-1-4 754 0 0,0 11-1049 0 0,-1 1 1 0 0,1-1-1 0 0,-1 1 1 0 0,1-1-1 0 0,-1 0 1 0 0,1 1 0 0 0,-1-1-1 0 0,1 1 1 0 0,-1-1-1 0 0,0 1 1 0 0,1-1-1 0 0,-1 1 1 0 0,0 0 0 0 0,1-1-1 0 0,-1 1 1 0 0,0 0-1 0 0,0-1 1 0 0,1 1-1 0 0,-1 0 1 0 0,0 0 0 0 0,0 0-1 0 0,1 0 1 0 0,-1 0-1 0 0,-2 0 1 0 0,-6 0 5250 0 0,63-4-5136 0 0,8 20-246 0 0,-43-3 19 0 0,3 4-21 0 0,-13-13-28 0 0,4 7-58 0 0,-12-9 56 0 0,0 1 0 0 0,0 0 0 0 0,0 0 1 0 0,-1-1-1 0 0,1 1 0 0 0,-1 0 0 0 0,0 0 0 0 0,0 4 0 0 0,0 1 17 0 0,1-1 0 0 0,-1 1 0 0 0,-1-1 0 0 0,1 0 0 0 0,-1 1-1 0 0,0-1 1 0 0,-1 0 0 0 0,0 0 0 0 0,0 0 0 0 0,-1 0 0 0 0,1 0 0 0 0,-2 0-1 0 0,1-1 1 0 0,-1 1 0 0 0,-5 6 0 0 0,-45 64 461 0 0,53-76-451 0 0,0 1 0 0 0,0 0 0 0 0,1-1 1 0 0,-1 1-1 0 0,1 0 0 0 0,-1-1 0 0 0,1 1 1 0 0,0 0-1 0 0,-1-1 0 0 0,1 1 0 0 0,0 0 1 0 0,0 0-1 0 0,0-1 0 0 0,1 4 0 0 0,-1 2 74 0 0,0-6 4 0 0,0-2 12 0 0,0-5-119 0 0,0 5 80 0 0,1-58 631 0 0,-2 29-463 0 0,1 28-228 0 0,-1 1 0 0 0,1-1 0 0 0,-1 0 0 0 0,0 1 0 0 0,0-1 0 0 0,0 1-1 0 0,0-1 1 0 0,0 1 0 0 0,0 0 0 0 0,0-1 0 0 0,0 1 0 0 0,-1 0 0 0 0,1 0-1 0 0,-1 0 1 0 0,1 0 0 0 0,0 0 0 0 0,-1 0 0 0 0,0 0 0 0 0,1 0 0 0 0,-1 1-1 0 0,1-1 1 0 0,-1 0 0 0 0,0 1 0 0 0,0 0 0 0 0,1-1 0 0 0,-1 1 0 0 0,0 0-1 0 0,-1 0 1 0 0,-7-2-6 0 0,1 1-1 0 0,-1 0 0 0 0,1 1 0 0 0,-12 0 1 0 0,1 3 42 0 0,1 0 1 0 0,-1 2-1 0 0,1 0 1 0 0,0 1 0 0 0,0 1-1 0 0,0 0 1 0 0,1 2 0 0 0,0 0-1 0 0,1 1 1 0 0,-18 13 0 0 0,32-20-13 0 0,0-1 0 0 0,0 0 1 0 0,1 1-1 0 0,-1 0 0 0 0,1-1 1 0 0,-1 1-1 0 0,1 0 0 0 0,0 0 1 0 0,0 1-1 0 0,0-1 0 0 0,0 0 1 0 0,1 1-1 0 0,-3 4 0 0 0,-5 15 144 0 0,-2-7-47 0 0,9-14-96 0 0,0 0-1 0 0,1 0 0 0 0,-1 0 0 0 0,1 0 0 0 0,0 0 1 0 0,0 0-1 0 0,0 0 0 0 0,0 0 0 0 0,0 1 0 0 0,0-1 0 0 0,0 0 1 0 0,1 1-1 0 0,-1-1 0 0 0,1 1 0 0 0,0 4 0 0 0,-1 0 77 0 0,0-5-51 0 0,1 0-1 0 0,0-1 1 0 0,-1 1-1 0 0,1-1 0 0 0,0 1 1 0 0,0 0-1 0 0,0-1 1 0 0,0 1-1 0 0,0 0 0 0 0,1-1 1 0 0,-1 1-1 0 0,0-1 0 0 0,1 1 1 0 0,-1-1-1 0 0,1 1 1 0 0,-1-1-1 0 0,1 1 0 0 0,0-1 1 0 0,0 1-1 0 0,0-1 0 0 0,0 0 1 0 0,0 1-1 0 0,0-1 1 0 0,0 0-1 0 0,1 2 0 0 0,7 0 65 0 0,0 1-1 0 0,0-1 1 0 0,1 0-1 0 0,-1-1 0 0 0,0 0 1 0 0,1-1-1 0 0,-1 0 0 0 0,12 0 1 0 0,85-2-423 0 0,-94 1 227 0 0,106-9-2256 0 0,-2-10-4315 0 0,8-6-1291 0 0</inkml:trace>
</inkml:ink>
</file>

<file path=ppt/ink/ink2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06T18:26:56.05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777 283 80 0 0,'-5'8'400'0'0,"-55"48"961"0"0,58-55-1323 0 0,0 0-1 0 0,-1 1 1 0 0,1-1 0 0 0,0 1-1 0 0,0 0 1 0 0,0-1 0 0 0,1 1-1 0 0,-1 0 1 0 0,0 0 0 0 0,1 1 0 0 0,-1-1-1 0 0,1 0 1 0 0,-1 0 0 0 0,1 1-1 0 0,0-1 1 0 0,0 1 0 0 0,0-1-1 0 0,1 1 1 0 0,-1-1 0 0 0,0 1 0 0 0,1-1-1 0 0,0 5 1 0 0,0-6-15 0 0,0 1-1 0 0,0 0 1 0 0,-1 0-1 0 0,1-1 1 0 0,0 1 0 0 0,0 0-1 0 0,-1-1 1 0 0,1 1-1 0 0,-1 0 1 0 0,0-1 0 0 0,1 1-1 0 0,-1 0 1 0 0,0-1-1 0 0,0 1 1 0 0,0-1 0 0 0,0 0-1 0 0,0 1 1 0 0,0-1-1 0 0,0 0 1 0 0,-1 0 0 0 0,-1 2-1 0 0,2-2 0 0 0,-1 0 0 0 0,1 0-1 0 0,0 1 1 0 0,0-1 0 0 0,0 0-1 0 0,0 0 1 0 0,0 1-1 0 0,0-1 1 0 0,0 1 0 0 0,0-1-1 0 0,0 1 1 0 0,1-1 0 0 0,-1 1-1 0 0,1-1 1 0 0,-1 1 0 0 0,1-1-1 0 0,-1 1 1 0 0,1 0 0 0 0,0-1-1 0 0,0 1 1 0 0,0 2 0 0 0,1 6 170 0 0,-1-7-134 0 0,1-1 0 0 0,-1 1 0 0 0,0 0 0 0 0,0-1 0 0 0,0 1 0 0 0,0-1 0 0 0,0 1 0 0 0,0-1 0 0 0,0 1 0 0 0,-1-1 0 0 0,0 1 0 0 0,1-1 0 0 0,-1 1 0 0 0,0-1 0 0 0,-3 5 0 0 0,-5-1 103 0 0,4-3 100 0 0,19 1 15 0 0,-14-4-267 0 0,6-1 585 0 0,-6 0-573 0 0,0 1 0 0 0,0 0 0 0 0,0 0 1 0 0,0 0-1 0 0,0-1 0 0 0,0 1 0 0 0,0 0 0 0 0,0 0 0 0 0,0 0 0 0 0,0 0 1 0 0,0-1-1 0 0,0 1 0 0 0,0 0 0 0 0,0 0 0 0 0,0 0 0 0 0,0 0 0 0 0,0-1 0 0 0,0 1 1 0 0,1 0-1 0 0,-1 0 0 0 0,0 0 0 0 0,0 0 0 0 0,0 0 0 0 0,0-1 0 0 0,0 1 1 0 0,1 0-1 0 0,-1 0 0 0 0,0 0 0 0 0,0 0 0 0 0,0 0 0 0 0,0 0 0 0 0,1 0 1 0 0,-1 0-1 0 0,0 0 0 0 0,0-1 0 0 0,0 1 0 0 0,0 0 0 0 0,1 0 0 0 0,-1 0 1 0 0,0 0-1 0 0,0 0 0 0 0,0 0 0 0 0,1 0 0 0 0,-1 0 0 0 0,0 0 0 0 0,0 1 1 0 0,2-1 11 0 0,-1 0 1 0 0,0 0-1 0 0,0-1 1 0 0,0 1-1 0 0,0 0 1 0 0,1 0-1 0 0,-1-1 1 0 0,0 1-1 0 0,0 0 1 0 0,0-1-1 0 0,0 1 1 0 0,0-1-1 0 0,0 0 1 0 0,0 1-1 0 0,0-1 1 0 0,0 0-1 0 0,0 0 1 0 0,0 1-1 0 0,-1-1 1 0 0,1 0-1 0 0,0 0 1 0 0,0 0-1 0 0,-1 0 1 0 0,1 0-1 0 0,-1 0 1 0 0,1 0-1 0 0,-1 0 1 0 0,1 0-1 0 0,-1 0 1 0 0,1-1-1 0 0,-1 1 1 0 0,0 0-1 0 0,0 0 1 0 0,0 0-1 0 0,0 0 1 0 0,0-1 0 0 0,0 1-1 0 0,0 0 1 0 0,0 0-1 0 0,0-2 1 0 0,0 1-11 0 0,0 0 0 0 0,0 1 0 0 0,0-1 0 0 0,1 1 0 0 0,-1-1 0 0 0,1 1 0 0 0,-1-1 0 0 0,1 1 0 0 0,-1-1 0 0 0,1 1 0 0 0,0 0 0 0 0,0-1 0 0 0,0 1 0 0 0,0 0 0 0 0,0 0 0 0 0,0-1 0 0 0,0 1 1 0 0,0 0-1 0 0,3-1 0 0 0,7-11 76 0 0,0-22 74 0 0,13-7-20 0 0,-19 33-119 0 0,1 1-1 0 0,-2-1 1 0 0,1 0-1 0 0,5-16 0 0 0,-3-5 45 0 0,-5 22-53 0 0,-1-1 1 0 0,2 1-1 0 0,-1 0 1 0 0,1 0-1 0 0,0 0 1 0 0,1 1-1 0 0,0-1 1 0 0,5-7-1 0 0,3 1 17 0 0,-10 12-31 0 0,0-1 1 0 0,0 1 0 0 0,-1 0-1 0 0,1 0 1 0 0,0-1 0 0 0,-1 1 0 0 0,0-1-1 0 0,1 1 1 0 0,-1-1 0 0 0,0 0-1 0 0,0 1 1 0 0,0-1 0 0 0,-1 0-1 0 0,1 0 1 0 0,-1 1 0 0 0,1-5-1 0 0,-1 6-4 0 0,0-1-1 0 0,0 1 0 0 0,0 0 0 0 0,0 0 0 0 0,0 0 1 0 0,0 0-1 0 0,1 0 0 0 0,-1 0 0 0 0,0 0 1 0 0,1 0-1 0 0,-1 0 0 0 0,1 0 0 0 0,-1 0 1 0 0,1 0-1 0 0,0 0 0 0 0,-1 0 0 0 0,1 0 1 0 0,0 0-1 0 0,-1 0 0 0 0,1 1 0 0 0,0-1 1 0 0,0 0-1 0 0,0 1 0 0 0,0-1 0 0 0,0 0 0 0 0,0 1 1 0 0,1-1-1 0 0,-1 0 0 0 0,0 1 0 0 0,0 0 0 0 0,0-1 1 0 0,0 0-1 0 0,0 1 0 0 0,0-1 0 0 0,0 1 0 0 0,0-1 0 0 0,-1 0 0 0 0,1 0 1 0 0,0 1-1 0 0,-1-1 0 0 0,1 0 0 0 0,0 0 0 0 0,-1 0 0 0 0,1 0 0 0 0,-1 0 1 0 0,1 0-1 0 0,-1 0 0 0 0,0 0 0 0 0,1 0 0 0 0,-1 0 0 0 0,0 0 1 0 0,0 0-1 0 0,0 0 0 0 0,0 0 0 0 0,0-2 0 0 0,0 3 0 0 0,0-1 0 0 0,0 0 0 0 0,1 1 1 0 0,-1-1-1 0 0,0 0 0 0 0,0 1 0 0 0,0-1 0 0 0,0 0 0 0 0,0 1 0 0 0,1-1 1 0 0,-1 0-1 0 0,0 1 0 0 0,1-1 0 0 0,-1 1 0 0 0,0-1 0 0 0,1 0 0 0 0,-1 1 0 0 0,1-1 1 0 0,-1 1-1 0 0,1-1 0 0 0,-1 1 0 0 0,1 0 0 0 0,-1-1 0 0 0,1 1 0 0 0,0-1 0 0 0,-1 1 1 0 0,1 0-1 0 0,0 0 0 0 0,-1-1 0 0 0,1 1 0 0 0,0 0 0 0 0,-1 0 0 0 0,1 0 1 0 0,0 0-1 0 0,-1 0 0 0 0,2 0 0 0 0,-2 0-1 0 0,1-1-1 0 0,0 1 1 0 0,0 0 0 0 0,-1 0-1 0 0,1 0 1 0 0,0 0 0 0 0,-1 0-1 0 0,1-1 1 0 0,0 1 0 0 0,-1 0-1 0 0,1 0 1 0 0,-1-1 0 0 0,1 1 0 0 0,0-1-1 0 0,-1 1 1 0 0,1 0 0 0 0,-1-1-1 0 0,1 1 1 0 0,-1-1 0 0 0,1 1-1 0 0,-1-1 1 0 0,0 1 0 0 0,1-1-1 0 0,-1 0 1 0 0,0 1 0 0 0,1-1-1 0 0,-1 0 1 0 0,0 1 0 0 0,0-1-1 0 0,1 0 1 0 0,-1 1 0 0 0,0-1 0 0 0,0 0-1 0 0,0 1 1 0 0,0-1 0 0 0,0 0-1 0 0,0-5 79 0 0,-1-23 61 0 0,1 28-143 0 0,0 0-1 0 0,0 0 1 0 0,0 0 0 0 0,0 0-1 0 0,0 0 1 0 0,0 0 0 0 0,0 0-1 0 0,0 0 1 0 0,1 0-1 0 0,-1 0 1 0 0,0 0 0 0 0,1 1-1 0 0,-1-1 1 0 0,0 0 0 0 0,1 0-1 0 0,-1 0 1 0 0,1 0 0 0 0,-1 0-1 0 0,1 1 1 0 0,1-2-1 0 0,19 0-13 0 0,-15-2 0 0 0,-6 3-54 0 0,0 2 66 0 0,0 0 0 0 0,0 0 1 0 0,0 0-1 0 0,0 0 0 0 0,0 0 0 0 0,0 0 1 0 0,0 1-1 0 0,0-1 0 0 0,0 0 0 0 0,0 0 1 0 0,-1 0-1 0 0,1 0 0 0 0,-1 0 0 0 0,1 0 1 0 0,-1 0-1 0 0,1 0 0 0 0,-1 0 0 0 0,1 0 0 0 0,-1 0 1 0 0,0 0-1 0 0,1 0 0 0 0,-1 0 0 0 0,0 0 1 0 0,0-1-1 0 0,0 1 0 0 0,0 0 0 0 0,0-1 1 0 0,0 1-1 0 0,0 0 0 0 0,0-1 0 0 0,0 0 0 0 0,0 1 1 0 0,-1 0-1 0 0,-12 9 67 0 0,-1 8 67 0 0,0 0 0 0 0,1 1 0 0 0,-17 32 0 0 0,14-23-92 0 0,-27 35 0 0 0,-10-5-15 0 0,10 1 174 0 0,0-16-5 0 0,30-31-162 0 0,1 0 0 0 0,1 1 0 0 0,1 1 0 0 0,-15 19 1 0 0,23-27-20 0 0,2-4 7 0 0,0 0 0 0 0,0-1 0 0 0,0 1 0 0 0,0 0 0 0 0,0 0 0 0 0,0-1 0 0 0,-1 1 0 0 0,1-1 0 0 0,0 1 0 0 0,-1-1 0 0 0,1 0 0 0 0,-1 1 0 0 0,0-1 0 0 0,1 0 0 0 0,-1 0 0 0 0,0 0 0 0 0,0 0 0 0 0,-2 0 0 0 0,4-1-22 0 0,7-2-5 0 0,-1 0 0 0 0,1 0 0 0 0,-1-1 1 0 0,1 0-1 0 0,-1-1 0 0 0,0 1 0 0 0,0-1 1 0 0,8-8-1 0 0,0 1 52 0 0,0 0 1 0 0,0 1 0 0 0,1 0-1 0 0,20-8 1 0 0,-19 9 18 0 0,0 1 1 0 0,-1-2-1 0 0,0 0 1 0 0,16-15-1 0 0,-28 23-45 0 0,-1 0 0 0 0,1-1 0 0 0,0 1 0 0 0,0 0 0 0 0,0 0 0 0 0,0 1 0 0 0,0-1 0 0 0,1 1 0 0 0,-1-1 0 0 0,0 1 0 0 0,1 0 0 0 0,6-1 0 0 0,8-3 53 0 0,20 32 368 0 0,-35-26-448 0 0,-1 1-1 0 0,0 0 1 0 0,1-1 0 0 0,-1 1 0 0 0,0 0 0 0 0,0 0 0 0 0,0 0 0 0 0,-1 0 0 0 0,1 0-1 0 0,0 0 1 0 0,-1 1 0 0 0,0-1 0 0 0,1 1 0 0 0,-1-1 0 0 0,0 1 0 0 0,0-1 0 0 0,0 1-1 0 0,-1 0 1 0 0,2 5 0 0 0,4 13-117 0 0,3 3-44 0 0,-7-21 136 0 0,0 1 0 0 0,0 0 1 0 0,0 0-1 0 0,0 0 0 0 0,-1 0 1 0 0,0 0-1 0 0,0 0 0 0 0,0 0 1 0 0,0 0-1 0 0,-1 1 0 0 0,0-1 0 0 0,0 0 1 0 0,0 0-1 0 0,0 1 0 0 0,0-1 1 0 0,-3 7-1 0 0,1-6 28 0 0,-1 0 1 0 0,0 0-1 0 0,-1 0 1 0 0,1 0-1 0 0,-1-1 1 0 0,0 1-1 0 0,0-1 0 0 0,0 0 1 0 0,-1-1-1 0 0,1 1 1 0 0,-1-1-1 0 0,0 1 1 0 0,0-2-1 0 0,-10 6 1 0 0,-11 5 4 0 0,-1-2 1 0 0,0 0 0 0 0,0-2-1 0 0,-1-1 1 0 0,0-1 0 0 0,0-1-1 0 0,-37 2 1 0 0,-111-10-541 0 0,-24 1-1577 0 0,71 12-1685 0 0,25 9-1508 0 0</inkml:trace>
</inkml:ink>
</file>

<file path=ppt/ink/ink2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06T18:26:57.74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490 44 480 0 0,'25'-3'1192'0'0,"50"-2"-1"0"0,-12 2-946 0 0,-15 4-54 0 0,-39 0-47 0 0,1-1 0 0 0,-1 0 0 0 0,1 0-1 0 0,-1-1 1 0 0,16-2 0 0 0,-16-1 517 0 0,13 1-15 0 0,-16 3-19 0 0,-6-1-541 0 0,0 0-1 0 0,0 0 1 0 0,0 1-1 0 0,0-1 1 0 0,-1 0-1 0 0,1 1 0 0 0,0-1 1 0 0,0 0-1 0 0,-1 1 1 0 0,1-1-1 0 0,0 1 1 0 0,-1-1-1 0 0,1 0 1 0 0,0 1-1 0 0,-1-1 1 0 0,1 1-1 0 0,-1-1 1 0 0,1 1-1 0 0,-1-1 1 0 0,1 1-1 0 0,-1-1 1 0 0,1 1-1 0 0,-1 0 1 0 0,0-1-1 0 0,1 1 1 0 0,-1 0-1 0 0,0-1 1 0 0,1 1-1 0 0,-1 0 0 0 0,-1 0 1 0 0,-29-4 310 0 0,11 3 240 0 0,-27-1 222 0 0,0 1 0 0 0,-60 8 0 0 0,54-3-292 0 0,-142 15 1110 0 0,160-14-1399 0 0,1 2-1 0 0,0 1 1 0 0,-55 22 0 0 0,79-26-191 0 0,0 0 0 0 0,1 1 0 0 0,0 1 0 0 0,1 0 0 0 0,-1 0 0 0 0,-8 8 1 0 0,14-11-67 0 0,0-1 0 0 0,0 1 0 0 0,1 0 1 0 0,-1 0-1 0 0,1 0 0 0 0,0 1 0 0 0,0-1 0 0 0,0 1 1 0 0,0-1-1 0 0,1 1 0 0 0,-1-1 0 0 0,1 1 1 0 0,0 0-1 0 0,0 0 0 0 0,0 0 0 0 0,0 6 1 0 0,1-9-15 0 0,0 1 1 0 0,0-1-1 0 0,0 1 1 0 0,1-1-1 0 0,-1 1 1 0 0,0-1-1 0 0,1 1 1 0 0,-1 0-1 0 0,1-1 1 0 0,-1 0-1 0 0,1 1 1 0 0,0-1-1 0 0,0 1 1 0 0,-1-1 0 0 0,1 0-1 0 0,0 0 1 0 0,0 1-1 0 0,0-1 1 0 0,1 0-1 0 0,-1 0 1 0 0,2 2-1 0 0,29 9 103 0 0,-20-8-95 0 0,0 0-26 0 0,16 6-1389 0 0,0-1 0 0 0,45 9 0 0 0,-13-10-4495 0 0</inkml:trace>
</inkml:ink>
</file>

<file path=ppt/ink/ink2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06T18:27:01.88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549 73 960 0 0,'0'-1'149'0'0,"-1"-1"-1"0"0,1 1 0 0 0,0 0 0 0 0,0-1 0 0 0,0 1 0 0 0,0 0 1 0 0,0 0-1 0 0,0-1 0 0 0,1 1 0 0 0,-1 0 0 0 0,0-1 0 0 0,1 1 0 0 0,-1 0 1 0 0,1 0-1 0 0,-1 0 0 0 0,1 0 0 0 0,-1-1 0 0 0,1 1 0 0 0,0 0 1 0 0,0 0-1 0 0,-1 0 0 0 0,1 0 0 0 0,0 0 0 0 0,0 1 0 0 0,0-1 1 0 0,0 0-1 0 0,0 0 0 0 0,0 0 0 0 0,0 1 0 0 0,0-1 0 0 0,1 1 0 0 0,-1-1 1 0 0,0 1-1 0 0,0-1 0 0 0,1 1 0 0 0,1-1 0 0 0,10-4 613 0 0,3-1-267 0 0,1 2 0 0 0,0 0 0 0 0,0 0 0 0 0,0 2 0 0 0,0 0 0 0 0,27 1-1 0 0,34-4 119 0 0,-70 4-547 0 0,0 0 1 0 0,1 1-1 0 0,-1-1 0 0 0,0 2 1 0 0,0-1-1 0 0,0 1 0 0 0,0 1 1 0 0,0 0-1 0 0,12 3 0 0 0,-20-4-60 0 0,0-1-1 0 0,1 0 1 0 0,-1 0-1 0 0,0 0 1 0 0,0 0-1 0 0,0 1 1 0 0,1-1-1 0 0,-1 0 0 0 0,0 0 1 0 0,0 1-1 0 0,1-1 1 0 0,-1 0-1 0 0,0 0 1 0 0,0 1-1 0 0,0-1 1 0 0,0 0-1 0 0,0 0 0 0 0,0 1 1 0 0,1-1-1 0 0,-1 0 1 0 0,0 1-1 0 0,0-1 1 0 0,0 0-1 0 0,0 0 1 0 0,0 1-1 0 0,0-1 1 0 0,0 0-1 0 0,0 1 0 0 0,0-1 1 0 0,0 0-1 0 0,0 1 1 0 0,0-1-1 0 0,-1 0 1 0 0,1 0-1 0 0,0 1 1 0 0,0-1-1 0 0,0 0 0 0 0,0 1 1 0 0,0-1-1 0 0,-1 0 1 0 0,1 0-1 0 0,0 1 1 0 0,0-1-1 0 0,0 0 1 0 0,-1 0-1 0 0,1 0 0 0 0,0 1 1 0 0,0-1-1 0 0,-1 0 1 0 0,1 0-1 0 0,-38 23 543 0 0,-23 7 46 0 0,12-4-39 0 0,-1-3 0 0 0,-73 24 0 0 0,33-21-250 0 0,25-6 26 0 0,-1-3 0 0 0,-132 18-1 0 0,181-34-414 0 0,1-2 0 0 0,0 1 0 0 0,-32-7 0 0 0,43 6 50 0 0,-1-1 0 0 0,1 1 0 0 0,0-1 0 0 0,0 0 0 0 0,0-1 0 0 0,-10-5 0 0 0,14 7 29 0 0,-1 0-1 0 0,1 0 1 0 0,-1 0-1 0 0,1-1 1 0 0,0 1 0 0 0,-1 0-1 0 0,1-1 1 0 0,0 1-1 0 0,0-1 1 0 0,0 1-1 0 0,0-1 1 0 0,0 0 0 0 0,1 1-1 0 0,-1-1 1 0 0,0 0-1 0 0,1 0 1 0 0,-1 1-1 0 0,1-1 1 0 0,0 0 0 0 0,-1-3-1 0 0,2 2-4 0 0,0-1-1 0 0,0 1 0 0 0,0 0 1 0 0,1 0-1 0 0,-1 0 1 0 0,1 0-1 0 0,0 0 1 0 0,0 0-1 0 0,0 0 1 0 0,0 1-1 0 0,0-1 1 0 0,0 1-1 0 0,1-1 0 0 0,-1 1 1 0 0,1 0-1 0 0,0 0 1 0 0,-1 0-1 0 0,5-2 1 0 0,0 0 17 0 0,0-1 1 0 0,1 1-1 0 0,-1 0 1 0 0,1 1 0 0 0,0 0-1 0 0,10-3 1 0 0,-11 5 6 0 0,0 0 0 0 0,0 1 0 0 0,0 0-1 0 0,0 0 1 0 0,1 1 0 0 0,-1-1 0 0 0,0 2 0 0 0,0-1 0 0 0,0 1 0 0 0,-1 0 0 0 0,1 0 0 0 0,0 1 0 0 0,-1 0 0 0 0,1 0 0 0 0,-1 1 0 0 0,0-1 0 0 0,0 1 0 0 0,8 8 0 0 0,6 6 169 0 0,0 2 1 0 0,-1 0 0 0 0,22 32-1 0 0,-28-35-51 0 0,-10-13-170 0 0,1 0 0 0 0,-1 0 0 0 0,1 0 1 0 0,0-1-1 0 0,0 1 0 0 0,0-1 0 0 0,1 0 0 0 0,-1 0 0 0 0,1-1 1 0 0,0 1-1 0 0,5 1 0 0 0,38 7-4017 0 0,12-5-2040 0 0</inkml:trace>
</inkml:ink>
</file>

<file path=ppt/ink/ink2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06T18:27:01.14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682 75 640 0 0,'-47'1'1208'0'0,"-10"0"-943"0"0,-1-3-1 0 0,-62-9 0 0 0,113 10-322 0 0,0 0-1 0 0,0 0 1 0 0,0 1-1 0 0,0 0 1 0 0,-9 1-1 0 0,-9 0-57 0 0,3-1 116 0 0,17 0 80 0 0,10-7 241 0 0,93-21 2226 0 0,-80 23-2010 0 0,1 1-1 0 0,0 1 1 0 0,28 0 0 0 0,1-2 184 0 0,45-2 667 0 0,-187 12-192 0 0,1 5 0 0 0,-122 29 0 0 0,196-36-1038 0 0,1 2 0 0 0,-1 0-1 0 0,1 0 1 0 0,0 2 0 0 0,-31 16 0 0 0,9-6 77 0 0,31-15-151 0 0,1 1-1 0 0,0 1 1 0 0,0 0 0 0 0,-12 7 0 0 0,20-10-74 0 0,-1-1 1 0 0,1 0 0 0 0,-1 1 0 0 0,1-1 0 0 0,-1 1-1 0 0,1-1 1 0 0,-1 1 0 0 0,1-1 0 0 0,0 1-1 0 0,-1-1 1 0 0,1 1 0 0 0,0 0 0 0 0,-1-1 0 0 0,1 1-1 0 0,0-1 1 0 0,0 1 0 0 0,-1 0 0 0 0,1-1-1 0 0,0 1 1 0 0,0 0 0 0 0,0-1 0 0 0,0 1 0 0 0,0 0-1 0 0,0-1 1 0 0,0 1 0 0 0,0 0 0 0 0,0-1-1 0 0,0 1 1 0 0,1-1 0 0 0,-1 1 0 0 0,0 0 0 0 0,0-1-1 0 0,0 1 1 0 0,1 0 0 0 0,-1-1 0 0 0,0 1-1 0 0,1-1 1 0 0,-1 1 0 0 0,1 0 0 0 0,20 15 287 0 0,-17-13-200 0 0,9 15 315 0 0,-11-16-388 0 0,-1 1 0 0 0,1-1 0 0 0,0 0 0 0 0,0 1 0 0 0,0-1-1 0 0,0 0 1 0 0,0 0 0 0 0,0-1 0 0 0,1 1 0 0 0,-1 0 0 0 0,1-1 0 0 0,-1 1 0 0 0,1-1 0 0 0,3 2 0 0 0,125 50 673 0 0,-109-46-646 0 0,-1-1 1 0 0,1-1-1 0 0,-1-1 1 0 0,45 3-1 0 0,-14-9-1964 0 0,-1-1 0 0 0,75-15 0 0 0,-2-7-3410 0 0</inkml:trace>
</inkml:ink>
</file>

<file path=ppt/ink/ink2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06T18:27:02.74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49 80 0 0,'32'-7'1921'0'0,"-32"-7"0"0"0,33-1-160 0 0,0 9-81 0 0,32 0-239 0 0,-32 6-160 0 0,32 0-161 0 0,-33 6-239 0 0,1-6-161 0 0,32 6-160 0 0,-32 3-400 0 0,-7-3-480 0 0,7-6-1041 0 0,32 0-960 0 0,-32-6-720 0 0,-1 6 0 0 0,-32-9 319 0 0</inkml:trace>
</inkml:ink>
</file>

<file path=ppt/ink/ink2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06T18:27:03.26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33 0 1121 0 0,'0'0'1920'0'0,"-33"0"3923"0"0,33 6-4322 0 0,33-6-241 0 0,0 7-239 0 0,32 1-561 0 0,0-2-1200 0 0,33-12-2002 0 0,0-2-1279 0 0,-32 1 319 0 0</inkml:trace>
</inkml:ink>
</file>

<file path=ppt/ink/ink2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06T18:27:04.81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420 8 1281 0 0,'5'-1'1334'0'0,"32"-3"1468"0"0,73 2 1 0 0,-72 2-2299 0 0,-36 0-458 0 0,-1 0-1 0 0,1 0 1 0 0,-1 0 0 0 0,1 0-1 0 0,-1 0 1 0 0,1 0 0 0 0,-1 0-1 0 0,1 1 1 0 0,-1-1 0 0 0,1 0-1 0 0,-1 1 1 0 0,1-1 0 0 0,-1 1 0 0 0,0 0-1 0 0,1-1 1 0 0,-1 1 0 0 0,0 0-1 0 0,1 0 1 0 0,-1 0 0 0 0,0 0-1 0 0,0 0 1 0 0,0 0 0 0 0,0 0-1 0 0,1 2 1 0 0,-1 0 27 0 0,0-1-1 0 0,0 1 1 0 0,-1 0 0 0 0,1 0 0 0 0,-1 0-1 0 0,0 0 1 0 0,0-1 0 0 0,0 1-1 0 0,0 5 1 0 0,-1 6 112 0 0,1-13-177 0 0,0 1 1 0 0,0-1-1 0 0,0 0 0 0 0,-1 1 0 0 0,1-1 0 0 0,0 0 0 0 0,-1 1 1 0 0,1-1-1 0 0,-1 0 0 0 0,0 0 0 0 0,1 1 0 0 0,-1-1 0 0 0,0 0 1 0 0,0 0-1 0 0,1 0 0 0 0,-1 0 0 0 0,0 0 0 0 0,0 0 0 0 0,0 0 1 0 0,-1 0-1 0 0,1 0 0 0 0,-2 1 0 0 0,-7 7 18 0 0,-2 11 80 0 0,10-17-89 0 0,1 0 0 0 0,-1 0 0 0 0,0 0 0 0 0,0 0 0 0 0,0 0 0 0 0,0 0 0 0 0,-1-1 0 0 0,1 1 0 0 0,-1-1 0 0 0,-2 2 0 0 0,-22 16 130 0 0,27-20-146 0 0,0 0-1 0 0,-1 0 1 0 0,1 0 0 0 0,0 0 0 0 0,0 0-1 0 0,0 0 1 0 0,0 0 0 0 0,0 0-1 0 0,0 0 1 0 0,0 0 0 0 0,0 1 0 0 0,0-1-1 0 0,0 0 1 0 0,-1 0 0 0 0,1 0-1 0 0,0 0 1 0 0,0 0 0 0 0,0 0 0 0 0,0 0-1 0 0,0 0 1 0 0,0 0 0 0 0,0 0 0 0 0,0 0-1 0 0,-1 0 1 0 0,1 0 0 0 0,0 0-1 0 0,0 0 1 0 0,0 0 0 0 0,0 0 0 0 0,0 0-1 0 0,0 0 1 0 0,0 0 0 0 0,-1 0 0 0 0,1 0-1 0 0,0 0 1 0 0,0 0 0 0 0,0 0-1 0 0,0 0 1 0 0,0 0 0 0 0,0-1 0 0 0,0 1-1 0 0,0 0 1 0 0,-1 0 0 0 0,1 0-1 0 0,0 0 1 0 0,0 0 0 0 0,0 0 0 0 0,0 0-1 0 0,0 0 1 0 0,0 0 0 0 0,0-1 0 0 0,0 1-1 0 0,0 0 1 0 0,0 0 0 0 0,0 0-1 0 0,0 0 1 0 0,0 0 0 0 0,0 0 0 0 0,0 0-1 0 0,0-1 1 0 0,-1-11-97 0 0,1 9 81 0 0,0 1 1 0 0,0-1-1 0 0,0 1 0 0 0,0-1 1 0 0,0 1-1 0 0,0-1 1 0 0,-1 1-1 0 0,0 0 1 0 0,1-1-1 0 0,-1 1 1 0 0,-1-3-1 0 0,-53-36-225 0 0,47 28 125 0 0,7 11 100 0 0,0 1 1 0 0,0 0-1 0 0,0-1 0 0 0,0 1 1 0 0,0 0-1 0 0,0 0 1 0 0,0 0-1 0 0,-1-1 0 0 0,1 1 1 0 0,0 0-1 0 0,0 1 1 0 0,-1-1-1 0 0,1 0 0 0 0,-1 0 1 0 0,1 1-1 0 0,-1-1 1 0 0,1 0-1 0 0,-1 1 0 0 0,1 0 1 0 0,-1-1-1 0 0,0 1 1 0 0,1 0-1 0 0,-1 0 0 0 0,-1 0 1 0 0,-11-1-75 0 0,0 0 1 0 0,1 1-1 0 0,-1 1 1 0 0,0 0-1 0 0,1 1 1 0 0,-1 1-1 0 0,1 0 1 0 0,0 1-1 0 0,-1 0 1 0 0,-14 7 0 0 0,-10 7-433 0 0,-69 44 1 0 0,90-52 323 0 0,1 1 0 0 0,1 1 0 0 0,0 1 0 0 0,-14 15 0 0 0,24-23 189 0 0,1-1-1 0 0,0 2 1 0 0,0-1 0 0 0,0 0 0 0 0,1 1 0 0 0,0 0 0 0 0,0-1-1 0 0,0 1 1 0 0,1 0 0 0 0,-1 1 0 0 0,2-1 0 0 0,-1 0 0 0 0,1 1 0 0 0,-1 12-1 0 0,1-2 97 0 0,1-13-55 0 0,-1 0-1 0 0,1 1 1 0 0,0-1 0 0 0,1 0 0 0 0,-1 0 0 0 0,1 0 0 0 0,2 7 0 0 0,-2-9-25 0 0,0 0 1 0 0,0-1-1 0 0,0 1 1 0 0,0 0-1 0 0,0-1 1 0 0,1 1-1 0 0,-1-1 1 0 0,1 1-1 0 0,-1-1 1 0 0,1 0-1 0 0,0 0 1 0 0,-1 0-1 0 0,1 1 1 0 0,0-2-1 0 0,0 1 1 0 0,0 0-1 0 0,0 0 1 0 0,0-1-1 0 0,4 2 1 0 0,12 2-343 0 0,0-1 1 0 0,1-1-1 0 0,0 0 1 0 0,26-1-1 0 0,-6-7-3001 0 0</inkml:trace>
</inkml:ink>
</file>

<file path=ppt/ink/ink2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06T18:27:05.43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538 126 800 0 0,'-1'-13'1398'0'0,"1"9"-1095"0"0,-1 1-1 0 0,1 0 0 0 0,0 0 0 0 0,0 0 1 0 0,0 0-1 0 0,0 0 0 0 0,0 0 0 0 0,1-1 0 0 0,-1 1 1 0 0,1 0-1 0 0,0 0 0 0 0,0 0 0 0 0,2-4 1 0 0,19-9 1151 0 0,-19 12-1265 0 0,0 0 1 0 0,1 1 0 0 0,0-1 0 0 0,-1 0 0 0 0,1 1-1 0 0,0 0 1 0 0,0 0 0 0 0,1 0 0 0 0,-1 1-1 0 0,1-1 1 0 0,-1 1 0 0 0,1 0 0 0 0,0 0 0 0 0,0 1-1 0 0,0-1 1 0 0,0 1 0 0 0,0 0 0 0 0,0 0-1 0 0,0 1 1 0 0,0 0 0 0 0,7 0 0 0 0,47 0 317 0 0,-57 0-494 0 0,0 0 1 0 0,-1 0 0 0 0,1 0 0 0 0,-1 0-1 0 0,1 0 1 0 0,0 1 0 0 0,-1-1 0 0 0,1 1-1 0 0,-1-1 1 0 0,1 1 0 0 0,-1-1-1 0 0,1 1 1 0 0,-1 0 0 0 0,0 0 0 0 0,1 0-1 0 0,-1 0 1 0 0,0 0 0 0 0,1 0-1 0 0,0 2 1 0 0,0-2 19 0 0,-1 0-29 0 0,-1 0 0 0 0,1 0 1 0 0,-1-1-1 0 0,1 1 1 0 0,-1 0-1 0 0,1 0 1 0 0,-1 0-1 0 0,1-1 1 0 0,-1 1-1 0 0,0 0 0 0 0,0 0 1 0 0,1 0-1 0 0,-1 0 1 0 0,0 0-1 0 0,0 0 1 0 0,0 0-1 0 0,0 0 1 0 0,0 0-1 0 0,0-1 0 0 0,0 2 1 0 0,-1 4 7 0 0,0 0 0 0 0,0 0 0 0 0,0 0 0 0 0,-1-1 0 0 0,0 1 0 0 0,0-1 0 0 0,0 1 0 0 0,-1-1 0 0 0,0 0 0 0 0,0 0 0 0 0,0 0 0 0 0,0 0 1 0 0,-1 0-1 0 0,0-1 0 0 0,0 0 0 0 0,0 0 0 0 0,-1 0 0 0 0,-5 4 0 0 0,-7 5 51 0 0,0-1-1 0 0,-1-1 1 0 0,-36 16 0 0 0,21-11 57 0 0,-140 58 314 0 0,146-64-385 0 0,0-1 0 0 0,0-1 1 0 0,0-2-1 0 0,-40 4 1 0 0,52-9-24 0 0,0-2 0 0 0,-1 0 0 0 0,1-1 0 0 0,0 0 1 0 0,0-1-1 0 0,-15-6 0 0 0,22 7-36 0 0,-15-6 0 0 0,-23-7 4 0 0,29 14 15 0 0,17 1-8 0 0,-1 0-1 0 0,1 0 1 0 0,0 0-1 0 0,-1 1 1 0 0,1-1 0 0 0,0 0-1 0 0,-1 0 1 0 0,1 0-1 0 0,0 0 1 0 0,0 0 0 0 0,-1 1-1 0 0,1-1 1 0 0,0 0 0 0 0,0 0-1 0 0,-1 0 1 0 0,1 1-1 0 0,0-1 1 0 0,0 0 0 0 0,0 0-1 0 0,-1 1 1 0 0,1-1-1 0 0,0 0 1 0 0,0 1 0 0 0,0-1-1 0 0,0 0 1 0 0,0 1 0 0 0,-1-1-1 0 0,1 0 1 0 0,0 1-1 0 0,0-1 1 0 0,0 0 0 0 0,0 1-1 0 0,17 27 280 0 0,-7 23 654 0 0,-1-29-602 0 0,0-1 0 0 0,2 0 1 0 0,0 0-1 0 0,1-2 0 0 0,1 1 0 0 0,0-2 0 0 0,2 1 0 0 0,0-2 1 0 0,35 31-1 0 0,-45-44-463 0 0,-2-1-261 0 0,0 0 0 0 0,0-1 0 0 0,0 1 0 0 0,1-1 0 0 0,-1 1 0 0 0,1-1 0 0 0,-1 0 0 0 0,1 0 0 0 0,0-1 0 0 0,0 1 0 0 0,0-1 0 0 0,0 0 0 0 0,0 0 0 0 0,0 0 0 0 0,7 0 0 0 0,43 0-6491 0 0</inkml:trace>
</inkml:ink>
</file>

<file path=ppt/ink/ink2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06T18:27:06.31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87 98 1841 0 0,'-60'-14'2708'0'0,"59"13"-2514"0"0,0 0 1 0 0,0-1 0 0 0,1 1-1 0 0,-1 0 1 0 0,0 0-1 0 0,1-1 1 0 0,-1 1-1 0 0,1 0 1 0 0,0 0 0 0 0,-1-1-1 0 0,1 1 1 0 0,0 0-1 0 0,0-1 1 0 0,-1 1 0 0 0,1-1-1 0 0,0 1 1 0 0,1 0-1 0 0,-1-1 1 0 0,0 1-1 0 0,0 0 1 0 0,1-2 0 0 0,-1-1 1166 0 0,-5 2-347 0 0,-11 1-396 0 0,24-2 590 0 0,43-4 941 0 0,167 0-308 0 0,-111 8-2529 0 0,53 0-2761 0 0,-124-3 849 0 0,-1-1-1 0 0,46-10 0 0 0,-44 0-960 0 0</inkml:trace>
</inkml:ink>
</file>

<file path=ppt/ink/ink2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06T18:27:06.93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164 1 3362 0 0,'-33'48'2801'0'0,"1"8"-720"0"0,-1-2-561 0 0,1-6-479 0 0,-1-7-801 0 0,33-20-1120 0 0,0 0-2562 0 0,33-15-2561 0 0</inkml:trace>
</inkml:ink>
</file>

<file path=ppt/ink/ink3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06T18:27:07.68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163 847 560 0 0,'0'-2'48'0'0,"0"1"-1"0"0,1-1 0 0 0,-1 1 0 0 0,0 0 1 0 0,1-1-1 0 0,-1 1 0 0 0,1 0 1 0 0,-1 0-1 0 0,1-1 0 0 0,0 1 1 0 0,-1 0-1 0 0,1 0 0 0 0,0 0 0 0 0,0 0 1 0 0,0 0-1 0 0,0 0 0 0 0,0 0 1 0 0,0 0-1 0 0,0 0 0 0 0,0 0 1 0 0,0 0-1 0 0,0 1 0 0 0,1-1 0 0 0,1 0 1 0 0,9-8 197 0 0,7-10-1 0 0,0 0 1 0 0,0-2-1 0 0,-2 0 1 0 0,-1-2 0 0 0,-1 1-1 0 0,20-39 1 0 0,-12 20 57 0 0,75-126 1685 0 0,-91 151-1445 0 0,0-1-1 0 0,-1 0 1 0 0,7-33 0 0 0,-11 38-345 0 0,1 0 0 0 0,0 1 0 0 0,0-1 0 0 0,1 1 1 0 0,1-1-1 0 0,0 1 0 0 0,1 1 0 0 0,-1-1 0 0 0,2 1 1 0 0,15-19-1 0 0,69-54 1043 0 0,-73 66-1073 0 0,0 0 0 0 0,1 1 0 0 0,30-18-1 0 0,-28 27-166 0 0,-15 6-66 0 0,-6 5 55 0 0,-1 0 0 0 0,1 0 0 0 0,-1 0 0 0 0,0 0 0 0 0,0 0 1 0 0,0 0-1 0 0,0 0 0 0 0,-1 0 0 0 0,1-1 0 0 0,-1 1 0 0 0,0 0 1 0 0,0-1-1 0 0,-1 0 0 0 0,1 1 0 0 0,-1-1 0 0 0,1 0 1 0 0,-1 0-1 0 0,0-1 0 0 0,0 1 0 0 0,-4 2 0 0 0,-18 20 12 0 0,-45 57 119 0 0,-16-3 267 0 0,60-53-192 0 0,-26 24 250 0 0,-4-9-19 0 0,27-21-21 0 0,1 1 0 0 0,-42 42 0 0 0,35-25 315 0 0,-28 43 0 0 0,57-74-560 0 0,0 0 1 0 0,0 0-1 0 0,0-1 0 0 0,-1 0 0 0 0,0 0 0 0 0,0-1 0 0 0,0 0 0 0 0,-1 0 0 0 0,0-1 0 0 0,0 1 0 0 0,-9 2 0 0 0,12-5 67 0 0,9-3-201 0 0,0 0 0 0 0,0 0 0 0 0,0 0 0 0 0,-1-1 0 0 0,1 0 0 0 0,0 1 0 0 0,0-2 0 0 0,-1 1 0 0 0,0 0-1 0 0,5-4 1 0 0,12-7 183 0 0,-11 9-154 0 0,-1 0 1 0 0,0-1-1 0 0,0-1 1 0 0,0 1 0 0 0,11-11-1 0 0,-9 1 56 0 0,-8 13-97 0 0,-1 0 0 0 0,1-1 0 0 0,0 1 0 0 0,0 0 0 0 0,-1 0 0 0 0,1 0 0 0 0,1 0 0 0 0,-1 1 0 0 0,0-1 0 0 0,0 0 0 0 0,1 1 0 0 0,-1 0 0 0 0,5-2 0 0 0,146-79 479 0 0,-142 74-453 0 0,0 2 0 0 0,1-1 1 0 0,-1 1-1 0 0,2 1 0 0 0,-1 0 0 0 0,0 1 0 0 0,1 0 0 0 0,0 1 0 0 0,0 1 0 0 0,0 0 0 0 0,15-1 0 0 0,-26 3-40 0 0,1 1-1 0 0,-1-1 1 0 0,1 0 0 0 0,-1 1 0 0 0,1-1 0 0 0,-1 1 0 0 0,1 0 0 0 0,-1 0 0 0 0,0 0 0 0 0,1 0 0 0 0,-1 0 0 0 0,0 0-1 0 0,0 1 1 0 0,0-1 0 0 0,0 1 0 0 0,0-1 0 0 0,0 1 0 0 0,0 0 0 0 0,-1 0 0 0 0,1 0 0 0 0,-1 0 0 0 0,1 0-1 0 0,-1 0 1 0 0,0 0 0 0 0,1 1 0 0 0,-1-1 0 0 0,0 0 0 0 0,-1 1 0 0 0,1-1 0 0 0,0 3 0 0 0,2 8-33 0 0,-1-1 0 0 0,0 1 1 0 0,-1-1-1 0 0,-1 20 1 0 0,0-27 24 0 0,0-1 0 0 0,0 9-14 0 0,0-1 1 0 0,-1 0-1 0 0,-3 16 1 0 0,3-23 20 0 0,0-1 0 0 0,-1 1 0 0 0,1-1 0 0 0,-1 1 0 0 0,0-1 0 0 0,-1 0 0 0 0,1 0 0 0 0,-1 0 0 0 0,0 0 0 0 0,0-1 0 0 0,0 1 0 0 0,-4 3 1 0 0,-67 50 117 0 0,28-23 152 0 0,25-19 46 0 0,-1 0-1 0 0,0-2 0 0 0,-1 0 1 0 0,-1-1-1 0 0,-48 16 1 0 0,53-23-125 0 0,0 1 1 0 0,0-2-1 0 0,-1-1 1 0 0,0 0 0 0 0,1-2-1 0 0,-1 0 1 0 0,0-1-1 0 0,-30-4 1 0 0,41 3-212 0 0,0-1 1 0 0,0 0-1 0 0,1 0 1 0 0,-1-1-1 0 0,1 0 1 0 0,-10-5-1 0 0,16 7-20 0 0,0 0 0 0 0,0 0 0 0 0,0-1 0 0 0,1 1 0 0 0,-1 0 1 0 0,0-1-1 0 0,1 1 0 0 0,-1-1 0 0 0,1 0 0 0 0,0 0 0 0 0,0 1 0 0 0,-1-1 0 0 0,1 0 0 0 0,0 0 0 0 0,1 0 0 0 0,-1 0 1 0 0,0 0-1 0 0,0 0 0 0 0,1 0 0 0 0,0-1 0 0 0,-1 1 0 0 0,1 0 0 0 0,0 0 0 0 0,0 0 0 0 0,0-1 0 0 0,0 1 0 0 0,0 0 1 0 0,1 0-1 0 0,-1 0 0 0 0,1 0 0 0 0,-1 0 0 0 0,2-4 0 0 0,4-8-986 0 0,1 0 0 0 0,1 1 0 0 0,0-1-1 0 0,1 1 1 0 0,0 1 0 0 0,0-1 0 0 0,2 2 0 0 0,20-20 0 0 0,62-50-8604 0 0</inkml:trace>
</inkml:ink>
</file>

<file path=ppt/ink/ink3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06T18:27:08.30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418 131 1201 0 0,'-1'-12'2103'0'0,"1"9"-1732"0"0,-1 0 0 0 0,1 0 1 0 0,0 0-1 0 0,-1 0 0 0 0,1 0 0 0 0,1 0 0 0 0,-1 0 0 0 0,0 0 0 0 0,1 0 0 0 0,-1 0 0 0 0,1 0 0 0 0,0 0 1 0 0,0 0-1 0 0,3-5 0 0 0,4 1 310 0 0,-4 3-310 0 0,1 0 0 0 0,-1 0-1 0 0,1 0 1 0 0,0 1 0 0 0,1 0 0 0 0,-1 0-1 0 0,0 0 1 0 0,1 1 0 0 0,6-3-1 0 0,27-4 591 0 0,0 2-1 0 0,68-4 1 0 0,-9 12-54 0 0,-95-1-858 0 0,0 0 1 0 0,-1 1-1 0 0,1-1 1 0 0,0 1-1 0 0,0-1 1 0 0,-1 1-1 0 0,1 0 1 0 0,0 0-1 0 0,-1 0 1 0 0,1 0-1 0 0,2 2 1 0 0,-5-2-28 0 0,1-1 1 0 0,-1 1 0 0 0,1-1 0 0 0,-1 0 0 0 0,0 1 0 0 0,1-1 0 0 0,-1 1-1 0 0,0 0 1 0 0,1-1 0 0 0,-1 1 0 0 0,0-1 0 0 0,0 1 0 0 0,1-1 0 0 0,-1 1-1 0 0,0 0 1 0 0,0-1 0 0 0,0 1 0 0 0,0-1 0 0 0,0 1 0 0 0,0 0-1 0 0,0-1 1 0 0,0 2 0 0 0,0 0 30 0 0,-1-1-1 0 0,0 1 0 0 0,1 0 1 0 0,-1 0-1 0 0,0-1 0 0 0,0 1 1 0 0,0-1-1 0 0,0 1 0 0 0,0-1 1 0 0,0 1-1 0 0,-3 1 0 0 0,-24 21 371 0 0,0-1-1 0 0,-2-1 1 0 0,-1-2-1 0 0,-60 30 1 0 0,54-30-281 0 0,-34 17 328 0 0,-2-4 0 0 0,-2-2 0 0 0,-129 34 0 0 0,201-64-448 0 0,-11 3 47 0 0,-1-1-1 0 0,1 0 1 0 0,-20 1-1 0 0,31-4-69 0 0,0 0-1 0 0,0 0 0 0 0,0 0 1 0 0,0-1-1 0 0,0 1 0 0 0,0-1 0 0 0,0 0 1 0 0,0 1-1 0 0,0-2 0 0 0,-3 0 0 0 0,5 1-6 0 0,0 0-1 0 0,0 1 0 0 0,0-1 0 0 0,0 0 1 0 0,0 0-1 0 0,0 0 0 0 0,0 0 0 0 0,0 0 1 0 0,1 0-1 0 0,-1 0 0 0 0,0 0 0 0 0,1-1 1 0 0,-1 1-1 0 0,0 0 0 0 0,1 0 0 0 0,0 0 1 0 0,-1-1-1 0 0,1 1 0 0 0,0 0 0 0 0,-1-1 0 0 0,1 1 1 0 0,0 0-1 0 0,0-3 0 0 0,0 2 11 0 0,1-1-1 0 0,-1 1 0 0 0,0-1 0 0 0,1 1 1 0 0,0-1-1 0 0,-1 1 0 0 0,1 0 1 0 0,0-1-1 0 0,0 1 0 0 0,1 0 1 0 0,-1 0-1 0 0,0-1 0 0 0,1 1 0 0 0,-1 0 1 0 0,1 1-1 0 0,2-4 0 0 0,5-6 31 0 0,-7 7-19 0 0,0 0 0 0 0,1 0 1 0 0,0 0-1 0 0,0 1 0 0 0,0-1 1 0 0,0 1-1 0 0,1-1 0 0 0,-1 1 1 0 0,1 0-1 0 0,0 0 0 0 0,0 1 1 0 0,0-1-1 0 0,0 1 0 0 0,0 0 1 0 0,1 0-1 0 0,-1 0 0 0 0,7-1 1 0 0,3-2 44 0 0,0 2 1 0 0,1 0 0 0 0,-1 1-1 0 0,1 0 1 0 0,-1 1 0 0 0,1 1 0 0 0,-1 0-1 0 0,1 1 1 0 0,24 5 0 0 0,20 7 414 0 0,-1 2 1 0 0,0 3-1 0 0,98 46 1 0 0,-142-58-359 0 0,1 2 0 0 0,-2 0 1 0 0,1 0-1 0 0,12 11 0 0 0,-23-16-99 0 0,0 0 0 0 0,0 0 0 0 0,0 0 0 0 0,-1 0 0 0 0,0 0 0 0 0,1 1 0 0 0,-1-1 0 0 0,-1 1 0 0 0,1-1 0 0 0,0 1 0 0 0,-1 0 0 0 0,0 0 0 0 0,0 0 0 0 0,0 0 0 0 0,0 0 0 0 0,0 0 0 0 0,-1 0 0 0 0,0 6 0 0 0,0-5-37 0 0,0-1 0 0 0,1 1 0 0 0,-1 0 0 0 0,1 0 0 0 0,0 0 0 0 0,0-1 0 0 0,1 1 0 0 0,-1-1 0 0 0,1 1 0 0 0,0-1 0 0 0,0 1-1 0 0,1-1 1 0 0,-1 0 0 0 0,1 0 0 0 0,0 0 0 0 0,0-1 0 0 0,7 7 0 0 0,-7-7-270 0 0,-1-1 0 0 0,1 0 0 0 0,0-1 0 0 0,0 1 0 0 0,1 0 0 0 0,-1-1 0 0 0,0 0 0 0 0,0 0 0 0 0,1 0 0 0 0,-1 0 0 0 0,6 0 0 0 0,-4 0-855 0 0,0-1 0 0 0,-1 0 1 0 0,1-1-1 0 0,0 1 1 0 0,0-1-1 0 0,0 0 1 0 0,0 0-1 0 0,-1 0 1 0 0,9-4-1 0 0,47-26-10019 0 0</inkml:trace>
</inkml:ink>
</file>

<file path=ppt/ink/ink3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06T18:27:39.75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33 40 240 0 0,'0'1'17'0'0,"0"0"1"0"0,1-1-1 0 0,-1 1 0 0 0,0 0 1 0 0,0 0-1 0 0,-1 0 0 0 0,1-1 1 0 0,0 1-1 0 0,0 0 1 0 0,0 0-1 0 0,-1 0 0 0 0,1-1 1 0 0,0 1-1 0 0,-1 0 0 0 0,1 0 1 0 0,0-1-1 0 0,-1 1 0 0 0,1 0 1 0 0,-1-1-1 0 0,1 1 0 0 0,-1-1 1 0 0,1 1-1 0 0,-1 0 0 0 0,0-1 1 0 0,1 1-1 0 0,-1-1 0 0 0,0 0 1 0 0,1 1-1 0 0,-1-1 0 0 0,0 1 1 0 0,0-1-1 0 0,1 0 0 0 0,-1 0 1 0 0,0 1-1 0 0,0-1 0 0 0,0 0 1 0 0,1 0-1 0 0,-1 0 0 0 0,0 0 1 0 0,0 0-1 0 0,0 0 0 0 0,0 0 1 0 0,1 0-1 0 0,-1 0 0 0 0,0-1 1 0 0,0 1-1 0 0,1 0 0 0 0,-1 0 1 0 0,-1-1-1 0 0,-3-3 10 0 0,5 1 26 0 0,0-2-26 0 0,0 3 40 0 0,27-5 173 0 0,-27 7-239 0 0,0 0 1 0 0,1 0 0 0 0,-1 0 0 0 0,0 0-1 0 0,0 0 1 0 0,0 0 0 0 0,1 0 0 0 0,-1 0-1 0 0,0 0 1 0 0,0 0 0 0 0,1-1 0 0 0,-1 1-1 0 0,0 0 1 0 0,0 0 0 0 0,0 0 0 0 0,1 0-1 0 0,-1 0 1 0 0,0 0 0 0 0,0-1 0 0 0,0 1 0 0 0,0 0-1 0 0,1 0 1 0 0,-1 0 0 0 0,0 0 0 0 0,0-1-1 0 0,0 1 1 0 0,0 0 0 0 0,0 0 0 0 0,0-1-1 0 0,0 1 1 0 0,0 0 0 0 0,1 0 0 0 0,-1 0-1 0 0,0-1 1 0 0,0 1 0 0 0,0 0 0 0 0,0 0-1 0 0,0-1 1 0 0,0 1 0 0 0,0 0-2 0 0,0-1 1 0 0,0 1 0 0 0,0 0-1 0 0,0 0 1 0 0,0 0 0 0 0,0-1-1 0 0,0 1 1 0 0,0 0-1 0 0,0 0 1 0 0,0-1 0 0 0,0 1-1 0 0,0 0 1 0 0,0 0 0 0 0,0 0-1 0 0,0-1 1 0 0,0 1-1 0 0,1 0 1 0 0,-1 0 0 0 0,0 0-1 0 0,0-1 1 0 0,0 1 0 0 0,0 0-1 0 0,1 0 1 0 0,-1 0 0 0 0,0 0-1 0 0,0 0 1 0 0,0-1-1 0 0,1 1 1 0 0,-1 0 0 0 0,0 0-1 0 0,0 0 1 0 0,0 0 0 0 0,1 0-1 0 0,-1 0 1 0 0,0 0-1 0 0,1 0 1 0 0,20-3 52 0 0,-15-1-26 0 0,-1 2 26 0 0,9-2-11 0 0,-18 3-24 0 0,3 1-16 0 0,1 0 0 0 0,-1-1 0 0 0,0 1 0 0 0,1 0 0 0 0,-1 0 0 0 0,0 0 0 0 0,1 1 0 0 0,-1-1 0 0 0,0 0 0 0 0,1 0 0 0 0,-1 0 0 0 0,1 0 0 0 0,-1 1 0 0 0,0-1 0 0 0,1 0-1 0 0,-1 1 1 0 0,1-1 0 0 0,-1 0 0 0 0,0 1 0 0 0,1-1 0 0 0,-1 1 0 0 0,1-1 0 0 0,-1 1 0 0 0,1 0 145 0 0,0 0-67 0 0,0 3 0 0 0,0-3 240 0 0,0-2-253 0 0,5-4-54 0 0,17-1-13 0 0,-22 6 1 0 0,1-1-1 0 0,-1 1 0 0 0,0 0 1 0 0,1 0-1 0 0,-1 0 1 0 0,0 0-1 0 0,0 0 1 0 0,1-1-1 0 0,-1 1 0 0 0,0 0 1 0 0,0 0-1 0 0,1 0 1 0 0,-1-1-1 0 0,0 1 1 0 0,0 0-1 0 0,0 0 0 0 0,1-1 1 0 0,-1 1-1 0 0,0 0 1 0 0,0 0-1 0 0,0-1 1 0 0,0 1-1 0 0,0 0 1 0 0,0-1-1 0 0,0 1 0 0 0,1 0 1 0 0,-1 0-1 0 0,0-1 1 0 0,0 1-1 0 0,0-1 1 0 0,0 1-1 0 0,0-5 53 0 0,-2 5-46 0 0,0 0-1 0 0,0 1 1 0 0,0-1 0 0 0,0 0-1 0 0,0 0 1 0 0,0 1 0 0 0,0-1-1 0 0,0 1 1 0 0,0 0 0 0 0,0-1-1 0 0,0 1 1 0 0,1 0 0 0 0,-1 0-1 0 0,0 0 1 0 0,-2 3 0 0 0,-2-3 59 0 0,-15 0 1 0 0,14-1-61 0 0,8-1-599 0 0</inkml:trace>
</inkml:ink>
</file>

<file path=ppt/ink/ink3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06T18:25:25.08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153 0 240 0 0,'-60'6'1281'0'0,"55"-6"3814"0"0,-1 2-4508 0 0,-16 3-26 0 0,22-5-546 0 0,0 0 1 0 0,0 0 0 0 0,0 0 0 0 0,0 0 0 0 0,-1 0-1 0 0,1 0 1 0 0,0 0 0 0 0,0 0 0 0 0,0 0 0 0 0,-1 0-1 0 0,1 0 1 0 0,0 0 0 0 0,0 0 0 0 0,0 0 0 0 0,0 0-1 0 0,-1 0 1 0 0,1 0 0 0 0,0 0 0 0 0,0 0 0 0 0,0 1 0 0 0,0-1-1 0 0,-1 0 1 0 0,1 0 0 0 0,0 0 0 0 0,0 0 0 0 0,0 0-1 0 0,0 0 1 0 0,0 0 0 0 0,0 1 0 0 0,0-1 0 0 0,-1 0-1 0 0,1 0 1 0 0,0 0 0 0 0,0 0 0 0 0,0 1 0 0 0,0-1-1 0 0,0 0 1 0 0,0 0 0 0 0,0 0 0 0 0,0 0 0 0 0,0 1 0 0 0,0-1-1 0 0,0 0 1 0 0,0 0 0 0 0,0 0 0 0 0,0 0 0 0 0,0 1-1 0 0,0-1 1 0 0,0 0 0 0 0,0 0 0 0 0,-5 3 698 0 0,4-3-614 0 0,-14-1 10 0 0,15 1-69 0 0,0 0 0 0 0,-1 0 0 0 0,1 0 0 0 0,-1 0 0 0 0,1 0 0 0 0,-1 0 0 0 0,1 0 0 0 0,-1 1 0 0 0,1-1-1 0 0,-1 0 1 0 0,1 0 0 0 0,-1 0 0 0 0,1 0 0 0 0,0 1 0 0 0,-1-1 0 0 0,1 0 0 0 0,-1 0 0 0 0,1 1 0 0 0,0-1 0 0 0,-1 0 0 0 0,1 1 0 0 0,0-1 0 0 0,-1 0 0 0 0,1 1 0 0 0,0-1-1 0 0,0 0 1 0 0,-1 1 0 0 0,1-1 0 0 0,0 1 0 0 0,0-1 0 0 0,0 0 0 0 0,-1 1 0 0 0,1 0-19 0 0,-1 0 0 0 0,1-1 1 0 0,-1 1-1 0 0,0-1 0 0 0,1 1 0 0 0,-1 0 0 0 0,0-1 1 0 0,1 0-1 0 0,-1 1 0 0 0,0-1 0 0 0,0 1 1 0 0,1-1-1 0 0,-1 0 0 0 0,0 0 0 0 0,0 1 0 0 0,0-1 1 0 0,0 0-1 0 0,1 0 0 0 0,-1 0 0 0 0,0 0 1 0 0,0 0-1 0 0,-1 0 0 0 0,-2 0 301 0 0,21-1 1351 0 0,48 1-1501 0 0,-59-1-106 0 0,-1-5-54 0 0,22 5 1 0 0,5 2 14 0 0,-29 1-2 0 0,-3-2-26 0 0,0 1 0 0 0,0-1 0 0 0,0 0 0 0 0,0 0 1 0 0,0 0-1 0 0,0 0 0 0 0,0 0 0 0 0,0 0 0 0 0,0 0 1 0 0,0 0-1 0 0,0 1 0 0 0,0-1 0 0 0,0 0 0 0 0,0 0 1 0 0,0 0-1 0 0,0 0 0 0 0,0 0 0 0 0,0 0 0 0 0,0 0 1 0 0,0 0-1 0 0,0 1 0 0 0,0-1 0 0 0,0 0 0 0 0,0 0 1 0 0,0 0-1 0 0,0 0 0 0 0,0 0 0 0 0,0 0 0 0 0,0 0 1 0 0,0 0-1 0 0,0 1 0 0 0,0-1 0 0 0,0 0 0 0 0,0 0 1 0 0,0 0-1 0 0,1 0 0 0 0,-1 0 0 0 0,0 0 0 0 0,0 0 1 0 0,0 0-1 0 0,0 0 0 0 0,0 0 0 0 0,0 0 0 0 0,0 0 1 0 0,0 0-1 0 0,0 0 0 0 0,1 0 0 0 0,-1 0 0 0 0,0 0 1 0 0,0 0-1 0 0,0 0 0 0 0,0 0 0 0 0,0 0 0 0 0,0 0 1 0 0,0 0-1 0 0,1 0 0 0 0,-1 0 0 0 0,0 0 0 0 0,0 0 0 0 0,0 0 1 0 0,0 0-1 0 0,0 0 0 0 0,0 0 0 0 0,4 1 4 0 0,0-1 1 0 0,0 1-1 0 0,0-1 0 0 0,0 0 0 0 0,0 0 0 0 0,7-1 1 0 0,8 0 16 0 0,1 0 0 0 0,32 4 1 0 0,72 10 204 0 0,1-1-52 0 0,-98-9-95 0 0,-6-5-33 0 0,67 8 56 0 0,-23-5 71 0 0,-22-2-137 0 0,-34 2-53 0 0,10 4 51 0 0,3-4-7 0 0,-17-1 13 0 0,1 0-80 0 0,48 9 93 0 0,-43-5-39 0 0,16-2-14 0 0,0 4 0 0 0,-20-3 28 0 0,0-1 0 0 0,0 1 0 0 0,1-1 0 0 0,-1-1 0 0 0,1 1 0 0 0,-1-1 1 0 0,15-1-1 0 0,41 5 67 0 0,-3-4-15 0 0,-28-2-67 0 0,76-13 2 0 0,-58 9 24 0 0,-40-1-119 0 0,-4 7 56 0 0,0-1 0 0 0,-1 1 0 0 0,0 0 1 0 0,1 0-1 0 0,-1 0 0 0 0,1 1 1 0 0,-1 0-1 0 0,6 3 0 0 0,0 8 91 0 0,11-4 16 0 0,0 0 1 0 0,1-1-1 0 0,35 7 0 0 0,-18-3 0 0 0,-32-9-167 0 0,1 0 0 0 0,0-1 0 0 0,17 3 0 0 0,-19-9-658 0 0,-19-7-1184 0 0,-42-20-2449 0 0</inkml:trace>
</inkml:ink>
</file>

<file path=ppt/ink/ink3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06T18:25:25.90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28 233 320 0 0,'-27'0'320'0'0,"27"0"-292"0"0,0 0 0 0 0,0 1-1 0 0,0-1 1 0 0,0 0 0 0 0,0 0-1 0 0,0 0 1 0 0,0 0 0 0 0,1 0-1 0 0,-1 1 1 0 0,0-1 0 0 0,0 0-1 0 0,0 0 1 0 0,0 0 0 0 0,0 0-1 0 0,0 1 1 0 0,0-1 0 0 0,0 0 0 0 0,0 0-1 0 0,0 0 1 0 0,0 0 0 0 0,0 1-1 0 0,0-1 1 0 0,0 0 0 0 0,0 0-1 0 0,0 0 1 0 0,0 0 0 0 0,0 1-1 0 0,0-1 1 0 0,0 0 0 0 0,0 0-1 0 0,0 0 1 0 0,-1 0 0 0 0,1 1-1 0 0,0-1 1 0 0,0 0 0 0 0,0 0-1 0 0,0 0 1 0 0,0 0 0 0 0,0 0-1 0 0,27 0 1521 0 0,-22 0-1001 0 0,17 0 40 0 0,-11-5 773 0 0,24-2 134 0 0,60-21 0 0 0,110-48-24 0 0,123-37 329 0 0,-311 108-1692 0 0,9 0 186 0 0,-31 11-1387 0 0,-55 2-3908 0 0,27 5 1133 0 0</inkml:trace>
</inkml:ink>
</file>

<file path=ppt/ink/ink3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06T18:25:26.41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6 560 0 0,'0'-6'2401'0'0,"33"6"-1200"0"0,-33 6-1 0 0,33 1 161 0 0,32 13 80 0 0,33 16 159 0 0,0-9-559 0 0,-7-6-721 0 0,-25-15-960 0 0,-1-6-1201 0 0,0-6-1200 0 0,-32-1-321 0 0</inkml:trace>
</inkml:ink>
</file>

<file path=ppt/ink/ink3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06T18:25:28.03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478 229 480 0 0,'0'-2'30'0'0,"0"1"0"0"0,0-1 0 0 0,0 1-1 0 0,1-1 1 0 0,-1 1 0 0 0,0-1 0 0 0,1 1 0 0 0,-1-1-1 0 0,1 1 1 0 0,-1 0 0 0 0,1-1 0 0 0,0 1 0 0 0,0 0-1 0 0,-1-1 1 0 0,1 1 0 0 0,0 0 0 0 0,0 0 0 0 0,0 0-1 0 0,0 0 1 0 0,1 0 0 0 0,-1 0 0 0 0,2-2 0 0 0,-2 3 5 0 0,0-1 1 0 0,0 0 0 0 0,1 0-1 0 0,-1 0 1 0 0,0 0 0 0 0,0 0 0 0 0,0 0-1 0 0,-1 0 1 0 0,1 0 0 0 0,0-1 0 0 0,0 1-1 0 0,-1 0 1 0 0,1-1 0 0 0,0 1 0 0 0,-1 0-1 0 0,1-1 1 0 0,-1 1 0 0 0,0 0 0 0 0,1-1-1 0 0,-1 1 1 0 0,0-1 0 0 0,0-1 0 0 0,0 1 9 0 0,-1 0 0 0 0,1 1 0 0 0,0-1 1 0 0,0 0-1 0 0,0 0 0 0 0,0 1 1 0 0,0-1-1 0 0,0 0 0 0 0,1 1 0 0 0,-1-1 1 0 0,1 0-1 0 0,-1 1 0 0 0,1-1 1 0 0,-1 1-1 0 0,1-1 0 0 0,0 1 0 0 0,0-1 1 0 0,0 1-1 0 0,0-1 0 0 0,0 1 0 0 0,0 0 1 0 0,0-1-1 0 0,0 1 0 0 0,1 0 1 0 0,-1 0-1 0 0,0 0 0 0 0,2-1 0 0 0,6-5 115 0 0,-4-6 190 0 0,-6 12-333 0 0,1 1 0 0 0,0-1 0 0 0,0 1 0 0 0,0-1 0 0 0,0 0 0 0 0,0 1 0 0 0,0-1 0 0 0,0 1 0 0 0,1-1 0 0 0,-1 1 0 0 0,0-1 0 0 0,0 1 1 0 0,0-1-1 0 0,0 1 0 0 0,1-1 0 0 0,-1 1 0 0 0,0-1 0 0 0,1 1 0 0 0,-1-1 0 0 0,0 1 0 0 0,1 0 0 0 0,-1-1 0 0 0,0 1 0 0 0,1 0 0 0 0,-1-1 0 0 0,1 1 0 0 0,0-1 0 0 0,21 0 130 0 0,-22 1-146 0 0,-1 0 1 0 0,1 0 0 0 0,0 0-1 0 0,0 0 1 0 0,0 0 0 0 0,-1 0-1 0 0,1 0 1 0 0,0 0 0 0 0,0 0-1 0 0,0 0 1 0 0,0 1 0 0 0,-1-1-1 0 0,1 0 1 0 0,0 0 0 0 0,0 0-1 0 0,0 0 1 0 0,0 0 0 0 0,0 1-1 0 0,0-1 1 0 0,-1 0 0 0 0,1 0-1 0 0,0 0 1 0 0,0 0 0 0 0,0 1-1 0 0,0-1 1 0 0,0 0 0 0 0,0 0-1 0 0,0 0 1 0 0,0 1 0 0 0,0-1-1 0 0,0 0 1 0 0,0 0 0 0 0,0 0-1 0 0,0 1 1 0 0,0-1 0 0 0,0 0-1 0 0,0 0 1 0 0,0 0 0 0 0,0 1-1 0 0,0-1 1 0 0,0 0 0 0 0,0 0-1 0 0,0 0 1 0 0,1 0 0 0 0,-1 1-1 0 0,0-1 1 0 0,0 0 0 0 0,0 0-1 0 0,0 0 1 0 0,0 0 0 0 0,0 1-1 0 0,1-1 1 0 0,-1 0 0 0 0,0 0-1 0 0,0 0 1 0 0,0 0 0 0 0,0 0-1 0 0,1 0 1 0 0,-1 0 0 0 0,0 0-1 0 0,0 1 1 0 0,0-1 0 0 0,1 0-1 0 0,-9 5 8 0 0,1 1-1 0 0,0 0 0 0 0,1 0 0 0 0,-1 1 0 0 0,1 0 0 0 0,0 0 1 0 0,-5 9-1 0 0,3-5-7 0 0,-21 25-6 0 0,15-19 13 0 0,0 0-1 0 0,1 0 1 0 0,1 2-1 0 0,1-1 1 0 0,-15 33-1 0 0,16-4 247 0 0,2-23-13 0 0,5-17-116 0 0,1 1 1 0 0,-1-1 0 0 0,2 1-1 0 0,-1-1 1 0 0,1 1-1 0 0,-1 11 1 0 0,9-22-86 0 0,0 0 0 0 0,0-1 0 0 0,0 1 0 0 0,-1-2 0 0 0,1 1 0 0 0,6-6 0 0 0,-3-12 94 0 0,56-81 52 0 0,-6 7-39 0 0,-6 20-27 0 0,-38 32-133 0 0,-4 23 36 0 0,-10 19-11 0 0,0-1 1 0 0,0 0 0 0 0,-1 0-1 0 0,1 0 1 0 0,-1 0 0 0 0,0 0-1 0 0,0 0 1 0 0,0-1 0 0 0,0 1-1 0 0,0 0 1 0 0,-1 0 0 0 0,0-1-1 0 0,1-5 1 0 0,1 6-11 0 0,-3 2-20 0 0,-28-11-6 0 0,24 6 64 0 0,7 4-30 0 0,-2 1-7 0 0,-29-10-16 0 0,28 12 7 0 0,0 0 0 0 0,1 0 0 0 0,-1 0 0 0 0,0 0 1 0 0,1 0-1 0 0,-1 0 0 0 0,1 0 0 0 0,0 0 0 0 0,-1 0 0 0 0,1 0 1 0 0,0 1-1 0 0,0-1 0 0 0,0 0 0 0 0,0 0 0 0 0,0 0 0 0 0,0 0 0 0 0,0 3 1 0 0,-5 28 283 0 0,-17 30 376 0 0,15-33-304 0 0,6-21-251 0 0,-1 0 0 0 0,0 0 0 0 0,0 0 0 0 0,-1 0 0 0 0,0-1 0 0 0,0 1 0 0 0,-1-1 0 0 0,-7 12-1 0 0,-24 25 332 0 0,23-31-119 0 0,1 1-1 0 0,-10 16 0 0 0,18-25-264 0 0,1 0 0 0 0,-1 0 0 0 0,1 0 0 0 0,0 1 0 0 0,0-1 0 0 0,1 0 1 0 0,0 1-1 0 0,0 0 0 0 0,0-1 0 0 0,0 9 0 0 0,1-18-116 0 0,-1 2-7 0 0,1 0 0 0 0,0-1 0 0 0,0 1 0 0 0,0 0 0 0 0,0 0 0 0 0,1 0 0 0 0,-1-1 0 0 0,0 1 0 0 0,1 0 1 0 0,0 0-1 0 0,-1 0 0 0 0,1 0 0 0 0,1-3 0 0 0,8-5-40 0 0,-7 7 77 0 0,0-1-1 0 0,1 0 1 0 0,-1 0-1 0 0,-1 0 1 0 0,1 0-1 0 0,2-6 1 0 0,-2 4 0 0 0,17-32-420 0 0,17-46-1 0 0,23-49-673 0 0,-59 131 1112 0 0,0 1 13 0 0,-1 0 0 0 0,1 0-1 0 0,-1 0 1 0 0,1 0 0 0 0,-1 0 0 0 0,0 0 0 0 0,1 0 0 0 0,-1 0 0 0 0,0 0 0 0 0,0 0 0 0 0,0 0 0 0 0,0 0 0 0 0,0 0-1 0 0,0 0 1 0 0,0-1 0 0 0,0-3-9 0 0,-5 4 58 0 0,-22 2-65 0 0,24 1-26 0 0,0 2 7 0 0,-2-2 38 0 0,3-2 6 0 0,0 1 1 0 0,1 0-1 0 0,-1-1 0 0 0,0 1 0 0 0,1 0 1 0 0,-1 0-1 0 0,1 0 0 0 0,-1 1 1 0 0,1-1-1 0 0,0 0 0 0 0,-1 0 0 0 0,1 1 1 0 0,0-1-1 0 0,0 1 0 0 0,0-1 0 0 0,0 1 1 0 0,0-1-1 0 0,0 1 0 0 0,1 0 0 0 0,-2 1 1 0 0,-5 7 26 0 0,0 0 0 0 0,-1-1 0 0 0,0 0 0 0 0,-15 13 0 0 0,-11 11 64 0 0,5 8 18 0 0,-7 7-44 0 0,10-20 1 0 0,23-23-54 0 0,3-4-8 0 0,-1 0 0 0 0,1 0 0 0 0,-1 0 0 0 0,1 1 1 0 0,-1-1-1 0 0,1 0 0 0 0,-1 0 0 0 0,0 0 1 0 0,0 0-1 0 0,0 0 0 0 0,0 0 0 0 0,0 0 0 0 0,0 0 1 0 0,0 0-1 0 0,0-1 0 0 0,0 1 0 0 0,0 0 0 0 0,0-1 1 0 0,0 1-1 0 0,0 0 0 0 0,-1-1 0 0 0,1 0 1 0 0,0 1-1 0 0,0-1 0 0 0,-1 0 0 0 0,1 1 0 0 0,0-1 1 0 0,-3 0-1 0 0,4-1-3 0 0,-1 1-1 0 0,1 0 1 0 0,0 0 0 0 0,-1-1-1 0 0,1 1 1 0 0,-1 0 0 0 0,1-1 0 0 0,0 1-1 0 0,-1-1 1 0 0,1 1 0 0 0,0 0 0 0 0,0-1-1 0 0,-1 1 1 0 0,1-1 0 0 0,0 1-1 0 0,0-1 1 0 0,0 1 0 0 0,-1-1 0 0 0,1 1-1 0 0,0-1 1 0 0,0 1 0 0 0,0-1 0 0 0,0 1-1 0 0,0-1 1 0 0,0 1 0 0 0,0-1-1 0 0,0 1 1 0 0,0-1 0 0 0,1-17-15 0 0,-1 17-7 0 0,0-109-4074 0 0,5 108 4135 0 0,-1 3-23 0 0,-2-1-5 0 0,-1 1 0 0 0,1-1 0 0 0,-1 0 0 0 0,1 0 0 0 0,0 0 0 0 0,-1 1 0 0 0,1-2 0 0 0,0 1 0 0 0,-1 0 1 0 0,1 0-1 0 0,-1 0 0 0 0,4-2 0 0 0,-6 10 538 0 0,-4 15 47 0 0,-13-2-375 0 0,0-2 1 0 0,-2-1-1 0 0,0 0 0 0 0,-1-1 1 0 0,-40 24-1 0 0,55-38-195 0 0,0 0 0 0 0,-1 0 0 0 0,0-1 0 0 0,0 1 0 0 0,1-1 0 0 0,-1-1 0 0 0,0 1 0 0 0,-1-1 0 0 0,1-1 0 0 0,-9 1 0 0 0,8-1-17 0 0,-30 0 16 0 0,10-5 41 0 0,29 5-66 0 0,-1 0 0 0 0,0 0 0 0 0,0 0 0 0 0,0 0 0 0 0,0 0 0 0 0,1 0 0 0 0,-1-1 0 0 0,0 1 0 0 0,0 0 0 0 0,0 0 0 0 0,0 0 0 0 0,0 0 0 0 0,1 0 0 0 0,-1 0 0 0 0,0 0 0 0 0,0 0 0 0 0,0 0 0 0 0,0-1 0 0 0,0 1 0 0 0,0 0 0 0 0,0 0 0 0 0,1 0 0 0 0,-1 0 0 0 0,0 0 0 0 0,0-1 0 0 0,0 1 0 0 0,0 0 0 0 0,0 0 0 0 0,0 0 0 0 0,0 0 0 0 0,0-1 0 0 0,0 1 0 0 0,0 0 0 0 0,0 0 0 0 0,0 0 0 0 0,0 0 0 0 0,0-1 0 0 0,0 1 0 0 0,0 0 0 0 0,0 0 0 0 0,0 0 0 0 0,0 0 0 0 0,0-1 0 0 0,0 1 0 0 0,0 0 0 0 0,-1 0 0 0 0,1 0 0 0 0,0 0 0 0 0,0 0 0 0 0,0-1 0 0 0,0 1 0 0 0,0 0 0 0 0,0 0 0 0 0,0 0 0 0 0,-1 0 0 0 0,1 0 0 0 0,0 0 0 0 0,0 0 0 0 0,0 0 0 0 0,0-1 0 0 0,0 1 0 0 0,-1 0 0 0 0,1 0 0 0 0,0 0 0 0 0,0 0 0 0 0,-1 0 0 0 0,4 0 8 0 0,-2 0-8 0 0,0 0-1 0 0,0 0 0 0 0,0 0 0 0 0,1-1 0 0 0,-1 1 0 0 0,0 0 0 0 0,0 0 1 0 0,0-1-1 0 0,0 1 0 0 0,0-1 0 0 0,0 1 0 0 0,1-1 0 0 0,-1 1 1 0 0,0-1-1 0 0,-1 0 0 0 0,1 0 0 0 0,0 1 0 0 0,0-1 0 0 0,0 0 0 0 0,0 0 1 0 0,0 0-1 0 0,-1 0 0 0 0,2-1 0 0 0,-2 1 0 0 0,1-1 0 0 0,-1 1 0 0 0,1-1 0 0 0,-1 1 0 0 0,1 0 0 0 0,0-1 0 0 0,-1 1 0 0 0,1 0 0 0 0,0 0 0 0 0,0 0 0 0 0,0-1 0 0 0,0 1 0 0 0,0 0 0 0 0,1 0 0 0 0,-1 1 0 0 0,0-1 0 0 0,0 0 0 0 0,1 0 0 0 0,-1 0 0 0 0,3 0 0 0 0,41-18 0 0 0,-14 6 0 0 0,-18 5 7 0 0,1 1-1 0 0,0 0 1 0 0,1 1 0 0 0,0 1-1 0 0,0 0 1 0 0,0 1 0 0 0,0 1-1 0 0,0 0 1 0 0,1 1 0 0 0,0 1-1 0 0,17 0 1 0 0,-32 1-5 0 0,0 0 0 0 0,1 0-1 0 0,-1 0 1 0 0,1 0 0 0 0,-1 0-1 0 0,0 1 1 0 0,1-1 0 0 0,-1 0 0 0 0,0 1-1 0 0,1-1 1 0 0,-1 1 0 0 0,0-1 0 0 0,1 1-1 0 0,-1 0 1 0 0,0 0 0 0 0,0-1 0 0 0,0 1-1 0 0,0 0 1 0 0,0 0 0 0 0,0 0-1 0 0,0 0 1 0 0,0 0 0 0 0,0 0 0 0 0,0 1-1 0 0,0-1 1 0 0,-1 0 0 0 0,1 0 0 0 0,0 0-1 0 0,-1 1 1 0 0,1-1 0 0 0,-1 0-1 0 0,0 1 1 0 0,1-1 0 0 0,-1 1 0 0 0,0-1-1 0 0,0 0 1 0 0,0 1 0 0 0,0-1 0 0 0,0 1-1 0 0,0-1 1 0 0,0 0 0 0 0,0 1-1 0 0,-1-1 1 0 0,1 1 0 0 0,0-1 0 0 0,-1 0-1 0 0,0 1 1 0 0,1-1 0 0 0,-1 0 0 0 0,1 0-1 0 0,-1 0 1 0 0,0 1 0 0 0,-1 0-1 0 0,-6 8 40 0 0,0-1-1 0 0,-1 0 0 0 0,0 0 0 0 0,0-1 0 0 0,-1 0 0 0 0,0-1 0 0 0,-1 0 0 0 0,1 0 0 0 0,-1-1 0 0 0,0-1 0 0 0,-1 0 0 0 0,-23 7 0 0 0,30-11-94 0 0,5-4 53 0 0,0 0 0 0 0,0 0 0 0 0,0 1 0 0 0,0-1-1 0 0,0 0 1 0 0,1 0 0 0 0,-1 0 0 0 0,1 0-1 0 0,0 0 1 0 0,1-3 0 0 0,33-14-138 0 0,-26 15-164 0 0,0 1 0 0 0,0-1 0 0 0,-1-1 0 0 0,9-7 0 0 0,-6-3-1538 0 0,17 2-413 0 0</inkml:trace>
</inkml:ink>
</file>

<file path=ppt/ink/ink3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06T18:25:28.99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21 80 0 0,'0'-8'2161'0'0,"32"8"-1521"0"0,1 0 81 0 0,-1 0-161 0 0,1 0 0 0 0,32 8-160 0 0,-32-8 1 0 0,32 0-1 0 0,1 0-80 0 0,-40 0 0 0 0,39 0-80 0 0,-32-8-160 0 0,-1 2-640 0 0,1 6-1121 0 0,-33-7-640 0 0</inkml:trace>
</inkml:ink>
</file>

<file path=ppt/ink/ink3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06T18:25:29.78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33 8 240 0 0,'-33'0'240'0'0,"33"-8"-400"0"0</inkml:trace>
</inkml:ink>
</file>

<file path=ppt/ink/ink3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06T18:25:32.20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680 2 640 0 0,'0'0'1961'0'0,"0"-1"-179"0"0,0 2-1163 0 0,0 0-560 0 0,0 0 0 0 0,0 0 0 0 0,0 0 0 0 0,0 0 0 0 0,1 1 0 0 0,-1-1 0 0 0,-1 0 0 0 0,1 0 0 0 0,0 0 0 0 0,0 0 0 0 0,0 0 0 0 0,0 0 0 0 0,-1 0 0 0 0,1 0 0 0 0,0 0 0 0 0,-1 0 0 0 0,1-1 0 0 0,-1 1 0 0 0,1 0 0 0 0,-1 0 0 0 0,0 0 0 0 0,1 0 0 0 0,-1-1 0 0 0,0 1 0 0 0,0 0 0 0 0,1 0 0 0 0,-1-1 0 0 0,0 1 0 0 0,0-1 0 0 0,0 1 0 0 0,0-1 0 0 0,0 1 0 0 0,0-1 0 0 0,-1 1 0 0 0,-9 4 144 0 0,10-1-144 0 0,0-1 0 0 0,-1 1 0 0 0,1 0 0 0 0,1 0 0 0 0,-1 0 0 0 0,0 0 0 0 0,1 0 0 0 0,0 0 0 0 0,0-1 0 0 0,0 1 0 0 0,2 8 0 0 0,-2-5 47 0 0,2-1 6 0 0,-2-6-108 0 0,0 1 0 0 0,0-1 0 0 0,1 0 0 0 0,-1 1 0 0 0,0-1 0 0 0,0 0 1 0 0,0 1-1 0 0,0-1 0 0 0,0 0 0 0 0,0 1 0 0 0,1-1 0 0 0,-1 0 0 0 0,0 1 0 0 0,0-1 1 0 0,0 0-1 0 0,0 1 0 0 0,0-1 0 0 0,-1 1 0 0 0,1-1 0 0 0,0 0 0 0 0,0 1 1 0 0,0-1-1 0 0,0 0 0 0 0,0 1 0 0 0,0-1 0 0 0,0 0 0 0 0,-1 1 0 0 0,1-1 0 0 0,0 0 1 0 0,-3 2 44 0 0,1 0 1 0 0,0-1 0 0 0,-1 0 0 0 0,1 0-1 0 0,-1 1 1 0 0,1-1 0 0 0,-1-1 0 0 0,0 1 0 0 0,-3 0-1 0 0,5 1-22 0 0,0-1-1 0 0,0 0 1 0 0,0 1-1 0 0,1-1 0 0 0,-1 0 1 0 0,0 1-1 0 0,1-1 1 0 0,-1 1-1 0 0,1-1 1 0 0,0 1-1 0 0,-1-1 0 0 0,1 1 1 0 0,0 0-1 0 0,0-1 1 0 0,0 1-1 0 0,0-1 0 0 0,0 1 1 0 0,1-1-1 0 0,-1 1 1 0 0,0-1-1 0 0,2 4 1 0 0,-3 20 805 0 0,-4-25-765 0 0,-11 0-94 0 0,32 0 81 0 0,-11 0 186 0 0,-5 1-237 0 0,-1 0 0 0 0,1 0 0 0 0,-1-1 0 0 0,1 1 0 0 0,-1-1 0 0 0,1 1 0 0 0,-1 0-1 0 0,0-1 1 0 0,1 1 0 0 0,-1-1 0 0 0,0 0 0 0 0,0 1 0 0 0,1-1 0 0 0,-1 1 0 0 0,0-1 0 0 0,0 0 0 0 0,0 0 0 0 0,1 0 0 0 0,-1 1 0 0 0,0-1 0 0 0,0 0 0 0 0,0 0 0 0 0,0 0 0 0 0,1 0 0 0 0,-1 0 0 0 0,-1-1 0 0 0,-5 2 10 0 0,6-1-7 0 0,1 1-1 0 0,-1-1 0 0 0,1 1 0 0 0,-1-1 1 0 0,1 1-1 0 0,0 0 0 0 0,-1-1 1 0 0,1 1-1 0 0,-1-1 0 0 0,1 1 1 0 0,0 0-1 0 0,-1 0 0 0 0,1-1 1 0 0,0 1-1 0 0,0 0 0 0 0,0-1 0 0 0,0 1 1 0 0,0 0-1 0 0,0 0 0 0 0,-1-1 1 0 0,2 1-1 0 0,-1 1 0 0 0,0 23 415 0 0,1-20-255 0 0,-2-4-159 0 0,1 0 0 0 0,0 0 0 0 0,0 0 1 0 0,0 0-1 0 0,-1 0 0 0 0,1 0 0 0 0,-1 0 0 0 0,1 0 0 0 0,-1-1 0 0 0,1 1 0 0 0,-1 0 0 0 0,1 0 0 0 0,-1 0 1 0 0,0-1-1 0 0,1 1 0 0 0,-1 0 0 0 0,0-1 0 0 0,0 1 0 0 0,1-1 0 0 0,-1 1 0 0 0,0 0 0 0 0,0-1 0 0 0,0 0 1 0 0,0 1-1 0 0,0-1 0 0 0,0 0 0 0 0,0 1 0 0 0,0-1 0 0 0,0 0 0 0 0,1 0 0 0 0,-1 0 0 0 0,0 0 0 0 0,0 0 0 0 0,0 0 1 0 0,-2 0-1 0 0,2 0 14 0 0,-4 2 47 0 0,5 1-55 0 0,0 0-1 0 0,0 1 1 0 0,0-1-1 0 0,0 0 1 0 0,-1 0-1 0 0,1 0 1 0 0,-1 0-1 0 0,-1 4 1 0 0,1-6-6 0 0,1-1 0 0 0,-1 1 0 0 0,1-1 0 0 0,-1 1 0 0 0,1-1 1 0 0,-1 1-1 0 0,1-1 0 0 0,-1 0 0 0 0,1 1 0 0 0,-1-1 0 0 0,0 0 1 0 0,1 0-1 0 0,-1 1 0 0 0,1-1 0 0 0,-1 0 0 0 0,0 0 0 0 0,1 0 1 0 0,-1 0-1 0 0,0 0 0 0 0,-1 0 0 0 0,-7 2 14 0 0,8-2-18 0 0,1 1 0 0 0,-1-1-1 0 0,1 0 1 0 0,0 0-1 0 0,-1 1 1 0 0,1-1-1 0 0,0 0 1 0 0,-1 1-1 0 0,1-1 1 0 0,-1 0-1 0 0,1 1 1 0 0,0-1-1 0 0,0 0 1 0 0,-1 1-1 0 0,1-1 1 0 0,0 1-1 0 0,0-1 1 0 0,0 1-1 0 0,-1-1 1 0 0,1 0-1 0 0,0 1 1 0 0,0-1-1 0 0,0 1 1 0 0,0-1 0 0 0,0 1-1 0 0,0-1 1 0 0,0 1-1 0 0,0-1 1 0 0,0 1-1 0 0,0-1 1 0 0,0 1-1 0 0,0-1 1 0 0,0 1-1 0 0,0-1 1 0 0,1 1-1 0 0,-1 0 1 0 0,0-1-1 0 0,1 1 1 0 0,-1 0-1 0 0,0 0 0 0 0,0-1 1 0 0,0 1-1 0 0,0 0 0 0 0,0 0 1 0 0,0 0-1 0 0,0-1 1 0 0,0 1-1 0 0,0 0 0 0 0,0 0 1 0 0,0-1-1 0 0,0 1 0 0 0,-1 0 1 0 0,1 0-1 0 0,0-1 0 0 0,-1 1 1 0 0,1 0-1 0 0,0-1 1 0 0,-1 1-1 0 0,1 0 0 0 0,-1-1 1 0 0,1 1-1 0 0,-1-1 0 0 0,0 2 1 0 0,-2-1-4 0 0,2-1 5 0 0,-1 0-1 0 0,1 1 1 0 0,-1-1 0 0 0,1 1 0 0 0,0-1 0 0 0,-1 1 0 0 0,1 0 0 0 0,0 0 0 0 0,-1 0 0 0 0,1 0 0 0 0,0 0 0 0 0,0 0 0 0 0,0 0 0 0 0,0 0 0 0 0,0 0-1 0 0,0 0 1 0 0,0 1 0 0 0,-1 1 0 0 0,2 66 144 0 0,0-69-151 0 0,-1 1 0 0 0,1-1-1 0 0,0 1 1 0 0,0-1 0 0 0,-1 1 0 0 0,1 0-1 0 0,0-1 1 0 0,-1 1 0 0 0,1-1 0 0 0,0 0 0 0 0,-1 1-1 0 0,1-1 1 0 0,-1 1 0 0 0,1-1 0 0 0,-1 1 0 0 0,1-1-1 0 0,-1 0 1 0 0,1 1 0 0 0,-1-1 0 0 0,1 0-1 0 0,-1 0 1 0 0,0 1 0 0 0,1-1 0 0 0,-1 0 0 0 0,1 0-1 0 0,-1 0 1 0 0,0 0 0 0 0,1 0 0 0 0,-1 0 0 0 0,1 0-1 0 0,-1 0 1 0 0,-1 0 0 0 0,2 0 4 0 0,-1 0 1 0 0,1 0 0 0 0,-1 0-1 0 0,0 0 1 0 0,1 0-1 0 0,-1 0 1 0 0,0 0-1 0 0,1 0 1 0 0,-1 0 0 0 0,1 0-1 0 0,-1 0 1 0 0,0 1-1 0 0,1-1 1 0 0,-1 0 0 0 0,1 0-1 0 0,-1 1 1 0 0,1-1-1 0 0,-1 0 1 0 0,1 1-1 0 0,-1-1 1 0 0,1 1 0 0 0,-1-1-1 0 0,1 1 1 0 0,0-1-1 0 0,-1 1 1 0 0,1-1-1 0 0,0 1 1 0 0,-1-1 0 0 0,1 1-1 0 0,0-1 1 0 0,0 1-1 0 0,-1 0 1 0 0,2 8 58 0 0,-1-7-58 0 0,0 0 0 0 0,1 0 1 0 0,-1 0-1 0 0,0 0 0 0 0,0 0 0 0 0,0 0 0 0 0,0 1 1 0 0,0-1-1 0 0,-1 0 0 0 0,1 0 0 0 0,-1 0 1 0 0,1 0-1 0 0,-1 0 0 0 0,0 0 0 0 0,1 0 1 0 0,-3 3-1 0 0,-7 0-3 0 0,9-5 4 0 0,0 0 0 0 0,0 1-1 0 0,0-1 1 0 0,0 1 0 0 0,0-1 0 0 0,0 1 0 0 0,0-1 0 0 0,0 1 0 0 0,0 0 0 0 0,0 0 0 0 0,1-1 0 0 0,-1 1 0 0 0,0 0 0 0 0,0 0 0 0 0,1 0 0 0 0,-1 0 0 0 0,1 0 0 0 0,-1 0 0 0 0,1 0 0 0 0,-1 0 0 0 0,1 0 0 0 0,-1 0 0 0 0,1 0 0 0 0,0 0 0 0 0,0 0 0 0 0,0 0 0 0 0,-1 0 0 0 0,1 0 0 0 0,0 0 0 0 0,0 0 0 0 0,0 1 0 0 0,1-1 0 0 0,-1 0 0 0 0,0 1 0 0 0,0-1 3 0 0,0 0 1 0 0,0 0-1 0 0,0 0 0 0 0,0-1 1 0 0,-1 1-1 0 0,1 0 1 0 0,0 0-1 0 0,0 0 1 0 0,-1-1-1 0 0,1 1 1 0 0,-1 0-1 0 0,1 0 1 0 0,-1-1-1 0 0,1 1 1 0 0,-1 0-1 0 0,1-1 0 0 0,-1 1 1 0 0,0-1-1 0 0,1 1 1 0 0,-1-1-1 0 0,0 1 1 0 0,1-1-1 0 0,-1 1 1 0 0,0-1-1 0 0,0 1 1 0 0,1-1-1 0 0,-1 0 1 0 0,0 0-1 0 0,0 1 0 0 0,0-1 1 0 0,0 0-1 0 0,0 0 1 0 0,-1 0-1 0 0,-5 2 63 0 0,6 0-32 0 0,0 0 0 0 0,0 0 0 0 0,0 0 0 0 0,0 1 0 0 0,1-1 0 0 0,-1 0 0 0 0,0 1 0 0 0,1-1 0 0 0,0 0 0 0 0,0 1 0 0 0,0-1-1 0 0,0 0 1 0 0,0 1 0 0 0,0-1 0 0 0,0 0 0 0 0,1 3 0 0 0,0 2-33 0 0,-1 25 464 0 0,0-31-521 0 0,-1 0 52 0 0,1 0-1 0 0,0-1 0 0 0,0 1 1 0 0,0 0-1 0 0,-1-1 1 0 0,1 1-1 0 0,0 0 1 0 0,0-1-1 0 0,0 1 0 0 0,0 0 1 0 0,0-1-1 0 0,0 1 1 0 0,0 0-1 0 0,1-1 0 0 0,-1 1 1 0 0,0 0-1 0 0,0-1 1 0 0,0 1-1 0 0,1 0 1 0 0,-1-1-1 0 0,0 1 0 0 0,1-1 1 0 0,-1 1-1 0 0,0-1 1 0 0,1 1-1 0 0,-1 0 0 0 0,1-1 1 0 0,-1 1-1 0 0,1-1 1 0 0,0 1-1 0 0,21 0 83 0 0,-16 1 51 0 0,-6 9-142 0 0,-1 5-95 0 0,0-15 108 0 0,1 0 1 0 0,-1-1-1 0 0,0 1 1 0 0,0 0-1 0 0,0-1 1 0 0,-1 1 0 0 0,1 0-1 0 0,0-1 1 0 0,0 1-1 0 0,0-1 1 0 0,0 0 0 0 0,0 1-1 0 0,-1-1 1 0 0,1 0-1 0 0,0 0 1 0 0,0 0 0 0 0,-1 0-1 0 0,1 0 1 0 0,0 0-1 0 0,-3 0 1 0 0,3 0-4 0 0,-4 4-39 0 0,3 1 47 0 0,2-4-6 0 0,-1-1 0 0 0,1 0 0 0 0,0 0-1 0 0,0 0 1 0 0,0 1 0 0 0,0-1 0 0 0,0 0-1 0 0,0 0 1 0 0,-1 0 0 0 0,1 1 0 0 0,0-1 0 0 0,0 0-1 0 0,0 0 1 0 0,0 1 0 0 0,0-1 0 0 0,0 0-1 0 0,0 0 1 0 0,0 1 0 0 0,0-1 0 0 0,0 0-1 0 0,0 0 1 0 0,0 1 0 0 0,0-1 0 0 0,0 0 0 0 0,0 0-1 0 0,1 0 1 0 0,-1 1 0 0 0,0-1 0 0 0,0 0-1 0 0,0 0 1 0 0,0 1 0 0 0,0-1 0 0 0,0 0-1 0 0,1 0 1 0 0,-1 0 0 0 0,0 1 0 0 0,29 8 16 0 0,-29-9-17 0 0,0 0 0 0 0,1 0 0 0 0,-1 0 0 0 0,0 0 0 0 0,0 0 0 0 0,0 0 0 0 0,1 0 0 0 0,-1 0 0 0 0,0 0 0 0 0,0 0 0 0 0,0 0 0 0 0,1 0 0 0 0,-1 0 0 0 0,0 0 0 0 0,0 0 0 0 0,0 0 0 0 0,1 1 0 0 0,-1-1 0 0 0,0 0 0 0 0,0 0 0 0 0,0 0 0 0 0,0 0 0 0 0,0 0 0 0 0,1 1 0 0 0,-1-1 0 0 0,0 0 0 0 0,0 0 0 0 0,0 0 0 0 0,0 1 0 0 0,0-1 0 0 0,0 0 0 0 0,0 0 0 0 0,0 0 0 0 0,0 1 0 0 0,0-1 0 0 0,0 0 0 0 0,0 0 0 0 0,0 0 0 0 0,0 1 0 0 0,0-1 0 0 0,0 28 94 0 0,0-27-28 0 0,-27 4 1 0 0,22-4-134 0 0,5 7-146 0 0,0 52 1600 0 0,0-59-1382 0 0,0 0 0 0 0,-1-1 0 0 0,1 1 0 0 0,0 0 0 0 0,0 0 0 0 0,0 0-1 0 0,-1 0 1 0 0,1 0 0 0 0,-1 0 0 0 0,1-1 0 0 0,0 1 0 0 0,-1 0 0 0 0,1 0 0 0 0,-1-1 0 0 0,0 1 0 0 0,1 0-1 0 0,-1-1 1 0 0,0 1 0 0 0,1 0 0 0 0,-1-1 0 0 0,0 1 0 0 0,0-1 0 0 0,1 1 0 0 0,-1-1 0 0 0,0 0 0 0 0,0 1-1 0 0,0-1 1 0 0,0 0 0 0 0,0 1 0 0 0,1-1 0 0 0,-1 0 0 0 0,0 0 0 0 0,0 0 0 0 0,0 0 0 0 0,0 0 0 0 0,-1 0-1 0 0,-1 0-11 0 0,2 1 6 0 0,1-1 1 0 0,0 0 0 0 0,-1 0 0 0 0,1 0 0 0 0,0 0-1 0 0,-1 0 1 0 0,1 0 0 0 0,0 0 0 0 0,-1 1 0 0 0,1-1-1 0 0,0 0 1 0 0,0 0 0 0 0,-1 0 0 0 0,1 1 0 0 0,0-1 0 0 0,0 0-1 0 0,0 0 1 0 0,-1 1 0 0 0,1-1 0 0 0,0 0 0 0 0,0 1-1 0 0,0-1 1 0 0,0 0 0 0 0,-1 0 0 0 0,1 1 0 0 0,0-1-1 0 0,0 0 1 0 0,0 1 0 0 0,0-1 0 0 0,0 0 0 0 0,0 1-1 0 0,0-1 1 0 0,0 0 0 0 0,0 1 0 0 0,0-1 0 0 0,0 0-1 0 0,0 1 1 0 0,0-1 0 0 0,0 0 0 0 0,0 1 0 0 0,1-1 0 0 0,-1 1 6 0 0,0-1 1 0 0,0 0 0 0 0,0 1-1 0 0,0-1 1 0 0,0 0 0 0 0,1 0-1 0 0,-1 1 1 0 0,0-1 0 0 0,0 0 0 0 0,0 1-1 0 0,0-1 1 0 0,0 0 0 0 0,0 1-1 0 0,0-1 1 0 0,-1 0 0 0 0,1 0 0 0 0,0 1-1 0 0,0-1 1 0 0,0 0 0 0 0,0 1-1 0 0,0-1 1 0 0,0 0 0 0 0,0 0-1 0 0,-1 1 1 0 0,1-1 0 0 0,0 0 0 0 0,0 0-1 0 0,0 0 1 0 0,-1 1 0 0 0,1-1-1 0 0,0 0 1 0 0,0 0 0 0 0,0 0 0 0 0,-1 1-1 0 0,1-1 1 0 0,0 0 0 0 0,-1 0-1 0 0,1 0 1 0 0,-3 0 24 0 0,2 0-29 0 0,0 0-1 0 0,0 0 1 0 0,1 0 0 0 0,-1 0-1 0 0,0 0 1 0 0,0 0-1 0 0,0 0 1 0 0,0 0 0 0 0,0 1-1 0 0,0-1 1 0 0,0 0 0 0 0,1 0-1 0 0,-1 1 1 0 0,0-1-1 0 0,0 1 1 0 0,0-1 0 0 0,1 0-1 0 0,-1 1 1 0 0,0 0-1 0 0,0-1 1 0 0,0 2 0 0 0,1-1-149 0 0,0 0 14 0 0,0 4 119 0 0,-5-3 54 0 0,0-2-38 0 0,5-1-1 0 0,-1 1-1 0 0,0 0 1 0 0,1 0-1 0 0,-1-1 1 0 0,0 1 0 0 0,1 0-1 0 0,-1 0 1 0 0,0 0-1 0 0,1 0 1 0 0,-1 0 0 0 0,0 0-1 0 0,1 0 1 0 0,-1 0-1 0 0,0 0 1 0 0,0 0-1 0 0,1 1 1 0 0,-1-1 0 0 0,0 0-1 0 0,1 0 1 0 0,-1 1-1 0 0,1-1 1 0 0,-1 0-1 0 0,0 1 1 0 0,1-1 0 0 0,-1 0-1 0 0,1 1 1 0 0,-1-1-1 0 0,1 1 1 0 0,-1-1-1 0 0,1 1 1 0 0,-1 0 0 0 0,1-1-1 0 0,0 1 1 0 0,-1-1-1 0 0,1 1 1 0 0,0 0 0 0 0,-1-1-1 0 0,1 1 1 0 0,0 0-1 0 0,0-1 1 0 0,0 1-1 0 0,-1 1 1 0 0,1-1-1 0 0,-1 0 0 0 0,1 0 0 0 0,-1 0 0 0 0,0 0 0 0 0,1 0 0 0 0,-1 0 0 0 0,0 0 0 0 0,0 0 0 0 0,0 0 0 0 0,0 0 0 0 0,0 0 0 0 0,0 0 0 0 0,0-1 0 0 0,0 1 0 0 0,0 0 0 0 0,0-1 0 0 0,0 1 0 0 0,-1-1 0 0 0,1 1 0 0 0,0-1 0 0 0,0 0 0 0 0,-2 1 0 0 0,-1 0 0 0 0,-13 7 28 0 0,16-7-24 0 0,0-1 0 0 0,-1 0 0 0 0,1 1 0 0 0,0-1 0 0 0,0 0 0 0 0,0 1 0 0 0,0-1-1 0 0,1 1 1 0 0,-1 0 0 0 0,0-1 0 0 0,0 1 0 0 0,0 0 0 0 0,0-1 0 0 0,0 1-1 0 0,1 0 1 0 0,-1 0 0 0 0,0 0 0 0 0,1 0 0 0 0,-1 0 0 0 0,1-1 0 0 0,-1 1 0 0 0,1 0-1 0 0,-1 0 1 0 0,1 1 0 0 0,0-1 0 0 0,-1 0 0 0 0,1 0 0 0 0,0 0 0 0 0,0 0 0 0 0,0 0-1 0 0,0 0 1 0 0,0 0 0 0 0,0 2 0 0 0,0-2-2 0 0,0 0-1 0 0,-1 1 1 0 0,1-1 0 0 0,0 0-1 0 0,-1 0 1 0 0,1 0 0 0 0,-1 0-1 0 0,1 0 1 0 0,-1 0 0 0 0,0 0-1 0 0,1 0 1 0 0,-1 0 0 0 0,0-1-1 0 0,0 1 1 0 0,1 0 0 0 0,-1 0 0 0 0,0 0-1 0 0,0-1 1 0 0,0 1 0 0 0,0-1-1 0 0,0 1 1 0 0,0-1 0 0 0,0 1-1 0 0,-2 0 1 0 0,-5 4 36 0 0,-25 22 162 0 0,32-27-202 0 0,1 1-1 0 0,-1 0 1 0 0,1-1-1 0 0,-1 1 1 0 0,1 0-1 0 0,-1 0 1 0 0,1-1-1 0 0,-1 1 1 0 0,1 0-1 0 0,0 0 1 0 0,0 0-1 0 0,-1-1 1 0 0,1 1-1 0 0,0 0 1 0 0,0 0-1 0 0,0 0 1 0 0,0 0-1 0 0,0-1 1 0 0,0 1-1 0 0,0 2 1 0 0,0-2-1 0 0,0-1 0 0 0,0 1 1 0 0,0 0-1 0 0,0-1 1 0 0,0 1-1 0 0,0 0 1 0 0,0 0-1 0 0,0-1 0 0 0,0 1 1 0 0,-1 0-1 0 0,1-1 1 0 0,0 1-1 0 0,0 0 1 0 0,-1-1-1 0 0,1 1 0 0 0,0 0 1 0 0,-1-1-1 0 0,1 1 1 0 0,-1-1-1 0 0,0 1 0 0 0,-9 4-9 0 0,9-5 8 0 0,1 0 1 0 0,-1 1 0 0 0,0-1 0 0 0,0 0 0 0 0,0 0 0 0 0,1 1 0 0 0,-1-1 0 0 0,0 0-1 0 0,0 1 1 0 0,1-1 0 0 0,-1 1 0 0 0,0-1 0 0 0,1 1 0 0 0,-1-1 0 0 0,0 1 0 0 0,1-1-1 0 0,-1 1 1 0 0,1 0 0 0 0,-1-1 0 0 0,1 1 0 0 0,-1 0 0 0 0,1-1 0 0 0,0 1-1 0 0,-1 0 1 0 0,1 0 0 0 0,0-1 0 0 0,0 1 0 0 0,-1 0 0 0 0,1 1 0 0 0,0-1-1 0 0,0-1-1 0 0,0 1 1 0 0,0-1 0 0 0,-1 1 0 0 0,1 0 0 0 0,0-1-1 0 0,0 1 1 0 0,-1-1 0 0 0,1 1 0 0 0,0-1 0 0 0,0 0 0 0 0,-1 1-1 0 0,1-1 1 0 0,-1 1 0 0 0,1-1 0 0 0,0 1 0 0 0,-1-1 0 0 0,1 0-1 0 0,-1 1 1 0 0,1-1 0 0 0,-1 0 0 0 0,1 0 0 0 0,-1 1-1 0 0,1-1 1 0 0,-1 0 0 0 0,1 0 0 0 0,-1 0 0 0 0,1 0 0 0 0,-1 0-1 0 0,0 1 1 0 0,1-1 0 0 0,-1 0 0 0 0,1 0 0 0 0,-1 0 0 0 0,1-1-1 0 0,-2 1 1 0 0,2 0 6 0 0,-1 0 0 0 0,0 0 0 0 0,1 0 0 0 0,-1 0 0 0 0,1 0 0 0 0,-1 0 0 0 0,0 0 0 0 0,1 0 0 0 0,-1 0 0 0 0,1 0 0 0 0,-1 0 0 0 0,0 1 0 0 0,1-1 0 0 0,-1 0 0 0 0,1 0 0 0 0,-1 1-1 0 0,1-1 1 0 0,-1 0 0 0 0,1 0 0 0 0,-1 1 0 0 0,1-1 0 0 0,-1 1 0 0 0,1-1 0 0 0,0 1 0 0 0,-1-1 0 0 0,1 0 0 0 0,0 1 0 0 0,-1-1 0 0 0,1 1 0 0 0,0-1 0 0 0,-1 1 0 0 0,1 0 0 0 0,0-1 0 0 0,0 1 0 0 0,0-1 0 0 0,0 1 0 0 0,-1 0 0 0 0,1 4-42 0 0,0 15-7 0 0,0-33-1054 0 0,0 12 964 0 0,-1 0 0 0 0,0-1-1 0 0,0 1 1 0 0,1 0-1 0 0,-1 0 1 0 0,0 0 0 0 0,0 0-1 0 0,0 0 1 0 0,-1 0-1 0 0,1 0 1 0 0,0 0 0 0 0,0 0-1 0 0,0 0 1 0 0,-1 0-1 0 0,1 1 1 0 0,0-1 0 0 0,-1 1-1 0 0,-2-2 1 0 0,0 0-654 0 0,-12-15-3278 0 0,-39-20-1987 0 0</inkml:trace>
</inkml:ink>
</file>

<file path=ppt/ink/ink3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06T18:25:32.95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196 227 240 0 0,'-3'0'280'0'0,"1"1"0"0"0,-1-1 0 0 0,1 1 1 0 0,-1 0-1 0 0,1-1 0 0 0,-1 1 0 0 0,1 0 0 0 0,-1 1 0 0 0,1-1 0 0 0,0 0 1 0 0,-4 3-1 0 0,6-4-263 0 0,0-1-1 0 0,0 1 1 0 0,0 0 0 0 0,0-1 0 0 0,-1 1 0 0 0,1-1 0 0 0,0 1 0 0 0,0 0 0 0 0,-1-1 0 0 0,1 1 0 0 0,0 0 0 0 0,0-1-1 0 0,-1 1 1 0 0,1 0 0 0 0,0 0 0 0 0,-1-1 0 0 0,1 1 0 0 0,-1 0 0 0 0,1 0 0 0 0,0-1 0 0 0,-1 1 0 0 0,1 0 0 0 0,-1 0-1 0 0,1 0 1 0 0,0 0 0 0 0,-1 0 0 0 0,1 0 0 0 0,-1 0 0 0 0,1 0 0 0 0,-1 0 0 0 0,1 0 0 0 0,-1 0 0 0 0,1 0-1 0 0,0 0 1 0 0,-1 0 0 0 0,1 0 0 0 0,-1 0 0 0 0,0 1 0 0 0,0-1 0 0 0,1 0 0 0 0,-1 0 1 0 0,1 0-1 0 0,-1 0 0 0 0,0 0 0 0 0,1 0 0 0 0,-1 0 0 0 0,1 0 0 0 0,-1 0 0 0 0,0 0 0 0 0,1 0 0 0 0,-1 0 1 0 0,1 0-1 0 0,-1-1 0 0 0,0 1 0 0 0,1 0 0 0 0,-1 0 0 0 0,1-1 0 0 0,-1 1 0 0 0,1 0 0 0 0,-1-1 0 0 0,1 1 0 0 0,-1-1 1 0 0,1 1-1 0 0,-1 0 0 0 0,1-1 0 0 0,0 1 0 0 0,-1-1 0 0 0,1 1 0 0 0,0-1 0 0 0,-1 1 0 0 0,1-1 0 0 0,0 0 1 0 0,0 1-1 0 0,-1-1 0 0 0,1 1 0 0 0,0-1 0 0 0,0 1 0 0 0,0-1 0 0 0,0 0 0 0 0,0-10 365 0 0,1 9-301 0 0,-1-1 1 0 0,0 1-1 0 0,0-1 0 0 0,0 1 1 0 0,0-1-1 0 0,0 1 0 0 0,0-1 1 0 0,-1 1-1 0 0,1-1 0 0 0,-1 1 1 0 0,0-1-1 0 0,0 1 1 0 0,-2-5-1 0 0,-5-2 106 0 0,6 7-146 0 0,0 1-1 0 0,1-1 1 0 0,-1 0 0 0 0,1 0-1 0 0,-1 0 1 0 0,1 0 0 0 0,0 0 0 0 0,0 0-1 0 0,0 0 1 0 0,0 0 0 0 0,0 0-1 0 0,0-1 1 0 0,1 1 0 0 0,-1 0 0 0 0,1 0-1 0 0,-1-1 1 0 0,1 1 0 0 0,0-5-1 0 0,0 5 5 0 0,0-1 0 0 0,0 0 0 0 0,-1 0-1 0 0,1 1 1 0 0,-1-1 0 0 0,0 1 0 0 0,1-1-1 0 0,-1 0 1 0 0,0 1 0 0 0,-1 0 0 0 0,1-1-1 0 0,0 1 1 0 0,-1 0 0 0 0,1-1 0 0 0,-1 1-1 0 0,0 0 1 0 0,-2-3 0 0 0,-3-2 97 0 0,6 6-116 0 0,1 0 0 0 0,-1 0 1 0 0,0 0-1 0 0,1 0 0 0 0,0 0 1 0 0,-1 0-1 0 0,1 0 1 0 0,-1 0-1 0 0,1 0 0 0 0,0 0 1 0 0,0 0-1 0 0,0 0 0 0 0,-1 0 1 0 0,1 0-1 0 0,0-1 1 0 0,0 1-16 0 0,1 1-1 0 0,-1-1 1 0 0,0 1 0 0 0,0-1 0 0 0,0 1 0 0 0,-1-1 0 0 0,1 1 0 0 0,0-1 0 0 0,0 1 0 0 0,0-1 0 0 0,0 1 0 0 0,0-1 0 0 0,-1 1 0 0 0,1 0 0 0 0,0-1 0 0 0,0 1 0 0 0,-1-1 0 0 0,1 1 0 0 0,0 0 0 0 0,0-1 0 0 0,-1 1 0 0 0,1 0 0 0 0,-1-1 0 0 0,1 1 0 0 0,-1-1-1 0 0,-3 0 40 0 0,2 1-52 0 0,1-1 0 0 0,-1 1-1 0 0,1 0 1 0 0,-1-1 0 0 0,1 1 0 0 0,-1-1-1 0 0,1 1 1 0 0,0-1 0 0 0,-1 0-1 0 0,1 0 1 0 0,0 1 0 0 0,-1-1 0 0 0,1 0-1 0 0,0 0 1 0 0,-1-2 0 0 0,-4 1-732 0 0,6 2 434 0 0,-19-5-443 0 0,19 5 599 0 0,-1 0 0 0 0,1 0 0 0 0,-1 0 0 0 0,1-1 0 0 0,0 1 0 0 0,-1 0 0 0 0,1 0 0 0 0,-1-1 0 0 0,1 1 0 0 0,0 0 0 0 0,-1 0 0 0 0,1-1 0 0 0,0 1 0 0 0,-1-1 0 0 0,1 1 1 0 0,0 0-1 0 0,-1-1 0 0 0,1 1 0 0 0,0-1 0 0 0,0 1 0 0 0,0 0 0 0 0,-1-1 0 0 0,1 1 0 0 0,0-1 0 0 0,0-6-3031 0 0</inkml:trace>
</inkml:ink>
</file>

<file path=ppt/ink/ink3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06T18:25:33.38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1 126 80 0 0,'32'0'1921'0'0,"-32"-7"-240"0"0,33-1-801 0 0,0 2-80 0 0,-1-9-79 0 0,1-5-81 0 0,-7 7-160 0 0,7-1-160 0 0,-1 1-159 0 0,1-1-322 0 0,-33 7-799 0 0,33-1-961 0 0</inkml:trace>
</inkml:ink>
</file>

<file path=ppt/ink/ink3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06T18:25:34.87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99 80 0 0,'6'-1'284'0'0,"-5"1"-237"0"0,0 0-1 0 0,0 0 1 0 0,0 0 0 0 0,0 0 0 0 0,0 0 0 0 0,0 0-1 0 0,1 0 1 0 0,-1 0 0 0 0,0-1 0 0 0,0 1 0 0 0,0 0-1 0 0,0-1 1 0 0,0 1 0 0 0,0-1 0 0 0,0 1 0 0 0,0-1-1 0 0,0 1 1 0 0,0-1 0 0 0,-1 0 0 0 0,1 0 0 0 0,0 1-1 0 0,0-1 1 0 0,0 0 0 0 0,-1 0 0 0 0,1 0 0 0 0,0-1-1 0 0,0 1 34 0 0,0-1 0 0 0,-1 1 0 0 0,1 0 0 0 0,0-1 0 0 0,0 1 0 0 0,0 0 0 0 0,0 0 0 0 0,0 0 0 0 0,0 0-1 0 0,0 0 1 0 0,1 0 0 0 0,-1 0 0 0 0,0 1 0 0 0,0-1 0 0 0,1 0 0 0 0,-1 1 0 0 0,0-1 0 0 0,3 0 0 0 0,1-1 216 0 0,12-14 975 0 0,-14 13-1034 0 0,1-1 0 0 0,-1 1 0 0 0,1 0 0 0 0,0 0 0 0 0,0 0 0 0 0,0 1 0 0 0,0-1 0 0 0,0 1 0 0 0,9-3 0 0 0,1 1 218 0 0,0 0 0 0 0,22-3-1 0 0,-33 6-421 0 0,0 1 1 0 0,1-1-1 0 0,-1 1 0 0 0,0 0 0 0 0,1 1 0 0 0,-1-1 0 0 0,1 0 1 0 0,-1 1-1 0 0,0 0 0 0 0,0 0 0 0 0,1 0 0 0 0,-1 0 0 0 0,0 0 0 0 0,0 0 1 0 0,0 1-1 0 0,0 0 0 0 0,3 2 0 0 0,32 26 381 0 0,-36-29-397 0 0,1 1 1 0 0,-1-1 0 0 0,0 1-1 0 0,0 0 1 0 0,0 0 0 0 0,0 0-1 0 0,0 0 1 0 0,-1 0 0 0 0,1 1-1 0 0,0-1 1 0 0,-1 1 0 0 0,0-1-1 0 0,0 1 1 0 0,0-1 0 0 0,0 1-1 0 0,1 3 1 0 0,0 3 90 0 0,-1 0 0 0 0,0 0 0 0 0,-1 17 0 0 0,0-12 27 0 0,0-11-102 0 0,0 0 1 0 0,0 0 0 0 0,-1 1-1 0 0,1-1 1 0 0,-1 0 0 0 0,1 0 0 0 0,-1 0-1 0 0,0 0 1 0 0,0 0 0 0 0,0 0-1 0 0,-1-1 1 0 0,1 1 0 0 0,-1 0-1 0 0,1 0 1 0 0,-1-1 0 0 0,0 1-1 0 0,0-1 1 0 0,0 0 0 0 0,-4 3 0 0 0,4-3-15 0 0,-1 9 101 0 0,3-11-112 0 0,0 1 0 0 0,0-1 0 0 0,-1 0 0 0 0,1 1-1 0 0,0-1 1 0 0,0 1 0 0 0,0-1 0 0 0,0 1 0 0 0,0-1 0 0 0,0 0-1 0 0,0 1 1 0 0,-1-1 0 0 0,1 1 0 0 0,0-1 0 0 0,0 0-1 0 0,-1 1 1 0 0,1-1 0 0 0,0 0 0 0 0,-1 1 0 0 0,1-1 0 0 0,0 0-1 0 0,-1 1 1 0 0,1-1 0 0 0,0 0 0 0 0,-1 0 0 0 0,1 1 0 0 0,0-1-1 0 0,-1 0 1 0 0,-21 1 152 0 0,16 0-13 0 0,1 3-80 0 0,-1-4-149 0 0,-1 0 1 0 0,1-1 0 0 0,0 0 0 0 0,0 0-1 0 0,-10-3 1 0 0,-35-6-525 0 0,46 11 589 0 0,-1-1 1 0 0,1 1-1 0 0,0 0 0 0 0,-1 0 0 0 0,1 1 1 0 0,0 0-1 0 0,0 0 0 0 0,0 0 1 0 0,0 0-1 0 0,0 1 0 0 0,1-1 1 0 0,-1 1-1 0 0,1 1 0 0 0,0-1 1 0 0,0 1-1 0 0,0-1 0 0 0,0 1 1 0 0,0 0-1 0 0,1 0 0 0 0,0 1 1 0 0,0-1-1 0 0,0 1 0 0 0,0-1 1 0 0,1 1-1 0 0,0 0 0 0 0,0 0 1 0 0,0 0-1 0 0,0 1 0 0 0,1-1 1 0 0,0 0-1 0 0,-1 8 0 0 0,2-2 89 0 0,-1-9-40 0 0,1 0-1 0 0,0 0 0 0 0,0 0 1 0 0,0 1-1 0 0,0-1 0 0 0,0 0 1 0 0,0 0-1 0 0,0 0 1 0 0,1 1-1 0 0,-1-1 0 0 0,1 0 1 0 0,0 0-1 0 0,-1 0 0 0 0,1 0 1 0 0,2 3-1 0 0,19 9 102 0 0,-15-7-258 0 0,-6-7 74 0 0,0 1 0 0 0,0 0-1 0 0,-1 0 1 0 0,1-1-1 0 0,0 1 1 0 0,0-1 0 0 0,0 1-1 0 0,0-1 1 0 0,0 1-1 0 0,0-1 1 0 0,0 1 0 0 0,0-1-1 0 0,1 0 1 0 0,-1 0-1 0 0,0 1 1 0 0,0-1-1 0 0,0 0 1 0 0,0 0 0 0 0,0 0-1 0 0,0 0 1 0 0,0 0-1 0 0,2-1 1 0 0,1 1-403 0 0,13 0-127 0 0,-16 0 478 0 0,-1 0 0 0 0,0 0 0 0 0,1 0 0 0 0,-1 0 0 0 0,1 0 0 0 0,-1 0 0 0 0,1 0 0 0 0,-1 0 0 0 0,0 0 0 0 0,1 0 0 0 0,-1 0 0 0 0,0-1 0 0 0,1 1 0 0 0,-1 0 0 0 0,1 0 0 0 0,-1 0 0 0 0,0-1 0 0 0,1 1 0 0 0,-1 0 0 0 0,0 0 0 0 0,0-1 0 0 0,1 1 0 0 0,-1 0 0 0 0,0-1 0 0 0,1 1 0 0 0,-1 0 0 0 0,0-1-1 0 0,0 1 1 0 0,0 0 0 0 0,1-2 0 0 0,-1-6-2618 0 0</inkml:trace>
</inkml:ink>
</file>

<file path=ppt/ink/ink3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06T18:25:35.48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65 1 640 0 0,'0'0'1681'0'0,"33"6"-160"0"0,-33 9-1 0 0,-33 26 401 0 0,33 42 160 0 0,-32-14-960 0 0,32-15-961 0 0,-33-27-320 0 0,33-6-240 0 0,0-27-6323 0 0</inkml:trace>
</inkml:ink>
</file>

<file path=ppt/ink/ink3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06T18:25:36.06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7 1121 0 0,'33'0'1280'0'0,"0"-7"-239"0"0,-1 7-401 0 0,1 7-880 0 0,0 1-1041 0 0,-1 4-880 0 0</inkml:trace>
</inkml:ink>
</file>

<file path=ppt/ink/ink3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06T18:25:36.93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15 320 0 0,'33'0'3028'0'0,"-33"1"-1996"0"0,0 0-1006 0 0,0-1-1 0 0,0 0 0 0 0,0 0 1 0 0,0 0-1 0 0,-1 0 1 0 0,1 0-1 0 0,0 1 0 0 0,0-1 1 0 0,0 0-1 0 0,0 0 0 0 0,0 0 1 0 0,0 0-1 0 0,0 1 0 0 0,0-1 1 0 0,0 0-1 0 0,0 0 0 0 0,0 0 1 0 0,0 0-1 0 0,0 0 0 0 0,1 1 1 0 0,-1-1-1 0 0,0 0 0 0 0,0 0 1 0 0,0 0-1 0 0,0 0 0 0 0,0 0 1 0 0,0 1-1 0 0,0-1 1 0 0,0 0-1 0 0,0 0 0 0 0,0 0 1 0 0,1 0-1 0 0,-1 0 0 0 0,0 0 1 0 0,0 0-1 0 0,0 0 0 0 0,0 1 1 0 0,0-1-1 0 0,0 0 0 0 0,1 0 1 0 0,-1 0-1 0 0,0 0 0 0 0,0 0 1 0 0,0 0-1 0 0,0 0 0 0 0,1 0 1 0 0,-1 0-1 0 0,0 0 1 0 0,0 0-1 0 0,0 0 0 0 0,0 0 1 0 0,0 0-1 0 0,1 0 0 0 0,-1 0 1 0 0,0 0-1 0 0,0 0 0 0 0,0 0 1 0 0,0 0-1 0 0,1 0 0 0 0,-1 0 1 0 0,0-1-1 0 0,0 1 0 0 0,0 0 1 0 0,22 0 120 0 0,-17 0 108 0 0,-5 5-27 0 0,-1-5-237 0 0,0-1 1 0 0,0 0 0 0 0,-1 0 0 0 0,1 1-1 0 0,0-1 1 0 0,-1 1 0 0 0,1-1 0 0 0,0 1-1 0 0,-1 0 1 0 0,1 0 0 0 0,-1-1 0 0 0,1 1-1 0 0,-1 0 1 0 0,1 0 0 0 0,-1 0 0 0 0,1 1-1 0 0,-2-1 1 0 0,2 0-11 0 0,-6-3-954 0 0,3 0 547 0 0,-17-5-1040 0 0,15 1-507 0 0</inkml:trace>
</inkml:ink>
</file>

<file path=ppt/ink/ink3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06T18:25:37.55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69 1 560 0 0,'0'0'1174'0'0,"5"0"-133"0"0,49 5 1693 0 0,-43 2-2013 0 0,-5-5-639 0 0,-5-2-70 0 0,0 0-1 0 0,0 0 0 0 0,0 0 1 0 0,0 0-1 0 0,0 0 0 0 0,-1 0 1 0 0,1 1-1 0 0,0-1 1 0 0,0 0-1 0 0,0 1 0 0 0,0-1 1 0 0,-1 0-1 0 0,1 1 0 0 0,0-1 1 0 0,0 1-1 0 0,-1 0 0 0 0,1-1 1 0 0,0 1-1 0 0,-1-1 0 0 0,1 1 1 0 0,-1 0-1 0 0,1 0 0 0 0,-1-1 1 0 0,1 1-1 0 0,-1 0 1 0 0,1 0-1 0 0,-1-1 0 0 0,0 1 1 0 0,1 0-1 0 0,-1 0 0 0 0,0 0 1 0 0,0 0-1 0 0,0 0 0 0 0,0 1 1 0 0,1 0 4 0 0,-1 0 1 0 0,0 0-1 0 0,0 0 1 0 0,1 0-1 0 0,-1 0 1 0 0,1 0-1 0 0,0-1 0 0 0,-1 1 1 0 0,1 0-1 0 0,0 0 1 0 0,0-1-1 0 0,0 1 1 0 0,0 0-1 0 0,1-1 1 0 0,-1 1-1 0 0,2 1 1 0 0,10 15 116 0 0,-12-13-97 0 0,0 0 0 0 0,1 0 0 0 0,-2 0 0 0 0,1-1 0 0 0,0 1-1 0 0,-1 0 1 0 0,0 0 0 0 0,0 0 0 0 0,-2 9 0 0 0,1-8 17 0 0,0-1 1 0 0,1 1-1 0 0,0-1 1 0 0,0 1-1 0 0,0-1 1 0 0,1 0-1 0 0,-1 1 1 0 0,1-1-1 0 0,1 1 1 0 0,3 9-1 0 0,5 1 70 0 0,-8-14-100 0 0,0 0 1 0 0,-1 0-1 0 0,1 0 0 0 0,-1 0 0 0 0,0 0 0 0 0,1 0 0 0 0,-1 1 1 0 0,0-1-1 0 0,0 1 0 0 0,-1-1 0 0 0,1 1 0 0 0,0-1 0 0 0,-1 1 1 0 0,0-1-1 0 0,1 5 0 0 0,-1 51 1524 0 0,0-139-2427 0 0,0 79 862 0 0,0 0-1 0 0,-1 0 1 0 0,1 1 0 0 0,0-1-1 0 0,-1 0 1 0 0,1 0 0 0 0,-1 0-1 0 0,1 1 1 0 0,-1-1 0 0 0,0 0-1 0 0,0 1 1 0 0,0-1 0 0 0,0 1-1 0 0,0-1 1 0 0,0 1 0 0 0,0-1 0 0 0,-1 1-1 0 0,1 0 1 0 0,-2-2 0 0 0,2 2-1 0 0,-1 0 0 0 0,1-1 1 0 0,0 1-1 0 0,0 0 0 0 0,0-1 1 0 0,0 1-1 0 0,0 0 1 0 0,0-1-1 0 0,0 0 0 0 0,0 1 1 0 0,0-1-1 0 0,1 1 0 0 0,-1-1 1 0 0,1 0-1 0 0,-1 0 0 0 0,1 1 1 0 0,-1-1-1 0 0,1-3 1 0 0,0 3 12 0 0,0 1 0 0 0,-1 0 1 0 0,1 0-1 0 0,-1 0 1 0 0,1 0-1 0 0,-1 0 0 0 0,1-1 1 0 0,-1 1-1 0 0,1 0 1 0 0,-1 0-1 0 0,0 0 0 0 0,0 1 1 0 0,1-1-1 0 0,-1 0 1 0 0,0 0-1 0 0,0 0 0 0 0,0 0 1 0 0,0 1-1 0 0,0-1 1 0 0,0 1-1 0 0,0-1 1 0 0,0 1-1 0 0,-1-1 0 0 0,1 1 1 0 0,0-1-1 0 0,0 1 1 0 0,0 0-1 0 0,0 0 0 0 0,-1-1 1 0 0,-1 1-1 0 0,-2 0-7 0 0,-1-1-1 0 0,0 1 1 0 0,1 0 0 0 0,-1 0-1 0 0,1 0 1 0 0,-10 2 0 0 0,4 1 25 0 0,0-1 41 0 0,0 0 1 0 0,0 1 0 0 0,0 1-1 0 0,-13 5 1 0 0,21-8-40 0 0,1 1 1 0 0,-1-1-1 0 0,1 0 1 0 0,0 1-1 0 0,-1 0 0 0 0,1-1 1 0 0,0 1-1 0 0,0 0 1 0 0,0 0-1 0 0,0 0 0 0 0,0 1 1 0 0,0-1-1 0 0,1 0 1 0 0,-1 1-1 0 0,1-1 0 0 0,0 1 1 0 0,-1-1-1 0 0,1 1 1 0 0,0 0-1 0 0,1-1 0 0 0,-1 1 1 0 0,0 0-1 0 0,1 0 1 0 0,-1 4-1 0 0,1 0 87 0 0,-1-5-76 0 0,1 0 0 0 0,-1-1 0 0 0,1 1 0 0 0,0 0 0 0 0,0-1 0 0 0,0 1 0 0 0,0 0 0 0 0,0-1 0 0 0,0 1 0 0 0,1 0 0 0 0,-1-1 0 0 0,0 1 0 0 0,1 0 0 0 0,0-1 0 0 0,-1 1-1 0 0,1-1 1 0 0,0 1 0 0 0,0-1 0 0 0,1 3 0 0 0,19 9 69 0 0,-15-11-275 0 0,-1-1 0 0 0,0 1 0 0 0,1-1 0 0 0,-1 0 1 0 0,1 0-1 0 0,-1 0 0 0 0,1-1 0 0 0,-1 0 0 0 0,1 0 1 0 0,7-1-1 0 0,-6 0-471 0 0,0 1 1 0 0,1-1-1 0 0,-1-1 1 0 0,0 1-1 0 0,0-1 1 0 0,13-6-1 0 0,-19 8 550 0 0,-1 0 0 0 0,0-1 0 0 0,1 1 0 0 0,-1-1 0 0 0,1 1 1 0 0,-1 0-1 0 0,0-1 0 0 0,1 1 0 0 0,-1-1 0 0 0,0 1 0 0 0,0-1 0 0 0,1 1 0 0 0,-1-1 0 0 0,0 0 0 0 0,0 1 0 0 0,0-1 1 0 0,0 1-1 0 0,1-1 0 0 0,-1 1 0 0 0,0-1 0 0 0,0 1 0 0 0,0-1 0 0 0,0 0 0 0 0,-1 0 0 0 0</inkml:trace>
</inkml:ink>
</file>

<file path=ppt/ink/ink3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06T18:25:38.09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163 20 720 0 0,'4'0'167'0'0,"-3"0"-113"0"0,1 0-1 0 0,-1 1 1 0 0,1-1 0 0 0,-1 0 0 0 0,1 0-1 0 0,-1 0 1 0 0,1 0 0 0 0,-1 0-1 0 0,0-1 1 0 0,1 1 0 0 0,-1 0 0 0 0,1-1-1 0 0,-1 1 1 0 0,0-1 0 0 0,1 1-1 0 0,-1-1 1 0 0,0 0 0 0 0,2-1 0 0 0,-3 1 1079 0 0,0 0-838 0 0,0 0-279 0 0,0 1 0 0 0,0-1 1 0 0,1 1-1 0 0,-1-1 1 0 0,0 1-1 0 0,0 0 1 0 0,0-1-1 0 0,-1 1 0 0 0,1-1 1 0 0,0 1-1 0 0,0-1 1 0 0,0 1-1 0 0,0 0 1 0 0,0-1-1 0 0,0 1 0 0 0,-1-1 1 0 0,1 1-1 0 0,0 0 1 0 0,0-1-1 0 0,-1 1 1 0 0,1 0-1 0 0,0-1 0 0 0,0 1 1 0 0,-1 0-1 0 0,1-1 1 0 0,0 1-1 0 0,-1 0 1 0 0,1 0-1 0 0,-1-1 0 0 0,-15 1 278 0 0,0 1-1 0 0,0 0 1 0 0,-29 6-1 0 0,34-4 71 0 0,-1 0 0 0 0,1 1 0 0 0,0 1 0 0 0,0-1 0 0 0,0 2 0 0 0,-14 8 0 0 0,25-13-348 0 0,-1-1 0 0 0,1 0 0 0 0,0 0 0 0 0,-1 0 0 0 0,1 1 0 0 0,0-1 0 0 0,0 0 0 0 0,0 0 0 0 0,-1 1 0 0 0,1-1 0 0 0,0 0 0 0 0,0 1-1 0 0,0-1 1 0 0,-1 0 0 0 0,1 1 0 0 0,0-1 0 0 0,0 0 0 0 0,0 1 0 0 0,0-1 0 0 0,0 0 0 0 0,0 1 0 0 0,0-1 0 0 0,0 0 0 0 0,0 1 0 0 0,0-1 0 0 0,0 1 0 0 0,0-1 0 0 0,0 0 0 0 0,0 1 0 0 0,0-1 0 0 0,0 0-1 0 0,0 1 1 0 0,1-1 0 0 0,-1 0 0 0 0,0 1 0 0 0,0-1 0 0 0,0 0 0 0 0,1 0 0 0 0,-1 1 0 0 0,0-1 0 0 0,0 0 0 0 0,1 1 0 0 0,-1-1 0 0 0,0 0 0 0 0,1 1 0 0 0,3 2 108 0 0,1 1 0 0 0,0 0 0 0 0,0-1 0 0 0,0 0 0 0 0,0 0 0 0 0,0 0 0 0 0,1-1 0 0 0,-1 0 0 0 0,1 0 0 0 0,8 2 0 0 0,64 8 429 0 0,-63-11-496 0 0,11 2-417 0 0,1-1-1 0 0,38-2 1 0 0,-54-1-416 0 0,0 0 0 0 0,0-1 0 0 0,0-1 1 0 0,0 0-1 0 0,12-5 0 0 0,9-6-2065 0 0</inkml:trace>
</inkml:ink>
</file>

<file path=ppt/ink/ink3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06T18:25:38.83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65 173 320 0 0,'-32'0'1761'0'0,"32"-15"80"0"0,0 9-321 0 0,0-15-239 0 0,-33 7-401 0 0,33 1-319 0 0,0-7-241 0 0,0 5-80 0 0,0-6-240 0 0,0 15 0 0 0,0-9-400 0 0,0 9-481 0 0,0 0-639 0 0,0 0-641 0 0,0-3-320 0 0</inkml:trace>
</inkml:ink>
</file>

<file path=ppt/ink/ink3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06T18:25:39.27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96 1121 0 0,'32'-27'1200'0'0,"34"6"-159"0"0,-1 1-481 0 0,-32 5-560 0 0,-1 9-1121 0 0,-32-1-640 0 0</inkml:trace>
</inkml:ink>
</file>

<file path=ppt/ink/ink3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06T18:27:43.97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2169 0 240 0 0,'0'0'400'0'0,"1"2"-146"0"0,-8 2-188 0 0,-20-3 1282 0 0,27 0-1027 0 0,0-1-308 0 0,0 0 1 0 0,0 0 0 0 0,0 0-1 0 0,0 1 1 0 0,1-1-1 0 0,-1 0 1 0 0,0 0-1 0 0,0 0 1 0 0,0 1 0 0 0,0-1-1 0 0,0 0 1 0 0,0 0-1 0 0,0 0 1 0 0,0 1-1 0 0,0-1 1 0 0,0 0-1 0 0,0 0 1 0 0,0 0 0 0 0,-1 1-1 0 0,1-1 1 0 0,0 0-1 0 0,0 0 1 0 0,0 0-1 0 0,0 0 1 0 0,0 1 0 0 0,0-1-1 0 0,0 0 1 0 0,0 0-1 0 0,-1 0 1 0 0,1 0-1 0 0,0 0 1 0 0,0 1-1 0 0,0-1 1 0 0,0 0 0 0 0,0 0-1 0 0,-1 0 1 0 0,1 0-1 0 0,0 0 1 0 0,0 0-1 0 0,0 0 1 0 0,-1 0 0 0 0,1 0-1 0 0,0 0 1 0 0,0 0-1 0 0,0 0 1 0 0,0 0-1 0 0,-1 1 1 0 0,1-1 0 0 0,0-1-1 0 0,0 1 1 0 0,0 0-1 0 0,-1 0 1 0 0,1 0-1 0 0,0 0 1 0 0,-22 6 119 0 0,22-6-126 0 0,0 0-1 0 0,-1 0 1 0 0,1 0-1 0 0,0 0 0 0 0,0 0 1 0 0,-1 0-1 0 0,1 0 1 0 0,0 0-1 0 0,0 0 1 0 0,0 0-1 0 0,-1 0 1 0 0,1 0-1 0 0,0 0 0 0 0,0 0 1 0 0,-1 1-1 0 0,1-1 1 0 0,0 0-1 0 0,0 0 1 0 0,0 0-1 0 0,0 0 1 0 0,-1 0-1 0 0,1 1 0 0 0,0-1 1 0 0,0 0-1 0 0,0 0 1 0 0,0 0-1 0 0,0 0 1 0 0,-1 1-1 0 0,1-1 1 0 0,0 0-1 0 0,0 0 0 0 0,0 1 1 0 0,0-1-1 0 0,0 0 1 0 0,0 0-1 0 0,0 0 1 0 0,0 1-1 0 0,0-1 0 0 0,0 0 1 0 0,0 0-1 0 0,0 1 1 0 0,0-1-1 0 0,0 0 1 0 0,0 0-1 0 0,0 1 1 0 0,0-1-1 0 0,0 0 0 0 0,0 0 1 0 0,1 1 0 0 0,-1-1-1 0 0,0 0 1 0 0,0 0-1 0 0,0 1 1 0 0,0-1 0 0 0,0 0-1 0 0,0 0 1 0 0,0 0 0 0 0,0 1-1 0 0,0-1 1 0 0,0 0-1 0 0,0 0 1 0 0,0 1 0 0 0,0-1-1 0 0,0 0 1 0 0,0 0 0 0 0,0 0-1 0 0,0 1 1 0 0,0-1-1 0 0,0 0 1 0 0,-1 0 0 0 0,1 0-1 0 0,0 1 1 0 0,0-1 0 0 0,0 0-1 0 0,0 0 1 0 0,0 0-1 0 0,0 1 1 0 0,-1-1 0 0 0,1 0-1 0 0,0 0 1 0 0,0 0 0 0 0,0 0-1 0 0,-1 0 1 0 0,1 0-1 0 0,0 1 1 0 0,0-1 0 0 0,0 0-1 0 0,-1 0 1 0 0,1 0 0 0 0,0 0-1 0 0,0 0 1 0 0,0 0-1 0 0,-1 0 1 0 0,1 0 0 0 0,0 0-1 0 0,0 0 1 0 0,-1 0 0 0 0,-26 7 233 0 0,21-2-67 0 0,-15-3-93 0 0,15 2 0 0 0,6-1-13 0 0,-5 3-40 0 0,-2-3-10 0 0,6-3-15 0 0,0 0 0 0 0,0 0 0 0 0,0 0 0 0 0,0 0 0 0 0,1 0 0 0 0,-1 1 0 0 0,0-1 1 0 0,0 0-1 0 0,0 1 0 0 0,0-1 0 0 0,1 0 0 0 0,-1 1 0 0 0,0-1 0 0 0,0 1 0 0 0,1 0 0 0 0,-1-1 0 0 0,0 1 0 0 0,1-1 1 0 0,-1 1-1 0 0,0 0 0 0 0,1 0 0 0 0,-1-1 0 0 0,1 1 0 0 0,-1 0 0 0 0,1 0 0 0 0,0 0 0 0 0,-1-1 0 0 0,1 1 0 0 0,0 1 1 0 0,-6 3 50 0 0,-48 12 54 0 0,49-10-61 0 0,5-7-46 0 0,0 0 1 0 0,0 0 0 0 0,0 1-1 0 0,0-1 1 0 0,0 0-1 0 0,0 1 1 0 0,0-1 0 0 0,-1 0-1 0 0,1 0 1 0 0,0 1 0 0 0,0-1-1 0 0,0 0 1 0 0,0 1-1 0 0,0-1 1 0 0,0 0 0 0 0,-1 0-1 0 0,1 0 1 0 0,0 1-1 0 0,0-1 1 0 0,0 0 0 0 0,-1 0-1 0 0,1 0 1 0 0,0 1-1 0 0,0-1 1 0 0,-1 0 0 0 0,1 0-1 0 0,0 0 1 0 0,0 0-1 0 0,-1 0 1 0 0,1 1 0 0 0,0-1-1 0 0,0 0 1 0 0,-1 0-1 0 0,-54 20 14 0 0,55-21-13 0 0,0 1 1 0 0,0 0 0 0 0,0 0 0 0 0,0 0 0 0 0,0 0 0 0 0,0 0-1 0 0,-1 0 1 0 0,1 0 0 0 0,0 0 0 0 0,0 0 0 0 0,0 0-1 0 0,0 0 1 0 0,0 0 0 0 0,-1 0 0 0 0,1 0 0 0 0,0 0-1 0 0,0 0 1 0 0,0 0 0 0 0,0 0 0 0 0,-1 0 0 0 0,1 0-1 0 0,0 0 1 0 0,0 0 0 0 0,0 0 0 0 0,0 0 0 0 0,0 0-1 0 0,-1 0 1 0 0,1 0 0 0 0,0 0 0 0 0,0 0 0 0 0,0 1-1 0 0,0-1 1 0 0,0 0 0 0 0,0 0 0 0 0,0 0 0 0 0,-1 0 0 0 0,1 0-1 0 0,0 0 1 0 0,0 1 0 0 0,0-1 0 0 0,0 0 0 0 0,0 0-1 0 0,0 0 1 0 0,0 0 0 0 0,0 0 0 0 0,0 1 0 0 0,0-1-1 0 0,0 0 1 0 0,0 0 0 0 0,0 0 0 0 0,0 0 0 0 0,0 0-1 0 0,0 1 1 0 0,0-1 0 0 0,0 0 0 0 0,0 0 0 0 0,0 0-1 0 0,0 1 1 0 0,0-1 0 0 0,0 0 0 0 0,0 0 0 0 0,0 0 0 0 0,0 0 0 0 0,0 0 0 0 0,0 1 0 0 0,0-1 0 0 0,0 0-1 0 0,0 0 1 0 0,0 0 0 0 0,0 0 0 0 0,0 1 0 0 0,0-1 0 0 0,0 0 0 0 0,0 0 0 0 0,0 0 0 0 0,0 0 0 0 0,0 1 0 0 0,0-1-1 0 0,0 0 1 0 0,0 0 0 0 0,0 0 0 0 0,0 0 0 0 0,-1 0 0 0 0,1 1 0 0 0,0-1 0 0 0,0 0 0 0 0,0 0 0 0 0,0 0 0 0 0,0 0-1 0 0,0 0 1 0 0,-1 0 0 0 0,1 0 0 0 0,0 0 0 0 0,0 0 0 0 0,0 1 0 0 0,0-1 0 0 0,0 0 0 0 0,-1 0 0 0 0,1 0 0 0 0,0 0-1 0 0,0 0 1 0 0,0 0 0 0 0,0 0 0 0 0,-1 0 0 0 0,1 0 0 0 0,0 0 0 0 0,0 0 0 0 0,0 0 0 0 0,0 0 0 0 0,-1 0-1 0 0,1 0 1 0 0,0-1 0 0 0,0 1 0 0 0,0 0 0 0 0,-55 12 105 0 0,55-12-101 0 0,0 0 0 0 0,-1 0 1 0 0,1 0-1 0 0,0 1 0 0 0,-1-1 0 0 0,1 0 0 0 0,0 0 1 0 0,0 0-1 0 0,-1 0 0 0 0,1 0 0 0 0,0 0 1 0 0,0 1-1 0 0,-1-1 0 0 0,1 0 0 0 0,0 0 1 0 0,0 0-1 0 0,-1 0 0 0 0,1 1 0 0 0,0-1 1 0 0,0 0-1 0 0,0 0 0 0 0,0 1 0 0 0,-1-1 1 0 0,1 0-1 0 0,0 0 0 0 0,0 1 0 0 0,0-1 0 0 0,0 0 1 0 0,0 1-1 0 0,0-1 0 0 0,0 0 0 0 0,0 0 1 0 0,0 1-1 0 0,0-1 0 0 0,0 0 0 0 0,0 1 1 0 0,-5 7 55 0 0,-8-4-47 0 0,9-4 27 0 0,-1 2-1 0 0,1-1 1 0 0,-1 0-1 0 0,1 1 1 0 0,0 0-1 0 0,-1 0 1 0 0,-4 3-1 0 0,9-3 106 0 0,-5-2-96 0 0,-1 0 1 0 0,1 0 0 0 0,0 0-1 0 0,0 1 1 0 0,-1 0-1 0 0,1 0 1 0 0,0 1-1 0 0,-8 2 1 0 0,8-2-23 0 0,-1-1 122 0 0,-21 19-88 0 0,27-20-59 0 0,0 0 0 0 0,-1 0 0 0 0,1 0 0 0 0,0 1 0 0 0,-1-1 0 0 0,1 0 0 0 0,0 0 1 0 0,-1 1-1 0 0,1-1 0 0 0,0 0 0 0 0,0 0 0 0 0,-1 1 0 0 0,1-1 0 0 0,0 0 0 0 0,0 1 0 0 0,0-1 0 0 0,-1 0 1 0 0,1 1-1 0 0,0-1 0 0 0,0 1 0 0 0,0-1 0 0 0,0 0 0 0 0,0 1 0 0 0,0-1 0 0 0,0 1 0 0 0,0 0 0 0 0,-5 5 126 0 0,-4-2-82 0 0,0-1 4 0 0,1 1-1 0 0,0 0 0 0 0,-13 9 0 0 0,-22 15 20 0 0,21-16 5 0 0,-2-1-63 0 0,15-8-13 0 0,9-3 0 0 0,0 0 0 0 0,-1 0 0 0 0,1 0 0 0 0,0 0 0 0 0,-1 1 0 0 0,1-1 0 0 0,0 0 0 0 0,0 0 0 0 0,-1 0 0 0 0,1 1 0 0 0,0-1 0 0 0,0 0 0 0 0,0 0 0 0 0,-1 0 0 0 0,1 1 0 0 0,0-1 0 0 0,0 0 0 0 0,0 0 0 0 0,-1 1 0 0 0,1-1 0 0 0,0 0 0 0 0,0 1 0 0 0,0-1 0 0 0,0 0 0 0 0,0 0 0 0 0,0 1 0 0 0,0-1 0 0 0,0 0 0 0 0,0 1 0 0 0,0 0 0 0 0,0-1 5 0 0,-1 1-1 0 0,1-1 1 0 0,0 0-1 0 0,0 1 1 0 0,-1-1-1 0 0,1 1 0 0 0,0-1 1 0 0,-1 1-1 0 0,1-1 1 0 0,0 0-1 0 0,-1 1 1 0 0,1-1-1 0 0,0 0 0 0 0,-1 1 1 0 0,1-1-1 0 0,-1 0 1 0 0,1 0-1 0 0,-1 1 1 0 0,1-1-1 0 0,-1 0 0 0 0,1 0 1 0 0,-1 0-1 0 0,1 0 1 0 0,-1 1-1 0 0,1-1 0 0 0,-1 0 1 0 0,1 0-1 0 0,-1 0 1 0 0,1 0-1 0 0,-1 0 1 0 0,1 0-1 0 0,-1 0 0 0 0,1-1 1 0 0,-1 1-1 0 0,1 0 1 0 0,-1 0-1 0 0,0-1 1 0 0,1 1-4 0 0,-1 0 1 0 0,1 0-1 0 0,-1 0 1 0 0,1 0-1 0 0,-1-1 1 0 0,1 1-1 0 0,-1 0 1 0 0,1 0-1 0 0,-1 0 1 0 0,1 0 0 0 0,-1 0-1 0 0,1 0 1 0 0,-1 0-1 0 0,1 0 1 0 0,-1 0-1 0 0,1 1 1 0 0,-1-1-1 0 0,1 0 1 0 0,-1 0-1 0 0,1 0 1 0 0,0 0 0 0 0,-1 1-1 0 0,1-1 1 0 0,-1 0-1 0 0,1 1 1 0 0,-1-1-1 0 0,1 0 1 0 0,0 1-1 0 0,-1-1 1 0 0,1 0-1 0 0,0 1 1 0 0,-1-1 0 0 0,1 0-1 0 0,0 1 1 0 0,0-1-1 0 0,-1 1 1 0 0,1 0-1 0 0,0-1 0 0 0,0 0-1 0 0,0 1 1 0 0,0-1-1 0 0,0 0 0 0 0,0 1 1 0 0,0-1-1 0 0,0 0 1 0 0,0 1-1 0 0,0-1 1 0 0,0 0-1 0 0,-1 0 0 0 0,1 1 1 0 0,0-1-1 0 0,0 0 1 0 0,0 0-1 0 0,0 1 1 0 0,0-1-1 0 0,-1 0 0 0 0,1 0 1 0 0,0 1-1 0 0,0-1 1 0 0,-1 0-1 0 0,1 0 1 0 0,0 0-1 0 0,0 1 0 0 0,-1-1 1 0 0,1 0-1 0 0,0 0 1 0 0,0 0-1 0 0,-1 0 1 0 0,-27 7-1 0 0,-1 3 0 0 0,-7 0-14 0 0,29-10 2 0 0,1 1 5 0 0,1-1-1 0 0,0 1 1 0 0,0 0-1 0 0,0 1 1 0 0,0-1 0 0 0,1 1-1 0 0,-9 3 1 0 0,-24 10 12 0 0,36-15-5 0 0,1 0 0 0 0,-1 0 0 0 0,1 1 0 0 0,0-1 0 0 0,-1 0 0 0 0,1 0 0 0 0,-1 1 0 0 0,1-1 0 0 0,0 0 0 0 0,-1 1 0 0 0,1-1 0 0 0,0 0 0 0 0,0 1 0 0 0,-1-1 0 0 0,1 0 0 0 0,0 1 0 0 0,0-1 0 0 0,-1 1 0 0 0,1-1 0 0 0,0 1 0 0 0,0-1 0 0 0,0 0 0 0 0,0 1 0 0 0,0-1 0 0 0,0 1 0 0 0,0-1 0 0 0,0 2 0 0 0,-4 8 13 0 0,-8-3-11 0 0,1 0 0 0 0,-22 9 0 0 0,2 1-21 0 0,-35 10 99 0 0,61-19-80 0 0,5-8 0 0 0,0 0 0 0 0,0 1 0 0 0,0-1 0 0 0,0 0 0 0 0,0 1 0 0 0,0-1 0 0 0,0 0 0 0 0,0 0 0 0 0,0 1 0 0 0,0-1 0 0 0,0 0 0 0 0,0 1 0 0 0,-1-1 0 0 0,1 0 0 0 0,0 0 0 0 0,0 1 0 0 0,0-1 0 0 0,-1 0 0 0 0,1 0 0 0 0,0 0 0 0 0,0 1 0 0 0,0-1 0 0 0,-1 0 0 0 0,1 0 0 0 0,0 0 0 0 0,0 0 0 0 0,-1 0 0 0 0,1 1 0 0 0,0-1 0 0 0,-1 0 0 0 0,1 0 0 0 0,-1 0 0 0 0,-2 1-2 0 0,2-1 2 0 0,0 0-1 0 0,0 0 1 0 0,0 0 0 0 0,0 0-1 0 0,0 0 1 0 0,0 0-1 0 0,-1 1 1 0 0,1-1-1 0 0,0 0 1 0 0,0 1-1 0 0,0-1 1 0 0,0 1-1 0 0,1-1 1 0 0,-1 1-1 0 0,0-1 1 0 0,0 1-1 0 0,0 0 1 0 0,0 0-1 0 0,0-1 1 0 0,1 1-1 0 0,-1 0 1 0 0,0 0-1 0 0,1 0 1 0 0,-2 1-1 0 0,2-1-1 0 0,0-1 0 0 0,0 1 0 0 0,-1-1 0 0 0,1 1 0 0 0,0-1 0 0 0,-1 0 0 0 0,1 1 0 0 0,0-1 0 0 0,-1 1 0 0 0,1-1 0 0 0,-1 0-1 0 0,1 1 1 0 0,0-1 0 0 0,-1 0 0 0 0,1 0 0 0 0,-1 1 0 0 0,1-1 0 0 0,-1 0 0 0 0,1 0 0 0 0,-1 0 0 0 0,1 1 0 0 0,-1-1 0 0 0,1 0 0 0 0,-1 0 0 0 0,1 0 0 0 0,-1 0-1 0 0,1 0 1 0 0,-1 0 0 0 0,0 0 0 0 0,1 0 0 0 0,-1 0 0 0 0,1-1 0 0 0,-1 1 0 0 0,0 0 0 0 0,0 0 4 0 0,1-1 1 0 0,-1 1-1 0 0,1 0 1 0 0,-1 0-1 0 0,1 0 1 0 0,-1 0-1 0 0,1 0 1 0 0,-1 0-1 0 0,1 0 0 0 0,-1 0 1 0 0,1 0-1 0 0,-1 0 1 0 0,1 0-1 0 0,-1 0 1 0 0,1 0-1 0 0,-1 0 1 0 0,1 0-1 0 0,-1 1 0 0 0,1-1 1 0 0,-1 0-1 0 0,1 0 1 0 0,-1 1-1 0 0,1-1 1 0 0,-1 0-1 0 0,1 1 1 0 0,0-1-1 0 0,-1 0 0 0 0,1 1 1 0 0,-1-1-1 0 0,1 1 1 0 0,0-1-1 0 0,0 0 1 0 0,-1 1-1 0 0,1 0 1 0 0,-1 0-3 0 0,1 0 1 0 0,-1 0 0 0 0,0 0 0 0 0,1 0 0 0 0,-1 0-1 0 0,0 0 1 0 0,0-1 0 0 0,1 1 0 0 0,-1 0 0 0 0,0-1-1 0 0,0 1 1 0 0,0 0 0 0 0,0-1 0 0 0,0 1 0 0 0,0-1-1 0 0,0 0 1 0 0,0 1 0 0 0,0-1 0 0 0,0 0 0 0 0,0 1-1 0 0,0-1 1 0 0,0 0 0 0 0,0 0 0 0 0,-2 0 0 0 0,-1 1-8 0 0,-22 11-8 0 0,-13 3 17 0 0,29-12-16 0 0,0 1 1 0 0,0 0 0 0 0,1 0-1 0 0,-11 7 1 0 0,11-6 47 0 0,0-1 0 0 0,-1 0 1 0 0,-18 5-1 0 0,-14 6-24 0 0,38-6-10 0 0,4-8 0 0 0,0-1 0 0 0,0 1 0 0 0,0-1 0 0 0,0 0 0 0 0,0 1 0 0 0,0-1 0 0 0,0 1 0 0 0,0-1 0 0 0,0 0 0 0 0,0 1 0 0 0,0-1 0 0 0,-1 1 0 0 0,1-1 0 0 0,0 0 0 0 0,0 1 0 0 0,0-1 0 0 0,-1 0 0 0 0,1 1 0 0 0,0-1 0 0 0,0 0 0 0 0,-1 1 0 0 0,1-1 0 0 0,0 0 0 0 0,-1 0 0 0 0,1 1 0 0 0,0-1 0 0 0,-1 0 0 0 0,1 0 0 0 0,-1 0 0 0 0,0 1 0 0 0,-53 6 0 0 0,54-7 0 0 0,0 0 0 0 0,-1 0 1 0 0,1 0-1 0 0,0 1 0 0 0,0-1 1 0 0,-1 0-1 0 0,1 0 1 0 0,0 0-1 0 0,0 0 0 0 0,-1 0 1 0 0,1 0-1 0 0,0 0 0 0 0,0 1 1 0 0,0-1-1 0 0,-1 0 0 0 0,1 0 1 0 0,0 0-1 0 0,0 0 0 0 0,0 1 1 0 0,0-1-1 0 0,-1 0 1 0 0,1 0-1 0 0,0 0 0 0 0,0 1 1 0 0,0-1-1 0 0,0 0 0 0 0,0 0 1 0 0,0 1-1 0 0,0-1 0 0 0,0 0 1 0 0,0 0-1 0 0,0 1 1 0 0,0-1-1 0 0,0 0 0 0 0,0 0 1 0 0,0 1-1 0 0,-1 0-2 0 0,1-1 1 0 0,0 1-1 0 0,0-1 1 0 0,0 1-1 0 0,-1-1 1 0 0,1 1-1 0 0,0-1 1 0 0,0 1-1 0 0,-1-1 1 0 0,1 1-1 0 0,-1-1 1 0 0,1 1-1 0 0,0-1 1 0 0,-1 0-1 0 0,1 1 0 0 0,-1-1 1 0 0,1 0-1 0 0,-1 1 1 0 0,1-1-1 0 0,-1 0 1 0 0,1 1-1 0 0,-1-1 1 0 0,1 0-1 0 0,-1 0 1 0 0,1 0-1 0 0,-1 0 1 0 0,0 1-1 0 0,1-1 1 0 0,-1 0-1 0 0,1 0 0 0 0,-1 0 1 0 0,0 0-1 0 0,1 0 1 0 0,-1 0-1 0 0,0-1 1 0 0,0 1 0 0 0,1 0 0 0 0,-1 0 1 0 0,1 0-1 0 0,-1 0 0 0 0,1 0 1 0 0,-1 0-1 0 0,0 0 0 0 0,1 0 0 0 0,-1 0 1 0 0,1 0-1 0 0,-1 0 0 0 0,1 0 1 0 0,-1 1-1 0 0,1-1 0 0 0,-1 0 0 0 0,1 0 1 0 0,-1 0-1 0 0,1 1 0 0 0,-1-1 1 0 0,1 0-1 0 0,-1 1 0 0 0,1-1 0 0 0,-1 0 1 0 0,1 1-1 0 0,0-1 0 0 0,-1 1 1 0 0,1-1-1 0 0,0 1 0 0 0,-1-1 0 0 0,1 1 1 0 0,0-1-1 0 0,0 1 0 0 0,-1-1 1 0 0,1 2-1 0 0,0-1 68 0 0,-5-1 13 0 0,-17 1-14 0 0,22-1-65 0 0,-1 0-1 0 0,1 0 0 0 0,0 0 1 0 0,0 0-1 0 0,0 0 0 0 0,-1 0 1 0 0,1 0-1 0 0,0 0 0 0 0,0 0 1 0 0,0 0-1 0 0,-1 0 0 0 0,1 0 1 0 0,0 1-1 0 0,0-1 0 0 0,0 0 1 0 0,-1 0-1 0 0,1 0 0 0 0,0 0 1 0 0,0 0-1 0 0,0 0 0 0 0,0 1 1 0 0,-1-1-1 0 0,1 0 0 0 0,0 0 1 0 0,0 0-1 0 0,0 0 0 0 0,0 1 1 0 0,0-1-1 0 0,0 0 0 0 0,0 0 1 0 0,0 0-1 0 0,-1 1 0 0 0,1-1 1 0 0,0 0-1 0 0,0 0 0 0 0,0 0 1 0 0,0 1-1 0 0,0-1 0 0 0,0 0 1 0 0,0 1-4 0 0,-1 0 1 0 0,0 0-1 0 0,0 0 1 0 0,0 0-1 0 0,0 0 1 0 0,0 0-1 0 0,0-1 1 0 0,0 1-1 0 0,0 0 1 0 0,0-1-1 0 0,-1 1 1 0 0,1-1-1 0 0,0 1 1 0 0,0-1-1 0 0,-1 1 1 0 0,1-1-1 0 0,0 0 1 0 0,0 0-1 0 0,-1 0 0 0 0,1 0 1 0 0,-3 0-1 0 0,-1 1-8 0 0,1 0 12 0 0,0 0 0 0 0,1 1 0 0 0,-1-1 0 0 0,1 1 0 0 0,-1-1 0 0 0,1 1 0 0 0,-6 5 1 0 0,6-5 1 0 0,0 0 1 0 0,0 0-1 0 0,-1 0 1 0 0,1 0-1 0 0,-1 0 1 0 0,1-1-1 0 0,-1 0 1 0 0,-6 2-1 0 0,-44 6 10 0 0,47-6 15 0 0,8-1-44 0 0,-1-2 15 0 0,1 0 0 0 0,-1 0 0 0 0,0 1 0 0 0,0-1 0 0 0,0 0 0 0 0,0 0 0 0 0,0 0-1 0 0,0 0 1 0 0,0 0 0 0 0,0 0 0 0 0,0 0 0 0 0,1 0 0 0 0,-1 1 0 0 0,0-1 0 0 0,0 0 0 0 0,0 0 0 0 0,0 0 0 0 0,0 0 0 0 0,0 0 0 0 0,0 1 0 0 0,0-1 0 0 0,0 0 0 0 0,0 0-1 0 0,0 0 1 0 0,0 0 0 0 0,0 0 0 0 0,0 0 0 0 0,0 1 0 0 0,0-1 0 0 0,0 0 0 0 0,0 0 0 0 0,0 0 0 0 0,0 0 0 0 0,0 0 0 0 0,0 0 0 0 0,-1 1 0 0 0,1-1 0 0 0,0 0 0 0 0,0 0-1 0 0,0 0 1 0 0,0 0 0 0 0,0 0 0 0 0,0 0 0 0 0,0 0 0 0 0,0 1 0 0 0,0-1 0 0 0,-1 0 0 0 0,-26 10 14 0 0,16 0 307 0 0,5-5-83 0 0,4-4-184 0 0,1 0 1 0 0,-1 0-1 0 0,1 0 1 0 0,-1 0-1 0 0,1 0 1 0 0,0 0-1 0 0,0 1 1 0 0,-1-1-1 0 0,1 0 1 0 0,0 1-1 0 0,0-1 1 0 0,0 1 0 0 0,1-1-1 0 0,-1 1 1 0 0,0 0-1 0 0,0-1 1 0 0,1 1-1 0 0,-1 3 1 0 0,1-3 52 0 0,-6-1-212 0 0,-81 33-54 0 0,82-28 226 0 0,5-4 1 0 0,-6 3-40 0 0,-15-2 26 0 0,15 1-26 0 0,6-3 93 0 0,0 0-147 0 0,-5 5 67 0 0,3-6-38 0 0,0 0-5 0 0,1 0 0 0 0,0 1 1 0 0,-1-1-1 0 0,1 0 0 0 0,0 0 0 0 0,-1 1 1 0 0,1-1-1 0 0,0 1 0 0 0,-1 0 0 0 0,1-1 1 0 0,0 1-1 0 0,0 0 0 0 0,0 0 0 0 0,0-1 1 0 0,-1 1-1 0 0,1 0 0 0 0,0 0 0 0 0,1 0 1 0 0,-2 2-1 0 0,1-3 1 0 0,1 1 0 0 0,0-1-1 0 0,-1 1 1 0 0,1-1 0 0 0,0 1 0 0 0,-1-1 0 0 0,1 0 0 0 0,0 1 0 0 0,-1-1-1 0 0,1 1 1 0 0,-1-1 0 0 0,1 0 0 0 0,-1 0 0 0 0,1 1 0 0 0,0-1 0 0 0,-1 0-1 0 0,1 0 1 0 0,-1 1 0 0 0,0-1 0 0 0,1 0 0 0 0,-1 0 0 0 0,1 0 0 0 0,-1 0-1 0 0,1 0 1 0 0,-1 0 0 0 0,1 0 0 0 0,-1 0 0 0 0,1 0 0 0 0,-1 0 0 0 0,1 0-1 0 0,-1 0 1 0 0,1 0 0 0 0,-2-1 0 0 0,2 1 39 0 0,-1 0 0 0 0,1 0 0 0 0,-1-1 0 0 0,1 1 0 0 0,-1 0 0 0 0,1 0 0 0 0,-1 0 1 0 0,0 0-1 0 0,1 0 0 0 0,-1 0 0 0 0,1 0 0 0 0,-1 0 0 0 0,1 0 0 0 0,-1 0 0 0 0,1 1 0 0 0,-1-1 0 0 0,1 0 0 0 0,-1 0 0 0 0,1 0 0 0 0,-1 1 0 0 0,1-1 0 0 0,-1 0 0 0 0,1 1 0 0 0,-1-1 1 0 0,1 0-1 0 0,0 1 0 0 0,-1-1 0 0 0,1 0 0 0 0,-1 1 0 0 0,1-1 0 0 0,0 1 0 0 0,0-1 0 0 0,-1 1 0 0 0,-5-1 43 0 0,-15 0 0 0 0,15 0-27 0 0,12 0-79 0 0,5 0 79 0 0,-9 0-16 0 0,-15 0-21 0 0,7 0-42 0 0,6 1 29 0 0,-1 0 1 0 0,1-1-1 0 0,0 1 0 0 0,-1 0 1 0 0,0-1-1 0 0,1 1 0 0 0,-1 0 1 0 0,1-1-1 0 0,-1 1 0 0 0,1-1 1 0 0,-1 1-1 0 0,0-1 0 0 0,0 0 1 0 0,1 1-1 0 0,-1-1 0 0 0,0 0 1 0 0,1 1-1 0 0,-1-1 0 0 0,0 0 1 0 0,0 0-1 0 0,0 0 1 0 0,1 0-1 0 0,-1 1 0 0 0,0-1 1 0 0,0 0-1 0 0,-1-1 0 0 0,-16 6 40 0 0,1 2-29 0 0,7 0 39 0 0,-44 14 27 0 0,48-14-80 0 0,5-6-2 0 0,0 0 0 0 0,1 0 0 0 0,-1 0 0 0 0,0 0-1 0 0,0-1 1 0 0,-1 1 0 0 0,1 0 0 0 0,0 0 0 0 0,0 0 0 0 0,0-1 0 0 0,0 1 0 0 0,-1-1 0 0 0,1 1 0 0 0,0-1 0 0 0,-1 1 0 0 0,1-1-1 0 0,0 0 1 0 0,-1 0 0 0 0,1 0 0 0 0,-2 1 0 0 0,2-1 6 0 0,1 0 1 0 0,-1 0 1 0 0,1 0 0 0 0,0 0-1 0 0,0 0 1 0 0,-1 0-1 0 0,1 0 1 0 0,0 0-1 0 0,0 0 1 0 0,-1 0-1 0 0,1 0 1 0 0,0 0 0 0 0,0 1-1 0 0,0-1 1 0 0,-1 0-1 0 0,1 0 1 0 0,0 0-1 0 0,0 0 1 0 0,0 1-1 0 0,-1-1 1 0 0,1 0 0 0 0,0 0-1 0 0,0 0 1 0 0,0 1-1 0 0,0-1 1 0 0,0 0-1 0 0,-1 0 1 0 0,1 1-1 0 0,0-1 1 0 0,0 0 0 0 0,0 0-1 0 0,0 1 1 0 0,0-1-1 0 0,0 0 1 0 0,0 0-1 0 0,0 1 1 0 0,0-1-1 0 0,0 0 1 0 0,0 0 0 0 0,0 1-1 0 0,0-1 1 0 0,0 0-1 0 0,0 0 1 0 0,1 1-1 0 0,-1-1-8 0 0,0 0 0 0 0,0 0 1 0 0,0 1-1 0 0,0-1 0 0 0,0 0 0 0 0,0 0 0 0 0,0 0 0 0 0,0 1 0 0 0,0-1 0 0 0,0 0 0 0 0,0 0 0 0 0,0 0 0 0 0,0 0 0 0 0,0 1 0 0 0,0-1 0 0 0,0 0 0 0 0,0 0 0 0 0,0 0 1 0 0,0 0-1 0 0,0 1 0 0 0,0-1 0 0 0,-1 0 0 0 0,1 0 0 0 0,0 0 0 0 0,0 0 0 0 0,0 0 0 0 0,0 1 0 0 0,0-1 0 0 0,0 0 0 0 0,0 0 0 0 0,-1 0 0 0 0,1 0 0 0 0,0 0 1 0 0,0 0-1 0 0,0 1 0 0 0,0-1 0 0 0,-1 0 0 0 0,1 0 0 0 0,0 0 0 0 0,0 0 0 0 0,0 0 0 0 0,0 0 0 0 0,-1 0 0 0 0,1 0 0 0 0,0 0 0 0 0,0 0 0 0 0,0 0 0 0 0,0 0 0 0 0,-1 0 1 0 0,1 0-1 0 0,0 0 0 0 0,0 0 0 0 0,0 0 0 0 0,0 0 0 0 0,-1 0 0 0 0,1-1 7 0 0,-1 1-1 0 0,0 0 1 0 0,0-1-1 0 0,1 1 1 0 0,-1 0-1 0 0,0 0 1 0 0,0 0-1 0 0,0 0 1 0 0,1-1-1 0 0,-1 1 1 0 0,0 0-1 0 0,0 0 1 0 0,0 0-1 0 0,1 1 1 0 0,-1-1-1 0 0,0 0 1 0 0,0 0-1 0 0,0 0 1 0 0,1 1-1 0 0,-1-1 0 0 0,0 0 1 0 0,0 1-1 0 0,1-1 1 0 0,-1 0-1 0 0,0 1 1 0 0,1-1-1 0 0,-1 1 1 0 0,0-1-1 0 0,1 1 1 0 0,-1 0-1 0 0,1-1 1 0 0,-1 1-1 0 0,1-1 1 0 0,-1 1-1 0 0,1 0 1 0 0,0 0-1 0 0,-1-1 1 0 0,1 1-1 0 0,0 0 1 0 0,-1 0-1 0 0,1 1 1 0 0,0-1 383 0 0,0-3-360 0 0,0 2-26 0 0,0-1 1 0 0,0 1-1 0 0,-1 0 0 0 0,1-1 1 0 0,0 1-1 0 0,0-1 1 0 0,0 1-1 0 0,0 0 1 0 0,0-1-1 0 0,0 1 0 0 0,0 0 1 0 0,0-1-1 0 0,0 1 1 0 0,0 0-1 0 0,1-1 1 0 0,-1 1-1 0 0,0-1 0 0 0,0 1 1 0 0,0 0-1 0 0,0 0 1 0 0,0-1-1 0 0,1 1 1 0 0,-1 0-1 0 0,0-1 0 0 0,0 1 1 0 0,1 0-1 0 0,-1-1 1 0 0,0 1-1 0 0,0 0 1 0 0,1 0-1 0 0,-1 0 0 0 0,0-1 1 0 0,1 1-1 0 0,-1 0 1 0 0,0 0-1 0 0,1 0 1 0 0,5 0 40 0 0,-5 0-34 0 0,0 0 0 0 0,-1 0 0 0 0,1 0 0 0 0,0 0 0 0 0,-1 1 0 0 0,1-1 1 0 0,0 0-1 0 0,-1 0 0 0 0,1 0 0 0 0,0 0 0 0 0,-1-1 0 0 0,1 1 0 0 0,0 0 1 0 0,-1 0-1 0 0,1 0 0 0 0,0 0 0 0 0,-1-1 0 0 0,1 1 0 0 0,-1 0 0 0 0,1-1 1 0 0,0 1-1 0 0,-1 0 0 0 0,1-1 0 0 0,-1 1 0 0 0,1-1 0 0 0,-1 1 0 0 0,1-1 0 0 0,-1 1 1 0 0,0-1-1 0 0,1 1 0 0 0,-1-1 0 0 0,1 1 0 0 0,-1-1 0 0 0,0 0 0 0 0,0 1 1 0 0,1-1-1 0 0,-1 1 0 0 0,0-1 0 0 0,0 0 0 0 0,0 1 0 0 0,0-1 0 0 0,0 0 1 0 0,0 0-1 0 0,1 0-5 0 0,0 0 1 0 0,0 0 0 0 0,-1 0 0 0 0,1 0-1 0 0,0 0 1 0 0,0 0 0 0 0,0 1-1 0 0,0-1 1 0 0,0 0 0 0 0,0 1-1 0 0,0-1 1 0 0,0 1 0 0 0,0-1 0 0 0,0 1-1 0 0,0-1 1 0 0,0 1 0 0 0,1 0-1 0 0,-1 0 1 0 0,0-1 0 0 0,0 1-1 0 0,2 0 1 0 0,1 0 8 0 0,-4-1-9 0 0,1 1-1 0 0,-1 0 1 0 0,0 0-1 0 0,1 0 1 0 0,-1-1-1 0 0,0 1 1 0 0,1 0 0 0 0,-1 0-1 0 0,0-1 1 0 0,1 1-1 0 0,-1 0 1 0 0,0-1-1 0 0,1 1 1 0 0,-1 0-1 0 0,0-1 1 0 0,0 1-1 0 0,0-1 1 0 0,1 1 0 0 0,-1 0-1 0 0,0-1 1 0 0,0 1-1 0 0,0-1 1 0 0,0 1-1 0 0,0-1 1 0 0,0 1-1 0 0,0 0 1 0 0,0-1 0 0 0,-1-4 5 0 0,1 4-2 0 0,0 1 1 0 0,0-1-1 0 0,0 0 0 0 0,0 0 1 0 0,0 0-1 0 0,0 0 0 0 0,0 0 1 0 0,0 0-1 0 0,0 1 0 0 0,0-1 0 0 0,0 0 1 0 0,1 0-1 0 0,-1 0 0 0 0,0 0 1 0 0,1 1-1 0 0,-1-1 0 0 0,0 0 0 0 0,1 0 1 0 0,-1 1-1 0 0,1-1 0 0 0,0 0 1 0 0,-1 1-1 0 0,1-1 0 0 0,-1 0 1 0 0,1 1-1 0 0,0-1 0 0 0,-1 1 0 0 0,1-1 1 0 0,0 1-1 0 0,0 0 0 0 0,0-1 1 0 0,-1 1-1 0 0,1 0 0 0 0,0-1 0 0 0,0 1 1 0 0,1 0-1 0 0,8-4 1 0 0,-9 3-5 0 0,-1 1 1 0 0,0 0-1 0 0,1-1 0 0 0,-1 1 0 0 0,0 0 0 0 0,1-1 1 0 0,-1 1-1 0 0,0 0 0 0 0,1-1 0 0 0,-1 1 0 0 0,0-1 1 0 0,0 1-1 0 0,0 0 0 0 0,1-1 0 0 0,-1 1 0 0 0,0-1 1 0 0,0 1-1 0 0,0-1 0 0 0,0 1 0 0 0,0 0 0 0 0,0-1 0 0 0,0 1 1 0 0,0-1-1 0 0,0 1 0 0 0,0-1 0 0 0,0 1 0 0 0,0-1 1 0 0,0 0 2 0 0,-1 1 0 0 0,1-1 0 0 0,0 0 1 0 0,0 1-1 0 0,0-1 0 0 0,0 1 0 0 0,0-1 1 0 0,0 0-1 0 0,0 1 0 0 0,1-1 0 0 0,-1 1 1 0 0,0-1-1 0 0,0 1 0 0 0,0-1 0 0 0,1 0 1 0 0,-1 1-1 0 0,0-1 0 0 0,0 1 0 0 0,1-1 0 0 0,-1 1 1 0 0,1 0-1 0 0,-1-1 0 0 0,0 1 0 0 0,1-1 1 0 0,-1 1-1 0 0,1 0 0 0 0,-1-1 0 0 0,1 1 1 0 0,4-3-7 0 0,-3 2 10 0 0,-1 0-1 0 0,1 0 0 0 0,-1 0 1 0 0,0 0-1 0 0,1 0 0 0 0,-1 0 0 0 0,0 0 1 0 0,1-1-1 0 0,-1 1 0 0 0,0 0 1 0 0,0-1-1 0 0,0 1 0 0 0,0-1 1 0 0,0 1-1 0 0,-1-1 0 0 0,1 1 0 0 0,0-1 1 0 0,-1 1-1 0 0,1-1 0 0 0,-1 0 1 0 0,1 1-1 0 0,-1-1 0 0 0,0 0 0 0 0,0 0 1 0 0,0 1-1 0 0,0-1 0 0 0,0 0 1 0 0,-1-2-1 0 0,1-21-378 0 0,0 8-7184 0 0,0 9 4606 0 0</inkml:trace>
</inkml:ink>
</file>

<file path=ppt/ink/ink3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06T18:27:44.64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 0 560 0 0,'0'0'38'0'0,"0"1"-1"0"0,-1-1 1 0 0,1 0-1 0 0,0 0 1 0 0,0 0 0 0 0,0 0-1 0 0,0 0 1 0 0,0 1-1 0 0,0-1 1 0 0,0 0-1 0 0,0 0 1 0 0,0 0-1 0 0,0 0 1 0 0,-1 1-1 0 0,1-1 1 0 0,0 0-1 0 0,0 0 1 0 0,0 0 0 0 0,0 1-1 0 0,0-1 1 0 0,0 0-1 0 0,0 0 1 0 0,1 0-1 0 0,-1 0 1 0 0,0 1-1 0 0,0-1 1 0 0,0 0-1 0 0,0 0 1 0 0,0 0-1 0 0,0 0 1 0 0,0 1 0 0 0,0-1-1 0 0,0 0 1 0 0,0 0-1 0 0,0 0 1 0 0,1 0-1 0 0,-1 0 1 0 0,0 1-1 0 0,0-1 1 0 0,0 0-1 0 0,0 0 1 0 0,0 0 0 0 0,1 0-1 0 0,-1 0 1 0 0,0 0-1 0 0,0 0 1 0 0,0 0-1 0 0,0 0 1 0 0,1 0-1 0 0,-1 0 1 0 0,0 0-1 0 0,0 0 1 0 0,0 0-1 0 0,1 0 1 0 0,-1 0 0 0 0,0 0-1 0 0,0 0 1 0 0,0 0-1 0 0,0 0 1 0 0,1 0-1 0 0,-1 0 1 0 0,0 0-1 0 0,0 0 1 0 0,0 0-1 0 0,0 0 1 0 0,1 0 0 0 0,-1 0-1 0 0,0 0 1 0 0,0 0-1 0 0,97 1 817 0 0,140 20 364 0 0,-131-10-675 0 0,58 5 246 0 0,248 31 556 0 0,-380-41-1218 0 0,-25-4-1139 0 0,-14-3-3639 0 0,-47-5 2410 0 0</inkml:trace>
</inkml:ink>
</file>

<file path=ppt/ink/ink3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06T18:27:45.12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0 132 1121 0 0,'0'-15'800'0'0,"0"-6"-160"0"0,33 3-240 0 0,-33 3-160 0 0,33-6-159 0 0,-33 7-81 0 0,32 1 0 0 0,1 5 0 0 0,-1 2-81 0 0,1 6 1 0 0,-33 6 0 0 0,0 9-80 0 0,0-9 80 0 0,-33 8-160 0 0,33 1-240 0 0,0-9-400 0 0</inkml:trace>
</inkml:ink>
</file>

<file path=ppt/ink/ink3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06T18:27:46.39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55 240 0 0,'1'0'40'0'0,"-1"-1"0"0"0,1 1 0 0 0,0 0 0 0 0,0-1-1 0 0,0 1 1 0 0,0 0 0 0 0,0 0 0 0 0,-1 0 0 0 0,1 0 0 0 0,0 0 0 0 0,0 0 0 0 0,0 0-1 0 0,0 0 1 0 0,0 0 0 0 0,0 0 0 0 0,0 0 0 0 0,0 0 0 0 0,-1 1 0 0 0,1-1-1 0 0,0 0 1 0 0,0 1 0 0 0,0-1 0 0 0,0 0 0 0 0,-1 1 0 0 0,1-1 0 0 0,1 1 0 0 0,44 18 1326 0 0,-18-7-848 0 0,-24-11-515 0 0,30 11 64 0 0,-33-12-62 0 0,1 1-1 0 0,-1-1 1 0 0,0 1 0 0 0,0-1 0 0 0,0 1 0 0 0,0-1-1 0 0,1 1 1 0 0,-1 0 0 0 0,0 0 0 0 0,0-1-1 0 0,0 1 1 0 0,0 0 0 0 0,0 0 0 0 0,-1 0-1 0 0,1 0 1 0 0,0 0 0 0 0,0 0 0 0 0,1 2 0 0 0,-2-2-2 0 0,0-1 1 0 0,0 1 0 0 0,0-1 0 0 0,1 0-1 0 0,-1 1 1 0 0,0-1 0 0 0,0 1 0 0 0,1-1-1 0 0,-1 0 1 0 0,0 1 0 0 0,1-1 0 0 0,-1 0-1 0 0,1 0 1 0 0,-1 1 0 0 0,0-1 0 0 0,1 0-1 0 0,-1 0 1 0 0,1 1 0 0 0,-1-1 0 0 0,0 0-1 0 0,1 0 1 0 0,-1 0 0 0 0,1 0 0 0 0,-1 0-1 0 0,1 0 1 0 0,-1 0 0 0 0,1 0-1 0 0,-1 0 1 0 0,1 0 0 0 0,0 0 0 0 0,13 0 40 0 0,-13 0-31 0 0,4 0 214 0 0,-5-15 13 0 0,0 14-236 0 0,0 0 0 0 0,0 0 0 0 0,0 0 0 0 0,1 1 0 0 0,-1-1 0 0 0,0 0 0 0 0,0 0 0 0 0,1 0-1 0 0,-1 1 1 0 0,0-1 0 0 0,1 0 0 0 0,-1 0 0 0 0,0 1 0 0 0,1-1 0 0 0,-1 0 0 0 0,1 1 0 0 0,0-1 0 0 0,-1 0 0 0 0,1 1 0 0 0,-1-1 0 0 0,1 1 0 0 0,0-1 0 0 0,-1 1 0 0 0,1-1 0 0 0,0 1 0 0 0,0 0 0 0 0,-1-1 0 0 0,1 1 0 0 0,0 0 0 0 0,1-1 0 0 0,-1 1-1 0 0,0 0 0 0 0,0 0 1 0 0,0-1-1 0 0,-1 1 0 0 0,1 0 1 0 0,0-1-1 0 0,0 1 0 0 0,0-1 1 0 0,-1 1-1 0 0,1-1 1 0 0,0 1-1 0 0,-1-1 0 0 0,1 1 1 0 0,0-1-1 0 0,-1 0 0 0 0,1 0 1 0 0,-1 1-1 0 0,1-1 0 0 0,-1 0 1 0 0,1 0-1 0 0,-1 1 0 0 0,0-1 1 0 0,1 0-1 0 0,-1 0 0 0 0,0 0 1 0 0,0 0-1 0 0,1 0 1 0 0,-1 1-1 0 0,0-1 0 0 0,0-2 1 0 0,0-64 9 0 0,5 67-80 0 0,4 3 83 0 0,-1 2-1 0 0,1 0 1 0 0,-1 0-1 0 0,14 12 1 0 0,15 9 40 0 0,-1-3-14 0 0,-12-6 24 0 0,52 25-1 0 0,-54-36-78 0 0,-22-6 11 0 0,0 0 0 0 0,0 0 1 0 0,0 0-1 0 0,0 0 0 0 0,0 0 1 0 0,0 1-1 0 0,0-1 0 0 0,0 0 1 0 0,0 0-1 0 0,0 0 1 0 0,0 0-1 0 0,1 0 0 0 0,-1 0 1 0 0,0 0-1 0 0,0 0 0 0 0,0 0 1 0 0,0 0-1 0 0,0 0 0 0 0,0 0 1 0 0,0 0-1 0 0,1 0 0 0 0,-1 1 1 0 0,0-1-1 0 0,0 0 0 0 0,0 0 1 0 0,0 0-1 0 0,0 0 0 0 0,0 0 1 0 0,0 0-1 0 0,1-1 0 0 0,-1 1 1 0 0,0 0-1 0 0,0 0 0 0 0,0 0 1 0 0,0 0-1 0 0,0 0 0 0 0,0 0 1 0 0,0 0-1 0 0,1 0 1 0 0,-1 0-1 0 0,0 0 0 0 0,0 0 1 0 0,0 0-1 0 0,0 0 0 0 0,0 0 1 0 0,0 0-1 0 0,0-1 0 0 0,0 1 1 0 0,0 0-1 0 0,0 0 0 0 0,1 0 1 0 0,-1 0-1 0 0,0 0 0 0 0,0 0 1 0 0,0 0-1 0 0,0 0 0 0 0,0-1 1 0 0,0 1-1 0 0,0 0 0 0 0,0 0 1 0 0,0 0-1 0 0,0 0 0 0 0,0 0 1 0 0,0 0-1 0 0,0-1 0 0 0,0 1 1 0 0,0 0-1 0 0,-5-5-32 0 0,-22-8-152 0 0,1 1 1 0 0,-43-12-1 0 0,38 13 116 0 0,9 3 13 0 0,0 1 0 0 0,-31-5-1 0 0,14 3-10 0 0,8 4 55 0 0,128 44 266 0 0,-88-34-206 0 0,1 0-1 0 0,-1-1 1 0 0,1-1 0 0 0,18 5-1 0 0,-18-6-15 0 0,0 1 0 0 0,0 0-1 0 0,-1 0 1 0 0,16 9 0 0 0,-16-8-4 0 0,0 0 1 0 0,1-1-1 0 0,-1 0 0 0 0,11 1 1 0 0,16 7 75 0 0,-30-5-40 0 0,-6-6-60 0 0,0 0 0 0 0,0 1 0 0 0,0-1 0 0 0,0 0 0 0 0,0 0 0 0 0,0 0 0 0 0,0 0 0 0 0,0 0 0 0 0,0 1 0 0 0,0-1 0 0 0,0 0 0 0 0,0 0 0 0 0,-1 0 0 0 0,1 0 0 0 0,0 0 0 0 0,0 0 0 0 0,0 0 0 0 0,0 1 0 0 0,0-1 0 0 0,0 0-1 0 0,0 0 1 0 0,0 0 0 0 0,-1 0 0 0 0,1 0 0 0 0,0 0 0 0 0,0 0 0 0 0,0 0 0 0 0,0 0 0 0 0,0 0 0 0 0,0 0 0 0 0,-1 0 0 0 0,1 0 0 0 0,0 0 0 0 0,0 0 0 0 0,0 0 0 0 0,0 0 0 0 0,0 0 0 0 0,-1 0 0 0 0,1 0 0 0 0,0 0 0 0 0,0 0 0 0 0,0 0 0 0 0,0 0 0 0 0,0 0 0 0 0,-1 0 0 0 0,1 0 0 0 0,0 0 0 0 0,0 0 0 0 0,0 0 0 0 0,0 0 0 0 0,0 0 0 0 0,0 0 0 0 0,-1 0 0 0 0,1-1 0 0 0,0 1 0 0 0,0 0 0 0 0,0 0 0 0 0,0 0 0 0 0,0 0 0 0 0,0 0 0 0 0,0 0-1 0 0,0 0 1 0 0,0-1 0 0 0,-60-28 64 0 0,-33-4-67 0 0,88 28 13 0 0,6 6-8 0 0,0 0-1 0 0,0 0 0 0 0,0 0 0 0 0,1 0 1 0 0,-1 0-1 0 0,0 0 0 0 0,1-1 0 0 0,-1 1 1 0 0,1 0-1 0 0,-1-1 0 0 0,1 1 0 0 0,-1-1 1 0 0,1 0-1 0 0,-1 1 0 0 0,4-1 0 0 0,-3 1 9 0 0,96 33 293 0 0,-98-33-299 0 0,1-1-1 0 0,-1 0 1 0 0,1 0-1 0 0,-1 1 1 0 0,0-1 0 0 0,1 0-1 0 0,-1 1 1 0 0,1-1-1 0 0,-1 1 1 0 0,0-1-1 0 0,0 0 1 0 0,1 1-1 0 0,-1-1 1 0 0,0 1-1 0 0,0-1 1 0 0,1 1-1 0 0,-1-1 1 0 0,0 1-1 0 0,0-1 1 0 0,0 1 0 0 0,0-1-1 0 0,0 1 1 0 0,0-1-1 0 0,0 1 1 0 0,0-1-1 0 0,0 1 1 0 0,0-1-1 0 0,0 1 1 0 0,0-1-1 0 0,0 1 1 0 0,0-1-1 0 0,0 1 1 0 0,0-1-1 0 0,-1 0 1 0 0,1 1 0 0 0,0-1-1 0 0,0 1 1 0 0,-1-1-1 0 0,1 1 1 0 0,0-1-1 0 0,-1 0 1 0 0,1 1-1 0 0,0-1 1 0 0,-1 1-1 0 0,1-1 1 0 0,0 0-1 0 0,-1 0 1 0 0,0 1-1 0 0,-53 12 248 0 0,42-10-199 0 0,1 0 0 0 0,0-1 1 0 0,0-1-1 0 0,-1 0 0 0 0,1 0 1 0 0,-1-1-1 0 0,-14-2 0 0 0,1 1 50 0 0,18-2-68 0 0,3-1-61 0 0,-18 3-3 0 0,22 1-7 0 0,-7-4 0 0 0,42 2 36 0 0,10 2-2 0 0,-35 3 0 0 0,0 0 0 0 0,-3-1 6 0 0,31 8 169 0 0,-37-9-160 0 0,0-1 0 0 0,0 0 0 0 0,0 1 1 0 0,0-1-1 0 0,0 1 0 0 0,0-1 0 0 0,0 1 0 0 0,0 0 0 0 0,0-1 0 0 0,0 1 0 0 0,0 0 0 0 0,0 0 0 0 0,0-1 0 0 0,-1 1 0 0 0,1 0 1 0 0,0 0-1 0 0,-1 0 0 0 0,1 0 0 0 0,0 0 0 0 0,-1 0 0 0 0,1 0 0 0 0,-1 0 0 0 0,0 0 0 0 0,1 1 0 0 0,-1 0 0 0 0,-5 9 292 0 0,-3-3-353 0 0,0 0-1 0 0,0-1 0 0 0,0 0 0 0 0,-1 0 1 0 0,0-1-1 0 0,0 0 0 0 0,-1 0 1 0 0,1-1-1 0 0,-1-1 0 0 0,0 1 1 0 0,-17 3-1 0 0,-33 0-1340 0 0,22-7-828 0 0</inkml:trace>
</inkml:ink>
</file>

<file path=ppt/ink/ink3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06T18:27:49.87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86 264 240 0 0,'49'-45'1204'0'0,"92"-81"1087"0"0,-124 114-2236 0 0,0 1 0 0 0,1 0 0 0 0,0 2 1 0 0,1 0-1 0 0,0 1 0 0 0,0 1 0 0 0,1 1 0 0 0,0 0 0 0 0,0 2 0 0 0,0 0 1 0 0,1 1-1 0 0,-1 2 0 0 0,1 0 0 0 0,37 3 0 0 0,-51-2-15 0 0,0 0-1 0 0,-1 1 1 0 0,1 0 0 0 0,0 1-1 0 0,0-1 1 0 0,-1 1 0 0 0,1 1-1 0 0,-1-1 1 0 0,1 1-1 0 0,-1 0 1 0 0,0 0 0 0 0,0 1-1 0 0,0 0 1 0 0,-1 0 0 0 0,1 0-1 0 0,-1 1 1 0 0,0 0 0 0 0,-1 0-1 0 0,1 0 1 0 0,-1 0-1 0 0,0 1 1 0 0,0 0 0 0 0,0 0-1 0 0,-1 0 1 0 0,0 0 0 0 0,0 0-1 0 0,-1 1 1 0 0,1-1 0 0 0,-2 1-1 0 0,1 0 1 0 0,-1 0-1 0 0,0-1 1 0 0,0 1 0 0 0,0 11-1 0 0,-3-9 100 0 0,1 1-1 0 0,-1 0 0 0 0,-1 0 0 0 0,1-1 1 0 0,-2 0-1 0 0,1 1 0 0 0,-1-1 0 0 0,-1 0 1 0 0,0-1-1 0 0,0 1 0 0 0,-11 12 0 0 0,-12 15 1273 0 0,-37 36-1 0 0,57-64-1087 0 0,3-3-223 0 0,0 0 0 0 0,0 0 0 0 0,-1-1 0 0 0,1 0 0 0 0,-1 0 0 0 0,0 0 0 0 0,0-1 0 0 0,0 0 0 0 0,-1 0 0 0 0,1 0 0 0 0,-1-1 0 0 0,0 0 0 0 0,0-1 0 0 0,0 1 0 0 0,1-1 0 0 0,-1 0 0 0 0,-14-1 0 0 0,21 0-90 0 0,-1 0-1 0 0,1-1 1 0 0,-1 1-1 0 0,1 0 1 0 0,-1 0-1 0 0,1-1 1 0 0,-1 1-1 0 0,1 0 1 0 0,0 0-1 0 0,-1-1 1 0 0,1 1-1 0 0,0 0 1 0 0,-1-1-1 0 0,1 1 1 0 0,0-1-1 0 0,-1 1 1 0 0,1-1-1 0 0,0 1 1 0 0,0 0-1 0 0,-1-1 1 0 0,1 1-1 0 0,0-1 1 0 0,0 1-1 0 0,0-1 1 0 0,0 0-1 0 0,-3-5-15 0 0,-3 1-12 0 0,5 4 16 0 0,-1 1 0 0 0,1-1 1 0 0,0 0-1 0 0,0 1 0 0 0,0-1 0 0 0,0 0 1 0 0,0 0-1 0 0,0 0 0 0 0,0 0 0 0 0,0 0 1 0 0,1 0-1 0 0,-1 0 0 0 0,0 0 1 0 0,0 0-1 0 0,1 0 0 0 0,-1 0 0 0 0,1 0 1 0 0,-1-1-1 0 0,1 1 0 0 0,-1 0 0 0 0,1 0 1 0 0,0-1-1 0 0,0 1 0 0 0,0 0 1 0 0,-1 0-1 0 0,1-1 0 0 0,1 1 0 0 0,-1 0 1 0 0,0-1-1 0 0,0 1 0 0 0,0 0 0 0 0,0 0 1 0 0,1-1-1 0 0,-1 1 0 0 0,1-1 0 0 0,10-10-26 0 0,-10 12 18 0 0,1-2 0 0 0,-1 1 0 0 0,0 0 0 0 0,0 0 0 0 0,0 0-1 0 0,0 0 1 0 0,0-1 0 0 0,0 1 0 0 0,0-1 0 0 0,0 1 0 0 0,0 0 0 0 0,0-1 0 0 0,-1 0 0 0 0,1 1 0 0 0,-1-1 0 0 0,1 1 0 0 0,-1-1 0 0 0,0 0 0 0 0,0 1-1 0 0,1-3 1 0 0,-1-65-937 0 0,-1 68 938 0 0,1 0-1 0 0,0 0 1 0 0,0 1-1 0 0,0-1 1 0 0,0 0-1 0 0,-1 0 1 0 0,1 0-1 0 0,0 1 0 0 0,-1-1 1 0 0,1 0-1 0 0,-1 0 1 0 0,1 1-1 0 0,-1-1 1 0 0,1 0-1 0 0,-1 1 1 0 0,1-1-1 0 0,-1 0 1 0 0,0 1-1 0 0,1-1 1 0 0,-1 1-1 0 0,0-1 1 0 0,0 1-1 0 0,1 0 0 0 0,-1-1 1 0 0,0 1-1 0 0,0 0 1 0 0,0-1-1 0 0,1 1 1 0 0,-1 0-1 0 0,0 0 1 0 0,0 0-1 0 0,-1 0 1 0 0,-38-3-190 0 0,29 4 139 0 0,-19 1 66 0 0,0 1 1 0 0,0 2 0 0 0,1 1-1 0 0,0 2 1 0 0,0 1 0 0 0,1 0-1 0 0,-45 23 1 0 0,64-27 73 0 0,-1 1 0 0 0,1-1 0 0 0,0 1 0 0 0,1 1 0 0 0,-1-1 0 0 0,1 2 0 0 0,1-1 0 0 0,-1 1 0 0 0,1 0 0 0 0,0 0 0 0 0,1 1 0 0 0,-6 10 1 0 0,10-16-50 0 0,0 0 1 0 0,-1 1-1 0 0,1-1 1 0 0,0 1 0 0 0,1-1-1 0 0,-1 1 1 0 0,1 0 0 0 0,-1-1-1 0 0,1 1 1 0 0,-1 5-1 0 0,3-6-16 0 0,-1-1 0 0 0,1 1 0 0 0,-1-1 0 0 0,1 1 0 0 0,0 0 0 0 0,0-1 0 0 0,0 0 0 0 0,0 1 0 0 0,0-1 0 0 0,1 0 0 0 0,-1 0 0 0 0,1 1 0 0 0,-1-1 0 0 0,1 0 0 0 0,2 2-1 0 0,3 3 13 0 0,-1 0 0 0 0,1 0-1 0 0,0 0 1 0 0,1-1 0 0 0,0-1-1 0 0,-1 1 1 0 0,2-1 0 0 0,-1-1-1 0 0,13 6 1 0 0,-9-6-127 0 0,0-1 0 0 0,0 0 0 0 0,0 0 0 0 0,0-2 0 0 0,0 0 0 0 0,1 0 0 0 0,16-1 0 0 0,3-2-983 0 0,-1 0 1 0 0,1-2 0 0 0,-1-2-1 0 0,0 0 1 0 0,0-2-1 0 0,37-15 1 0 0,-3-4-2400 0 0</inkml:trace>
</inkml:ink>
</file>

<file path=ppt/ink/ink3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06T18:27:50.47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100 326 320 0 0,'1'-2'97'0'0,"-1"0"0"0"0,0 0-1 0 0,0 0 1 0 0,0 0 0 0 0,0 0 0 0 0,-1 1-1 0 0,1-1 1 0 0,0 0 0 0 0,-1 0-1 0 0,0 0 1 0 0,1 0 0 0 0,-1 1 0 0 0,0-1-1 0 0,0 0 1 0 0,0 1 0 0 0,0-1 0 0 0,0 0-1 0 0,0 1 1 0 0,0-1 0 0 0,-1 1-1 0 0,1 0 1 0 0,-3-3 0 0 0,-6-5 53 0 0,-22-24 663 0 0,28 24-599 0 0,4 8-193 0 0,0 1 0 0 0,0-1 0 0 0,0 1 0 0 0,0 0 0 0 0,0-1 1 0 0,-1 1-1 0 0,1-1 0 0 0,0 1 0 0 0,0-1 0 0 0,0 1 0 0 0,0-1 1 0 0,-1 1-1 0 0,1 0 0 0 0,0-1 0 0 0,0 1 0 0 0,0 0 0 0 0,-1-1 1 0 0,1 1-1 0 0,0-1 0 0 0,-1 1 0 0 0,1 0 0 0 0,0 0 0 0 0,-1-1 1 0 0,1 1-1 0 0,-1 0 0 0 0,1 0 0 0 0,0-1 0 0 0,-1 1 0 0 0,-3-1 137 0 0,3 1-114 0 0,0 0-1 0 0,0 0 0 0 0,0 0 0 0 0,-1 0 0 0 0,1 0 0 0 0,0-1 0 0 0,0 1 1 0 0,0 0-1 0 0,0-1 0 0 0,0 1 0 0 0,0-1 0 0 0,0 1 0 0 0,0-1 0 0 0,0 0 0 0 0,0 1 1 0 0,0-1-1 0 0,0 0 0 0 0,0 0 0 0 0,0 0 0 0 0,0 0 0 0 0,-1-1 0 0 0,2 0 504 0 0,0 15 867 0 0,0 17-745 0 0,-1-17-458 0 0,0 0 0 0 0,1-1 0 0 0,1 1 0 0 0,0-1 0 0 0,5 20 0 0 0,5-3 122 0 0,-8-23-256 0 0,-1-1 0 0 0,1 1 0 0 0,-1 0 0 0 0,-1 0 1 0 0,1 0-1 0 0,-1 0 0 0 0,0 1 0 0 0,0 6 0 0 0,0 2 167 0 0,-1-12-156 0 0,1 1 1 0 0,-1-1-1 0 0,0 1 1 0 0,0 0 0 0 0,-1-1-1 0 0,1 1 1 0 0,-1-1 0 0 0,1 1-1 0 0,-1-1 1 0 0,0 1-1 0 0,-2 4 1 0 0,-19 18 511 0 0,22-26-594 0 0,-1 0-1 0 0,1 0 0 0 0,0 0 0 0 0,0 1 1 0 0,-1-1-1 0 0,1 0 0 0 0,0 0 1 0 0,0 1-1 0 0,-1-1 0 0 0,1 0 1 0 0,0 0-1 0 0,0 1 0 0 0,0-1 0 0 0,-1 0 1 0 0,1 1-1 0 0,0-1 0 0 0,0 0 1 0 0,0 1-1 0 0,0-1 0 0 0,0 0 1 0 0,0 1-1 0 0,0-1 0 0 0,0 0 0 0 0,0 1 1 0 0,0-1-1 0 0,0 0 0 0 0,0 1 1 0 0,0-1-1 0 0,0 0 0 0 0,0 1 1 0 0,0-1-1 0 0,0 0 0 0 0,0 0 0 0 0,0 1 1 0 0,1-1-1 0 0,-1 0 0 0 0,0 1 1 0 0,0-1-1 0 0,0 0 0 0 0,1 0 1 0 0,-1 1-1 0 0,0-1 0 0 0,0 0 0 0 0,0 0 1 0 0,1 1-1 0 0,-1-1 0 0 0,0 0 1 0 0,1 0-1 0 0,-1 0 0 0 0,0 0 1 0 0,0 1-1 0 0,1-1 0 0 0,-1 0 0 0 0,0 0 1 0 0,1 0-1 0 0,-1 0 0 0 0,0 0 1 0 0,1 0-1 0 0,-1 0 0 0 0,1 0 0 0 0,21 0 98 0 0,-21 0-102 0 0,7-1 19 0 0,-1 1 0 0 0,1-2 0 0 0,0 1 0 0 0,-1-1 0 0 0,0 0 0 0 0,13-6 0 0 0,-2-2 148 0 0,30-24 1 0 0,-32 23-99 0 0,278-187 984 0 0,-172 99-621 0 0,-89 69-234 0 0,1 2-1 0 0,2 2 1 0 0,70-40-1 0 0,-61 50-548 0 0,-44 15 258 0 0,-1 1 0 0 0,1 0 0 0 0,0-1 1 0 0,-1 1-1 0 0,1 0 0 0 0,0 0 0 0 0,0-1 1 0 0,-1 1-1 0 0,1 0 0 0 0,0 0 0 0 0,-1 0 0 0 0,1 0 1 0 0,0 0-1 0 0,0 0 0 0 0,-1 0 0 0 0,1 0 1 0 0,0 1-1 0 0,-1-1 0 0 0,1 0 0 0 0,0 0 0 0 0,0 0 1 0 0,-1 1-1 0 0,1-1 0 0 0,-1 0 0 0 0,1 1 0 0 0,0-1 1 0 0,-1 1-1 0 0,1-1 0 0 0,-1 1 0 0 0,1-1 1 0 0,-1 1-1 0 0,1-1 0 0 0,-1 1 0 0 0,1-1 0 0 0,-1 1 1 0 0,1 0-1 0 0,-1-1 0 0 0,0 1 0 0 0,0 0 1 0 0,1-1-1 0 0,-1 1 0 0 0,0 0 0 0 0,1 1 0 0 0,-2-2-20 0 0,1 1 0 0 0,0-1 0 0 0,0 0-1 0 0,1 1 1 0 0,-1-1 0 0 0,0 0 0 0 0,0 1 0 0 0,0-1-1 0 0,0 0 1 0 0,0 1 0 0 0,0-1 0 0 0,0 1-1 0 0,0-1 1 0 0,1 0 0 0 0,-1 0 0 0 0,0 1-1 0 0,0-1 1 0 0,1 0 0 0 0,-1 1 0 0 0,0-1-1 0 0,0 0 1 0 0,1 0 0 0 0,-1 1 0 0 0,0-1 0 0 0,0 0-1 0 0,1 0 1 0 0,-1 0 0 0 0,1 1 0 0 0,15 11-3330 0 0,-17-12 3221 0 0,0 1-1 0 0,0 0 1 0 0,-1 0-1 0 0,1 0 1 0 0,0-1-1 0 0,-1 1 1 0 0,1-1 0 0 0,0 1-1 0 0,-1-1 1 0 0,1 0-1 0 0,-1 1 1 0 0,1-1-1 0 0,0 0 1 0 0,-2 0 0 0 0</inkml:trace>
</inkml:ink>
</file>

<file path=ppt/ink/ink3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06T18:27:51.63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164 61 560 0 0,'5'-5'107'0'0,"0"0"0"0"0,1 0-1 0 0,0 0 1 0 0,0 0 0 0 0,0 1 0 0 0,0 0-1 0 0,1 0 1 0 0,0 1 0 0 0,0 0-1 0 0,0 0 1 0 0,0 1 0 0 0,0 0 0 0 0,0 0-1 0 0,1 0 1 0 0,-1 1 0 0 0,1 0-1 0 0,10 0 1 0 0,-4 0-57 0 0,-1-1 0 0 0,1 2 1 0 0,0 0-1 0 0,18 2 0 0 0,-28-1-43 0 0,0 0 0 0 0,1 1 1 0 0,-2-1-1 0 0,1 1 0 0 0,0-1 0 0 0,0 1 0 0 0,0 0 1 0 0,-1 1-1 0 0,1-1 0 0 0,-1 1 0 0 0,0-1 1 0 0,1 1-1 0 0,-1 0 0 0 0,0 0 0 0 0,-1 1 0 0 0,6 6 1 0 0,-8-9 1 0 0,1 0 1 0 0,-1 0-1 0 0,1 0 1 0 0,-1 0 0 0 0,1 0-1 0 0,-1 0 1 0 0,0 0 0 0 0,0 0-1 0 0,1 0 1 0 0,-1 0-1 0 0,0 0 1 0 0,0 1 0 0 0,0-1-1 0 0,0 0 1 0 0,0 0-1 0 0,0 0 1 0 0,-1 0 0 0 0,1 0-1 0 0,0 0 1 0 0,0 0-1 0 0,-1 0 1 0 0,1 0 0 0 0,-2 2-1 0 0,-16 23 291 0 0,8-15-137 0 0,2 1-2 0 0,-2 0 1 0 0,0-1-1 0 0,0-1 0 0 0,-1 0 0 0 0,0 0 0 0 0,0-1 1 0 0,-1-1-1 0 0,-1 1 0 0 0,1-2 0 0 0,-1 0 0 0 0,-22 8 1 0 0,26-11-66 0 0,-17 7 516 0 0,-37 22 0 0 0,58-30-455 0 0,1-1 0 0 0,-1 0 1 0 0,1 0-1 0 0,-1 0 0 0 0,0 0 0 0 0,0-1 0 0 0,0 0 0 0 0,0 0 1 0 0,0 0-1 0 0,-10 0 0 0 0,1-2 112 0 0,0 0-1 0 0,-26-7 1 0 0,15-1-281 0 0,24 7 1 0 0,0 1 0 0 0,1 0 0 0 0,-1 0 0 0 0,0 0-1 0 0,0 0 1 0 0,1-1 0 0 0,-1 1 0 0 0,1 0-1 0 0,-1 0 1 0 0,1-1 0 0 0,0 1 0 0 0,0 0-1 0 0,-1-1 1 0 0,1 1 0 0 0,0-1 0 0 0,0 1-1 0 0,0-3 1 0 0,1 3 5 0 0,-1-1 1 0 0,0 1-1 0 0,1-1 0 0 0,-1 1 0 0 0,1 0 0 0 0,-1-1 1 0 0,1 1-1 0 0,0 0 0 0 0,0 0 0 0 0,-1 0 0 0 0,1-1 1 0 0,0 1-1 0 0,0 0 0 0 0,0 0 0 0 0,0 0 0 0 0,0 0 1 0 0,0 0-1 0 0,1 1 0 0 0,-1-1 0 0 0,0 0 0 0 0,0 0 1 0 0,1 1-1 0 0,-1-1 0 0 0,3 0 0 0 0,10-7-76 0 0,-9 5 88 0 0,0-1 0 0 0,0 1 0 0 0,1 0-1 0 0,0 1 1 0 0,-1 0 0 0 0,1-1-1 0 0,0 2 1 0 0,0-1 0 0 0,0 1 0 0 0,0 0-1 0 0,1 0 1 0 0,-1 1 0 0 0,11 0-1 0 0,-14 0 2 0 0,15 1 85 0 0,-1 2 1 0 0,1-1-1 0 0,-1 2 1 0 0,0 1 0 0 0,0 0-1 0 0,0 1 1 0 0,21 10-1 0 0,115 72 816 0 0,-144-83-975 0 0,1 2 0 0 0,-1-1 0 0 0,0 1 1 0 0,13 13-1 0 0,-5 3-1230 0 0,-17-21 1135 0 0,1-1 0 0 0,-1 0 0 0 0,1 0 0 0 0,0 0 0 0 0,0 0-1 0 0,-1 0 1 0 0,1 0 0 0 0,0 0 0 0 0,0 0 0 0 0,0 0 0 0 0,0 0 0 0 0,0-1 0 0 0,0 1 0 0 0,1 0 0 0 0,-1-1 0 0 0,0 1 0 0 0,0 0-1 0 0,0-1 1 0 0,1 0 0 0 0,-1 1 0 0 0,0-1 0 0 0,1 0 0 0 0,-1 0 0 0 0,2 1 0 0 0,30 1-4707 0 0</inkml:trace>
</inkml:ink>
</file>

<file path=ppt/ink/ink3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06T18:27:52.27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15 480 0 0,'32'0'1761'0'0,"1"-6"-80"0"0,32-2-161 0 0,1 8-239 0 0,-1 8-481 0 0,66-2-720 0 0,-33 15-1200 0 0,-33-6-801 0 0,-65-3-240 0 0,0-3-160 0 0</inkml:trace>
</inkml:ink>
</file>

<file path=ppt/ink/ink3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06T18:27:52.65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1 1040 0 0,'66'0'2402'0'0,"-40"6"-321"0"0,72 2-481 0 0,-33-2-799 0 0,33 9-2242 0 0,0-9-2081 0 0,-33-6 641 0 0</inkml:trace>
</inkml:ink>
</file>

<file path=ppt/ink/ink3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06T18:27:53.87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197 52 640 0 0,'44'-13'907'0'0,"0"1"0"0"0,90-12 1 0 0,-121 23-807 0 0,0 0 1 0 0,0 0 0 0 0,-1 1 0 0 0,1 1 0 0 0,0 0 0 0 0,0 1 0 0 0,0 0-1 0 0,0 1 1 0 0,-1 0 0 0 0,23 10 0 0 0,-28-9 21 0 0,-1 0 0 0 0,1 1 0 0 0,-1 0 0 0 0,0 0 0 0 0,0 0 0 0 0,-1 1 0 0 0,0-1 0 0 0,7 10 0 0 0,-11-14-105 0 0,0 0 0 0 0,-1 0 0 0 0,1 0 0 0 0,0 0 0 0 0,-1 0 0 0 0,1 0 0 0 0,-1 0 0 0 0,1 0 0 0 0,-1 0 0 0 0,1 1 0 0 0,-1-1 0 0 0,0 0 1 0 0,1 0-1 0 0,-1 0 0 0 0,0 0 0 0 0,0 1 0 0 0,0-1 0 0 0,0 0 0 0 0,0 0 0 0 0,0 0 0 0 0,-1 1 0 0 0,1-1 0 0 0,-1 2 0 0 0,-15 18 217 0 0,14-19-208 0 0,1-1 1 0 0,-1 0-1 0 0,1 0 1 0 0,0 1-1 0 0,-1-1 1 0 0,1 1-1 0 0,0-1 1 0 0,0 1-1 0 0,0-1 1 0 0,0 1-1 0 0,1 0 0 0 0,-1-1 1 0 0,0 1-1 0 0,1 0 1 0 0,-1 2-1 0 0,1-3-16 0 0,-1 0-1 0 0,1 0 0 0 0,0 0 0 0 0,0 0 0 0 0,-1-1 0 0 0,1 1 0 0 0,0 0 0 0 0,-1 0 1 0 0,1 0-1 0 0,-1 0 0 0 0,1 0 0 0 0,-1-1 0 0 0,0 1 0 0 0,1 0 0 0 0,-1-1 0 0 0,0 1 1 0 0,1 0-1 0 0,-1-1 0 0 0,0 1 0 0 0,0-1 0 0 0,0 1 0 0 0,0-1 0 0 0,1 1 0 0 0,-1-1 1 0 0,0 0-1 0 0,0 1 0 0 0,0-1 0 0 0,0 0 0 0 0,0 0 0 0 0,0 0 0 0 0,0 0 0 0 0,0 1 1 0 0,0-1-1 0 0,0-1 0 0 0,0 1 0 0 0,0 0 0 0 0,-1 0 0 0 0,-1 0 7 0 0,-1-1 0 0 0,1 1 0 0 0,0-1 0 0 0,0 1-1 0 0,-1-1 1 0 0,1 0 0 0 0,0-1 0 0 0,0 1 0 0 0,0 0 0 0 0,0-1-1 0 0,-5-3 1 0 0,-18-26 103 0 0,22 23-82 0 0,-2 1-1 0 0,1 0 0 0 0,-1 0 1 0 0,-7-6-1 0 0,6 7 24 0 0,0 0 1 0 0,-1 1-1 0 0,0-1 0 0 0,0 1 0 0 0,0 1 0 0 0,-1 0 0 0 0,1 0 1 0 0,-1 0-1 0 0,0 1 0 0 0,0 1 0 0 0,0-1 0 0 0,-14 0 1 0 0,10 2 67 0 0,0 1 1 0 0,0 1-1 0 0,-1 0 1 0 0,1 1-1 0 0,0 0 1 0 0,0 1-1 0 0,0 1 1 0 0,-20 8-1 0 0,15-5 94 0 0,0 1 0 0 0,1 1-1 0 0,0 1 1 0 0,1 1 0 0 0,0 0 0 0 0,-28 25-1 0 0,37-29-75 0 0,0 0 0 0 0,0 0 0 0 0,1 1 0 0 0,0-1-1 0 0,0 1 1 0 0,1 1 0 0 0,0-1 0 0 0,0 1 0 0 0,1 0-1 0 0,0 0 1 0 0,1 0 0 0 0,0 1 0 0 0,0-1 0 0 0,1 1 0 0 0,0 0-1 0 0,0 14 1 0 0,2-20-95 0 0,0 1-1 0 0,0-1 1 0 0,0 1-1 0 0,1 0 0 0 0,0-1 1 0 0,0 1-1 0 0,0-1 1 0 0,0 1-1 0 0,1-1 1 0 0,0 0-1 0 0,0 0 1 0 0,0 0-1 0 0,0 0 1 0 0,1 0-1 0 0,-1 0 0 0 0,1 0 1 0 0,0-1-1 0 0,0 1 1 0 0,0-1-1 0 0,1 0 1 0 0,-1 0-1 0 0,1 0 1 0 0,0 0-1 0 0,0-1 1 0 0,0 0-1 0 0,0 0 0 0 0,8 3 1 0 0,5 0-236 0 0,1 0 1 0 0,-1-2-1 0 0,1 0 0 0 0,0-1 1 0 0,23-1-1 0 0,93-6-5880 0 0,-93 2 3359 0 0,2 2-1511 0 0</inkml:trace>
</inkml:ink>
</file>

<file path=ppt/ink/ink3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06T18:27:54.57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0 880 0 0,'0'0'1681'0'0,"33"0"-80"0"0,-1 7-160 0 0,1 1-161 0 0,-1-2-319 0 0,60 9-321 0 0,-27-3-640 0 0,1-3-640 0 0,-1-9-641 0 0,33-9-720 0 0,-66-3-560 0 0</inkml:trace>
</inkml:ink>
</file>

<file path=ppt/ink/ink3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06T18:27:54.97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131 0 2881 0 0,'-65'57'1041'0'0,"32"-3"-721"0"0,33 8 240 0 0,0 0-160 0 0,-33-14-320 0 0,66-6-1040 0 0,0-21-1761 0 0</inkml:trace>
</inkml:ink>
</file>

<file path=ppt/ink/ink3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06T18:27:55.46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195 90 320 0 0,'0'-1'132'0'0,"0"0"-1"0"0,1 0 1 0 0,-1 0-1 0 0,0 0 1 0 0,0 0-1 0 0,0 0 1 0 0,1 0-1 0 0,-1 0 1 0 0,1 0-1 0 0,-1 0 1 0 0,0 0-1 0 0,1 0 0 0 0,0 0 1 0 0,-1 1-1 0 0,1-1 1 0 0,-1 0-1 0 0,1 0 1 0 0,0 1-1 0 0,0-1 1 0 0,0 0-1 0 0,-1 1 1 0 0,1-1-1 0 0,0 1 1 0 0,0-1-1 0 0,0 1 1 0 0,0-1-1 0 0,0 1 1 0 0,0 0-1 0 0,1-1 1 0 0,6-4 472 0 0,10-10 912 0 0,-12 10-800 0 0,1-1 0 0 0,-1 1 0 0 0,1 0 0 0 0,15-8 0 0 0,-17 5 201 0 0,-5 8-887 0 0,0 0 1 0 0,0 0-1 0 0,0 0 0 0 0,0 0 1 0 0,0-1-1 0 0,0 1 0 0 0,0 0 1 0 0,0 0-1 0 0,0 0 0 0 0,0-1 1 0 0,0 1-1 0 0,0 0 0 0 0,0 0 1 0 0,0 0-1 0 0,0 0 0 0 0,0-1 1 0 0,1 1-1 0 0,-1 0 0 0 0,0 0 1 0 0,0 0-1 0 0,0 0 0 0 0,0 0 1 0 0,0-1-1 0 0,0 1 0 0 0,1 0 1 0 0,-1 0-1 0 0,0 0 0 0 0,0 0 1 0 0,0 0-1 0 0,0 0 0 0 0,1 0 1 0 0,-1 0-1 0 0,0 0 0 0 0,0 0 1 0 0,0 0-1 0 0,0-1 0 0 0,1 1 1 0 0,-1 0-1 0 0,0 0 0 0 0,1 0 1 0 0,-1 0-14 0 0,1 0 1 0 0,0 0-1 0 0,0 0 1 0 0,-1 0-1 0 0,1 0 1 0 0,0 0-1 0 0,0 0 1 0 0,0 0-1 0 0,-1 0 1 0 0,1 1-1 0 0,0-1 1 0 0,0 0 0 0 0,-1 0-1 0 0,1 1 1 0 0,0-1-1 0 0,-1 0 1 0 0,1 1-1 0 0,0-1 1 0 0,-1 1-1 0 0,1-1 1 0 0,-1 1-1 0 0,1-1 1 0 0,0 1-1 0 0,-1-1 1 0 0,1 1 0 0 0,0 1-1 0 0,1 27 535 0 0,-2-21-497 0 0,0-3-4 0 0,0 1 0 0 0,-1 0 0 0 0,1-1 0 0 0,-1 1 1 0 0,-1 0-1 0 0,1-1 0 0 0,-1 1 0 0 0,0-1 0 0 0,0 0 0 0 0,-1 0 0 0 0,1 0 0 0 0,-1 0 0 0 0,-4 5 0 0 0,-3 3 111 0 0,-1-1-1 0 0,-1-1 0 0 0,-16 13 0 0 0,-9 9 227 0 0,28-25-316 0 0,0-1 0 0 0,-1 0 0 0 0,0-1 0 0 0,-1 0 0 0 0,1-1 0 0 0,-1 0 0 0 0,0 0 0 0 0,-1-2 0 0 0,-20 6 0 0 0,29-9-91 0 0,0 1 0 0 0,1-1-1 0 0,-1 1 1 0 0,0-1 0 0 0,0 0 0 0 0,0 0 0 0 0,0 0 0 0 0,0-1 0 0 0,1 1-1 0 0,-1-1 1 0 0,0 1 0 0 0,0-1 0 0 0,0 0 0 0 0,1 0 0 0 0,-1 0 0 0 0,0-1-1 0 0,1 1 1 0 0,-1 0 0 0 0,1-1 0 0 0,0 0 0 0 0,-1 0 0 0 0,-2-3 0 0 0,4 5 12 0 0,1-1 0 0 0,0 1 0 0 0,-1 0 0 0 0,1-1 0 0 0,0 1 0 0 0,-1 0 0 0 0,1-1 0 0 0,0 1 0 0 0,0 0 0 0 0,0-1 0 0 0,-1 1 0 0 0,1-1 0 0 0,0 1 0 0 0,0-1 0 0 0,0 1 0 0 0,0-1 0 0 0,0 1 0 0 0,-1 0 0 0 0,1-1 1 0 0,0 1-1 0 0,0-1 0 0 0,0 1 0 0 0,0-1 0 0 0,0 1 0 0 0,1-1 0 0 0,-1 1 0 0 0,0-1 0 0 0,0 1 0 0 0,0-1 0 0 0,0 1 0 0 0,0 0 0 0 0,1-1 0 0 0,12-11-71 0 0,-12 11 71 0 0,0 0 1 0 0,1 0-1 0 0,-1 0 1 0 0,0 1-1 0 0,0-1 0 0 0,0 0 1 0 0,0 0-1 0 0,0 0 0 0 0,0-1 1 0 0,0 1-1 0 0,0 0 1 0 0,-1 0-1 0 0,1 0 0 0 0,0-1 1 0 0,-1 1-1 0 0,1 0 0 0 0,0-3 1 0 0,-1 3 2 0 0,1 0 0 0 0,-1 0 1 0 0,0 0-1 0 0,1 0 0 0 0,-1 0 0 0 0,1 0 1 0 0,0 0-1 0 0,-1 0 0 0 0,1 0 0 0 0,0 0 1 0 0,-1 0-1 0 0,1 0 0 0 0,0 1 1 0 0,0-1-1 0 0,0 0 0 0 0,0 1 0 0 0,0-1 1 0 0,0 0-1 0 0,0 1 0 0 0,0-1 0 0 0,0 1 1 0 0,0 0-1 0 0,1-1 0 0 0,34-10-26 0 0,-26 8 3 0 0,15-2 57 0 0,0 0-1 0 0,0 1 1 0 0,0 2-1 0 0,1 0 1 0 0,26 3-1 0 0,127 16 193 0 0,-123-10-207 0 0,-16-3-536 0 0,0 2 1 0 0,0 2 0 0 0,41 14 0 0 0,-64-16-350 0 0,-10-3 94 0 0,-1-1-1 0 0,1 0 1 0 0,0 0 0 0 0,0 0-1 0 0,0-1 1 0 0,0 0-1 0 0,0 0 1 0 0,14-1 0 0 0,-21 0 683 0 0,0 0 1 0 0,0 0 0 0 0,1 0-1 0 0,-1 0 1 0 0,0 0-1 0 0,0 0 1 0 0,0 0 0 0 0,1 0-1 0 0,-1 0 1 0 0,0 0 0 0 0,0 0-1 0 0,0-1 1 0 0,1 1-1 0 0,-1 0 1 0 0,0 0 0 0 0,0 0-1 0 0,0 0 1 0 0,0 0 0 0 0,1 0-1 0 0,-1 0 1 0 0,0-1-1 0 0,0 1 1 0 0,0 0 0 0 0,0 0-1 0 0,0 0 1 0 0,0 0 0 0 0,1-1-1 0 0,-1 1 1 0 0,0 0-1 0 0,0 0 1 0 0,0 0 0 0 0,0-1-1 0 0,0 1 1 0 0,0 0 0 0 0,0 0-1 0 0,0 0 1 0 0,0-1-1 0 0,0 1 1 0 0,0 0 0 0 0</inkml:trace>
</inkml:ink>
</file>

<file path=ppt/ink/ink3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06T18:27:56.12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57 1681 0 0,'33'-9'2081'0'0,"26"3"0"0"0,6 0-160 0 0,0-3-241 0 0,66 9-479 0 0,-33 0-801 0 0,0 0-1120 0 0,0 0-1121 0 0,-33-12-1040 0 0,0-3-481 0 0</inkml:trace>
</inkml:ink>
</file>

<file path=ppt/ink/ink3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06T18:27:56.54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131 1 1681 0 0,'-33'12'2001'0'0,"1"24"1120"0"0,-1 18 1 0 0,0 8-961 0 0,33-6-801 0 0,0 5-399 0 0,0 1-241 0 0,0 7-400 0 0,0-7-160 0 0,0-14-1200 0 0,33-21-3202 0 0,0-19-2882 0 0</inkml:trace>
</inkml:ink>
</file>

<file path=ppt/ink/ink3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06T18:28:01.80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1688 80 80 0 0,'0'-1'112'0'0,"0"0"0"0"0,0-1 1 0 0,-1 1-1 0 0,1 0 0 0 0,-1 1 0 0 0,1-1 0 0 0,-1 0 1 0 0,1 0-1 0 0,-1 0 0 0 0,0 0 0 0 0,1 0 0 0 0,-1 0 1 0 0,0 1-1 0 0,0-1 0 0 0,0 0 0 0 0,1 1 0 0 0,-1-1 1 0 0,0 1-1 0 0,0-1 0 0 0,0 1 0 0 0,0-1 0 0 0,-1 0 1 0 0,-29-10 560 0 0,19 7-339 0 0,-9-6-29 0 0,13 6-254 0 0,0 1 0 0 0,0-1 0 0 0,-1 1 0 0 0,-8-1 1 0 0,1 0-26 0 0,2 0 54 0 0,-1 1 0 0 0,0 0 1 0 0,0 1-1 0 0,0 1 0 0 0,0 0 0 0 0,0 1 0 0 0,0 1 0 0 0,-23 3 0 0 0,-436 99 560 0 0,311-53-480 0 0,126-39-89 0 0,0 2 0 0 0,-46 23 0 0 0,55-20-110 0 0,12-7 35 0 0,0-1-1 0 0,-22 9 0 0 0,-119 51 218 0 0,139-58-203 0 0,1 1 0 0 0,0 1 0 0 0,0 0-1 0 0,2 1 1 0 0,-20 20 0 0 0,-15 13-42 0 0,37-36 56 0 0,-22 21 17 0 0,33-28-42 0 0,0-1 0 0 0,0 0 0 0 0,1 0 1 0 0,-1 0-1 0 0,1 1 0 0 0,0-1 0 0 0,0 1 1 0 0,0-1-1 0 0,0 1 0 0 0,0 0 0 0 0,0-1 1 0 0,1 1-1 0 0,-1 0 0 0 0,1 4 1 0 0,0-5-6 0 0,-1 0 1 0 0,1 0 0 0 0,0 0-1 0 0,-1 0 1 0 0,1 0 0 0 0,-1 0 0 0 0,1-1-1 0 0,-1 1 1 0 0,0 0 0 0 0,0 0-1 0 0,0 0 1 0 0,0-1 0 0 0,0 1 0 0 0,0 0-1 0 0,-1-1 1 0 0,-2 3 0 0 0,-8 13 95 0 0,11-13-24 0 0,0-1 1 0 0,0 1-1 0 0,0 0 1 0 0,0 0-1 0 0,1 0 1 0 0,0 0 0 0 0,0 0-1 0 0,0 4 1 0 0,0-3-4 0 0,0 0 0 0 0,0-1 0 0 0,-1 1 0 0 0,1 0 0 0 0,-1-1 0 0 0,-2 9 0 0 0,-19 27-23 0 0,11 2 13 0 0,0-22-15 0 0,9-17-36 0 0,0 0 0 0 0,0 0 1 0 0,0 1-1 0 0,1-1 0 0 0,-1 0 0 0 0,1 1 1 0 0,0-1-1 0 0,0 1 0 0 0,0 0 0 0 0,1-1 1 0 0,-1 1-1 0 0,1 5 0 0 0,-1 10-39 0 0,0-13 33 0 0,0 0-1 0 0,1 0 1 0 0,0 0 0 0 0,0 0-1 0 0,0 0 1 0 0,1 0 0 0 0,0 0 0 0 0,0 0-1 0 0,4 10 1 0 0,5-2-18 0 0,-8-11 23 0 0,-1-1 1 0 0,1 1-1 0 0,0 0 1 0 0,0 0-1 0 0,-1 0 1 0 0,0-1-1 0 0,1 1 1 0 0,-1 0-1 0 0,0 1 1 0 0,-1-1-1 0 0,1 0 1 0 0,0 0-1 0 0,-1 0 1 0 0,0 6-1 0 0,1-5 4 0 0,-1 1 0 0 0,1 0-1 0 0,0-1 1 0 0,0 1 0 0 0,0-1 0 0 0,0 1 0 0 0,1-1 0 0 0,0 1-1 0 0,0-1 1 0 0,3 5 0 0 0,6 12 35 0 0,-1 19 14 0 0,12 7-108 0 0,-11-7 1 0 0,11-3 93 0 0,-11 7-27 0 0,10 14-13 0 0,-10-2-13 0 0,11-1-80 0 0,-13-22-23 0 0,-7-23 77 0 0,1 0 1 0 0,0 0-1 0 0,1 0 1 0 0,0 0-1 0 0,9 16 1 0 0,0-8 23 0 0,1 0 0 0 0,0-1 0 0 0,1-1 0 0 0,1 0 0 0 0,1-1 0 0 0,0-1 0 0 0,35 23 0 0 0,-23-17-81 0 0,-23-14 67 0 0,0-2 0 0 0,1 1 1 0 0,0-1-1 0 0,14 7 0 0 0,-5-4-25 0 0,0 0 1 0 0,1-1 0 0 0,-1-1-1 0 0,1 0 1 0 0,0-2 0 0 0,1 0-1 0 0,-1-1 1 0 0,0 0-1 0 0,22-2 1 0 0,9-4-32 0 0,480-62 2171 0 0,-439 48-1571 0 0,126-35 664 0 0,188-106 969 0 0,-350 131-1925 0 0,-1-3 0 0 0,59-46 0 0 0,-66 45-172 0 0,5-6 178 0 0,48-47 0 0 0,-40 34 33 0 0,-50 43-225 0 0,14-10 145 0 0,29-35 0 0 0,-19 5 97 0 0,-15 20-118 0 0,13-13 32 0 0,-23 34-162 0 0,-1 0 1 0 0,0-1-1 0 0,0-1 0 0 0,-1 1 0 0 0,0-1 1 0 0,0 1-1 0 0,-1-1 0 0 0,0-1 1 0 0,-1 1-1 0 0,0 0 0 0 0,-1-1 0 0 0,1 0 1 0 0,-2 1-1 0 0,1-1 0 0 0,-1-12 0 0 0,-1 19-26 0 0,1-13 61 0 0,-1 0 0 0 0,0-1 1 0 0,-1 1-1 0 0,-1-1 0 0 0,-1 1 0 0 0,0 0 1 0 0,-1 0-1 0 0,-1 0 0 0 0,-11-26 0 0 0,2 18-137 0 0,-1 0 0 0 0,-1 2 0 0 0,-35-39 0 0 0,-11-14 22 0 0,19 7 262 0 0,15 34-103 0 0,-1 0 1 0 0,-1 2-1 0 0,-40-33 0 0 0,50 50-200 0 0,-1 0 0 0 0,0 1 1 0 0,-1 1-1 0 0,0 2 1 0 0,-1 0-1 0 0,0 1 1 0 0,-1 1-1 0 0,0 1 1 0 0,-1 1-1 0 0,1 2 0 0 0,-1 0 1 0 0,0 2-1 0 0,-30-1 1 0 0,26 6-816 0 0,0 2 0 0 0,-1 2-1 0 0,1 0 1 0 0,1 2 0 0 0,-39 16 0 0 0,51-18 386 0 0,-82 35-3229 0 0,0 11-1121 0 0</inkml:trace>
</inkml:ink>
</file>

<file path=ppt/ink/ink3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06T18:27:57.47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230 83 1681 0 0,'0'-1'138'0'0,"-1"-1"0"0"0,1 0 1 0 0,0 0-1 0 0,0 1 0 0 0,0-1 0 0 0,0 0 1 0 0,1 0-1 0 0,-1 1 0 0 0,0-1 1 0 0,1 0-1 0 0,-1 1 0 0 0,1-1 0 0 0,0 0 1 0 0,0 1-1 0 0,-1-1 0 0 0,1 1 0 0 0,0-1 1 0 0,0 1-1 0 0,0-1 0 0 0,0 1 1 0 0,1 0-1 0 0,-1 0 0 0 0,0-1 0 0 0,0 1 1 0 0,1 0-1 0 0,1-1 0 0 0,5-4 104 0 0,-2 2-8 0 0,1 0 0 0 0,-1 0 0 0 0,1 0 0 0 0,0 1 0 0 0,0 0 0 0 0,0 0 0 0 0,0 1 0 0 0,1 0 1 0 0,-1 0-1 0 0,1 1 0 0 0,13-1 0 0 0,-11 1-50 0 0,0 1 1 0 0,0 0-1 0 0,-1 1 0 0 0,1 0 1 0 0,0 1-1 0 0,-1 0 1 0 0,1 0-1 0 0,15 7 1 0 0,-22-8-119 0 0,-1 1 1 0 0,1-1-1 0 0,-1 1 1 0 0,0 0 0 0 0,0-1-1 0 0,0 1 1 0 0,0 0-1 0 0,0 0 1 0 0,-1 1 0 0 0,1-1-1 0 0,-1 0 1 0 0,1 1-1 0 0,-1-1 1 0 0,0 0-1 0 0,0 1 1 0 0,0 0 0 0 0,0-1-1 0 0,0 1 1 0 0,0 0-1 0 0,-1-1 1 0 0,1 5 0 0 0,0 8 412 0 0,0-1 0 0 0,-3 29 0 0 0,1-17 60 0 0,1 47 488 0 0,0-72-907 0 0,0-20-360 0 0,0 18 228 0 0,0 1 0 0 0,0-1-1 0 0,0 1 1 0 0,0 0 0 0 0,0-1 0 0 0,0 1-1 0 0,0-1 1 0 0,0 1 0 0 0,-1-1 0 0 0,1 1-1 0 0,0-1 1 0 0,0 1 0 0 0,0 0-1 0 0,-1-1 1 0 0,1 1 0 0 0,0 0 0 0 0,0-1-1 0 0,-1 1 1 0 0,1 0 0 0 0,0-1 0 0 0,-1 1-1 0 0,1 0 1 0 0,0-1 0 0 0,-1 1-1 0 0,-5-4-72 0 0,4 3 64 0 0,1 0 0 0 0,-1 0 1 0 0,1 0-1 0 0,0 0 0 0 0,-1-1 1 0 0,1 1-1 0 0,0 0 1 0 0,0 0-1 0 0,0-1 0 0 0,0 1 1 0 0,0-1-1 0 0,0 1 0 0 0,0-1 1 0 0,0 1-1 0 0,0-1 1 0 0,1 0-1 0 0,-1 1 0 0 0,1-1 1 0 0,-1 0-1 0 0,1 1 0 0 0,0-1 1 0 0,-1-2-1 0 0,1 1 4 0 0,0 1-1 0 0,-1-1 0 0 0,0 1 1 0 0,1 0-1 0 0,-1-1 1 0 0,0 1-1 0 0,0 0 1 0 0,-1 0-1 0 0,1-1 0 0 0,0 1 1 0 0,-1 0-1 0 0,1 0 1 0 0,-1 0-1 0 0,0 1 1 0 0,1-1-1 0 0,-1 0 0 0 0,0 1 1 0 0,0-1-1 0 0,0 1 1 0 0,0-1-1 0 0,0 1 0 0 0,-1 0 1 0 0,1 0-1 0 0,0 0 1 0 0,-1 0-1 0 0,1 1 1 0 0,0-1-1 0 0,-4 0 0 0 0,-7-2-23 0 0,0 1-1 0 0,1 0 0 0 0,-1 0 0 0 0,0 2 1 0 0,-15 0-1 0 0,-3 2 89 0 0,0 1-1 0 0,1 2 1 0 0,0 1 0 0 0,0 1-1 0 0,-57 23 1 0 0,82-28-24 0 0,0 0 0 0 0,0 1 0 0 0,1-1-1 0 0,-1 1 1 0 0,1 0 0 0 0,0 0 0 0 0,0 0 0 0 0,0 1 0 0 0,0 0 0 0 0,0 0 0 0 0,1 0-1 0 0,0 0 1 0 0,0 0 0 0 0,0 0 0 0 0,-4 10 0 0 0,4-4 80 0 0,1 1 0 0 0,0-1 0 0 0,0 1 0 0 0,1 0 0 0 0,1 0 0 0 0,0 14-1 0 0,0-19-41 0 0,1 4 66 0 0,0 0-1 0 0,0 0 0 0 0,1-1 1 0 0,1 1-1 0 0,-1 0 0 0 0,2-1 0 0 0,-1 0 1 0 0,1 0-1 0 0,8 13 0 0 0,4 5 137 0 0,33 41-1 0 0,-45-63-395 0 0,-1-1 0 0 0,1 0 0 0 0,-1 1 0 0 0,1-2 0 0 0,1 1 0 0 0,-1 0 1 0 0,0-1-1 0 0,1 0 0 0 0,0 0 0 0 0,0 0 0 0 0,0 0 0 0 0,0-1 0 0 0,0 0 0 0 0,0 0 0 0 0,0 0 1 0 0,1-1-1 0 0,-1 0 0 0 0,1 0 0 0 0,-1 0 0 0 0,1-1 0 0 0,0 1 0 0 0,-1-1 0 0 0,1-1 1 0 0,-1 1-1 0 0,10-3 0 0 0,2 1-1588 0 0,0-1 0 0 0,31-9 0 0 0,-43 10 931 0 0,0 0 0 0 0,-1-1-1 0 0,1 1 1 0 0,0-1 0 0 0,-1 0-1 0 0,0 0 1 0 0,8-7 0 0 0</inkml:trace>
</inkml:ink>
</file>

<file path=ppt/ink/ink3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06T18:27:57.90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797 23 720 0 0,'0'0'3108'0'0,"0"-1"-2980"0"0,1 1 0 0 0,-1-1 0 0 0,0 1-1 0 0,0 0 1 0 0,0-1 0 0 0,0 1-1 0 0,0-1 1 0 0,0 1 0 0 0,1 0 0 0 0,-1-1-1 0 0,0 1 1 0 0,0-1 0 0 0,0 1 0 0 0,0 0-1 0 0,-1-1 1 0 0,1 1 0 0 0,0-1-1 0 0,0 1 1 0 0,0-1 0 0 0,0 1 0 0 0,0 0-1 0 0,0-1 1 0 0,-1 1 0 0 0,1 0 0 0 0,0-1-1 0 0,0 1 1 0 0,-1 0 0 0 0,1-1-1 0 0,0 1 1 0 0,0 0 0 0 0,-1-1 0 0 0,1 1-1 0 0,0 0 1 0 0,-1 0 0 0 0,1-1 0 0 0,-1 1-1 0 0,1 0 1 0 0,0 0 0 0 0,-1-1-1 0 0,-37-4 887 0 0,-56 2 156 0 0,1 4-1 0 0,-155 23 0 0 0,215-19-913 0 0,1 3 0 0 0,-1 0 0 0 0,1 2-1 0 0,1 2 1 0 0,-36 17 0 0 0,62-27-154 0 0,0 1 1 0 0,0-1 0 0 0,0 1-1 0 0,1-1 1 0 0,-1 2 0 0 0,1-1 0 0 0,0 0-1 0 0,0 1 1 0 0,0-1 0 0 0,0 1-1 0 0,1 0 1 0 0,-1 1 0 0 0,1-1 0 0 0,0 1-1 0 0,0-1 1 0 0,1 1 0 0 0,-1 0-1 0 0,1 0 1 0 0,-2 8 0 0 0,-2 0 204 0 0,5-12-292 0 0,0 1 0 0 0,0-1 0 0 0,0 0 0 0 0,0 1 0 0 0,1-1 0 0 0,-1 1 0 0 0,0-1 0 0 0,1 1 0 0 0,0-1 0 0 0,-1 1 0 0 0,1-1 0 0 0,0 1 0 0 0,0-1 0 0 0,0 1 0 0 0,0 0 0 0 0,0-1 0 0 0,0 1 0 0 0,0-1 0 0 0,0 1 1 0 0,1-1-1 0 0,-1 1 0 0 0,0 0 0 0 0,1-1 0 0 0,0 0 0 0 0,-1 1 0 0 0,1-1 0 0 0,0 1 0 0 0,0-1 0 0 0,0 0 0 0 0,-1 1 0 0 0,2-1 0 0 0,-1 0 0 0 0,0 0 0 0 0,0 0 0 0 0,0 0 0 0 0,0 0 0 0 0,1 0 0 0 0,1 1 1 0 0,4 4-61 0 0,0-1 1 0 0,0-1 0 0 0,0 1 0 0 0,1-1-1 0 0,-1 0 1 0 0,1-1 0 0 0,0 0 0 0 0,0 0 0 0 0,0-1-1 0 0,1 0 1 0 0,-1 0 0 0 0,0-1 0 0 0,14 1-1 0 0,0-1-447 0 0,-1-2-1 0 0,0 0 1 0 0,0-1 0 0 0,28-7-1 0 0,-28 4-312 0 0,-1-1 1 0 0,1-1-1 0 0,-1-1 0 0 0,-1 0 0 0 0,1-2 0 0 0,-1 0 0 0 0,-1-1 1 0 0,24-19-1 0 0,83-72-6572 0 0</inkml:trace>
</inkml:ink>
</file>

<file path=ppt/ink/ink3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06T18:27:58.39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132 200 2321 0 0,'-1'-3'187'0'0,"2"-1"0"0"0,-1 0-1 0 0,0 1 1 0 0,1-1 0 0 0,0 0 0 0 0,0 1 0 0 0,0-1 0 0 0,0 1-1 0 0,0-1 1 0 0,1 1 0 0 0,0 0 0 0 0,0 0 0 0 0,-1-1-1 0 0,2 1 1 0 0,3-4 0 0 0,1 0 5 0 0,0 1 1 0 0,0 0 0 0 0,0 1-1 0 0,13-7 1 0 0,2-2 297 0 0,2-3 557 0 0,50-26 0 0 0,-65 38-925 0 0,0 1-1 0 0,0 0 0 0 0,0 0 0 0 0,1 1 0 0 0,-1 0 0 0 0,1 1 1 0 0,0 0-1 0 0,0 0 0 0 0,0 1 0 0 0,0 0 0 0 0,16 2 0 0 0,-22-1-100 0 0,0-1-1 0 0,0 2 0 0 0,0-1 0 0 0,0 0 0 0 0,0 1 0 0 0,0 0 1 0 0,0 0-1 0 0,0 0 0 0 0,0 0 0 0 0,-1 1 0 0 0,1-1 0 0 0,0 1 1 0 0,-1 0-1 0 0,7 5 0 0 0,-5-2 25 0 0,1 1 1 0 0,-2 0 0 0 0,1 1-1 0 0,-1-1 1 0 0,0 1-1 0 0,0 0 1 0 0,3 7-1 0 0,-4-9 24 0 0,0 1-1 0 0,-1-1 0 0 0,1 1 1 0 0,-1 0-1 0 0,0 0 0 0 0,-1 0 0 0 0,1 0 1 0 0,-1 0-1 0 0,0 0 0 0 0,-1 0 1 0 0,0 0-1 0 0,0 0 0 0 0,0 0 1 0 0,0 0-1 0 0,-1 0 0 0 0,0 1 0 0 0,-1-1 1 0 0,1-1-1 0 0,-1 1 0 0 0,0 0 1 0 0,-1 0-1 0 0,1-1 0 0 0,-1 1 1 0 0,-5 7-1 0 0,-4-1 134 0 0,1 0 0 0 0,-1-1 0 0 0,-1 0 0 0 0,-25 16 0 0 0,4-2 15 0 0,25-18-215 0 0,-99 73 1503 0 0,93-71-1153 0 0,0 0 1 0 0,-1-1-1 0 0,0-1 0 0 0,-34 11 0 0 0,45-16-361 0 0,-1 0 0 0 0,0-1 0 0 0,1 0 0 0 0,-1 0 0 0 0,0 0 0 0 0,0-1 0 0 0,0 0 0 0 0,1 0 0 0 0,-1 0 0 0 0,0-1-1 0 0,0 0 1 0 0,0 0 0 0 0,1-1 0 0 0,-1 1 0 0 0,1-1 0 0 0,-1 0 0 0 0,1-1 0 0 0,0 1 0 0 0,0-1 0 0 0,0 0 0 0 0,0 0 0 0 0,0-1 0 0 0,0 0 0 0 0,-4-5-1 0 0,-14-7 83 0 0,21 15-73 0 0,-1 0 0 0 0,1 0-1 0 0,0 0 1 0 0,-1-1 0 0 0,1 1-1 0 0,0-1 1 0 0,0 1 0 0 0,0-1-1 0 0,0 1 1 0 0,1-1 0 0 0,-1 0 0 0 0,0 0-1 0 0,1 0 1 0 0,-1 0 0 0 0,1-1-1 0 0,0 1 1 0 0,-1 0 0 0 0,1 0-1 0 0,-1-5 1 0 0,2 5-14 0 0,0 1 1 0 0,0-1-1 0 0,1 1 0 0 0,-1 0 1 0 0,1-1-1 0 0,-1 1 0 0 0,1 0 1 0 0,-1 0-1 0 0,1-1 0 0 0,0 1 1 0 0,-1 0-1 0 0,1 0 0 0 0,0 0 1 0 0,0 0-1 0 0,0 0 0 0 0,0 0 1 0 0,0 0-1 0 0,0 0 0 0 0,0 0 1 0 0,0 0-1 0 0,0 1 0 0 0,0-1 1 0 0,2-1-1 0 0,5-3-85 0 0,-6 2 73 0 0,1 1-1 0 0,0 0 1 0 0,-1 0-1 0 0,1-1 1 0 0,0 2-1 0 0,0-1 1 0 0,0 0-1 0 0,0 0 1 0 0,0 1-1 0 0,0 0 1 0 0,0 0-1 0 0,1 0 1 0 0,4-1-1 0 0,5 0 17 0 0,0 1-1 0 0,0 1 0 0 0,16 1 1 0 0,38 4-33 0 0,101 22 1 0 0,61 29-2902 0 0,-165-40 570 0 0,-20-7-2841 0 0,-44-9 5117 0 0,0 0 0 0 0,0 0 1 0 0,0 0-1 0 0,1 0 1 0 0,-1 1-1 0 0,0-1 1 0 0,0 0-1 0 0,0 0 1 0 0,0 0-1 0 0,1 0 1 0 0,-1 0-1 0 0,0 0 0 0 0,0-1 1 0 0,0 1-1 0 0,0 0 1 0 0,1 0-1 0 0,-1 0 1 0 0,0 0-1 0 0,0 0 1 0 0,0 0-1 0 0,0 0 1 0 0,1 0-1 0 0,-1 0 0 0 0,0 0 1 0 0,0 0-1 0 0,0-1 1 0 0,0 1-1 0 0,0 0 1 0 0,0 0-1 0 0,1 0 1 0 0,-1 0-1 0 0,0 0 1 0 0,0 0-1 0 0,0-1 0 0 0,0 1 1 0 0,0 0-1 0 0,0 0 1 0 0,0 0-1 0 0,0 0 1 0 0,0-1-1 0 0,0 1 1 0 0,0 0-1 0 0,0 0 1 0 0,0 0-1 0 0,0 0 0 0 0,0-1 1 0 0,0 1-1 0 0</inkml:trace>
</inkml:ink>
</file>

<file path=ppt/ink/ink3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06T18:28:03.90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2400 1 160 0 0,'-26'1'426'0'0,"-84"10"1042"0"0,99-10-1368 0 0,-33 5 294 0 0,-1 1-1 0 0,-45 14 1 0 0,-29 16-126 0 0,-110 37-256 0 0,71-20 55 0 0,142-49-58 0 0,-1 2 0 0 0,-16 8 0 0 0,-9 3 30 0 0,-1-4-32 0 0,2 1 0 0 0,0 2-1 0 0,-63 37 1 0 0,86-43 21 0 0,-1-1-1 0 0,-23 8 1 0 0,27-11-7 0 0,-1 0 0 0 0,-26 16 1 0 0,9 0-20 0 0,-37 22-18 0 0,-87 44-37 0 0,80-33 200 0 0,-80 40-80 0 0,-1-6 1520 0 0,142-78-1410 0 0,1 0 0 0 0,0 0 0 0 0,1 1 0 0 0,-18 22 0 0 0,16-17 137 0 0,-1 0 0 0 0,-26 20 0 0 0,-19 3-170 0 0,41-29-72 0 0,1 1 0 0 0,-35 29 1 0 0,34-24-26 0 0,15-13-39 0 0,0 0-1 0 0,1 0 1 0 0,-1 0 0 0 0,1 1-1 0 0,-6 7 1 0 0,1 14 59 0 0,-1-14-31 0 0,10-12-29 0 0,-1 0-1 0 0,1 1 1 0 0,0-1-1 0 0,-1 1 1 0 0,1 0-1 0 0,0-1 1 0 0,0 1-1 0 0,0 0 1 0 0,0 0-1 0 0,0 0 1 0 0,0 0-1 0 0,1 0 1 0 0,-1 0-1 0 0,1 0 1 0 0,-1 0-1 0 0,1 0 1 0 0,0 0-1 0 0,-1 2 1 0 0,1 17 49 0 0,-1-15-45 0 0,0 0-1 0 0,1 0 0 0 0,0 0 1 0 0,0 0-1 0 0,1 0 0 0 0,0 0 1 0 0,0 0-1 0 0,0 0 0 0 0,3 7 1 0 0,18 16 56 0 0,-12 5-54 0 0,45 62 54 0 0,-41-63-129 0 0,-11-24 44 0 0,1 0 0 0 0,0 0 0 0 0,9 14 0 0 0,-4-9 17 0 0,1 1-1 0 0,0-2 1 0 0,1 1 0 0 0,1-1-1 0 0,0-1 1 0 0,1 0 0 0 0,0-1-1 0 0,0 0 1 0 0,19 10 0 0 0,115 41 94 0 0,-86-40 383 0 0,0-2 0 0 0,89 15 0 0 0,214 21 1468 0 0,-256-45-1082 0 0,159-3 0 0 0,-98-19 508 0 0,-71 2-579 0 0,147-31 316 0 0,-170 23-680 0 0,1-3 0 0 0,-2-4 0 0 0,97-44-1 0 0,84-65 428 0 0,-133 61-606 0 0,-16 8 24 0 0,-75 48-112 0 0,-1-1 1 0 0,0-2-1 0 0,-1-1 0 0 0,-2-1 0 0 0,0-2 0 0 0,28-29 0 0 0,-43 38-116 0 0,-7 10-14 0 0,0-1-1 0 0,-1 0 1 0 0,0 0-1 0 0,1 0 1 0 0,-2 0-1 0 0,1-1 1 0 0,-1 1 0 0 0,1-1-1 0 0,-2 0 1 0 0,1 0-1 0 0,-1 0 1 0 0,1-1 0 0 0,-2 1-1 0 0,1 0 1 0 0,-1-1-1 0 0,1-7 1 0 0,-2-79 197 0 0,-1 88-226 0 0,1-1-1 0 0,-1 0 1 0 0,0 1 0 0 0,-1-1 0 0 0,1 0 0 0 0,-1 1 0 0 0,0 0 0 0 0,0-1 0 0 0,-1 1-1 0 0,0 0 1 0 0,0 0 0 0 0,0 0 0 0 0,0 1 0 0 0,-1-1 0 0 0,0 1 0 0 0,-4-5 0 0 0,-14-18-3 0 0,-11-23-8 0 0,22 32-7 0 0,-1 1-1 0 0,0 0 1 0 0,-24-26-1 0 0,-27-11-52 0 0,35 32-102 0 0,-33-35 0 0 0,25 13-316 0 0,26 30 367 0 0,0 1 0 0 0,-2 0-1 0 0,-18-16 1 0 0,12 15 121 0 0,1 0 0 0 0,1-2 0 0 0,1 1 0 0 0,-16-22 0 0 0,26 31-49 0 0,0 0 0 0 0,-1 0 1 0 0,0 0-1 0 0,0 1 0 0 0,0-1 1 0 0,-1 1-1 0 0,1 1 0 0 0,-1 0 1 0 0,-10-5-1 0 0,-3 0-542 0 0,-42-11 0 0 0,24 8-115 0 0,3 0-1160 0 0,-46-11-1 0 0,59 20-154 0 0,1 1-1 0 0,0 0 1 0 0,-38 3-1 0 0,-33 6-3687 0 0</inkml:trace>
</inkml:ink>
</file>

<file path=ppt/ink/ink3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06T18:28:18.42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1 187 640 0 0,'0'-82'3282'0'0,"0"81"-3253"0"0,0 1 1 0 0,0-1-1 0 0,0 0 0 0 0,0 0 1 0 0,0 0-1 0 0,0 0 1 0 0,0 0-1 0 0,1 1 0 0 0,-1-1 1 0 0,0 0-1 0 0,1 0 0 0 0,-1 0 1 0 0,0 1-1 0 0,1-1 1 0 0,-1 0-1 0 0,1 1 0 0 0,-1-1 1 0 0,1 0-1 0 0,0 1 1 0 0,-1-1-1 0 0,1 0 0 0 0,-1 1 1 0 0,1-1-1 0 0,0 1 0 0 0,0-1 1 0 0,-1 1-1 0 0,1 0 1 0 0,0-1-1 0 0,0 1 0 0 0,0 0 1 0 0,-1-1-1 0 0,3 1 1 0 0,-3 0-4 0 0,1 0 0 0 0,0-1 0 0 0,0 1 0 0 0,0 0 0 0 0,-1 0 0 0 0,1-1 0 0 0,0 1-1 0 0,-1 0 1 0 0,1-1 0 0 0,0 1 0 0 0,-1-1 0 0 0,1 1 0 0 0,0-1 0 0 0,-1 1 0 0 0,1-1 0 0 0,-1 0 0 0 0,1 1 0 0 0,-1-1 0 0 0,1 0 0 0 0,-1 1 0 0 0,1-1 0 0 0,-1 0 0 0 0,0 0 0 0 0,1 1 0 0 0,-1-1 0 0 0,0 0 0 0 0,0 0 0 0 0,0 0 0 0 0,0 1 0 0 0,1-1 0 0 0,-1 0 0 0 0,0-1 0 0 0,0 1 13 0 0,1-1 0 0 0,-1 0 0 0 0,1 1 0 0 0,0-1 0 0 0,-1 1 0 0 0,1 0 0 0 0,0-1 0 0 0,0 1 0 0 0,0 0-1 0 0,0-1 1 0 0,0 1 0 0 0,1 0 0 0 0,-1 0 0 0 0,0 0 0 0 0,1 0 0 0 0,-1 0 0 0 0,0 0 0 0 0,1 0 0 0 0,-1 1 0 0 0,1-1-1 0 0,-1 0 1 0 0,4 0 0 0 0,47-15 374 0 0,-34 11-213 0 0,-9 1-138 0 0,1 1 1 0 0,0 1-1 0 0,0 0 1 0 0,1 0-1 0 0,-1 1 1 0 0,0 0-1 0 0,1 0 1 0 0,-1 1-1 0 0,0 1 1 0 0,1 0-1 0 0,-1 0 1 0 0,0 1 0 0 0,0 1-1 0 0,0-1 1 0 0,11 5-1 0 0,-1 0 68 0 0,1 1 0 0 0,-1 1 1 0 0,-1 0-1 0 0,22 15 0 0 0,-33-19-72 0 0,-1 0 1 0 0,0 1-1 0 0,-1-1 0 0 0,1 1 1 0 0,-1 1-1 0 0,0-1 0 0 0,0 1 1 0 0,-1 0-1 0 0,0 1 0 0 0,-1-1 0 0 0,1 1 1 0 0,-1 0-1 0 0,5 16 0 0 0,-8-21-25 0 0,0 0 0 0 0,0 0 0 0 0,-1 0-1 0 0,1 1 1 0 0,-1-1 0 0 0,0 0 0 0 0,0 0-1 0 0,0 1 1 0 0,-1-1 0 0 0,1 0-1 0 0,-1 0 1 0 0,0 1 0 0 0,0-1 0 0 0,0 0-1 0 0,0 0 1 0 0,0 0 0 0 0,-1 0-1 0 0,1 0 1 0 0,-4 4 0 0 0,-5 14 340 0 0,-1 24 387 0 0,3-30-568 0 0,-1 7-11 0 0,20 10-101 0 0,-11-31-82 0 0,0 0-1 0 0,-1 0 0 0 0,1 0 0 0 0,0 0 0 0 0,-1 0 1 0 0,1 0-1 0 0,-1 0 0 0 0,1 0 0 0 0,-1 0 0 0 0,0 0 1 0 0,1 0-1 0 0,-1 0 0 0 0,0 0 0 0 0,-1 1 0 0 0,1-1-2 0 0,0 0-1 0 0,0 0 0 0 0,0 0 1 0 0,0 1-1 0 0,0-1 0 0 0,0 0 0 0 0,0 1 1 0 0,0-1-1 0 0,1 1 0 0 0,-1-1 1 0 0,0 1-1 0 0,1-1 0 0 0,-1 1 0 0 0,1-1 1 0 0,-1 4-1 0 0,1-6-13 0 0,0-1 0 0 0,0 1 0 0 0,1 0 0 0 0,-1-1-1 0 0,0 1 1 0 0,0 0 0 0 0,0 0 0 0 0,1-1 0 0 0,-1 1 0 0 0,1 0 0 0 0,-1 0 0 0 0,1-1-1 0 0,-1 1 1 0 0,1 0 0 0 0,0 0 0 0 0,0 0 0 0 0,0 0 0 0 0,-1 0 0 0 0,1 0 0 0 0,0 0-1 0 0,0 0 1 0 0,0 1 0 0 0,0-1 0 0 0,2-1 0 0 0,-2 1 9 0 0,1 1 1 0 0,-1-1-1 0 0,0 0 0 0 0,0 0 1 0 0,0 0-1 0 0,0 0 0 0 0,0 0 0 0 0,0 0 1 0 0,0 0-1 0 0,0-1 0 0 0,0 1 1 0 0,-1 0-1 0 0,1 0 0 0 0,0-1 1 0 0,-1 1-1 0 0,1 0 0 0 0,-1-1 1 0 0,0 1-1 0 0,1 0 0 0 0,-1-1 1 0 0,0 1-1 0 0,0-1 0 0 0,0 1 0 0 0,0-3 1 0 0,1-13-153 0 0,1-23-116 0 0,-2 38 257 0 0,0 0 1 0 0,0 0-1 0 0,-1 0 1 0 0,1 0-1 0 0,0 0 1 0 0,-1-1-1 0 0,1 1 0 0 0,-1 0 1 0 0,0 0-1 0 0,1 0 1 0 0,-1 0-1 0 0,-2-3 1 0 0,-1 2 11 0 0,1 1 1 0 0,-1 0-1 0 0,1 0 1 0 0,-1 0-1 0 0,0 0 1 0 0,0 1-1 0 0,0 0 0 0 0,0-1 1 0 0,0 1-1 0 0,0 1 1 0 0,0-1-1 0 0,0 1 1 0 0,0-1-1 0 0,0 1 1 0 0,0 0-1 0 0,0 1 1 0 0,-1-1-1 0 0,1 1 1 0 0,0-1-1 0 0,0 1 0 0 0,0 1 1 0 0,0-1-1 0 0,0 0 1 0 0,-4 3-1 0 0,-5 2 58 0 0,-1 0 0 0 0,1 1 0 0 0,0 1 0 0 0,1 0 0 0 0,-1 1 0 0 0,2 0 0 0 0,-1 0 0 0 0,1 2 0 0 0,1-1-1 0 0,0 1 1 0 0,0 1 0 0 0,1 0 0 0 0,1 0 0 0 0,-12 23 0 0 0,17-31-2 0 0,1 1 1 0 0,-1-1-1 0 0,1 1 1 0 0,0 0-1 0 0,0-1 0 0 0,1 1 1 0 0,0 0-1 0 0,-1 0 0 0 0,2 0 1 0 0,-2 8-1 0 0,3-7 5 0 0,0 0 0 0 0,0 0-1 0 0,1 0 1 0 0,0 0 0 0 0,0 0 0 0 0,0 0 0 0 0,0 0-1 0 0,5 6 1 0 0,-1 0 17 0 0,7 16 209 0 0,1 1-1 0 0,2-2 1 0 0,0 0-1 0 0,2-1 1 0 0,29 33-1 0 0,-43-56-285 0 0,0-1 0 0 0,0 1 0 0 0,0 0 0 0 0,0-1 0 0 0,0 0 0 0 0,0 0 0 0 0,0 0 0 0 0,1-1 0 0 0,-1 1 0 0 0,1-1-1 0 0,-1 0 1 0 0,1 0 0 0 0,0-1 0 0 0,-1 0 0 0 0,1 1 0 0 0,0-1 0 0 0,-1-1 0 0 0,10 0 0 0 0,5-3-514 0 0,0 0 0 0 0,0-2 0 0 0,20-7-1 0 0,-37 12 444 0 0,8-3-552 0 0,1 1-1 0 0,-1-2 1 0 0,0 1 0 0 0,0-1-1 0 0,-1-1 1 0 0,1 0-1 0 0,-1 0 1 0 0,10-10 0 0 0,13-18-2611 0 0</inkml:trace>
</inkml:ink>
</file>

<file path=ppt/ink/ink3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06T18:28:18.88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0 960 0 0,'33'27'1761'0'0,"-33"36"560"0"0,0 26-720 0 0,0-20-961 0 0,0-21-320 0 0,33 8 161 0 0,-33-8 159 0 0,0-1-320 0 0,0 1-160 0 0,0-12-160 0 0,0-3-560 0 0,0-19-1201 0 0</inkml:trace>
</inkml:ink>
</file>

<file path=ppt/ink/ink3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06T18:28:19.24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33 15 1521 0 0,'-32'-15'1841'0'0,"64"15"-801"0"0,1 7-560 0 0,0 7 0 0 0,-1 1 1 0 0,34 6-321 0 0,-1-1-640 0 0,0-7-1361 0 0,-6 1-720 0 0</inkml:trace>
</inkml:ink>
</file>

<file path=ppt/ink/ink3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06T18:28:19.69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1 240 0 0,'0'0'3762'0'0,"33"0"-3442"0"0,-1 0-240 0 0,1 0-240 0 0,0 0-480 0 0,32 0-561 0 0,-32 0-480 0 0</inkml:trace>
</inkml:ink>
</file>

<file path=ppt/ink/ink3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06T18:28:20.04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66 0 320 0 0,'-33'7'1681'0'0,"33"7"-721"0"0,-33-8-239 0 0,33 1 79 0 0,33 1-80 0 0,-33-2-159 0 0,33 0-161 0 0,-1 3-160 0 0,1-3-80 0 0,-7 0-80 0 0,7 3-80 0 0,-1-3-560 0 0,34 6-1041 0 0,-34-3-960 0 0</inkml:trace>
</inkml:ink>
</file>

<file path=ppt/ink/ink3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06T18:28:21.48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229 410 1201 0 0,'16'-17'343'0'0,"30"-27"1"0"0,-15 16-191 0 0,1-4-44 0 0,-16 18-36 0 0,-1-1 0 0 0,-1 0 0 0 0,-1-1 0 0 0,0-1 0 0 0,14-24 0 0 0,-15 23-69 0 0,0 1 1 0 0,2 0-1 0 0,0 0 1 0 0,0 1-1 0 0,1 1 1 0 0,1 1-1 0 0,1 0 0 0 0,26-17 1 0 0,-37 23 8 0 0,-6 4-26 0 0,5 8-40 0 0,2-2 44 0 0,-6-2 10 0 0,-1 0-1 0 0,1 0 0 0 0,0 0 0 0 0,0 0 0 0 0,0 0 1 0 0,0 0-1 0 0,-1 0 0 0 0,1 1 0 0 0,0-1 1 0 0,0 0-1 0 0,0 1 0 0 0,-1-1 0 0 0,1 0 0 0 0,0 1 1 0 0,-1-1-1 0 0,1 1 0 0 0,0-1 0 0 0,-1 1 0 0 0,1 0 1 0 0,0-1-1 0 0,-1 1 0 0 0,1 0 0 0 0,-1-1 0 0 0,1 1 1 0 0,-1 0-1 0 0,0-1 0 0 0,1 1 0 0 0,-1 0 0 0 0,0 0 1 0 0,1 0-1 0 0,-1-1 0 0 0,0 1 0 0 0,0 0 0 0 0,0 0 1 0 0,0 0-1 0 0,0 0 0 0 0,0-1 0 0 0,0 3 1 0 0,0 0 3 0 0,1 0 1 0 0,-1 1 0 0 0,1-1 0 0 0,0 1 0 0 0,0-1 0 0 0,0 0-1 0 0,0 0 1 0 0,0 1 0 0 0,1-1 0 0 0,-1 0 0 0 0,1 0 0 0 0,0 0 0 0 0,4 4-1 0 0,7 13 9 0 0,-7-7 29 0 0,0 0 1 0 0,-1 0 0 0 0,-1 1-1 0 0,0 0 1 0 0,0-1 0 0 0,-2 1-1 0 0,0 1 1 0 0,0-1 0 0 0,-1 0-1 0 0,-1 0 1 0 0,0 0 0 0 0,-2 1-1 0 0,1-1 1 0 0,-5 17 0 0 0,-2-5 78 0 0,4-13-47 0 0,0 2-1 0 0,0-1 0 0 0,2 0 0 0 0,-1 1 0 0 0,1 17 0 0 0,3 0 66 0 0,-1-17-47 0 0,1 1 0 0 0,-2-1 1 0 0,0 0-1 0 0,-5 23 0 0 0,-4-5 15 0 0,6-22-64 0 0,1 0-1 0 0,0 0 0 0 0,1 0 0 0 0,0 0 0 0 0,-1 18 1 0 0,3-11 24 0 0,-1-12-26 0 0,1 0-1 0 0,0 0 0 0 0,1 0 1 0 0,-1 0-1 0 0,3 8 1 0 0,-3-12-34 0 0,1 0 0 0 0,0-1 0 0 0,0 1 0 0 0,0-1 0 0 0,0 1 1 0 0,0 0-1 0 0,0-1 0 0 0,0 0 0 0 0,0 1 0 0 0,0-1 0 0 0,1 0 0 0 0,-1 0 0 0 0,0 1 1 0 0,1-1-1 0 0,-1 0 0 0 0,1 0 0 0 0,0-1 0 0 0,-1 1 0 0 0,1 0 0 0 0,0 0 0 0 0,2 0 0 0 0,3 2 17 0 0,-5-2-16 0 0,0-1 0 0 0,-1 1-1 0 0,1 0 1 0 0,0-1 0 0 0,-1 1-1 0 0,1-1 1 0 0,0 0 0 0 0,0 1-1 0 0,0-1 1 0 0,-1 0 0 0 0,1 0-1 0 0,0 0 1 0 0,0 0 0 0 0,0-1-1 0 0,2 0 1 0 0,-2 1 16 0 0,1 0-1 0 0,-1 0 0 0 0,0-1 1 0 0,1 0-1 0 0,-1 1 1 0 0,0-1-1 0 0,0 0 1 0 0,0 0-1 0 0,0 0 0 0 0,1 0 1 0 0,2-2-1 0 0,-5 2 4 0 0,0 1-1 0 0,0 0 0 0 0,0 0 0 0 0,0 0 1 0 0,0-1-1 0 0,0 1 0 0 0,0 0 1 0 0,0 0-1 0 0,0 0 0 0 0,0-1 0 0 0,0 1 1 0 0,0 0-1 0 0,0 0 0 0 0,0-1 1 0 0,0 1-1 0 0,0 0 0 0 0,0 0 0 0 0,0 0 1 0 0,0-1-1 0 0,0 1 0 0 0,0 0 1 0 0,0 0-1 0 0,0 0 0 0 0,0-1 1 0 0,0 1-1 0 0,0 0 0 0 0,-1 0 0 0 0,1 0 1 0 0,0-1-1 0 0,0 1 0 0 0,0 0 1 0 0,0 0-1 0 0,-1 0 0 0 0,1 0 0 0 0,0-1 1 0 0,-1 1 253 0 0,1-1 693 0 0,-5 0 1 0 0,-12-3-347 0 0,1-1 0 0 0,0 0 0 0 0,-28-14 0 0 0,33 14-496 0 0,0 0 1 0 0,0 1-1 0 0,0 1 0 0 0,-1 0 1 0 0,-11-2-1 0 0,-1 0-25 0 0,-33-4-168 0 0,0 2 1 0 0,0 2 0 0 0,0 3-1 0 0,-79 7 1 0 0,123-4-207 0 0,-1 0-1 0 0,1 1 1 0 0,-1 0 0 0 0,1 1-1 0 0,0 1 1 0 0,0 0 0 0 0,0 1 0 0 0,-22 12-1 0 0,34-16 78 0 0,-1 0-1 0 0,1-1 0 0 0,0 1 0 0 0,0 0 0 0 0,-1 0 0 0 0,1-1 1 0 0,0 1-1 0 0,-1-1 0 0 0,1 1 0 0 0,-1-1 0 0 0,1 0 0 0 0,-1 1 1 0 0,1-1-1 0 0,-1 0 0 0 0,1 0 0 0 0,-1 0 0 0 0,-1 0 0 0 0,-3-1-570 0 0,1 1-2186 0 0</inkml:trace>
</inkml:ink>
</file>

<file path=ppt/ink/ink3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06T18:28:23.64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34 186 560 0 0,'-5'-1'185'0'0,"4"1"-143"0"0,0 0 0 0 0,-1 0 1 0 0,1 0-1 0 0,0-1 0 0 0,0 1 1 0 0,-1 0-1 0 0,1-1 0 0 0,0 1 1 0 0,0 0-1 0 0,0-1 0 0 0,0 1 1 0 0,0-1-1 0 0,0 0 1 0 0,0 1-1 0 0,0-1 0 0 0,0 0 1 0 0,0 0-1 0 0,0 0 0 0 0,0 1 1 0 0,0-1-1 0 0,1 0 0 0 0,-1 0 1 0 0,0 0-1 0 0,1 0 0 0 0,-1-1 1 0 0,1 1-1 0 0,-1 0 1 0 0,1 0-1 0 0,-1 0 0 0 0,1 0 1 0 0,0 0-1 0 0,-1-1 0 0 0,1 1 1 0 0,0 0-1 0 0,0 0 0 0 0,0 0 1 0 0,0-1-1 0 0,0 1 0 0 0,0 0 1 0 0,1-3-1 0 0,-1 3-35 0 0,0 0-1 0 0,-1-1 0 0 0,1 1 1 0 0,0-1-1 0 0,0 1 1 0 0,0 0-1 0 0,0-1 0 0 0,1 1 1 0 0,-1 0-1 0 0,0-1 1 0 0,1 1-1 0 0,-1 0 0 0 0,0-1 1 0 0,1 1-1 0 0,0 0 1 0 0,-1 0-1 0 0,1-1 0 0 0,0 1 1 0 0,-1 0-1 0 0,1 0 1 0 0,0 0-1 0 0,0 0 0 0 0,0 0 1 0 0,0 0-1 0 0,0 0 1 0 0,0 0-1 0 0,0 0 0 0 0,1 1 1 0 0,-1-1-1 0 0,0 0 1 0 0,0 1-1 0 0,1-1 0 0 0,1 0 1 0 0,1-1 15 0 0,-3 2-14 0 0,-1 0 0 0 0,1 0 1 0 0,-1-1-1 0 0,1 1 0 0 0,-1 0 0 0 0,0-1 0 0 0,1 1 0 0 0,-1 0 0 0 0,0-1 0 0 0,1 1 0 0 0,-1-1 1 0 0,0 1-1 0 0,1-1 0 0 0,-1 1 0 0 0,0-1 0 0 0,0 1 0 0 0,1-1 0 0 0,-1 1 0 0 0,0-1 0 0 0,0 1 0 0 0,0-1 1 0 0,0 1-1 0 0,0-1 0 0 0,0 1 0 0 0,0-1 0 0 0,0 1 0 0 0,0-1 0 0 0,0 0 0 0 0,0 1 0 0 0,0-1 1 0 0,0 1-1 0 0,-1-1 0 0 0,1 0 0 0 0,0 0 4 0 0,-1 1 0 0 0,1-1 0 0 0,0 0 0 0 0,0 1 0 0 0,0-1 1 0 0,0 0-1 0 0,0 1 0 0 0,0-1 0 0 0,0 0 0 0 0,0 1 0 0 0,0-1 0 0 0,0 0 0 0 0,0 1 0 0 0,0-1 1 0 0,0 0-1 0 0,1 1 0 0 0,-1-1 0 0 0,0 1 0 0 0,0-1 0 0 0,1 0 0 0 0,-1 1 0 0 0,0-1 1 0 0,1 1-1 0 0,-1-1 0 0 0,1 1 0 0 0,-1-1 0 0 0,1 1 0 0 0,0-2 0 0 0,17-8 62 0 0,1 0 0 0 0,-1 0 0 0 0,2 2 0 0 0,-1 1 0 0 0,1 0 0 0 0,0 1 0 0 0,1 1 0 0 0,-1 1-1 0 0,25-1 1 0 0,-34 4-82 0 0,0 0-1 0 0,0 1 1 0 0,0 1-1 0 0,0 0 1 0 0,0 0-1 0 0,0 1 1 0 0,0 1-1 0 0,0-1 1 0 0,0 2-1 0 0,-1 0 1 0 0,0 0-1 0 0,0 1 1 0 0,0 0-1 0 0,0 0 1 0 0,-1 1-1 0 0,1 1 1 0 0,-2 0-1 0 0,1 0 0 0 0,-1 0 1 0 0,8 10-1 0 0,-13-14 37 0 0,-1 1-1 0 0,1-1 0 0 0,-1 1 0 0 0,0 0 0 0 0,0 0 0 0 0,0 0 0 0 0,0 0 0 0 0,-1 0 0 0 0,1 0 0 0 0,-1 0 0 0 0,0 1 0 0 0,-1-1 1 0 0,1 0-1 0 0,-1 1 0 0 0,1-1 0 0 0,-2 1 0 0 0,1-1 0 0 0,0 0 0 0 0,-1 1 0 0 0,0-1 0 0 0,0 0 0 0 0,-2 7 0 0 0,-4 7 141 0 0,-1 0 0 0 0,-1-1-1 0 0,0 0 1 0 0,-14 18 0 0 0,12-19-77 0 0,1 0 1 0 0,1 1-1 0 0,-10 23 1 0 0,15-28-57 0 0,0 0-1 0 0,-1 0 1 0 0,-1 0 0 0 0,-8 14-1 0 0,14-26-32 0 0,1 0 0 0 0,-1 0 0 0 0,0 0 0 0 0,0 0 0 0 0,0 0 0 0 0,1-1-1 0 0,-1 1 1 0 0,0 0 0 0 0,0 0 0 0 0,0 0 0 0 0,1 0 0 0 0,-1 0 0 0 0,0 0-1 0 0,0 0 1 0 0,0 0 0 0 0,1 1 0 0 0,-1-1 0 0 0,0 0 0 0 0,0 0 0 0 0,0 0 0 0 0,1 0-1 0 0,-1 0 1 0 0,0 0 0 0 0,0 0 0 0 0,0 0 0 0 0,1 0 0 0 0,-1 1 0 0 0,0-1-1 0 0,0 0 1 0 0,0 0 0 0 0,0 0 0 0 0,0 0 0 0 0,0 1 0 0 0,1-1 0 0 0,-1 0 0 0 0,0 0-1 0 0,0 0 1 0 0,0 0 0 0 0,0 1 0 0 0,0-1 0 0 0,0 0 0 0 0,0 0 0 0 0,0 0-1 0 0,0 1 1 0 0,0-1 0 0 0,0 0 0 0 0,0 0 0 0 0,0 1 0 0 0,0-1 0 0 0,0 0-1 0 0,0 0 1 0 0,0 0 0 0 0,0 1 0 0 0,0-1 0 0 0,0 0 0 0 0,0 0 0 0 0,0 0 0 0 0,0 1-1 0 0,0-1 1 0 0,0 0 0 0 0,-1 0 0 0 0,1 0 0 0 0,0 0 0 0 0,0 1 0 0 0,0-1-1 0 0,0 0 1 0 0,-1 0 0 0 0,21-5 56 0 0,-18 4-29 0 0,7-3 81 0 0,0-1 0 0 0,0 0 0 0 0,-1-1 0 0 0,0 1 0 0 0,0-1 0 0 0,-1-1 0 0 0,10-9 0 0 0,6-6-70 0 0,17-20 33 0 0,-9 6-66 0 0,-12 15 20 0 0,0-1 0 0 0,-2-1-1 0 0,21-35 1 0 0,1 3 117 0 0,-19 29-248 0 0,-19 25 98 0 0,-1 1-1 0 0,1-1 1 0 0,-1 1 0 0 0,0-1 0 0 0,1 1-1 0 0,-1-1 1 0 0,0 1 0 0 0,0-1 0 0 0,0 0-1 0 0,1 1 1 0 0,-1-1 0 0 0,0 1 0 0 0,0-1-1 0 0,0 1 1 0 0,0-1 0 0 0,0 0 0 0 0,0 1-1 0 0,0-1 1 0 0,0 0 0 0 0,0 1 0 0 0,0-1-1 0 0,0 1 1 0 0,-1-1 0 0 0,1 1-1 0 0,0-1 1 0 0,0 0 0 0 0,-1 1 0 0 0,1-1-1 0 0,0 1 1 0 0,-1-1 0 0 0,1 1 0 0 0,0-1-1 0 0,-1 1 1 0 0,1-1 0 0 0,-1 1 0 0 0,1 0-1 0 0,-1-1 1 0 0,-17-8-46 0 0,17 9 35 0 0,-6-2-30 0 0,-1-1-1 0 0,1 2 1 0 0,0-1-1 0 0,0 1 1 0 0,-1 0-1 0 0,1 1 1 0 0,-1 0-1 0 0,1 0 1 0 0,-1 0-1 0 0,1 1 1 0 0,-12 3 0 0 0,-1 0-85 0 0,1 2 1 0 0,0 0 0 0 0,-19 9 0 0 0,38-15 131 0 0,0 0 0 0 0,0 0 0 0 0,0 0-1 0 0,0 1 1 0 0,1-1 0 0 0,-1 0 0 0 0,0 0 0 0 0,0 0-1 0 0,0 0 1 0 0,0 0 0 0 0,0 0 0 0 0,0 0 0 0 0,1 0-1 0 0,-1 0 1 0 0,0 1 0 0 0,0-1 0 0 0,0 0-1 0 0,0 0 1 0 0,0 0 0 0 0,0 0 0 0 0,0 0 0 0 0,0 0-1 0 0,0 1 1 0 0,0-1 0 0 0,0 0 0 0 0,0 0-1 0 0,0 0 1 0 0,0 0 0 0 0,0 0 0 0 0,0 1 0 0 0,0-1-1 0 0,0 0 1 0 0,0 0 0 0 0,0 0 0 0 0,0 0-1 0 0,0 0 1 0 0,0 1 0 0 0,0-1 0 0 0,0 0 0 0 0,0 0-1 0 0,0 0 1 0 0,0 0 0 0 0,0 0 0 0 0,0 0 0 0 0,0 1-1 0 0,0-1 1 0 0,0 0 0 0 0,-1 0 0 0 0,1 0-1 0 0,0 0 1 0 0,0 0 0 0 0,0 0 0 0 0,0 0 0 0 0,0 0-1 0 0,0 1 1 0 0,-1-1 0 0 0,1 0 0 0 0,0 0-1 0 0,0 0 1 0 0,0 0 0 0 0,16 3 50 0 0,1 0 0 0 0,0-1 0 0 0,-1-1 0 0 0,1-1 0 0 0,33-2 0 0 0,-20 0-137 0 0,8 0-517 0 0,1-2-1 0 0,47-11 0 0 0,7-4-1329 0 0</inkml:trace>
</inkml:ink>
</file>

<file path=ppt/ink/ink3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06T18:28:24.37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78 1201 0 0,'0'0'1040'0'0,"32"-9"1041"0"0,34 9-1041 0 0,-1 0 161 0 0,98 0 560 0 0,157-12 1680 0 0,7-3-1360 0 0,-99 3-1360 0 0,-71-3-481 0 0,6 9-160 0 0,-32 6 0 0 0,-1 0-240 0 0,-32-8-1761 0 0,-32 8-2801 0 0,-34 0-1361 0 0</inkml:trace>
</inkml:ink>
</file>

<file path=ppt/ink/ink3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06T18:28:25.38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1 656 1681 0 0,'0'0'2201'0'0,"0"-1"-2122"0"0,0 1 1 0 0,0 0 0 0 0,0-1 0 0 0,-1 1-1 0 0,1-1 1 0 0,0 1 0 0 0,0-1-1 0 0,0 1 1 0 0,0-1 0 0 0,0 1-1 0 0,0-1 1 0 0,0 1 0 0 0,0 0-1 0 0,0-1 1 0 0,0 1 0 0 0,0-1-1 0 0,0 1 1 0 0,1-1 0 0 0,-1 1-1 0 0,0-1 1 0 0,0 1 0 0 0,0 0 0 0 0,1-1-1 0 0,-1 1 1 0 0,0-1 0 0 0,0 1-1 0 0,1 0 1 0 0,-1-1 0 0 0,0 1-1 0 0,1 0 1 0 0,-1-1 0 0 0,0 1-1 0 0,1 0 1 0 0,-1-1 0 0 0,1 1-1 0 0,-1 0 1 0 0,1 0 0 0 0,8-7 291 0 0,0-1 0 0 0,-1 0 1 0 0,0 0-1 0 0,0-1 0 0 0,-1 0 0 0 0,0 0 0 0 0,0 0 1 0 0,6-14-1 0 0,14-19 210 0 0,126-173 1553 0 0,-134 188-1987 0 0,2 1-1 0 0,0 2 1 0 0,2 0 0 0 0,1 1 0 0 0,1 1-1 0 0,0 2 1 0 0,34-21 0 0 0,-35 26-50 0 0,-14 10-53 0 0,0-1 0 0 0,0 0-1 0 0,-1-1 1 0 0,0 0 0 0 0,16-16 0 0 0,-24 22-49 0 0,-1 0 0 0 0,0 0 0 0 0,1 0 0 0 0,-1 0 0 0 0,1 0 0 0 0,0 0 0 0 0,-1 0 0 0 0,1 0 0 0 0,0 0 0 0 0,0 1 0 0 0,-1-1 1 0 0,1 0-1 0 0,0 0 0 0 0,0 1 0 0 0,0-1 0 0 0,0 1 0 0 0,0-1 0 0 0,0 1 0 0 0,0-1 0 0 0,0 1 0 0 0,0 0 0 0 0,0-1 0 0 0,0 1 0 0 0,0 0 0 0 0,0 0 0 0 0,0 0 0 0 0,1 0 0 0 0,-1 0 0 0 0,0 0 0 0 0,0 0 0 0 0,0 0 0 0 0,0 0 0 0 0,0 1 1 0 0,2-1-1 0 0,-3 0-17 0 0,0 1 0 0 0,1-1 0 0 0,-1 0 1 0 0,0 0-1 0 0,1 0 0 0 0,-1 0 0 0 0,0 1 1 0 0,1-1-1 0 0,-1 0 0 0 0,0 0 0 0 0,1 0 1 0 0,-1 1-1 0 0,0-1 0 0 0,0 0 0 0 0,1 1 1 0 0,-1-1-1 0 0,0 0 0 0 0,0 0 0 0 0,0 1 1 0 0,0-1-1 0 0,1 0 0 0 0,-1 1 0 0 0,0-1 1 0 0,0 1-1 0 0,0-1 0 0 0,0 0 0 0 0,0 1 1 0 0,0-1-1 0 0,0 0 0 0 0,0 1 0 0 0,0 0 1 0 0,5 9-284 0 0,1-5 246 0 0,8 10-26 0 0,-2 22 229 0 0,29 72 220 0 0,5 19-221 0 0,-39-99-132 0 0,-4-19 1 0 0,-1 1 0 0 0,1-1-1 0 0,1 0 1 0 0,-1 0 0 0 0,2 0 0 0 0,6 12-1 0 0,11 10 40 0 0,-17-27-44 0 0,0 2 1 0 0,-1-1 0 0 0,0 0 0 0 0,0 1 0 0 0,0 0 0 0 0,-1 0-1 0 0,0 0 1 0 0,0 0 0 0 0,-1 0 0 0 0,0 1 0 0 0,0-1 0 0 0,-1 1 0 0 0,1 8-1 0 0,-2-13-11 0 0,0-1-1 0 0,0 0 0 0 0,0 1 0 0 0,0-1 0 0 0,1 1 1 0 0,-1-1-1 0 0,1 0 0 0 0,-1 1 0 0 0,1-1 0 0 0,0 0 1 0 0,0 0-1 0 0,0 1 0 0 0,0-1 0 0 0,1 0 0 0 0,-1 0 1 0 0,0 0-1 0 0,1 0 0 0 0,0-1 0 0 0,-1 1 0 0 0,3 2 1 0 0,3 2-29 0 0,-4-2 88 0 0,0 8-21 0 0,-4 3 677 0 0,-9-15-137 0 0,-154-2 1294 0 0,-75-13-494 0 0,-125-4-1895 0 0,360 19 102 0 0,-17 1-153 0 0,14 3-2785 0 0,12-2-432 0 0,11-2 1441 0 0,1 0-1240 0 0,10 0 974 0 0</inkml:trace>
</inkml:ink>
</file>

<file path=ppt/ink/ink3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06T18:28:26.18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33 1 960 0 0,'0'0'2482'0'0,"0"6"-1522"0"0,-33 9 80 0 0,33 33 241 0 0,0 35-160 0 0,0-8-641 0 0,0-5 0 0 0,0-1-80 0 0,0 12-80 0 0,33 2-80 0 0,-33 0-79 0 0,33-14-322 0 0,-33-15-639 0 0,0-4-1041 0 0,32-11-1440 0 0</inkml:trace>
</inkml:ink>
</file>

<file path=ppt/ink/ink3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06T18:28:26.55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36 320 0 0,'0'0'3202'0'0,"0"-8"-1522"0"0,32 8 1 0 0,34-6-80 0 0,-1 0-240 0 0,33-1-481 0 0,0 7-960 0 0,0-8-1201 0 0,0 16-1040 0 0,-33-8-960 0 0,-6 0 159 0 0</inkml:trace>
</inkml:ink>
</file>

<file path=ppt/ink/ink3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06T18:28:32.51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99 7 160 0 0,'-6'0'614'0'0,"-48"1"533"0"0,34 8-727 0 0,20-9-228 0 0,-1 1-1 0 0,0-1 1 0 0,0 1 0 0 0,0 0 0 0 0,0-1 0 0 0,0 0 0 0 0,0 1 0 0 0,0-1 0 0 0,0 0-1 0 0,0 1 1 0 0,0-1 0 0 0,0 0 0 0 0,0 0 0 0 0,0 0 0 0 0,0 0 0 0 0,-2 0 0 0 0,3-2 185 0 0,0 2-371 0 0,0 0 0 0 0,0 0-1 0 0,-1-1 1 0 0,1 1 0 0 0,0 0-1 0 0,0 0 1 0 0,0 0 0 0 0,0-1 0 0 0,0 1-1 0 0,0 0 1 0 0,0 0 0 0 0,0 0-1 0 0,0 0 1 0 0,0-1 0 0 0,0 1-1 0 0,0 0 1 0 0,0 0 0 0 0,0 0-1 0 0,0-1 1 0 0,0 1 0 0 0,0 0-1 0 0,0 0 1 0 0,1 0 0 0 0,-1 0-1 0 0,0-1 1 0 0,0 1 0 0 0,0 0-1 0 0,0 0 1 0 0,0 0 0 0 0,0 0-1 0 0,0-1 1 0 0,1 1 0 0 0,-1 0-1 0 0,0 0 1 0 0,0 0 0 0 0,0 0-1 0 0,0 0 1 0 0,0 0 0 0 0,1 0-1 0 0,-1 0 1 0 0,0 0 0 0 0,0-1-1 0 0,0 1 1 0 0,0 0 0 0 0,1 0-1 0 0,-1 0 1 0 0,0 0 0 0 0,0 0-1 0 0,0 0 1 0 0,1 0 0 0 0,-1 0 0 0 0,0 0-1 0 0,0 0 1 0 0,0 0 0 0 0,1 0-1 0 0,-1 0 1 0 0,0 1 0 0 0,120-13 580 0 0,-8 10-40 0 0,-50 3-238 0 0,-53-1-326 0 0,62 4 292 0 0,-64-4-430 0 0,0 2 0 0 0,0-1 0 0 0,0 1 0 0 0,0 0 0 0 0,0 1 1 0 0,-1-1-1 0 0,1 1 0 0 0,10 7 0 0 0,-15-9 25 0 0,0 0 0 0 0,-1 0 0 0 0,1 0 0 0 0,-1 0 1 0 0,0 1-1 0 0,1-1 0 0 0,-1 0 0 0 0,0 0 0 0 0,0 1 0 0 0,1-1 0 0 0,-1 1 0 0 0,0-1 0 0 0,-1 1 1 0 0,1 0-1 0 0,1 2 0 0 0,-3-2-26 0 0,1-1 0 0 0,-1 1-1 0 0,0-1 1 0 0,0 1 0 0 0,0-1 0 0 0,0 0 0 0 0,0 1 0 0 0,0-1 0 0 0,0 0 0 0 0,0 0 0 0 0,-1 0-1 0 0,1 0 1 0 0,0 0 0 0 0,-1 0 0 0 0,1 0 0 0 0,-1 0 0 0 0,-1 0 0 0 0</inkml:trace>
</inkml:ink>
</file>

<file path=ppt/ink/ink3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06T18:28:32.99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13 800 0 0,'0'-6'1761'0'0,"32"-1"-720"0"0,1 7-81 0 0,0 0-80 0 0,-1 0-79 0 0,1 7-161 0 0,32-1-240 0 0,-32 2-720 0 0,0-2-800 0 0,25 1-401 0 0,-25-7-560 0 0</inkml:trace>
</inkml:ink>
</file>

<file path=ppt/ink/ink3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06T18:28:37.55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35 4 80 0 0,'-32'0'880'0'0,"32"-3"1440"0"0,0 12-731 0 0,-1 0-787 0 0,1-6-663 0 0,-1-1 0 0 0,1 1-1 0 0,0 0 1 0 0,0 0-1 0 0,0 0 1 0 0,0-1 0 0 0,0 1-1 0 0,0 0 1 0 0,1 0-1 0 0,0-1 1 0 0,-1 1-1 0 0,1 0 1 0 0,0-1 0 0 0,2 5-1 0 0,8-4-20 0 0,1 4 261 0 0,-11-5-341 0 0,0 0-1 0 0,-1 0 0 0 0,1 0 0 0 0,-1 0 1 0 0,1 0-1 0 0,-1 0 0 0 0,0 0 0 0 0,0 0 1 0 0,1 0-1 0 0,-2 3 0 0 0,1-4-29 0 0,0 0 1 0 0,0 0-1 0 0,0 0 0 0 0,0 0 0 0 0,1-1 0 0 0,-1 1 1 0 0,0 0-1 0 0,0 0 0 0 0,0 0 0 0 0,1-1 0 0 0,-1 1 1 0 0,0 0-1 0 0,1 0 0 0 0,-1-1 0 0 0,1 1 0 0 0,-1 0 0 0 0,1-1 1 0 0,-1 1-1 0 0,1 0 0 0 0,0-1 0 0 0,-1 1 0 0 0,1-1 1 0 0,0 1-1 0 0,-1-1 0 0 0,1 1 0 0 0,0-1 0 0 0,0 1 0 0 0,-1-1 1 0 0,1 0-1 0 0,0 0 0 0 0,0 1 0 0 0,1-1 0 0 0,-2 0-2 0 0,1 0-1 0 0,0 1 0 0 0,0-1 0 0 0,0 0 0 0 0,-1 1 0 0 0,1-1 0 0 0,0 0 1 0 0,0 1-1 0 0,-1-1 0 0 0,1 1 0 0 0,0-1 0 0 0,-1 1 0 0 0,1-1 1 0 0,0 1-1 0 0,-1 0 0 0 0,1-1 0 0 0,-1 1 0 0 0,1 0 0 0 0,-1-1 0 0 0,1 1 1 0 0,-1 0-1 0 0,0 0 0 0 0,1-1 0 0 0,-1 1 0 0 0,0 0 0 0 0,0 0 1 0 0,1 0-1 0 0,-1-1 0 0 0,0 1 0 0 0,0 0 0 0 0,0 0 0 0 0,0 1 0 0 0,-1 8 27 0 0,1-7-18 0 0,-1-1 0 0 0,1 0-1 0 0,0 0 1 0 0,0 0 0 0 0,0 0 0 0 0,0 0 0 0 0,0 0 0 0 0,0 0-1 0 0,1 1 1 0 0,-1-1 0 0 0,1 0 0 0 0,-1 0 0 0 0,1 0 0 0 0,0 0 0 0 0,0 0-1 0 0,1 3 1 0 0,5 2 20 0 0,-5-6-10 0 0,0 1 1 0 0,-1 0-1 0 0,1-1 1 0 0,0 1-1 0 0,-1 0 1 0 0,1 0-1 0 0,-1 0 0 0 0,0 0 1 0 0,0 1-1 0 0,0-1 1 0 0,0 0-1 0 0,0 0 1 0 0,0 1-1 0 0,-1-1 1 0 0,1 1-1 0 0,-1-1 0 0 0,0 0 1 0 0,1 1-1 0 0,-1-1 1 0 0,0 4-1 0 0,0 138 1190 0 0,0-144-1210 0 0,0 1 0 0 0,0 0 0 0 0,0 0 0 0 0,0-1 0 0 0,0 1 0 0 0,0 0 0 0 0,-1 0 0 0 0,1 0 0 0 0,0-1 0 0 0,0 1 0 0 0,0 0 0 0 0,-1-1 0 0 0,1 1 0 0 0,0 0-1 0 0,-1 0 1 0 0,1-1 0 0 0,-1 1 0 0 0,1-1 0 0 0,-1 1 0 0 0,1 0 0 0 0,-1-1 0 0 0,1 1 0 0 0,-1-1 0 0 0,0 1 0 0 0,1-1 0 0 0,-1 0 0 0 0,0 1 0 0 0,1-1 0 0 0,-1 1 0 0 0,0-1 0 0 0,1 0 0 0 0,-2 1 0 0 0,1-1-3 0 0,-1 1 0 0 0,1-1 1 0 0,0 1-1 0 0,0-1 0 0 0,0 1 0 0 0,0 0 1 0 0,0-1-1 0 0,0 1 0 0 0,0 0 1 0 0,0 0-1 0 0,0 0 0 0 0,0 0 1 0 0,1 0-1 0 0,-1 0 0 0 0,0 0 0 0 0,1 0 1 0 0,-1 0-1 0 0,1 0 0 0 0,-1 0 1 0 0,1 0-1 0 0,-1 1 0 0 0,1-1 1 0 0,0 0-1 0 0,-1 0 0 0 0,1 0 0 0 0,0 1 1 0 0,0-1-1 0 0,0 0 0 0 0,0 0 1 0 0,0 1-1 0 0,0-1 0 0 0,1 2 1 0 0,-1-4-4 0 0,0 1 0 0 0,0-1 1 0 0,0 0-1 0 0,0 1 1 0 0,0-1-1 0 0,0 1 0 0 0,0-1 1 0 0,0 0-1 0 0,0 1 0 0 0,1-1 1 0 0,-1 1-1 0 0,0-1 1 0 0,0 0-1 0 0,1 1 0 0 0,-1-1 1 0 0,0 1-1 0 0,1-1 1 0 0,-1 1-1 0 0,0-1 0 0 0,1 1 1 0 0,-1-1-1 0 0,1 1 1 0 0,-1 0-1 0 0,1-1 0 0 0,-1 1 1 0 0,1-1-1 0 0,-1 1 1 0 0,1 0-1 0 0,-1 0 0 0 0,1-1 1 0 0,0 1-1 0 0,-1 0 1 0 0,1 0-1 0 0,0 0 0 0 0,-1 0 1 0 0,1-1-1 0 0,-1 1 1 0 0,1 0-1 0 0,1 0 0 0 0,-2 1 4 0 0,1-1 0 0 0,0 0-1 0 0,-1-1 1 0 0,1 1-1 0 0,0 0 1 0 0,0 0 0 0 0,-1 0-1 0 0,1 0 1 0 0,0 0-1 0 0,-1-1 1 0 0,1 1 0 0 0,-1 0-1 0 0,1-1 1 0 0,0 1-1 0 0,-1 0 1 0 0,1-1 0 0 0,-1 1-1 0 0,1-1 1 0 0,-1 1-1 0 0,1-1 1 0 0,-1 1 0 0 0,1-1-1 0 0,-1 1 1 0 0,0-1-1 0 0,1 1 1 0 0,-1-1 0 0 0,0 0-1 0 0,1 1 1 0 0,-1-1-1 0 0,0 0 1 0 0,0 1 0 0 0,0-1-1 0 0,1 0 1 0 0,-1 1-1 0 0,0-1 1 0 0,0 0 0 0 0,0 1-1 0 0,0-1 1 0 0,0-1 0 0 0,0 0 0 0 0,0 1 1 0 0,0-1 0 0 0,0 0 0 0 0,1 1 0 0 0,-1-1-1 0 0,1 1 1 0 0,-1-1 0 0 0,1 1 0 0 0,0-1 0 0 0,-1 1-1 0 0,1-1 1 0 0,0 1 0 0 0,0-1 0 0 0,0 1 0 0 0,0 0-1 0 0,0 0 1 0 0,0 0 0 0 0,1-1 0 0 0,1 0 0 0 0,8-10 7 0 0,4-15-13 0 0,8-8 20 0 0,48-66 36 0 0,9 13-109 0 0,-41 46 45 0 0,-37 40 15 0 0,-1 1 0 0 0,1-1 0 0 0,-1 0 0 0 0,1 1 0 0 0,-1-1 0 0 0,1 1 0 0 0,0 0 0 0 0,0-1 0 0 0,0 1 0 0 0,0 0 0 0 0,0 0 0 0 0,4-1 0 0 0,0-1 11 0 0,-6 3-12 0 0,1 0 0 0 0,-1 0 0 0 0,1-1 0 0 0,-1 1 0 0 0,0 0 0 0 0,1-1 0 0 0,-1 1 1 0 0,0-1-1 0 0,1 1 0 0 0,-1 0 0 0 0,0-1 0 0 0,0 1 0 0 0,1-1 0 0 0,-1 1 0 0 0,0-1 0 0 0,0 1 0 0 0,0-1 0 0 0,0 1 0 0 0,0-1 1 0 0,1 1-1 0 0,-1-1 0 0 0,0 1 0 0 0,0-1 0 0 0,0 1 0 0 0,-1-1 0 0 0,1 0-17 0 0,0 1 0 0 0,0 0 0 0 0,0 0 0 0 0,0-1 0 0 0,0 1 1 0 0,0 0-1 0 0,0 0 0 0 0,0-1 0 0 0,0 1 0 0 0,0 0 0 0 0,0 0 0 0 0,0-1 0 0 0,0 1 0 0 0,0 0 0 0 0,0 0 0 0 0,0 0 0 0 0,0-1 0 0 0,0 1 1 0 0,0 0-1 0 0,1 0 0 0 0,-1-1 0 0 0,0 1 0 0 0,0 0 0 0 0,0 0 0 0 0,0 0 0 0 0,0-1 0 0 0,1 1 0 0 0,-1 0 0 0 0,0 0 0 0 0,0 0 0 0 0,0 0 1 0 0,0 0-1 0 0,1-1 0 0 0,-1 1 0 0 0,0 0 0 0 0,0 0 0 0 0,1 0 0 0 0,-1 0 0 0 0,0 0 0 0 0,0 0 0 0 0,1 0 0 0 0,-1 0 0 0 0,0 0 1 0 0,0 0-1 0 0,1 0 0 0 0,4 0-125 0 0,-4 0 60 0 0,0 1 0 0 0,0-1 0 0 0,0 0-1 0 0,0 0 1 0 0,0 0 0 0 0,0 0 0 0 0,0 1-1 0 0,-1-1 1 0 0,1 0 0 0 0,0 1 0 0 0,0-1-1 0 0,0 1 1 0 0,0-1 0 0 0,0 1 0 0 0,-1-1-1 0 0,1 1 1 0 0,0 0 0 0 0,0 0 0 0 0,4 21-3853 0 0,-5 9-3 0 0</inkml:trace>
</inkml:ink>
</file>

<file path=ppt/ink/ink3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06T18:28:38.37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165 200 160 0 0,'-5'0'387'0'0,"-5"0"-112"0"0,-22 0 594 0 0,31 1-837 0 0,0-1 0 0 0,1 0-1 0 0,-1-1 1 0 0,0 1-1 0 0,1 0 1 0 0,-1 0 0 0 0,0 0-1 0 0,0 0 1 0 0,1 0-1 0 0,-1-1 1 0 0,0 1 0 0 0,1 0-1 0 0,-1-1 1 0 0,0 1 0 0 0,1 0-1 0 0,-1-1 1 0 0,1 1-1 0 0,-1-1 1 0 0,1 1 0 0 0,-1-1-1 0 0,1 1 1 0 0,-1-1-1 0 0,1 1 1 0 0,-1-1 0 0 0,1 0-1 0 0,0 1 1 0 0,-1-1 0 0 0,1 0-1 0 0,0 1 1 0 0,-1-1-1 0 0,1 0 1 0 0,0-1 0 0 0,-6 1 288 0 0,-21 1 1587 0 0,21 2-1107 0 0,5-2-731 0 0,0 0 1 0 0,0 0-1 0 0,0 0 0 0 0,0 0 0 0 0,-1 0 1 0 0,1 0-1 0 0,0 1 0 0 0,0-1 0 0 0,0 0 0 0 0,0 1 1 0 0,0-1-1 0 0,0 1 0 0 0,0-1 0 0 0,0 1 1 0 0,0 0-1 0 0,1-1 0 0 0,-1 1 0 0 0,0 0 1 0 0,0 0-1 0 0,0-1 0 0 0,1 1 0 0 0,-1 0 1 0 0,1 0-1 0 0,-1 0 0 0 0,0 0 0 0 0,1 0 0 0 0,-1 0 1 0 0,1 0-1 0 0,0 0 0 0 0,-1 0 0 0 0,1 0 1 0 0,0 0-1 0 0,0 0 0 0 0,0 1 0 0 0,-1-1 1 0 0,2 2-1 0 0,-2-3-47 0 0,1 1-1 0 0,-1-1 1 0 0,1 1 0 0 0,-1 0 0 0 0,1-1 0 0 0,-1 1 0 0 0,1-1 0 0 0,-1 0-1 0 0,1 1 1 0 0,-1-1 0 0 0,1 1 0 0 0,-1-1 0 0 0,0 0 0 0 0,1 1-1 0 0,-1-1 1 0 0,0 0 0 0 0,1 0 0 0 0,-1 1 0 0 0,0-1 0 0 0,1 0-1 0 0,-1 0 1 0 0,0 0 0 0 0,0 0 0 0 0,1 0 0 0 0,-1 0 0 0 0,0 0 0 0 0,1 0-1 0 0,-1 0 1 0 0,0-1 0 0 0,1 1 0 0 0,-1 0 0 0 0,0-1 0 0 0,-11 2 591 0 0,12-31 1988 0 0,-1 20-2089 0 0,1 8-441 0 0,0 0-1 0 0,-1 0 1 0 0,1-1 0 0 0,0 1 0 0 0,0 0 0 0 0,1 0 0 0 0,-1 0-1 0 0,0-1 1 0 0,1 1 0 0 0,-1 0 0 0 0,1 0 0 0 0,0 0-1 0 0,-1 0 1 0 0,3-4 0 0 0,8-2 125 0 0,-10 8-176 0 0,0-1 0 0 0,0 1-1 0 0,0-1 1 0 0,0 1 0 0 0,0-1 0 0 0,0 0 0 0 0,0 0 0 0 0,0 0 0 0 0,-1 1 0 0 0,1-1 0 0 0,0 0 0 0 0,0 0 0 0 0,-1 0 0 0 0,1 0 0 0 0,-1 0-1 0 0,1 0 1 0 0,-1-1 0 0 0,1 1 0 0 0,-1 0 0 0 0,1 0 0 0 0,-1 0 0 0 0,0 0 0 0 0,0-1 0 0 0,0 1 0 0 0,1 0 0 0 0,-1-2 0 0 0,-1-8 168 0 0,0 8-140 0 0,1 1 1 0 0,0-1-1 0 0,0 0 1 0 0,0 0-1 0 0,0 0 1 0 0,0 0-1 0 0,0 0 1 0 0,1 1-1 0 0,-1-1 1 0 0,1 0-1 0 0,0 0 1 0 0,0 1-1 0 0,2-5 1 0 0,8-2 44 0 0,1-2 24 0 0,-11 8-77 0 0,0-1 0 0 0,0 0 1 0 0,-1 1-1 0 0,1-1 1 0 0,-1 0-1 0 0,0 0 1 0 0,0-4-1 0 0,0 6-200 0 0,0 3-335 0 0,0 1 373 0 0,0-1 1 0 0,0 0-1 0 0,0 0 0 0 0,0 0 0 0 0,0 0 1 0 0,1 0-1 0 0,-1 1 0 0 0,0-1 1 0 0,1 0-1 0 0,-1 0 0 0 0,1 0 0 0 0,-1 0 1 0 0,1 0-1 0 0,1 2 0 0 0,8 0-805 0 0,0 0 0 0 0,1 0 0 0 0,0-1 0 0 0,-1 0 0 0 0,1-1 0 0 0,0 0 0 0 0,0-1-1 0 0,0 0 1 0 0,18-3 0 0 0,3-2-1607 0 0</inkml:trace>
</inkml:ink>
</file>

<file path=ppt/ink/ink3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06T18:28:3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33 15 640 0 0,'-33'0'721'0'0,"66"0"-241"0"0,-33-9 1521 0 0,32 3-961 0 0,1 6-640 0 0,0 0-79 0 0,-1 6-241 0 0,34 3-721 0 0,-34-3-959 0 0,34 0-962 0 0</inkml:trace>
</inkml:ink>
</file>

<file path=ppt/ink/ink3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06T18:28:41.86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1 201 400 0 0,'0'-43'2037'0'0,"0"-52"-1846"0"0,0 94-191 0 0,0 1 1 0 0,0-1-1 0 0,1 1 0 0 0,-1-1 1 0 0,0 1-1 0 0,0-1 1 0 0,1 1-1 0 0,-1-1 0 0 0,0 1 1 0 0,1 0-1 0 0,-1-1 0 0 0,1 1 1 0 0,-1 0-1 0 0,0-1 1 0 0,1 1-1 0 0,-1 0 0 0 0,1-1 1 0 0,-1 1-1 0 0,1 0 0 0 0,-1 0 1 0 0,1-1-1 0 0,-1 1 1 0 0,1 0-1 0 0,-1 0 0 0 0,1 0 1 0 0,-1 0-1 0 0,1 0 1 0 0,-1 0-1 0 0,1 0 0 0 0,-1 0 1 0 0,1 0-1 0 0,0 0 0 0 0,-1 0 1 0 0,1 0-1 0 0,-1 0 1 0 0,1 0-1 0 0,0 1 0 0 0,-1-1 0 0 0,1 0 0 0 0,-1 1 0 0 0,1-1 0 0 0,-1 0 0 0 0,1 0 0 0 0,-1 0 0 0 0,1 0 0 0 0,-1 0 0 0 0,1 0 0 0 0,-1 0 0 0 0,1 0 0 0 0,-1 0 0 0 0,1 0 0 0 0,-1 0 0 0 0,1 0 0 0 0,-1 0 0 0 0,1-1 0 0 0,-1 1 0 0 0,0 0 0 0 0,1 0 0 0 0,-1 0 0 0 0,1-1 0 0 0,-1 1 0 0 0,1 0 0 0 0,-1-1 0 0 0,0 1 0 0 0,1 0-1 0 0,-1-1 1 0 0,0 1 0 0 0,1 0 0 0 0,-1-1 0 0 0,0 1 0 0 0,1-1 0 0 0,-1 1 0 0 0,0 0 0 0 0,0-2 0 0 0,1 2 0 0 0,0-1 0 0 0,-1 0 0 0 0,1 0 0 0 0,0 0 0 0 0,-1 1 0 0 0,1-1 0 0 0,0 0 0 0 0,0 1 0 0 0,0-1 0 0 0,0 0 0 0 0,0 1 0 0 0,0-1 0 0 0,-1 1 0 0 0,1 0 0 0 0,0-1 0 0 0,0 1 0 0 0,0 0 0 0 0,1-1 0 0 0,-1 1 0 0 0,0 0 0 0 0,0 0 0 0 0,0 0 0 0 0,0 0 0 0 0,0 0 0 0 0,1 1 0 0 0,12-4 0 0 0,7 1 0 0 0,-2-2 1 0 0,-6 3 48 0 0,-1 1 48 0 0,140 5 623 0 0,-101-7-657 0 0,40-8-433 0 0,-31 2-377 0 0,5-4-506 0 0</inkml:trace>
</inkml:ink>
</file>

<file path=ppt/ink/ink3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06T18:28:42.57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63 240 0 0,'65'0'961'0'0,"-32"8"-481"0"0,32-16-80 0 0,0 8-160 0 0,-6-6-160 0 0,6-9-80 0 0,33-6-480 0 0,-65 0-801 0 0</inkml:trace>
</inkml:ink>
</file>

<file path=ppt/ink/ink3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06T18:28:43.66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1 2161 0 0,'0'73'3761'0'0,"0"97"-3120"0"0,0-167-636 0 0,0 0 1 0 0,1 0-1 0 0,-1 0 0 0 0,1 0 1 0 0,0 0-1 0 0,0 0 0 0 0,0 0 1 0 0,0 0-1 0 0,1 0 0 0 0,-1-1 1 0 0,1 1-1 0 0,-1-1 0 0 0,3 4 1 0 0,-2-4 0 0 0,0 1 0 0 0,0-1 0 0 0,-1 1 0 0 0,1 0 0 0 0,-1-1 0 0 0,0 1 0 0 0,0 0 1 0 0,0 0-1 0 0,0 0 0 0 0,0 0 0 0 0,0 0 0 0 0,-1 0 0 0 0,1 4 0 0 0,-2-5 8 0 0,1 1 0 0 0,0-1 0 0 0,0 0 0 0 0,0 0 0 0 0,0 0 0 0 0,0 0 0 0 0,0 1 0 0 0,0-1 0 0 0,1 0 0 0 0,-1 0 0 0 0,1 0 0 0 0,0 0 0 0 0,0 0 0 0 0,-1 0 0 0 0,1 0 0 0 0,0 0 0 0 0,1 0 0 0 0,-1 0 0 0 0,0-1 0 0 0,1 1 0 0 0,-1 0 0 0 0,1-1 0 0 0,-1 1 0 0 0,1-1 0 0 0,3 3 0 0 0,0 0 49 0 0,-1 7 226 0 0,-4-11-275 0 0,0 1 0 0 0,0-1 0 0 0,0 1 0 0 0,1-1 0 0 0,-1 1 0 0 0,0-1 0 0 0,0 1 0 0 0,0-1 0 0 0,0 0 0 0 0,0 1 0 0 0,0-1 0 0 0,1 1 0 0 0,-1-1 0 0 0,0 1 0 0 0,0-1 0 0 0,1 1 0 0 0,-1-1 0 0 0,0 0 0 0 0,1 1 0 0 0,-1-1 0 0 0,0 0 0 0 0,1 1 1 0 0,-1-1-1 0 0,1 0 0 0 0,0 1 0 0 0,5 3 39 0 0,1-1 0 0 0,0 0 1 0 0,0 0-1 0 0,0-1 0 0 0,0 0 1 0 0,0 0-1 0 0,1-1 1 0 0,-1 1-1 0 0,0-1 0 0 0,1-1 1 0 0,-1 0-1 0 0,1 0 0 0 0,7-1 1 0 0,-5 0 63 0 0,0-1 1 0 0,0 0 0 0 0,0-1-1 0 0,-1 0 1 0 0,1 0-1 0 0,-1-1 1 0 0,0 0 0 0 0,0 0-1 0 0,-1-1 1 0 0,13-9 0 0 0,55-38 780 0 0,-50 36-474 0 0,30-25 1 0 0,-2-6 238 0 0,54-42 501 0 0,-95 80-1124 0 0,1 0 1 0 0,0 1-1 0 0,0 0 0 0 0,23-8 0 0 0,-36 16-79 0 0,-1 0 0 0 0,0 0 0 0 0,0 0 0 0 0,0 0 0 0 0,0 0 0 0 0,1 0 0 0 0,-1 0 1 0 0,0 0-1 0 0,0 0 0 0 0,0 0 0 0 0,1 0 0 0 0,-1 0 0 0 0,0 0 0 0 0,0 0 0 0 0,0 1 1 0 0,1-1-1 0 0,-1 0 0 0 0,0 0 0 0 0,0 0 0 0 0,0 0 0 0 0,0 0 0 0 0,1 0 0 0 0,-1 0 1 0 0,0 0-1 0 0,0 1 0 0 0,0-1 0 0 0,0 0 0 0 0,0 0 0 0 0,1 0 0 0 0,-1 0 0 0 0,0 1 1 0 0,0-1-1 0 0,0 0 0 0 0,0 0 0 0 0,0 0 0 0 0,0 0 0 0 0,0 1 0 0 0,0-1 0 0 0,0 0 1 0 0,0 0-1 0 0,0 0 0 0 0,0 1 0 0 0,0-1 0 0 0,0 0 0 0 0,0 0 0 0 0,0 0 0 0 0,0 1 1 0 0,5 9-2125 0 0,22 8-1105 0 0</inkml:trace>
</inkml:ink>
</file>

<file path=ppt/ink/ink3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06T18:28:44.39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323 138 400 0 0,'-48'-1'1293'0'0,"-65"2"906"0"0,104 0-1973 0 0,0-1 0 0 0,-1 2-1 0 0,1-1 1 0 0,0 2-1 0 0,0-1 1 0 0,0 1 0 0 0,1 0-1 0 0,-15 8 1 0 0,2-2-28 0 0,20-8-184 0 0,0-1 0 0 0,1 0-1 0 0,-1 0 1 0 0,0 0 0 0 0,0 1 0 0 0,0-1-1 0 0,0 1 1 0 0,1-1 0 0 0,-1 0 0 0 0,0 1-1 0 0,0-1 1 0 0,1 1 0 0 0,-1 0 0 0 0,0-1-1 0 0,1 1 1 0 0,-1 0 0 0 0,1-1 0 0 0,-1 1-1 0 0,1 0 1 0 0,-1 0 0 0 0,1-1 0 0 0,-1 1-1 0 0,1 0 1 0 0,0 0 0 0 0,-1 0-1 0 0,1-1 1 0 0,0 1 0 0 0,0 0 0 0 0,-1 0-1 0 0,1 0 1 0 0,0 0 0 0 0,0 0 0 0 0,0 0-1 0 0,0 0 1 0 0,0 0 0 0 0,1 1 0 0 0,-1-1-8 0 0,-1 0 0 0 0,1 0 1 0 0,-1 0-1 0 0,1 0 0 0 0,-1 0 1 0 0,0 0-1 0 0,1 0 0 0 0,-1 0 1 0 0,0-1-1 0 0,1 1 0 0 0,-1 0 1 0 0,0 0-1 0 0,0-1 0 0 0,0 1 1 0 0,-2 1-1 0 0,-11 12 102 0 0,14-13-106 0 0,-1 0 1 0 0,1-1-1 0 0,0 1 0 0 0,0 0 1 0 0,0-1-1 0 0,0 1 0 0 0,0 0 1 0 0,0-1-1 0 0,0 1 1 0 0,0 0-1 0 0,0 0 0 0 0,0-1 1 0 0,0 1-1 0 0,0 0 0 0 0,0-1 1 0 0,0 1-1 0 0,1 0 0 0 0,-1-1 1 0 0,0 1-1 0 0,0 0 1 0 0,1-1-1 0 0,-1 1 0 0 0,1-1 1 0 0,-1 1-1 0 0,0 0 0 0 0,1-1 1 0 0,-1 1-1 0 0,1-1 0 0 0,0 1 1 0 0,7 5 41 0 0,-7-6-40 0 0,-1 1-1 0 0,1-1 1 0 0,0 1 0 0 0,0-1-1 0 0,0 1 1 0 0,0 0-1 0 0,-1-1 1 0 0,1 1-1 0 0,0 0 1 0 0,0 0-1 0 0,-1-1 1 0 0,1 1 0 0 0,-1 0-1 0 0,1 0 1 0 0,-1 0-1 0 0,1 0 1 0 0,-1 0-1 0 0,1 0 1 0 0,-1 0-1 0 0,0 0 1 0 0,0 0 0 0 0,1 0-1 0 0,-1 0 1 0 0,0 1-1 0 0,0-1 1 0 0,0 0 0 0 0,0 0-1 0 0,1 1 1 0 0,-1-1 0 0 0,0 0-1 0 0,1 0 1 0 0,-1 0 0 0 0,1 0-1 0 0,-1 0 1 0 0,1 0 0 0 0,-1 0-1 0 0,1 0 1 0 0,0 0 0 0 0,0-1-1 0 0,-1 1 1 0 0,1 0 0 0 0,0 0-1 0 0,0-1 1 0 0,0 1 0 0 0,0 0-1 0 0,0-1 1 0 0,0 1 0 0 0,0-1-1 0 0,0 1 1 0 0,0-1 0 0 0,1 1-1 0 0,6 3 45 0 0,-4 0-21 0 0,0 0-1 0 0,0-1 1 0 0,1 0 0 0 0,-1 0-1 0 0,1 0 1 0 0,0 0 0 0 0,0-1-1 0 0,0 0 1 0 0,0 0 0 0 0,0 0-1 0 0,0-1 1 0 0,10 2 0 0 0,4 2 110 0 0,0-2 0 0 0,0 0 0 0 0,0-2 0 0 0,0 0 0 0 0,1-1 0 0 0,-1 0 0 0 0,0-2 1 0 0,0-1-1 0 0,0 0 0 0 0,0-1 0 0 0,0-1 0 0 0,-1-1 0 0 0,1 0 0 0 0,-2-1 0 0 0,1-2 0 0 0,-1 1 0 0 0,19-14 1 0 0,-18 10 98 0 0,-1-1 1 0 0,0-1 0 0 0,23-24 0 0 0,-38 34-187 0 0,1 0 0 0 0,-2-1 0 0 0,1 0 0 0 0,0 0 0 0 0,-1 1 0 0 0,0-1-1 0 0,0 0 1 0 0,0 0 0 0 0,-1 0 0 0 0,0 0 0 0 0,0 0 0 0 0,0 0 0 0 0,0 0 0 0 0,-2-6 0 0 0,1-13 174 0 0,1 22-210 0 0,-1-1 0 0 0,0 0-1 0 0,1 1 1 0 0,-1-1-1 0 0,0 1 1 0 0,0-1-1 0 0,0 1 1 0 0,0 0-1 0 0,-1-1 1 0 0,1 1-1 0 0,-1 0 1 0 0,1 0-1 0 0,-1 0 1 0 0,0 0-1 0 0,0 0 1 0 0,0 0-1 0 0,0 1 1 0 0,0-1 0 0 0,0 0-1 0 0,-1 1 1 0 0,1 0-1 0 0,0-1 1 0 0,-5 0-1 0 0,-10-5-47 0 0,1 0-1 0 0,-28-5 0 0 0,10 1-159 0 0,29 9-90 0 0,1 1 0 0 0,0 0 0 0 0,-1-1 0 0 0,1 1 0 0 0,-1 0 0 0 0,1 1 0 0 0,-1-1 0 0 0,1 1 0 0 0,-1 0 0 0 0,0 0 0 0 0,1 1 0 0 0,-1-1 0 0 0,1 1 0 0 0,-1 0 0 0 0,1 0 0 0 0,-1 1 0 0 0,1-1 0 0 0,0 1 0 0 0,0 0 0 0 0,0 0 0 0 0,0 0 0 0 0,0 1 0 0 0,-4 2 0 0 0,-25 27-4212 0 0</inkml:trace>
</inkml:ink>
</file>

<file path=ppt/ink/ink3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06T18:28:46.43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22 240 0 0,'0'0'680'0'0,"5"0"-186"0"0,218 6 2107 0 0,-69 2-1286 0 0,-103-3-1011 0 0,0-2 0 0 0,78-6 1 0 0,40-17 495 0 0,-82 10-233 0 0,113 0 0 0 0,-162 11-249 0 0,-1 2-1 0 0,0 1 1 0 0,0 2-1 0 0,70 22 0 0 0,-51-4 307 0 0,-46-18-477 0 0,1-1 1 0 0,-1 0-1 0 0,1-1 1 0 0,22 5-1 0 0,42 7 147 0 0,-23-4-41 0 0,87 7 0 0 0,74-3 1 0 0,-166-15-151 0 0,69 10 1 0 0,19 5 89 0 0,176-10 2151 0 0,-203-7-1273 0 0,-103 1-831 0 0,1 0-147 0 0,107 0 788 0 0,-42-6-481 0 0,-23 2-111 0 0,-32 3-161 0 0,0 0 0 0 0,0 0 0 0 0,18 3-1 0 0,44 3 137 0 0,8 2-61 0 0,-65-2-408 0 0,-21-4 181 0 0,0-1-1 0 0,0 0 1 0 0,0 0 0 0 0,0 0-1 0 0,0 0 1 0 0,0 1-1 0 0,0-1 1 0 0,0 0-1 0 0,0 0 1 0 0,0 0-1 0 0,0 0 1 0 0,0 1 0 0 0,0-1-1 0 0,0 0 1 0 0,0 0-1 0 0,0 0 1 0 0,0 0-1 0 0,0 1 1 0 0,0-1-1 0 0,0 0 1 0 0,0 0 0 0 0,0 0-1 0 0,0 0 1 0 0,-1 1-1 0 0,1-1 1 0 0,0 0-1 0 0,0 0 1 0 0,0 0-1 0 0,0 0 1 0 0,0 0 0 0 0,0 0-1 0 0,-1 0 1 0 0,1 1-1 0 0,0-1 1 0 0,0 0-1 0 0,0 0 1 0 0,0 0-1 0 0,-1 0 1 0 0,1 0 0 0 0,0 0-1 0 0,0 0 1 0 0,0 0-1 0 0,0 0 1 0 0,-1 0-1 0 0,1 0 1 0 0,0 0-1 0 0,0 0 1 0 0,0 0 0 0 0,-1 0-1 0 0,1 0 1 0 0,0 0-1 0 0,0 0 1 0 0,-60 9-5546 0 0,-27-1-1113 0 0</inkml:trace>
</inkml:ink>
</file>

<file path=ppt/ink/ink3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06T18:28:48.17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33 90 1281 0 0,'1'-1'152'0'0,"-1"0"1"0"0,0 0-1 0 0,0 0 1 0 0,0 0-1 0 0,1 0 1 0 0,-1-1-1 0 0,0 1 1 0 0,0 0-1 0 0,0 0 1 0 0,-1 0-1 0 0,1 0 1 0 0,0 0 0 0 0,0-1-1 0 0,-1 1 1 0 0,1 0-1 0 0,-1 0 1 0 0,1 0-1 0 0,-1 0 1 0 0,1 0-1 0 0,-1 0 1 0 0,1 0-1 0 0,-2-1 1 0 0,-7-2 23 0 0,8 3-134 0 0,0 1 1 0 0,0 0-1 0 0,0-1 1 0 0,0 1 0 0 0,0 0-1 0 0,0-1 1 0 0,0 1-1 0 0,1-1 1 0 0,-1 0 0 0 0,0 1-1 0 0,0-1 1 0 0,1 0-1 0 0,-1 1 1 0 0,0-1 0 0 0,0 0-1 0 0,1 0 1 0 0,-1 1 0 0 0,1-1-1 0 0,-1 0 1 0 0,1 0-1 0 0,-1 0 1 0 0,1 0 0 0 0,0 0-1 0 0,-1 0 1 0 0,1 0-1 0 0,0 0 1 0 0,0 0 0 0 0,0 0-1 0 0,0-1 1 0 0,5-2 357 0 0,47-2 442 0 0,0 3-1 0 0,1 1 1 0 0,90 10 0 0 0,-57-2-474 0 0,-33-3-363 0 0,-9 1-556 0 0,0-2 1 0 0,1-1-1 0 0,-1-3 1 0 0,46-7-1 0 0,-82 7 21 0 0,-7 2 421 0 0,0 0-1 0 0,0 0 1 0 0,0 0-1 0 0,0 0 1 0 0,0 0-1 0 0,0 0 1 0 0,0 0-1 0 0,0 0 1 0 0,-1 0-1 0 0,1-1 1 0 0,0 1-1 0 0,0 0 1 0 0,0-1-1 0 0,0 1 1 0 0,0-1-1 0 0,-1 1 1 0 0,1-1-1 0 0,0 1 1 0 0,0-1-1 0 0,-1 1 1 0 0,1-1 0 0 0,0 0-1 0 0,-1 1 1 0 0,1-1-1 0 0,-1 0 1 0 0,1 0-1 0 0,-1 0 1 0 0,1 1-1 0 0,-1-1 1 0 0,1 0-1 0 0,-1 0 1 0 0,0 0-1 0 0,1 0 1 0 0,-1-1-1 0 0,0-12-2438 0 0</inkml:trace>
</inkml:ink>
</file>

<file path=ppt/ink/ink3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06T18:28:48.73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33 0 80 0 0,'0'13'1121'0'0,"-32"16"-161"0"0,32 4-240 0 0,0 9 81 0 0,32-1-81 0 0,-32 13-480 0 0,0 2 0 0 0,0 7-160 0 0,0-9-80 0 0,0-6-240 0 0,0-7-400 0 0,0-14-241 0 0,0-12 81 0 0,0-9-320 0 0</inkml:trace>
</inkml:ink>
</file>

<file path=ppt/ink/ink3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06T18:28:49.33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68 185 720 0 0,'-17'5'773'0'0,"1"-4"4324"0"0,15-2-4950 0 0,0-1 0 0 0,0 1 0 0 0,0 0 0 0 0,0 1 0 0 0,-1-1 0 0 0,1 0 0 0 0,0 0 0 0 0,-1 0 1 0 0,1 1-1 0 0,0-1 0 0 0,-1 1 0 0 0,1-1 0 0 0,-1 1 0 0 0,1 0 0 0 0,-3-1 0 0 0,0 0 274 0 0,3 0-322 0 0,0 0 1 0 0,1 0-1 0 0,-1 0 0 0 0,0-1 0 0 0,1 1 0 0 0,-1 0 0 0 0,1 0 0 0 0,-1 0 1 0 0,1-1-1 0 0,0 1 0 0 0,-1 0 0 0 0,1-1 0 0 0,0 1 0 0 0,0 0 0 0 0,0-1 0 0 0,0-1 1 0 0,1-29 1115 0 0,0 20-607 0 0,-2 10-556 0 0,1 1 1 0 0,0-1-1 0 0,0 0 1 0 0,0 0-1 0 0,0 0 1 0 0,0 1-1 0 0,0-1 1 0 0,1 0-1 0 0,-1 0 1 0 0,0 0-1 0 0,1 1 1 0 0,0-1-1 0 0,-1 0 1 0 0,1 0-1 0 0,0 1 1 0 0,0-1 0 0 0,0 1-1 0 0,0-1 1 0 0,0 1-1 0 0,0-1 1 0 0,0 1-1 0 0,1 0 1 0 0,-1-1-1 0 0,0 1 1 0 0,1 0-1 0 0,1-1 1 0 0,5-4 36 0 0,-7 3-48 0 0,0 1 0 0 0,1-1 0 0 0,-1 0 0 0 0,-1 0 1 0 0,1 0-1 0 0,0 0 0 0 0,-1 0 0 0 0,1 0 0 0 0,-1 0 0 0 0,0 0 0 0 0,0 0 0 0 0,0 0 0 0 0,0 0 1 0 0,-2-5-1 0 0,1-3 249 0 0,1 10-210 0 0,2 2-43 0 0,-6 1-5 0 0,39 3-21 0 0,25 0-104 0 0,-59-5 81 0 0,1-1 1 0 0,-1 1 0 0 0,0 0 0 0 0,1 0 0 0 0,-1 0-1 0 0,0 1 1 0 0,1-1 0 0 0,-1 0 0 0 0,1 0-1 0 0,-1 1 1 0 0,0-1 0 0 0,1 1 0 0 0,-1-1 0 0 0,0 1-1 0 0,0-1 1 0 0,1 1 0 0 0,0 1 0 0 0,16 5-574 0 0,17 0-737 0 0,54 7-8508 0 0,-61-13 6735 0 0</inkml:trace>
</inkml:ink>
</file>

<file path=ppt/ink/ink3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06T18:28:50.23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27 160 0 0,'0'0'400'0'0,"33"0"2402"0"0,-33-6-2322 0 0,32 6 240 0 0,1 0-400 0 0,0 0-80 0 0,32 0-240 0 0,-33 0-320 0 0,27-8-640 0 0,7 1-641 0 0,-1 1-320 0 0</inkml:trace>
</inkml:ink>
</file>

<file path=ppt/ink/ink3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06T18:28:51.03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27 29 880 0 0,'0'0'1174'0'0,"-5"-1"-120"0"0,-17-6 774 0 0,23 7-1657 0 0,0 0-91 0 0,0 0 0 0 0,1 0 0 0 0,-1 0 0 0 0,0 0 0 0 0,0 0 1 0 0,0 0-1 0 0,1-1 0 0 0,-1 1 0 0 0,0-1 0 0 0,0 1 0 0 0,0-1 0 0 0,0 1 0 0 0,0-1 1 0 0,0 1-1 0 0,1-1 0 0 0,-1 0 0 0 0,-1 0 0 0 0,1 0 0 0 0,0 1 0 0 0,0-1 0 0 0,0 0 1 0 0,0 0-1 0 0,0-2 0 0 0,0 2-28 0 0,1 1-1 0 0,-1-1 1 0 0,0 0 0 0 0,1 1 0 0 0,-1-1-1 0 0,0 1 1 0 0,1-1 0 0 0,-1 1-1 0 0,0-1 1 0 0,1 1 0 0 0,-1 0 0 0 0,1 0-1 0 0,-1 0 1 0 0,1 0 0 0 0,-1 0 0 0 0,0 0-1 0 0,1 0 1 0 0,2 1 0 0 0,0-1 85 0 0,172 10 1860 0 0,-39-1-1734 0 0,-99-8-1926 0 0,62-7-1 0 0,-68 2-1017 0 0,1-6-120 0 0</inkml:trace>
</inkml:ink>
</file>

<file path=ppt/ink/ink3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06T18:28:51.96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28 42 240 0 0,'0'0'68'0'0,"0"0"-1"0"0,0-1 0 0 0,0 1 1 0 0,0-1-1 0 0,0 1 1 0 0,-1 0-1 0 0,1-1 0 0 0,0 1 1 0 0,0-1-1 0 0,0 1 1 0 0,-1 0-1 0 0,1-1 0 0 0,0 1 1 0 0,0 0-1 0 0,-1-1 1 0 0,1 1-1 0 0,0 0 0 0 0,0-1 1 0 0,-1 1-1 0 0,1 0 1 0 0,-1 0-1 0 0,1 0 0 0 0,0-1 1 0 0,-1 1-1 0 0,1 0 1 0 0,0 0-1 0 0,-1 0 0 0 0,1 0 1 0 0,-1-1-1 0 0,1 1 1 0 0,0 0-1 0 0,-1 0 0 0 0,1 0 1 0 0,-1 0-1 0 0,-14 1 156 0 0,13-1 63 0 0,2 0-208 0 0,0 0-1 0 0,1 0 1 0 0,-1 0-1 0 0,0 0 1 0 0,0 0-1 0 0,1 0 1 0 0,-1 0-1 0 0,0 0 1 0 0,0-1-1 0 0,1 1 1 0 0,-1 0-1 0 0,0 0 1 0 0,0 0-1 0 0,1 0 1 0 0,-1 0-1 0 0,0-1 1 0 0,0 1 0 0 0,0 0-1 0 0,1 0 1 0 0,-1 0-1 0 0,0-1 1 0 0,0 1-1 0 0,0 0 1 0 0,0 0-1 0 0,0-1 1 0 0,0 1-1 0 0,1 0 1 0 0,-1 0-1 0 0,0-1 1 0 0,0 1-1 0 0,0 0 1 0 0,0 0-1 0 0,0-1 1 0 0,0 1-1 0 0,0 0 1 0 0,0-1-1 0 0,0 1 1 0 0,0 0 0 0 0,0 0-1 0 0,0-1 1 0 0,0 1-1 0 0,0 0 1 0 0,-1 0-1 0 0,1-1 1 0 0,0 1-1 0 0,0 0 1 0 0,0 0-1 0 0,0-1 1 0 0,0 1-1 0 0,0 0 1 0 0,-1 0-1 0 0,1 0 1 0 0,0-1-1 0 0,0 1 1 0 0,0 0-1 0 0,-1 0 1 0 0,1 0-1 0 0,0 0 1 0 0,0-1 0 0 0,-1 1-1 0 0,1 0 1 0 0,0 0-1 0 0,0 0 1 0 0,-1 0-1 0 0,1 0 1 0 0,0 0-1 0 0,0 0 1 0 0,-1 0-1 0 0,99-9 1124 0 0,223-3-3336 0 0,-196 12-1440 0 0,-87 0 1228 0 0</inkml:trace>
</inkml:ink>
</file>

<file path=ppt/ink/ink3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06T18:28:52.49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1 1361 0 0,'0'56'1120'0'0,"0"-2"-1040"0"0,0-6-160 0 0,0 8 160 0 0,33-2 0 0 0,-33-6 0 0 0,32-6-160 0 0,1-7-160 0 0,-33-8-320 0 0</inkml:trace>
</inkml:ink>
</file>

<file path=ppt/ink/ink3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06T18:28:52.98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131 104 240 0 0,'-1'1'68'0'0,"0"0"1"0"0,0 0-1 0 0,0 0 0 0 0,0 0 0 0 0,0 0 1 0 0,0 0-1 0 0,0 0 0 0 0,0-1 0 0 0,0 1 1 0 0,0-1-1 0 0,-1 1 0 0 0,1 0 0 0 0,0-1 1 0 0,-1 0-1 0 0,1 1 0 0 0,0-1 0 0 0,0 0 1 0 0,-1 0-1 0 0,-1 0 0 0 0,1 1 88 0 0,-2 0 2 0 0,1 1-1 0 0,0 0 1 0 0,0 1 0 0 0,-1-1 0 0 0,1 1-1 0 0,1-1 1 0 0,-1 1 0 0 0,0 0 0 0 0,1 0-1 0 0,-1 0 1 0 0,-3 6 0 0 0,-17 35 681 0 0,20-37-770 0 0,1-3 54 0 0,0 1 1 0 0,1 0-1 0 0,0 0 1 0 0,0-1-1 0 0,0 1 0 0 0,1 0 1 0 0,-1 0-1 0 0,1 0 1 0 0,1 0-1 0 0,-1 0 0 0 0,1 0 1 0 0,-1 0-1 0 0,1 0 1 0 0,1-1-1 0 0,2 8 0 0 0,-2-8-2 0 0,1 1-19 0 0,0 0 1 0 0,0-1 0 0 0,1 1 0 0 0,-1-1 0 0 0,1 0 0 0 0,0 0 0 0 0,0 0 0 0 0,0 0 0 0 0,0-1-1 0 0,1 0 1 0 0,-1 0 0 0 0,1 0 0 0 0,8 3 0 0 0,2-3 97 0 0,0 0 0 0 0,0-1 0 0 0,1-1 0 0 0,17-1 0 0 0,-26 0-70 0 0,0 0 0 0 0,0 0 0 0 0,-1-1 0 0 0,1 0 1 0 0,0 0-1 0 0,0-1 0 0 0,0 0 0 0 0,-1 0 0 0 0,1-1 0 0 0,-1 1 0 0 0,11-7 0 0 0,-16 8-102 0 0,-1 0 0 0 0,1 0 0 0 0,-1 1 1 0 0,1-1-1 0 0,-1 0 0 0 0,1 0 0 0 0,-1 0 0 0 0,1 1 0 0 0,-1-1 0 0 0,0 0 0 0 0,0 0 0 0 0,1 0 0 0 0,-1 0 0 0 0,0 0 0 0 0,0 0 0 0 0,0 0 1 0 0,0 0-1 0 0,0 0 0 0 0,0-1 0 0 0,0 0 21 0 0,0 1 1 0 0,0-1 0 0 0,0 0-1 0 0,0 0 1 0 0,1 0-1 0 0,-1 0 1 0 0,0 1 0 0 0,1-1-1 0 0,0 0 1 0 0,1-3-1 0 0,-2 5-39 0 0,3-4 65 0 0,1-1 0 0 0,-2 1 0 0 0,1-1 0 0 0,0 0 0 0 0,-1 0 1 0 0,0 0-1 0 0,0 0 0 0 0,-1 0 0 0 0,1 0 0 0 0,-1 0 0 0 0,0-1 0 0 0,0 1 1 0 0,-1 0-1 0 0,0-1 0 0 0,0 1 0 0 0,0 0 0 0 0,0-1 0 0 0,-1 1 0 0 0,0 0 1 0 0,-2-9-1 0 0,-1 6-42 0 0,1 1 0 0 0,-1 0 0 0 0,-1 0 0 0 0,1 0 0 0 0,-1 0 1 0 0,0 1-1 0 0,-1 0 0 0 0,0 0 0 0 0,0 0 0 0 0,-11-8 0 0 0,2 3-271 0 0,0 1 1 0 0,0 1-1 0 0,-33-14 0 0 0,22 14-1983 0 0,0 0 0 0 0,0 2 0 0 0,-49-7 0 0 0,75 15 2142 0 0,0-1 1 0 0,-1 0-1 0 0,1 0 1 0 0,0 0-1 0 0,0 0 1 0 0,-1 0 0 0 0,1 0-1 0 0,0 0 1 0 0,-1 0-1 0 0,1 0 1 0 0,0 0-1 0 0,-1 0 1 0 0,1 0-1 0 0,0 0 1 0 0,-1 0-1 0 0,1 0 1 0 0,0 0-1 0 0,-1 0 1 0 0,1 0 0 0 0,0-1-1 0 0,-1 1 1 0 0,1 0-1 0 0,0 0 1 0 0,-1 0-1 0 0,1 0 1 0 0,0-1-1 0 0,0 1 1 0 0,-1 0-1 0 0,1 0 1 0 0,0-1 0 0 0,0 1-1 0 0,0 0 1 0 0,-1 0-1 0 0,1-1 1 0 0,0 1-1 0 0,0 0 1 0 0,0-1-1 0 0,0 1 1 0 0,0-1-1 0 0,0 1 56 0 0</inkml:trace>
</inkml:ink>
</file>

<file path=ppt/ink/ink3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06T18:28:53.93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56 1040 0 0,'0'6'801'0'0,"0"1"800"0"0,26-14-1041 0 0,7 7 0 0 0,0-14 0 0 0,32 8 1 0 0,0-9-161 0 0,1 9 0 0 0,-1 0-240 0 0,0-3-80 0 0,1 3-80 0 0,-34 6-240 0 0,1 0-240 0 0,-33 6-561 0 0,0 3-2560 0 0</inkml:trace>
</inkml:ink>
</file>

<file path=ppt/ink/ink3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06T18:28:54.32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33 0 560 0 0,'-32'0'1281'0'0,"64"7"-321"0"0,-6 1-399 0 0,7-2 79 0 0,0 0 400 0 0,32 3 1 0 0,0-9-161 0 0,1 6-240 0 0,32-6-559 0 0,-33 0-722 0 0,0-6-1280 0 0,-32-3-560 0 0,-1 3 80 0 0</inkml:trace>
</inkml:ink>
</file>

<file path=ppt/ink/ink3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06T18:29:08.85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133 131 960 0 0,'3'-25'5576'0'0,"-2"23"-5400"0"0,-1 1 0 0 0,1 0 1 0 0,0 0-1 0 0,0-1 1 0 0,0 1-1 0 0,-1 0 0 0 0,1 0 1 0 0,1 0-1 0 0,-1 0 0 0 0,0 0 1 0 0,0 0-1 0 0,0 0 0 0 0,2-1 1 0 0,6-5 316 0 0,-8 4-207 0 0,1 0 0 0 0,-1 0 1 0 0,0 0-1 0 0,0-1 0 0 0,0 1 1 0 0,-1-1-1 0 0,1 1 0 0 0,-1 0 1 0 0,0-1-1 0 0,0 1 0 0 0,0-1 1 0 0,0 1-1 0 0,0-1 0 0 0,-2-3 0 0 0,1-7 1196 0 0,2 13-1440 0 0,-1 0 0 0 0,1 0 1 0 0,0 0-1 0 0,-1 0 0 0 0,1 0 1 0 0,0 1-1 0 0,-1-1 0 0 0,1 0 1 0 0,0 1-1 0 0,0-1 0 0 0,0 0 1 0 0,-1 1-1 0 0,1-1 0 0 0,0 1 1 0 0,0-1-1 0 0,0 1 0 0 0,0-1 1 0 0,0 1-1 0 0,0 0 0 0 0,0 0 1 0 0,0-1-1 0 0,0 1 0 0 0,1 0 1 0 0,-1 0-1 0 0,0 0 0 0 0,0 0 1 0 0,2 0-1 0 0,36 1 694 0 0,-35-1-691 0 0,1 1 0 0 0,-1-1 0 0 0,1 1 0 0 0,0 1 0 0 0,-1-1 0 0 0,0 1 0 0 0,1 0 0 0 0,-1-1 1 0 0,0 2-1 0 0,0-1 0 0 0,0 1 0 0 0,0-1 0 0 0,-1 1 0 0 0,1 0 0 0 0,-1 0 0 0 0,7 7 0 0 0,-3 1 48 0 0,0-1 0 0 0,-1 1-1 0 0,0 0 1 0 0,7 19 0 0 0,-4-10 10 0 0,1 1-2 0 0,-8-18-88 0 0,1 1 0 0 0,-1 0 0 0 0,0 0 0 0 0,0 0 0 0 0,0 0 0 0 0,-1 0 0 0 0,1 0 0 0 0,-1 1 0 0 0,0-1 0 0 0,0 0 0 0 0,-1 1 0 0 0,1-1 0 0 0,-1 1 0 0 0,0-1-1 0 0,0 1 1 0 0,-1-1 0 0 0,1 1 0 0 0,-2 4 0 0 0,-9 11-2 0 0,9-18-16 0 0,0 1 1 0 0,0 0-1 0 0,1-1 0 0 0,-1 1 1 0 0,1 0-1 0 0,0 0 1 0 0,0 0-1 0 0,0 0 1 0 0,0 0-1 0 0,0 0 1 0 0,1 0-1 0 0,-1 0 1 0 0,1 4-1 0 0,0-5 7 0 0,0 0 0 0 0,0 0 1 0 0,-1 0-1 0 0,1 0 0 0 0,0 0 0 0 0,-1 0 0 0 0,0 0 1 0 0,1 0-1 0 0,-1 0 0 0 0,0 0 0 0 0,0-1 0 0 0,0 1 1 0 0,0 0-1 0 0,0 0 0 0 0,0-1 0 0 0,0 1 0 0 0,-1-1 1 0 0,1 1-1 0 0,-1-1 0 0 0,-2 3 0 0 0,-4 3 32 0 0,3 2 95 0 0,11-7-22 0 0,13-6 21 0 0,-17 3-119 0 0,-1-1 4 0 0,0 0-1 0 0,0 0 0 0 0,0 1 0 0 0,0-1 0 0 0,0 0 0 0 0,-1-1 0 0 0,1 1 0 0 0,-1 0 0 0 0,0 0 0 0 0,1 0 0 0 0,-1 0 0 0 0,0 0 0 0 0,0 0 0 0 0,0 0 0 0 0,-1-1 0 0 0,1 1 0 0 0,-1-2 0 0 0,1-4 25 0 0,0 6-27 0 0,0-1 1 0 0,0 0-1 0 0,0 0 1 0 0,0 1-1 0 0,0-1 0 0 0,-1 0 1 0 0,1 0-1 0 0,-1 1 1 0 0,0-1-1 0 0,0 0 0 0 0,0 1 1 0 0,0-1-1 0 0,0 1 1 0 0,-1 0-1 0 0,1-1 0 0 0,-1 1 1 0 0,1 0-1 0 0,-1 0 1 0 0,0 0-1 0 0,0 0 0 0 0,-2-2 1 0 0,-1-1 0 0 0,4 4-5 0 0,0 0 1 0 0,0 0-1 0 0,0 0 1 0 0,0-1-1 0 0,1 1 0 0 0,-1 0 1 0 0,0-1-1 0 0,0 1 0 0 0,1-1 1 0 0,-1 1-1 0 0,1-1 0 0 0,-1 1 1 0 0,1-2-1 0 0,-4-6 18 0 0,-14 6 10 0 0,13 3-36 0 0,-1 1 0 0 0,1 0 0 0 0,0 0 0 0 0,0 0 0 0 0,0 1 0 0 0,-7 2 0 0 0,-16 7-15 0 0,0 1 0 0 0,-50 30 0 0 0,67-35 18 0 0,0 0 0 0 0,1 1 0 0 0,0 0 0 0 0,0 1 0 0 0,1 0 0 0 0,0 0 0 0 0,1 1 0 0 0,0 0 0 0 0,0 0 0 0 0,-8 17 0 0 0,14-22 3 0 0,1 0-1 0 0,-1 0 1 0 0,1 0-1 0 0,1 0 1 0 0,-1 0-1 0 0,1 0 1 0 0,0 0-1 0 0,1 9 1 0 0,-1-2-9 0 0,0-9 11 0 0,0-1 1 0 0,1 0-1 0 0,-1 1 0 0 0,1-1 1 0 0,0 0-1 0 0,-1 1 0 0 0,1-1 1 0 0,0 0-1 0 0,0 0 0 0 0,0 0 1 0 0,1 0-1 0 0,-1 0 0 0 0,0 0 1 0 0,1 0-1 0 0,-1-1 0 0 0,1 1 0 0 0,0 0 1 0 0,-1-1-1 0 0,1 1 0 0 0,0-1 1 0 0,0 0-1 0 0,0 1 0 0 0,0-1 1 0 0,0 0-1 0 0,1 0 0 0 0,-1 0 1 0 0,0-1-1 0 0,0 1 0 0 0,0-1 1 0 0,5 1-1 0 0,8 2 17 0 0,0-1 1 0 0,1 0-1 0 0,24-1 1 0 0,-39-1-20 0 0,31-1-256 0 0,1-1 1 0 0,-1-2 0 0 0,39-8 0 0 0,-14-4-3102 0 0,0-5-3495 0 0,-30 8 2633 0 0,-26 12 4046 0 0,-1 1 0 0 0,1-1 0 0 0,-1 1 0 0 0,1-1 0 0 0,-1 1 0 0 0,0-1 0 0 0,1 1 0 0 0,-1-1 0 0 0,0 0 0 0 0,1 1 0 0 0,-1-1 0 0 0,0 0 0 0 0,0 1 0 0 0,0-1 0 0 0,1 0 0 0 0,-1 1 0 0 0,0-1 0 0 0,0 0 0 0 0,0 1 0 0 0,0-1 0 0 0,0 0 0 0 0,0 1 165 0 0</inkml:trace>
</inkml:ink>
</file>

<file path=ppt/ink/ink3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06T18:29:09.78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164 90 80 0 0,'-9'-1'398'0'0,"9"1"-331"0"0,-1 0 0 0 0,0 0 0 0 0,0 0-1 0 0,0 0 1 0 0,0 0 0 0 0,0 0 0 0 0,0 0-1 0 0,0 0 1 0 0,1 0 0 0 0,-1-1 0 0 0,0 1-1 0 0,0 0 1 0 0,0 0 0 0 0,0-1 0 0 0,0 1-1 0 0,1-1 1 0 0,-1 1 0 0 0,0-1-1 0 0,1 1 1 0 0,-1-1 0 0 0,0 1 0 0 0,1-1-1 0 0,-1 0 1 0 0,0 1 0 0 0,1-1 0 0 0,-1 0-1 0 0,1 0 1 0 0,-1 1 0 0 0,1-1 0 0 0,0 0-1 0 0,-1 0 1 0 0,1 0 0 0 0,0 0 0 0 0,-1 1-1 0 0,1-1 1 0 0,0 0 0 0 0,0-2 0 0 0,0 3-39 0 0,0-1 0 0 0,-1 1-1 0 0,1-1 1 0 0,0 1 0 0 0,0-1 0 0 0,-1 1 0 0 0,1-1 0 0 0,0 1 0 0 0,0-1 0 0 0,-1 1 0 0 0,1-1 0 0 0,-1 1 0 0 0,1-1 0 0 0,0 1-1 0 0,-1 0 1 0 0,1-1 0 0 0,-1 1 0 0 0,1 0 0 0 0,-1-1 0 0 0,1 1 0 0 0,-1 0 0 0 0,1 0 0 0 0,-1 0 0 0 0,1-1 0 0 0,-1 1 0 0 0,0 0-1 0 0,1 0 1 0 0,-1 0 0 0 0,1 0 0 0 0,-1 0 0 0 0,1 0 0 0 0,-1 0 0 0 0,-1 0 0 0 0,2 0-6 0 0,-1 0-1 0 0,0 0 1 0 0,1 0 0 0 0,-1 0-1 0 0,1 0 1 0 0,-1 0 0 0 0,0 0-1 0 0,1 0 1 0 0,-1 0-1 0 0,0 0 1 0 0,1 0 0 0 0,-1-1-1 0 0,1 1 1 0 0,-1 0 0 0 0,1 0-1 0 0,-1-1 1 0 0,0 1 0 0 0,1 0-1 0 0,-1-1 1 0 0,1 1 0 0 0,-1-1-1 0 0,1 1 1 0 0,0-1 0 0 0,-1 1-1 0 0,1-1 1 0 0,-1 1 0 0 0,1-1-1 0 0,0 1 1 0 0,0-1 0 0 0,-1 1-1 0 0,1-1 1 0 0,0 1 0 0 0,0-1-1 0 0,-1-1 1 0 0,1-2 90 0 0,-1 2 87 0 0,1 0-1 0 0,0 1 0 0 0,0-1 1 0 0,-1 0-1 0 0,1 0 0 0 0,0 0 0 0 0,0 0 1 0 0,1 0-1 0 0,-1 0 0 0 0,0 0 1 0 0,1 0-1 0 0,-1 1 0 0 0,1-1 1 0 0,0 0-1 0 0,-1 0 0 0 0,1 0 1 0 0,2-2-1 0 0,18-2 1643 0 0,-42 6-894 0 0,10 5 814 0 0,-11-4-961 0 0,17-1 561 0 0,4 4-1181 0 0,1 0 1 0 0,0 0-1 0 0,-1 0 1 0 0,0 0-1 0 0,0-1 1 0 0,0 1-1 0 0,0 0 1 0 0,0 0-1 0 0,-1-1 1 0 0,0 1-1 0 0,-4 6 1 0 0,4-7-143 0 0,0 0 1 0 0,0 1-1 0 0,0 0 1 0 0,1-1-1 0 0,-1 1 1 0 0,1 0-1 0 0,0 0 1 0 0,0 0-1 0 0,0 0 1 0 0,1 0-1 0 0,-1 8 0 0 0,2 6 81 0 0,-1-13-104 0 0,1 1 0 0 0,-1 0-1 0 0,0-1 1 0 0,0 1 0 0 0,-1-1 0 0 0,1 1 0 0 0,-1-1 0 0 0,-1 1-1 0 0,-2 7 1 0 0,-7 4-11 0 0,10-15 10 0 0,-1 0 0 0 0,0 1 0 0 0,1-1 0 0 0,-1 1 0 0 0,1-1 0 0 0,0 1 0 0 0,0 0 0 0 0,0 0 0 0 0,0-1 0 0 0,0 1 0 0 0,0 0 0 0 0,1 0 0 0 0,0 0 0 0 0,-1 4 0 0 0,1 42 92 0 0,0-48-104 0 0,0 0 0 0 0,1 0 0 0 0,-1 0-1 0 0,0 1 1 0 0,1-1 0 0 0,-1 0-1 0 0,0 0 1 0 0,1 0 0 0 0,-1 0 0 0 0,1 0-1 0 0,0 0 1 0 0,-1 0 0 0 0,1 0-1 0 0,0 0 1 0 0,-1 0 0 0 0,1-1-1 0 0,0 1 1 0 0,0 0 0 0 0,0 0 0 0 0,0-1-1 0 0,0 1 1 0 0,0 0 0 0 0,0-1-1 0 0,0 1 1 0 0,0-1 0 0 0,0 0 0 0 0,0 1-1 0 0,2-1 1 0 0,2 3 28 0 0,-2-2-9 0 0,-1 0 0 0 0,1 0 0 0 0,-1 0-1 0 0,1 0 1 0 0,-1 0 0 0 0,1 0 0 0 0,0-1-1 0 0,-1 0 1 0 0,1 1 0 0 0,0-1 0 0 0,0 0-1 0 0,-1 0 1 0 0,1 0 0 0 0,4-1-1 0 0,38-13 380 0 0,-30 9-310 0 0,-12 4-63 0 0,0 0 1 0 0,0 0 0 0 0,-1-1-1 0 0,1 1 1 0 0,0-1 0 0 0,-1 1-1 0 0,1-1 1 0 0,-1 0 0 0 0,1 0-1 0 0,-1 0 1 0 0,0 0 0 0 0,4-5-1 0 0,-2 2 22 0 0,0 1 0 0 0,0-1 0 0 0,0 1 0 0 0,1 0 0 0 0,8-5 0 0 0,139-87 805 0 0,-148 94-831 0 0,1-1 0 0 0,-1 0 0 0 0,0 0 0 0 0,0 0-1 0 0,0 0 1 0 0,4-5 0 0 0,-8 7-29 0 0,1-1 0 0 0,0 1 0 0 0,0-1-1 0 0,0 1 1 0 0,0 0 0 0 0,0 0 0 0 0,0-1-1 0 0,0 1 1 0 0,1 0 0 0 0,-1 0 0 0 0,0 0-1 0 0,1 0 1 0 0,-1 0 0 0 0,0 1 0 0 0,1-1-1 0 0,-1 0 1 0 0,1 1 0 0 0,0-1 0 0 0,-1 1 0 0 0,3-1-1 0 0,0 0-62 0 0,-3 1-25 0 0,-1 0-1 0 0,0 1 1 0 0,1-1-1 0 0,-1 0 1 0 0,1 0-1 0 0,-1 0 1 0 0,0 1-1 0 0,1-1 1 0 0,-1 0-1 0 0,0 0 1 0 0,0 1-1 0 0,1-1 0 0 0,-1 0 1 0 0,0 1-1 0 0,1-1 1 0 0,-1 0-1 0 0,0 1 1 0 0,0-1-1 0 0,0 1 1 0 0,0-1-1 0 0,1 0 1 0 0,-1 1-1 0 0,0-1 1 0 0,0 1-1 0 0,0-1 1 0 0,0 0-1 0 0,0 1 1 0 0,0-1-1 0 0,0 1 1 0 0,0-1-1 0 0,0 0 1 0 0,0 1-1 0 0,0-1 1 0 0,0 1-1 0 0,0-1 1 0 0,0 0-1 0 0,-1 1 1 0 0,1-1-1 0 0,0 1 1 0 0,0 1-661 0 0,0 7-1364 0 0,1-5 1331 0 0,-1-1-1 0 0,0 0 1 0 0,0 1-1 0 0,0-1 1 0 0,-1 1-1 0 0,1-1 1 0 0,-1 0-1 0 0,1 1 1 0 0,-1-1 0 0 0,-3 6-1 0 0,-23 20-3680 0 0</inkml:trace>
</inkml:ink>
</file>

<file path=ppt/ink/ink3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06T18:29:11.49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0 105 800 0 0,'107'-42'2916'0'0,"-86"31"-2528"0"0,1 2-1 0 0,-1 0 1 0 0,2 1-1 0 0,-1 2 1 0 0,1 0-1 0 0,0 1 1 0 0,42-3-1 0 0,-54 8-273 0 0,0 0 0 0 0,0 0 0 0 0,0 1 0 0 0,0 1 0 0 0,0-1 0 0 0,0 2 0 0 0,0 0 0 0 0,-1 0 0 0 0,1 1-1 0 0,-1 0 1 0 0,0 0 0 0 0,19 13 0 0 0,-29-16-52 0 0,1 0 0 0 0,0 0 0 0 0,0 0 1 0 0,-1 0-1 0 0,1 1 0 0 0,-1-1 0 0 0,1 0 0 0 0,-1 1 0 0 0,0-1 0 0 0,1 0 0 0 0,-1 1 0 0 0,0-1 0 0 0,0 0 1 0 0,0 1-1 0 0,0-1 0 0 0,0 0 0 0 0,0 1 0 0 0,0-1 0 0 0,-1 0 0 0 0,1 1 0 0 0,0-1 0 0 0,-1 0 0 0 0,1 1 0 0 0,-1-1 1 0 0,1 0-1 0 0,-1 0 0 0 0,0 0 0 0 0,0 2 0 0 0,-3 4 146 0 0,0-1-1 0 0,0 1 1 0 0,0-1 0 0 0,-1 0-1 0 0,0 0 1 0 0,0 0 0 0 0,-1-1-1 0 0,1 0 1 0 0,-1 0 0 0 0,0 0-1 0 0,-13 6 1 0 0,-4 2 205 0 0,-1-2 0 0 0,-30 9 0 0 0,5-1 85 0 0,-2-6 136 0 0,42-12-481 0 0,7 0-129 0 0,1-1 0 0 0,-1 0 0 0 0,1 1 1 0 0,-1-1-1 0 0,0 0 0 0 0,1 0 1 0 0,-1 0-1 0 0,1 0 0 0 0,-1 0 0 0 0,0-1 1 0 0,1 1-1 0 0,-1 0 0 0 0,1-1 1 0 0,-1 1-1 0 0,1-1 0 0 0,-1 0 1 0 0,-1 0-1 0 0,0-1 32 0 0,2 1-51 0 0,1 0 0 0 0,-1 0 0 0 0,0 1 0 0 0,1-1-1 0 0,-1 0 1 0 0,1 0 0 0 0,-1 0 0 0 0,1 0 0 0 0,-1 0 0 0 0,1 0 0 0 0,0-1-1 0 0,0 1 1 0 0,-1 0 0 0 0,1 0 0 0 0,0 0 0 0 0,0 0 0 0 0,0 0-1 0 0,0 0 1 0 0,0 0 0 0 0,1 0 0 0 0,-1 0 0 0 0,0-1 0 0 0,0 1 0 0 0,1 0-1 0 0,-1 0 1 0 0,0 0 0 0 0,1 0 0 0 0,-1 0 0 0 0,1 0 0 0 0,0 0 0 0 0,-1 1-1 0 0,2-3 1 0 0,9-4 36 0 0,0 0-1 0 0,0 1 1 0 0,1 0 0 0 0,0 1-1 0 0,17-6 1 0 0,-21 9-18 0 0,-1 1 0 0 0,1 0 1 0 0,0 1-1 0 0,0-1 0 0 0,0 2 1 0 0,0-1-1 0 0,0 1 0 0 0,0 0 1 0 0,0 1-1 0 0,-1-1 0 0 0,1 2 1 0 0,8 2-1 0 0,-3 0-28 0 0,0 0 0 0 0,-1 0 0 0 0,1 1 0 0 0,-1 0-1 0 0,0 1 1 0 0,-1 1 0 0 0,0 0 0 0 0,0 0 0 0 0,-1 1 0 0 0,0 1 0 0 0,0-1 0 0 0,10 15-1 0 0,13 14-2276 0 0,-12-18-2385 0 0,-16-17-362 0 0,-5-10 1080 0 0</inkml:trace>
</inkml:ink>
</file>

<file path=ppt/ink/ink3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06T18:29:14.42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76 400 0 0,'0'-15'3297'0'0,"0"11"-1447"0"0,0 9-1634 0 0,0-4 451 0 0,1 0-592 0 0,0 0 0 0 0,0 0 0 0 0,-1 0 1 0 0,1 0-1 0 0,0 0 0 0 0,0 0 0 0 0,0-1 1 0 0,1 1-1 0 0,-1 0 0 0 0,0-1 1 0 0,0 1-1 0 0,0-1 0 0 0,0 1 0 0 0,1-1 1 0 0,-1 1-1 0 0,0-1 0 0 0,0 0 0 0 0,1 0 1 0 0,-1 0-1 0 0,0 0 0 0 0,3 0 0 0 0,2 1 190 0 0,249 34 3217 0 0,-214-32-3452 0 0,0-1 0 0 0,-1-2 0 0 0,1-2 0 0 0,-1-2 0 0 0,1-1 0 0 0,-1-2 0 0 0,67-21 0 0 0,-74 17-951 0 0,-8 4-933 0 0,37-16 0 0 0,-61 23 1750 0 0,-1 0 0 0 0,1-1-1 0 0,-1 1 1 0 0,1 0-1 0 0,-1-1 1 0 0,1 1-1 0 0,0 0 1 0 0,-1-1 0 0 0,1 1-1 0 0,-1-1 1 0 0,1 1-1 0 0,-1 0 1 0 0,0-1 0 0 0,1 1-1 0 0,-1-1 1 0 0,1 0-1 0 0,-1 1 1 0 0,0-1 0 0 0,0 1-1 0 0,1-1 1 0 0,-1 0-1 0 0,0 1 1 0 0,0-1-1 0 0,0 1 1 0 0,1-1 0 0 0,-1 0-1 0 0,0 1 1 0 0,0-2-1 0 0,0-11-2949 0 0</inkml:trace>
</inkml:ink>
</file>

<file path=ppt/ink/ink3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06T18:29:14.91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65 21 160 0 0,'-32'0'2161'0'0,"32"-6"320"0"0,-33 0-1280 0 0,66 6-561 0 0,-1-8 240 0 0,1 8 1 0 0,0 0 79 0 0,-1 0-79 0 0,34 0-81 0 0,-1 8-80 0 0,33-8-399 0 0,-33 6-722 0 0,66 0-2720 0 0,-7 1-2322 0 0</inkml:trace>
</inkml:ink>
</file>

<file path=ppt/ink/ink3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06T18:29:17.76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11 960 0 0,'21'0'1097'0'0,"-9"0"2355"0"0,-8-5-2852 0 0,22 2-96 0 0,-1 1 0 0 0,1 2-1 0 0,49 5 1 0 0,-51-3 23 0 0,-11-2-240 0 0,-1 2 0 0 0,1-1-1 0 0,-1 2 1 0 0,0 0 0 0 0,0 0 0 0 0,21 9-1 0 0,-30-11-190 0 0,-1 0-1 0 0,0 0 1 0 0,1 0-1 0 0,-1 0 1 0 0,0 1-1 0 0,0-1 1 0 0,0 1-1 0 0,0 0 1 0 0,0-1-1 0 0,3 4 1 0 0,-4-4-47 0 0,-1 0 0 0 0,1 1 0 0 0,-1-1 0 0 0,1 0 0 0 0,-1 0 0 0 0,1 1 0 0 0,-1-1 0 0 0,0 0 0 0 0,0 1 0 0 0,0-1 0 0 0,1 0 0 0 0,-1 1 0 0 0,0-1 0 0 0,-1 0 0 0 0,1 1 0 0 0,0-1 1 0 0,0 0-1 0 0,-1 1 0 0 0,1-1 0 0 0,0 0 0 0 0,-1 1 0 0 0,1-1 0 0 0,-2 1 0 0 0,-20 37 1111 0 0,15-17-632 0 0,6-19-487 0 0,1 0-1 0 0,-1-1 0 0 0,0 1 1 0 0,0 0-1 0 0,0-1 0 0 0,-1 1 1 0 0,1-1-1 0 0,0 1 0 0 0,-1-1 1 0 0,0 1-1 0 0,0-1 0 0 0,0 0 1 0 0,0 0-1 0 0,0 0 0 0 0,0 0 1 0 0,0 0-1 0 0,-4 2 0 0 0,-3 1-9 0 0,8-4-27 0 0,-1-1 0 0 0,1 1-1 0 0,-1 0 1 0 0,1 0 0 0 0,0-1 0 0 0,0 1 0 0 0,-1 0 0 0 0,1 0 0 0 0,0 0 0 0 0,0 0-1 0 0,0 1 1 0 0,0-1 0 0 0,0 0 0 0 0,0 0 0 0 0,0 1 0 0 0,1-1 0 0 0,-1 0 0 0 0,0 1-1 0 0,1-1 1 0 0,-1 1 0 0 0,1-1 0 0 0,-1 1 0 0 0,1-1 0 0 0,0 1 0 0 0,0-1 0 0 0,-1 1-1 0 0,1-1 1 0 0,0 1 0 0 0,1 2 0 0 0,-1-152-71 0 0,-6 146 134 0 0,-1 2-60 0 0,0 1 0 0 0,-1 1-1 0 0,1-1 1 0 0,0 1 0 0 0,0 0 0 0 0,0 1 0 0 0,0 0 0 0 0,0 0-1 0 0,1 0 1 0 0,-1 1 0 0 0,1 0 0 0 0,-9 8 0 0 0,-8 7 22 0 0,-35 37 0 0 0,53-51-16 0 0,2-2-3 0 0,0 1 0 0 0,1-1 0 0 0,-1 1 0 0 0,0-1 0 0 0,1 1 0 0 0,0 0 0 0 0,0 0-1 0 0,0 0 1 0 0,-2 7 0 0 0,-8 17 131 0 0,6-20-89 0 0,-10 15 37 0 0,16-23-82 0 0,-1 1-1 0 0,1 0 0 0 0,-1-1 1 0 0,1 1-1 0 0,0 0 1 0 0,0 0-1 0 0,-1-1 0 0 0,1 1 1 0 0,0 0-1 0 0,0 0 1 0 0,0 0-1 0 0,0 0 0 0 0,-1-1 1 0 0,1 1-1 0 0,1 0 1 0 0,-1 0-1 0 0,0 0 0 0 0,0-1 1 0 0,0 1-1 0 0,0 0 1 0 0,0 0-1 0 0,1 0 0 0 0,-1-1 1 0 0,0 1-1 0 0,1 0 1 0 0,-1 0-1 0 0,1 1 0 0 0,4 3 41 0 0,0 0 0 0 0,1 0-1 0 0,-1-1 1 0 0,1 1 0 0 0,0-1 0 0 0,0 0-1 0 0,10 4 1 0 0,-1-6-205 0 0,0-1-1 0 0,0-1 1 0 0,0-1 0 0 0,0 0 0 0 0,0 0 0 0 0,20-6-1 0 0,-3 2-627 0 0,-9 1-1117 0 0,0-1 0 0 0,-1-1 0 0 0,29-11 0 0 0,-40 13 1271 0 0,27-16-2716 0 0,-5 1 373 0 0</inkml:trace>
</inkml:ink>
</file>

<file path=ppt/ink/ink3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06T18:29:18.98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 34 1441 0 0,'0'0'1720'0'0,"0"0"-1669"0"0,0-1-1 0 0,0 1 0 0 0,0 0 0 0 0,-1-1 0 0 0,1 1 0 0 0,0-1 0 0 0,0 1 0 0 0,0 0 0 0 0,0-1 0 0 0,0 1 1 0 0,0-1-1 0 0,0 1 0 0 0,0 0 0 0 0,0-1 0 0 0,0 1 0 0 0,0-1 0 0 0,0 1 0 0 0,0 0 0 0 0,0-1 1 0 0,0 1-1 0 0,1-1 0 0 0,-1 1 0 0 0,0 0 0 0 0,0-1 0 0 0,0 1 0 0 0,1 0 0 0 0,-1-1 0 0 0,0 1 0 0 0,0 0 1 0 0,1-1-1 0 0,-1 1 0 0 0,0 0 0 0 0,1 0 0 0 0,-1-1 0 0 0,0 1 0 0 0,1 0 0 0 0,-1 0 0 0 0,0 0 1 0 0,1-1-1 0 0,0 1 0 0 0,3-1 141 0 0,-3 1-141 0 0,0 1 0 0 0,0-2 0 0 0,-1 1 0 0 0,1 0 0 0 0,0 0 0 0 0,0 0 0 0 0,0 0 0 0 0,0 0 0 0 0,0-1 0 0 0,0 1 0 0 0,0 0 0 0 0,-1-1 0 0 0,1 1 0 0 0,0-1 0 0 0,0 1 0 0 0,0-1 0 0 0,-1 1 0 0 0,1-1 0 0 0,0 0 0 0 0,-1 1 0 0 0,1-1 0 0 0,0 0 0 0 0,-1 1 0 0 0,1-1 0 0 0,-1 0 0 0 0,1 0 0 0 0,-1 0 0 0 0,0 1 0 0 0,1-1 0 0 0,-1 0 0 0 0,0 0 0 0 0,1-1 0 0 0,4 1 496 0 0,2 1-425 0 0,208 7 1199 0 0,-210-6-1850 0 0,0 0-1 0 0,0 0 0 0 0,0 1 1 0 0,0 0-1 0 0,7 3 0 0 0,6 2-1514 0 0,-13-6-489 0 0</inkml:trace>
</inkml:ink>
</file>

<file path=ppt/ink/ink3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06T18:29:19.48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131 0 2801 0 0,'-32'48'2241'0'0,"-1"-6"-1600"0"0,33-9-481 0 0,-33 2 0 0 0,33-1 0 0 0,-32-5-80 0 0,64-10-80 0 0,-32-11-961 0 0</inkml:trace>
</inkml:ink>
</file>

<file path=ppt/ink/ink3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06T18:29:19.96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35 62 1121 0 0,'0'-2'227'0'0,"0"0"0"0"0,-1 0 0 0 0,1 0 1 0 0,1 0-1 0 0,-1 0 0 0 0,0 0 1 0 0,0 0-1 0 0,1 1 0 0 0,-1-1 1 0 0,1 0-1 0 0,0 0 0 0 0,0 0 1 0 0,-1 0-1 0 0,3-3 0 0 0,0 3-171 0 0,0 0-1 0 0,0 0 0 0 0,0 0 1 0 0,0 1-1 0 0,0-1 1 0 0,0 1-1 0 0,0 0 1 0 0,4-2-1 0 0,3 0 60 0 0,0 0-1 0 0,0 1 1 0 0,18-3-1 0 0,-24 5-78 0 0,0-1 1 0 0,0 1-1 0 0,0 0 0 0 0,0 0 1 0 0,0 1-1 0 0,1-1 0 0 0,-1 1 1 0 0,0-1-1 0 0,0 1 0 0 0,-1 1 0 0 0,8 2 1 0 0,-9-1 36 0 0,-1 0 1 0 0,0-1 0 0 0,0 1-1 0 0,0 0 1 0 0,0 1 0 0 0,-1-1-1 0 0,1 0 1 0 0,-1 0 0 0 0,0 0-1 0 0,0 0 1 0 0,0 0 0 0 0,0 0-1 0 0,0 0 1 0 0,-2 5 0 0 0,2 1 181 0 0,0-8-219 0 0,-1 1 0 0 0,1-1 0 0 0,0 1-1 0 0,-1-1 1 0 0,1 1 0 0 0,-1-1 0 0 0,1 0-1 0 0,-1 1 1 0 0,0-1 0 0 0,1 0 0 0 0,-1 0-1 0 0,0 1 1 0 0,0-1 0 0 0,0 0 0 0 0,0 0 0 0 0,0 0-1 0 0,-2 2 1 0 0,-26 16 314 0 0,7-5-50 0 0,11-5-105 0 0,-1-1 0 0 0,0 0 0 0 0,-1-1-1 0 0,-26 12 1 0 0,38-19-171 0 0,0 1 0 0 0,-1-1-1 0 0,1 0 1 0 0,0 1 0 0 0,-1-1 0 0 0,1 0-1 0 0,0 0 1 0 0,-1 0 0 0 0,1 0 0 0 0,-1 0-1 0 0,1 0 1 0 0,0 0 0 0 0,-1 0-1 0 0,1-1 1 0 0,0 1 0 0 0,-1-1 0 0 0,1 1-1 0 0,0-1 1 0 0,-1 1 0 0 0,1-1 0 0 0,-2-1-1 0 0,2 1 29 0 0,0 0-59 0 0,0 1 0 0 0,0-1 0 0 0,1 0 1 0 0,-1-1-1 0 0,0 1 0 0 0,1 0 1 0 0,-1 0-1 0 0,1 0 0 0 0,0 0 0 0 0,-1 0 1 0 0,1 0-1 0 0,0-1 0 0 0,-1 1 0 0 0,1 0 1 0 0,0 0-1 0 0,0-1 0 0 0,0 1 1 0 0,0 0-1 0 0,0 0 0 0 0,1 0 0 0 0,-1-1 1 0 0,1-1-1 0 0,-1-2-25 0 0,0-1 22 0 0,-1 5 10 0 0,1-1 0 0 0,0 0 0 0 0,-1 0-1 0 0,1 0 1 0 0,0 1 0 0 0,0-1 0 0 0,0 0 0 0 0,0 0-1 0 0,1 0 1 0 0,-1 0 0 0 0,0 1 0 0 0,1-1 0 0 0,-1 0-1 0 0,1 0 1 0 0,0 1 0 0 0,-1-1 0 0 0,1 0 0 0 0,2-2 0 0 0,18-2 13 0 0,-10 7 67 0 0,-2 2-26 0 0,0 1 13 0 0,-1-1-1 0 0,0 1 1 0 0,0 1-1 0 0,9 5 1 0 0,13 14 97 0 0,-1 2 1 0 0,37 41-1 0 0,-62-64-392 0 0,-1 1 1 0 0,1 0-1 0 0,0-1 0 0 0,0 0 0 0 0,1 0 0 0 0,-1 0 0 0 0,1 0 0 0 0,-1-1 0 0 0,1 1 1 0 0,0-1-1 0 0,8 2 0 0 0,-8-6-3159 0 0,-4-9 1398 0 0,-1-2-719 0 0</inkml:trace>
</inkml:ink>
</file>

<file path=ppt/ink/ink3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06T18:29:21.09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77 400 0 0,'65'-14'2001'0'0,"33"-1"-240"0"0,-33 9-320 0 0,33 0-561 0 0,-32-3-320 0 0,25 3-400 0 0,-26 0-560 0 0,-32 6-640 0 0,32-6-561 0 0,-32-3-400 0 0</inkml:trace>
</inkml:ink>
</file>

<file path=ppt/ink/ink3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06T18:29:21.75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98 1 1441 0 0,'0'47'5442'0'0,"-32"22"-640"0"0,32-15-3441 0 0,-33-19-1521 0 0,0-8-1121 0 0,33 9-2240 0 0,0-9-1762 0 0</inkml:trace>
</inkml:ink>
</file>

<file path=ppt/ink/ink3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06T18:29:22.40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345 122 160 0 0,'50'-28'1223'0'0,"1"1"0"0"0,71-27-1 0 0,-116 52-1118 0 0,1 0 0 0 0,-1 0 0 0 0,0 0 0 0 0,0 0 0 0 0,1 1 0 0 0,-1 0 0 0 0,10 0 0 0 0,-15 2-73 0 0,0-1 0 0 0,0 0 0 0 0,1 0 0 0 0,-1 1 0 0 0,0-1 0 0 0,0 0 0 0 0,0 1 0 0 0,1-1 0 0 0,-1 1 1 0 0,0 0-1 0 0,0-1 0 0 0,0 1 0 0 0,0 0 0 0 0,0-1 0 0 0,0 1 0 0 0,0 0 0 0 0,1 1 0 0 0,-1 0 11 0 0,0 0 0 0 0,0 0 0 0 0,0 1-1 0 0,0-1 1 0 0,-1 0 0 0 0,1 0 0 0 0,0 0 0 0 0,-1 0-1 0 0,0 1 1 0 0,1-1 0 0 0,-1 0 0 0 0,0 4 0 0 0,-1 1 39 0 0,0 0 0 0 0,0 0 0 0 0,0 0 0 0 0,-1-1 0 0 0,0 1 0 0 0,0-1 0 0 0,0 1 0 0 0,-1-1 0 0 0,0 0 0 0 0,-1 0 0 0 0,1 0 0 0 0,-1 0 0 0 0,-9 9 0 0 0,-8 8 304 0 0,-47 40 1 0 0,18-18-64 0 0,41-38-287 0 0,-1 1 0 0 0,0-1 0 0 0,0-1-1 0 0,0 0 1 0 0,-1-1 0 0 0,0 0-1 0 0,0 0 1 0 0,-20 5 0 0 0,24-8-28 0 0,5-1-49 0 0,0-1 1 0 0,-1 1-1 0 0,1-1 0 0 0,0 0 0 0 0,-1 1 0 0 0,1-1 0 0 0,-1 0 0 0 0,1 0 0 0 0,-1-1 0 0 0,1 1 0 0 0,0 0 0 0 0,-1-1 0 0 0,1 1 0 0 0,0-1 0 0 0,-1 0 0 0 0,1 0 0 0 0,0 0 0 0 0,0 0 0 0 0,-3-2 0 0 0,-2-2-287 0 0,1 0 0 0 0,-1-1-1 0 0,1 0 1 0 0,-6-8 0 0 0,8 9 235 0 0,0 0 0 0 0,0 1-1 0 0,0 0 1 0 0,0 0 0 0 0,-1 0-1 0 0,1 0 1 0 0,-1 1 0 0 0,0 0 0 0 0,-10-6-1 0 0,-2 5 154 0 0,0 0-1 0 0,0 1 0 0 0,0 1 1 0 0,-1 0-1 0 0,1 1 0 0 0,-1 1 1 0 0,-19 3-1 0 0,10 3 469 0 0,16 10 530 0 0,5-4-347 0 0,5-9-598 0 0,-1-1 0 0 0,1 0 0 0 0,-1 1 0 0 0,1 0 0 0 0,0-1 0 0 0,0 1 0 0 0,0 0 0 0 0,0-1-1 0 0,1 1 1 0 0,-1 0 0 0 0,1 0 0 0 0,-1 0 0 0 0,1 0 0 0 0,0-1 0 0 0,0 1 0 0 0,0 0-1 0 0,1 0 1 0 0,-1 0 0 0 0,1 0 0 0 0,-1-1 0 0 0,1 1 0 0 0,0 0 0 0 0,0 0 0 0 0,0-1-1 0 0,1 1 1 0 0,-1-1 0 0 0,1 1 0 0 0,-1-1 0 0 0,1 0 0 0 0,3 4 0 0 0,-1 1-54 0 0,1-1 0 0 0,0 0 0 0 0,1 0 0 0 0,0 0 0 0 0,-1 0 0 0 0,2-1 0 0 0,-1 0 1 0 0,1-1-1 0 0,-1 1 0 0 0,1-1 0 0 0,0 0 0 0 0,1-1 0 0 0,-1 0 0 0 0,1 0 0 0 0,-1-1 0 0 0,1 1 1 0 0,0-2-1 0 0,12 2 0 0 0,-10-2-442 0 0,-1-1 1 0 0,0 0-1 0 0,1-1 1 0 0,-1 0-1 0 0,0 0 1 0 0,16-5-1 0 0,-15 3-657 0 0,0-1-1 0 0,0 0 0 0 0,0 0 1 0 0,-1-1-1 0 0,18-12 0 0 0,5-9-1839 0 0</inkml:trace>
</inkml:ink>
</file>

<file path=ppt/ink/ink3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06T18:29:35.08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166 48 640 0 0,'6'-6'4351'0'0,"14"6"-4734"0"0,-13 0 817 0 0,17-2 20 0 0,44-9-1 0 0,-62 10-79 0 0,-1 0 39 0 0,50-12 841 0 0,-51 6-948 0 0,-4 7-276 0 0,0-1 0 0 0,0 1 0 0 0,0 0 0 0 0,0 0 0 0 0,0-1 0 0 0,0 1 0 0 0,0 0 0 0 0,1 0 0 0 0,-1-1 0 0 0,0 1 0 0 0,0 0 0 0 0,0 0 0 0 0,0 0 0 0 0,0-1 0 0 0,0 1 0 0 0,0 0 0 0 0,0 0-1 0 0,1 0 1 0 0,-1-1 0 0 0,0 1 0 0 0,0 0 0 0 0,0 0 0 0 0,0 0 0 0 0,1 0 0 0 0,-1-1 0 0 0,0 1 0 0 0,0 0 0 0 0,0 0 0 0 0,1 0 0 0 0,-1 0 0 0 0,0 0 0 0 0,0 0 0 0 0,1 0 0 0 0,-1 0 0 0 0,0 0 0 0 0,0 0 0 0 0,0 0-1 0 0,1 0 1 0 0,-1 0 0 0 0,0 0 0 0 0,18 0 805 0 0,-36 0-296 0 0,13 0-152 0 0,0 1 13 0 0,-180 19 2242 0 0,146-7-2096 0 0,22-12-455 0 0,8 0-58 0 0,1 0 0 0 0,-1 0 0 0 0,0 1 0 0 0,-10 4 0 0 0,17-6-37 0 0,1 1 0 0 0,-1-1-1 0 0,1 1 1 0 0,-1 0 0 0 0,1 0-1 0 0,-1 0 1 0 0,1 0-1 0 0,0 0 1 0 0,0 0 0 0 0,-1 0-1 0 0,1 0 1 0 0,0 0 0 0 0,0 1-1 0 0,0-1 1 0 0,0 0-1 0 0,1 1 1 0 0,-1-1 0 0 0,0 0-1 0 0,0 1 1 0 0,1 0 0 0 0,-1-1-1 0 0,1 1 1 0 0,-1-1-1 0 0,1 1 1 0 0,0-1 0 0 0,0 1-1 0 0,0 2 1 0 0,-6 4 137 0 0,4-6-102 0 0,-20 16 221 0 0,21-17-236 0 0,0 0 1 0 0,1 0-1 0 0,-1 0 0 0 0,1 0 0 0 0,-1 0 0 0 0,1 0 0 0 0,0 0 1 0 0,-1 0-1 0 0,1 0 0 0 0,0 0 0 0 0,0 0 0 0 0,0 0 0 0 0,0 0 1 0 0,0 0-1 0 0,0 0 0 0 0,0 0 0 0 0,0 1 0 0 0,0-1 0 0 0,0 0 1 0 0,0 0-1 0 0,1 0 0 0 0,-1 0 0 0 0,0 0 0 0 0,1 0 0 0 0,-1 0 1 0 0,1 0-1 0 0,-1 0 0 0 0,1 0 0 0 0,0-1 0 0 0,-1 1 0 0 0,2 1 1 0 0,9 9 196 0 0,0 0 0 0 0,0-1 1 0 0,1-1-1 0 0,0 0 1 0 0,1-1-1 0 0,0 0 1 0 0,0-1-1 0 0,1 0 1 0 0,0-1-1 0 0,15 4 0 0 0,3 4-39 0 0,-29-13-173 0 0,-1 1 0 0 0,1-1 0 0 0,0 0-1 0 0,0 0 1 0 0,-1 0 0 0 0,1 0 0 0 0,0 0 0 0 0,0 0 0 0 0,0-1 0 0 0,0 1 0 0 0,0-1 0 0 0,0 0 0 0 0,0 0 0 0 0,0 0 0 0 0,6-1 0 0 0,5 0-16 0 0,-10 1-115 0 0,1 0 1 0 0,0 0-1 0 0,-1-1 1 0 0,1 1-1 0 0,0-1 1 0 0,-1 0 0 0 0,1 0-1 0 0,-1 0 1 0 0,1-1-1 0 0,-1 0 1 0 0,0 1-1 0 0,0-2 1 0 0,7-3-1 0 0,7-3-885 0 0,96-47-5735 0 0</inkml:trace>
</inkml:ink>
</file>

<file path=ppt/ink/ink3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06T18:29:36.40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51 1040 0 0,'28'-11'871'0'0,"1"2"-1"0"0,0 0 0 0 0,1 2 0 0 0,0 2 0 0 0,0 0 0 0 0,0 2 0 0 0,0 2 0 0 0,48 2 0 0 0,20 13 90 0 0,-71-9-718 0 0,-14 12 37 0 0,-9-10-200 0 0,-2-5-45 0 0,-1 1-1 0 0,1 0 0 0 0,-1-1 1 0 0,0 1-1 0 0,0 0 1 0 0,1 0-1 0 0,-2-1 0 0 0,1 1 1 0 0,0 0-1 0 0,-1 0 0 0 0,1 5 1 0 0,-2-3 10 0 0,0-1 1 0 0,0 1-1 0 0,0-1 1 0 0,-1 1-1 0 0,0-1 0 0 0,0 0 1 0 0,0 0-1 0 0,-5 6 1 0 0,3-2 44 0 0,-2 1 0 0 0,1-1 1 0 0,-1-1-1 0 0,0 1 0 0 0,0-1 0 0 0,-1 0 1 0 0,0-1-1 0 0,0 0 0 0 0,-1 0 1 0 0,0 0-1 0 0,0-1 0 0 0,-12 6 0 0 0,2-2 69 0 0,-2 2 206 0 0,0 0 0 0 0,-1-2 0 0 0,-35 11 0 0 0,32-13-25 0 0,4-2 149 0 0,1 0-1 0 0,-37 4 0 0 0,54-9-462 0 0,0 1 0 0 0,-1-1 0 0 0,1 0 0 0 0,0 0 0 0 0,0 0 1 0 0,0 0-1 0 0,0 0 0 0 0,0 0 0 0 0,-1 0 0 0 0,1-1 0 0 0,0 1 0 0 0,0-1 0 0 0,0 0 0 0 0,0 1 0 0 0,0-1 0 0 0,0 0 0 0 0,0 0 0 0 0,0 0 0 0 0,1 0 0 0 0,-1-1 0 0 0,0 1 0 0 0,1 0 0 0 0,-1-1 0 0 0,1 1 0 0 0,-1-1 0 0 0,1 0 1 0 0,0 1-1 0 0,-1-1 0 0 0,-1-3 0 0 0,1-3 16 0 0,0 1 0 0 0,1-1 1 0 0,0 0-1 0 0,0 0 1 0 0,0 1-1 0 0,1-16 0 0 0,0 19-1 0 0,1 2-24 0 0,-1 1 1 0 0,0-1-1 0 0,1 1 1 0 0,-1 0-1 0 0,1 0 1 0 0,-1-1-1 0 0,1 1 1 0 0,0 0 0 0 0,0 0-1 0 0,-1 0 1 0 0,1-1-1 0 0,0 1 1 0 0,0 0-1 0 0,0 0 1 0 0,0 0-1 0 0,0 1 1 0 0,0-1-1 0 0,3-1 1 0 0,26-15 342 0 0,-17 10-232 0 0,-7 4-92 0 0,1 1 1 0 0,-1 0-1 0 0,0 1 0 0 0,1 0 0 0 0,-1 0 1 0 0,1 0-1 0 0,-1 1 0 0 0,1 0 0 0 0,-1 0 1 0 0,1 0-1 0 0,-1 1 0 0 0,1 0 0 0 0,7 2 1 0 0,9 2 72 0 0,-1 1 0 0 0,0 1 1 0 0,42 20-1 0 0,-22-8 6 0 0,26 10 34 0 0,136 55 64 0 0,-186-79-538 0 0,0 0 0 0 0,1-1 1 0 0,-1-1-1 0 0,1 0 0 0 0,-1-2 0 0 0,1 0 1 0 0,0-1-1 0 0,19-3 0 0 0,-17 2-1264 0 0,44-4-6654 0 0</inkml:trace>
</inkml:ink>
</file>

<file path=ppt/ink/ink3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06T18:30:08.49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280 49 2241 0 0,'0'-1'177'0'0,"1"0"1"0"0,-1 0-1 0 0,0 0 0 0 0,0 1 1 0 0,1-1-1 0 0,-1 0 1 0 0,0 0-1 0 0,1 0 0 0 0,-1 0 1 0 0,1 1-1 0 0,-1-1 0 0 0,1 0 1 0 0,0 0-1 0 0,-1 1 0 0 0,1-1 1 0 0,0 0-1 0 0,-1 1 1 0 0,1-1-1 0 0,0 1 0 0 0,0-1 1 0 0,-1 1-1 0 0,1-1 0 0 0,0 1 1 0 0,0 0-1 0 0,0-1 0 0 0,0 1 1 0 0,0 0-1 0 0,0 0 0 0 0,1-1 1 0 0,6-1 864 0 0,5-7 1230 0 0,-12 7-2126 0 0,1 1 1 0 0,0 0-1 0 0,0 0 0 0 0,0 0 1 0 0,0 0-1 0 0,0 0 0 0 0,0 0 1 0 0,0 0-1 0 0,0 1 0 0 0,4-1 1 0 0,0-1 88 0 0,-4 1-178 0 0,-1 0 1 0 0,1 0-1 0 0,0 1 1 0 0,-1-1-1 0 0,1 1 1 0 0,0-1-1 0 0,0 1 0 0 0,-1-1 1 0 0,1 1-1 0 0,0 0 1 0 0,0 0-1 0 0,0 0 1 0 0,-1 0-1 0 0,1 0 1 0 0,0 1-1 0 0,0-1 1 0 0,0 0-1 0 0,-1 1 0 0 0,1-1 1 0 0,0 1-1 0 0,0 0 1 0 0,-1 0-1 0 0,1-1 1 0 0,-1 1-1 0 0,1 0 1 0 0,-1 0-1 0 0,1 1 1 0 0,-1-1-1 0 0,0 0 1 0 0,1 0-1 0 0,-1 1 0 0 0,0-1 1 0 0,0 1-1 0 0,0-1 1 0 0,0 1-1 0 0,1 1 1 0 0,9 32 70 0 0,-10-29-100 0 0,0 0 0 0 0,1 1 0 0 0,0-1 0 0 0,0 0 0 0 0,1 0 0 0 0,0 0 0 0 0,0 0 0 0 0,0-1 0 0 0,1 1 0 0 0,-1-1 0 0 0,1 0 0 0 0,0 0 0 0 0,10 8 0 0 0,-3 7 225 0 0,11 10 88 0 0,16 22 306 0 0,-19-21-335 0 0,-13-23-246 0 0,-1-1 0 0 0,0 1 0 0 0,0 0 1 0 0,-1 0-1 0 0,0 0 0 0 0,0 1 0 0 0,-1-1 0 0 0,0 1 1 0 0,-1 0-1 0 0,3 15 0 0 0,-6-17 45 0 0,1-5-101 0 0,0-1 1 0 0,-1 1-1 0 0,1-1 1 0 0,0 1-1 0 0,0-1 1 0 0,0 1-1 0 0,0-1 1 0 0,0 1-1 0 0,0-1 0 0 0,0 1 1 0 0,1 0-1 0 0,-1-1 1 0 0,1 1-1 0 0,-1-1 1 0 0,1 0-1 0 0,-1 1 1 0 0,1-1-1 0 0,0 1 1 0 0,1 1-1 0 0,-1-2-14 0 0,-1-1 0 0 0,1 0 0 0 0,-1 1 0 0 0,1-1 0 0 0,0 0 0 0 0,-1 0 0 0 0,1 0 0 0 0,-1 0 0 0 0,1 1 0 0 0,0-1 0 0 0,-1 0 0 0 0,1 0 0 0 0,-1 0 0 0 0,1 0 0 0 0,0 0 0 0 0,-1 0 0 0 0,1-1 0 0 0,-1 1 0 0 0,1 0 0 0 0,0 0 0 0 0,-1 0 0 0 0,1 0 0 0 0,-1-1 0 0 0,1 1 0 0 0,-1 0 0 0 0,1-1 0 0 0,-1 1 0 0 0,1 0 0 0 0,-1-1 0 0 0,1 1 0 0 0,-1-1 0 0 0,1 1 0 0 0,-1-1 0 0 0,0 1 0 0 0,1-1 0 0 0,-1 1 0 0 0,0-1 0 0 0,1 1 0 0 0,-1-1 0 0 0,0 1 0 0 0,0-1 0 0 0,1 1 0 0 0,-1-1 0 0 0,0 0 0 0 0,0 1 0 0 0,0-1 0 0 0,0 1 0 0 0,0-1 0 0 0,0-1 0 0 0,3-15 31 0 0,-2 0-1 0 0,0-29 1 0 0,-1 25 80 0 0,0-6-1256 0 0,0 17 1111 0 0,2-12 181 0 0,-2 17-75 0 0,1-1 0 0 0,0 1 0 0 0,-1-1 0 0 0,0 1 0 0 0,-1-1 0 0 0,1 1-1 0 0,-1 0 1 0 0,0-1 0 0 0,0 1 0 0 0,-1-1 0 0 0,0 1 0 0 0,1 0 0 0 0,-4-6 0 0 0,-2 3 22 0 0,0-1 1 0 0,0 1 0 0 0,0 1 0 0 0,-1-1 0 0 0,0 1 0 0 0,-1 1 0 0 0,1 0 0 0 0,-1 0-1 0 0,-1 0 1 0 0,1 1 0 0 0,-1 1 0 0 0,0-1 0 0 0,-18-4 0 0 0,12 5 51 0 0,0 0 0 0 0,0 1 1 0 0,0 1-1 0 0,0 1 0 0 0,0 0 0 0 0,-1 1 0 0 0,1 1 1 0 0,0 0-1 0 0,-23 6 0 0 0,-11 4 198 0 0,-85 33 0 0 0,123-40-255 0 0,1 2 0 0 0,0-1-1 0 0,-16 12 1 0 0,23-14-52 0 0,1 0 0 0 0,-1 0 0 0 0,1 0 0 0 0,0 0 0 0 0,0 1 0 0 0,0-1-1 0 0,0 1 1 0 0,1 0 0 0 0,-1 0 0 0 0,1 0 0 0 0,-2 6 0 0 0,-7 34 180 0 0,6-32-167 0 0,4-10-34 0 0,0 0-1 0 0,-1 1 0 0 0,1-1 1 0 0,0 1-1 0 0,1 0 0 0 0,-1-1 0 0 0,0 1 1 0 0,1 0-1 0 0,-1-1 0 0 0,1 1 1 0 0,0 0-1 0 0,0 0 0 0 0,0-1 1 0 0,1 1-1 0 0,-1 0 0 0 0,0-1 0 0 0,1 1 1 0 0,0 0-1 0 0,-1-1 0 0 0,1 1 1 0 0,0 0-1 0 0,1-1 0 0 0,-1 0 1 0 0,0 1-1 0 0,1-1 0 0 0,-1 0 0 0 0,1 0 1 0 0,3 4-1 0 0,20 32 66 0 0,-20-28-40 0 0,0-1 1 0 0,1 0 0 0 0,1 0-1 0 0,-1-1 1 0 0,1 1 0 0 0,1-2-1 0 0,-1 1 1 0 0,1-1 0 0 0,12 8 0 0 0,-5-6-76 0 0,2-1 0 0 0,-1-1 0 0 0,1 0 0 0 0,0-1 0 0 0,0-1 0 0 0,1 0 0 0 0,0-1 0 0 0,0-1 0 0 0,35 1 0 0 0,-33-4-628 0 0,0-1 0 0 0,-1-1 0 0 0,1 0 0 0 0,0-2 0 0 0,28-8 0 0 0,-32 7-202 0 0,-11 4 421 0 0,0 0-1 0 0,-1 0 1 0 0,1-1-1 0 0,-1 1 1 0 0,1-1-1 0 0,-1 0 1 0 0,0-1-1 0 0,4-2 1 0 0,3-13-3462 0 0,11 1-159 0 0,-22 16 3847 0 0,1 0 1 0 0,0 0-1 0 0,-1 0 1 0 0,1 0-1 0 0,-1 0 1 0 0,1 0-1 0 0,-1 0 1 0 0,0 0 0 0 0,1 0-1 0 0,-1 0 1 0 0,0 0-1 0 0,0 0 1 0 0,0-1-1 0 0,0 1 1 0 0,0 0-1 0 0,0-2 1 0 0,0 3 206 0 0</inkml:trace>
</inkml:ink>
</file>

<file path=ppt/ink/ink3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06T18:30:09.26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 78 1361 0 0,'0'-8'2208'0'0,"-1"7"-1849"0"0,1-1 0 0 0,-1 0 1 0 0,1 0-1 0 0,0 1 0 0 0,0-1 0 0 0,0 0 0 0 0,0 0 0 0 0,0 0 0 0 0,0 1 0 0 0,1-1 0 0 0,-1 0 0 0 0,1 1 0 0 0,-1-1 0 0 0,1 0 0 0 0,-1 1 0 0 0,1-1 0 0 0,0 0 0 0 0,2-2 0 0 0,3 2 181 0 0,-5 1-433 0 0,0 1 0 0 0,0 0 1 0 0,0 0-1 0 0,0-1 1 0 0,0 1-1 0 0,0-1 1 0 0,0 1-1 0 0,0-1 0 0 0,0 1 1 0 0,0-1-1 0 0,0 0 1 0 0,-1 1-1 0 0,1-1 0 0 0,0 0 1 0 0,0 0-1 0 0,-1 1 1 0 0,1-1-1 0 0,0 0 1 0 0,-1 0-1 0 0,1 0 0 0 0,-1 0 1 0 0,1 0-1 0 0,-1 0 1 0 0,1 0-1 0 0,-1 0 0 0 0,0 0 1 0 0,0 0-1 0 0,1 0 1 0 0,-1-2-1 0 0,0 3-68 0 0,0-1 1 0 0,0 1-1 0 0,0 0 1 0 0,0-1-1 0 0,1 1 0 0 0,-1-1 1 0 0,0 1-1 0 0,0 0 0 0 0,0-1 1 0 0,1 1-1 0 0,-1 0 0 0 0,0-1 1 0 0,1 1-1 0 0,-1 0 0 0 0,0-1 1 0 0,1 1-1 0 0,-1 0 0 0 0,0 0 1 0 0,1-1-1 0 0,-1 1 0 0 0,0 0 1 0 0,1 0-1 0 0,-1 0 0 0 0,1-1 1 0 0,-1 1-1 0 0,0 0 0 0 0,1 0 1 0 0,-1 0-1 0 0,1 0 0 0 0,-1 0 1 0 0,1 0-1 0 0,-1 0 0 0 0,0 0 1 0 0,1 0-1 0 0,18 1 302 0 0,-16 0-218 0 0,258 39 744 0 0,-203-37-3612 0 0,-30-7-115 0 0,-28 4 2670 0 0,1-1 0 0 0,0 1 0 0 0,-1 0 0 0 0,1 0 0 0 0,-1 0-1 0 0,1-1 1 0 0,-1 1 0 0 0,1 0 0 0 0,-1-1 0 0 0,1 1 0 0 0,0 0 0 0 0,-1-1 0 0 0,0 1-1 0 0,1-1 1 0 0,-1 1 0 0 0,1-1 0 0 0,-1 1 0 0 0,0-1 0 0 0,1 1 0 0 0,-1-1 0 0 0,0 1-1 0 0,1-1 1 0 0,-1 1 0 0 0,0-1 0 0 0,0 0 0 0 0,1 0 0 0 0,-1-7-3452 0 0</inkml:trace>
</inkml:ink>
</file>

<file path=ppt/ink/ink3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06T18:30:09.86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286 1 960 0 0,'1'16'3729'0'0,"0"-12"-3402"0"0,-1-1 0 0 0,1 1-1 0 0,-1 0 1 0 0,0 0 0 0 0,0-1 0 0 0,-1 1 0 0 0,1 0-1 0 0,-1-1 1 0 0,0 1 0 0 0,1-1 0 0 0,-2 1 0 0 0,-1 5-1 0 0,-19 19 995 0 0,11-5-356 0 0,9-18-799 0 0,0 0 1 0 0,-1 0-1 0 0,1 0 0 0 0,-1 0 0 0 0,0 0 0 0 0,-1-1 0 0 0,-4 6 0 0 0,3-4-49 0 0,0 0 0 0 0,1 0 0 0 0,0 0 0 0 0,0 1 0 0 0,1 0 0 0 0,0-1 0 0 0,-5 15 0 0 0,6-13-6 0 0,-2 1 0 0 0,1-1 0 0 0,-1 0-1 0 0,0 0 1 0 0,-8 11 0 0 0,-15 10 396 0 0,-36 33-1 0 0,6-6-185 0 0,56-56-359 0 0,0 1 0 0 0,1-1 0 0 0,-1 0 0 0 0,1 1 1 0 0,-1-1-1 0 0,1 1 0 0 0,-1-1 0 0 0,1 1 0 0 0,-1 0 0 0 0,1-1 0 0 0,0 1 0 0 0,-1-1 0 0 0,1 1 0 0 0,0 0 1 0 0,-1-1-1 0 0,1 1 0 0 0,0 0 0 0 0,0-1 0 0 0,0 1 0 0 0,0 0 0 0 0,-1-1 0 0 0,1 1 0 0 0,0 0 0 0 0,0 0 1 0 0,0-1-1 0 0,1 1 0 0 0,-1 0 0 0 0,0-1 0 0 0,0 1 0 0 0,0 0 0 0 0,0-1 0 0 0,1 1 0 0 0,-1 0 0 0 0,0-1 1 0 0,1 1-1 0 0,-1 0 0 0 0,0-1 0 0 0,1 1 0 0 0,-1-1 0 0 0,1 1 0 0 0,-1-1 0 0 0,1 1 0 0 0,-1-1 0 0 0,1 1 1 0 0,-1-1-1 0 0,1 1 0 0 0,0-1 0 0 0,-1 0 0 0 0,1 1 0 0 0,-1-1 0 0 0,1 0 0 0 0,0 0 0 0 0,-1 1 0 0 0,1-1 0 0 0,0 0 1 0 0,0 0-1 0 0,-1 0 0 0 0,1 0 0 0 0,0 0 0 0 0,-1 0 0 0 0,2 0 0 0 0,0 0-333 0 0,2 0-4351 0 0</inkml:trace>
</inkml:ink>
</file>

<file path=ppt/ink/ink3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06T18:30:10.76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33 29 800 0 0,'-8'0'1381'0'0,"-12"-2"1497"0"0,20 2-2570 0 0,0-1 0 0 0,-1 1 0 0 0,1 0 0 0 0,-1-1-1 0 0,1 1 1 0 0,0-1 0 0 0,-1 1 0 0 0,1-1 0 0 0,0 1-1 0 0,0-1 1 0 0,-1 1 0 0 0,1 0 0 0 0,0-1 0 0 0,0 0-1 0 0,0 1 1 0 0,0-1 0 0 0,0 1 0 0 0,-1-1 0 0 0,1 1-1 0 0,0-1 1 0 0,0 1 0 0 0,0-1 0 0 0,6-2 932 0 0,97-6 359 0 0,-86 8-1557 0 0,2-1-7 0 0,1 2 0 0 0,33 2 0 0 0,-4 2-46 0 0,18-5 0 0 0,-41 0-1297 0 0,0 1 0 0 0,34 4-1 0 0,-82 1-5027 0 0,16-5 3095 0 0</inkml:trace>
</inkml:ink>
</file>

<file path=ppt/ink/ink3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06T18:30:11.15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1 320 0 0,'0'0'3202'0'0,"33"0"-1442"0"0,-1 8 161 0 0,1-2-400 0 0,0 0-240 0 0,-1-6-321 0 0,33 7-320 0 0,1 1-320 0 0,-1-2-159 0 0,0-6-802 0 0,-32 0-1280 0 0,0-6-1040 0 0,-1-9-320 0 0,-32 3 319 0 0</inkml:trace>
</inkml:ink>
</file>

<file path=ppt/ink/ink3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06T18:30:14.33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1 704 1040 0 0,'0'0'868'0'0,"0"4"319"0"0,5-2 1974 0 0,12-2-2307 0 0,-17 0-813 0 0,0 0-1 0 0,0 0 1 0 0,1 0 0 0 0,-1 0 0 0 0,0 0 0 0 0,0 0-1 0 0,0 0 1 0 0,1 0 0 0 0,-1 0 0 0 0,0 0-1 0 0,0-1 1 0 0,0 1 0 0 0,0 0 0 0 0,1 0 0 0 0,-1 0-1 0 0,0 0 1 0 0,0 0 0 0 0,0 0 0 0 0,0 0-1 0 0,0 0 1 0 0,1-1 0 0 0,-1 1 0 0 0,0 0 0 0 0,0 0-1 0 0,0 0 1 0 0,0 0 0 0 0,0 0 0 0 0,0-1-1 0 0,0 1 1 0 0,0 0 0 0 0,1 0 0 0 0,-1 0 0 0 0,0-1-1 0 0,0 1 1 0 0,0 0 0 0 0,0 0 0 0 0,0 0-1 0 0,0 0 1 0 0,0-1 0 0 0,0 1 0 0 0,5-8 608 0 0,39-22 907 0 0,-28 17-1338 0 0,9-4 89 0 0,1 0 0 0 0,30-13 1 0 0,-29 16-82 0 0,29-20 0 0 0,26-36 308 0 0,-27 26-275 0 0,-8 6 18 0 0,68-68 0 0 0,16-31 244 0 0,-104 109-348 0 0,-25 25-157 0 0,0 1-1 0 0,-1-1 1 0 0,1 1 0 0 0,0-1-1 0 0,1 1 1 0 0,-1 0 0 0 0,0 0-1 0 0,1 0 1 0 0,-1 0 0 0 0,1 0-1 0 0,-1 0 1 0 0,1 1 0 0 0,0-1-1 0 0,4-1 1 0 0,-4 2-6 0 0,0 0 0 0 0,0 0 0 0 0,-1-1-1 0 0,1 1 1 0 0,0-1 0 0 0,-1 0 0 0 0,0 1 0 0 0,1-1 0 0 0,-1-1 0 0 0,0 1 0 0 0,0 0 0 0 0,0 0 0 0 0,2-4 0 0 0,1 2-29 0 0,0 0 1 0 0,-1 1 0 0 0,1-1-1 0 0,1 1 1 0 0,-1 0 0 0 0,0 0-1 0 0,1 1 1 0 0,0 0 0 0 0,-1 0-1 0 0,11-2 1 0 0,9-5-34 0 0,-4 5 5 0 0,0 0 1 0 0,0 1-1 0 0,36 0 0 0 0,-51 3-12 0 0,0 0 5 0 0,1 0 1 0 0,-1 0-1 0 0,1 1 0 0 0,10 2 1 0 0,-16-3 52 0 0,0 0 0 0 0,1 1 0 0 0,-1-1-1 0 0,0 1 1 0 0,0-1 0 0 0,0 1 0 0 0,0-1 0 0 0,0 1 0 0 0,0 0 0 0 0,0-1 0 0 0,0 1 0 0 0,-1 0 0 0 0,1 0 0 0 0,0 0 0 0 0,0 0 0 0 0,-1 0 0 0 0,1 0 0 0 0,0 0 0 0 0,-1 0 0 0 0,1 0 0 0 0,-1 0 0 0 0,1 0 0 0 0,-1 0 0 0 0,0 0-1 0 0,1 0 1 0 0,-1 0 0 0 0,0 1 0 0 0,0-1 0 0 0,0 0 0 0 0,0 2 0 0 0,-1 6 20 0 0,0 1 0 0 0,0-1 0 0 0,-1 0 0 0 0,-1 1 0 0 0,-6 15 0 0 0,-1 5 1 0 0,-1 20-7 0 0,-11-13 67 0 0,12-3 67 0 0,1-17-76 0 0,6-12-55 0 0,1-1 1 0 0,-1 1 0 0 0,1 0-1 0 0,0 0 1 0 0,1 0-1 0 0,-1 0 1 0 0,1 0-1 0 0,0 0 1 0 0,0 0 0 0 0,0 11-1 0 0,1-8 28 0 0,-1-1 0 0 0,0 1 0 0 0,0 0 0 0 0,-1-1 0 0 0,0 1 0 0 0,0-1 0 0 0,-6 12 0 0 0,-2 6 151 0 0,9-22-169 0 0,0 0 0 0 0,1 0 0 0 0,-1-1 0 0 0,1 1 0 0 0,-1 0 0 0 0,1 0 0 0 0,0 0 0 0 0,0 0 0 0 0,0 0 0 0 0,1-1-1 0 0,-1 1 1 0 0,1 0 0 0 0,-1 0 0 0 0,1 0 0 0 0,0-1 0 0 0,2 5 0 0 0,1 0 41 0 0,0 0 0 0 0,0-1 0 0 0,1 0 0 0 0,7 8 0 0 0,11 15 37 0 0,-21-24-104 0 0,1 1 0 0 0,0-1 0 0 0,0 0 0 0 0,1 0 0 0 0,0 0 0 0 0,0 0 0 0 0,0-1 0 0 0,0 0 0 0 0,1 0 0 0 0,0 0 0 0 0,-1 0 0 0 0,1-1 0 0 0,1 0 0 0 0,8 5 0 0 0,2 0-4 0 0,-11-4-6 0 0,0-1 1 0 0,1-1-1 0 0,-1 1 1 0 0,1-1 0 0 0,-1 0-1 0 0,1 0 1 0 0,6 0-1 0 0,47 5-83 0 0,-53-7 40 0 0,-6-6 53 0 0,0 0 66 0 0,0 4 94 0 0,1 1-32 0 0,-8-4-95 0 0,-19-3 28 0 0,0 2 1 0 0,-29-4 0 0 0,-1 0 6 0 0,-46-11 672 0 0,-170-13 1 0 0,254 33-598 0 0,-23-2 573 0 0,-42-7-1 0 0,78 9-675 0 0,-109-11 253 0 0,108 12-1440 0 0,12-1-480 0 0,3-1 721 0 0,-1-1 0 0 0,1 1 0 0 0,0-1 1 0 0,-1-1-1 0 0,1 0 0 0 0,-1 0 0 0 0,0 0 1 0 0,-1-1-1 0 0,10-7 0 0 0,16-21-3869 0 0</inkml:trace>
</inkml:ink>
</file>

<file path=ppt/ink/ink3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06T18:30:15.43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15 80 0 0,'0'-1'120'0'0,"1"0"-1"0"0,-1 1 1 0 0,0-1-1 0 0,1 0 1 0 0,0 0 0 0 0,-1 0-1 0 0,1 1 1 0 0,0-1 0 0 0,-1 0-1 0 0,1 1 1 0 0,0-1-1 0 0,-1 1 1 0 0,1-1 0 0 0,0 1-1 0 0,0-1 1 0 0,0 1-1 0 0,0-1 1 0 0,0 1 0 0 0,-1 0-1 0 0,1-1 1 0 0,0 1-1 0 0,0 0 1 0 0,0 0 0 0 0,0 0-1 0 0,0 0 1 0 0,0 0-1 0 0,2 0 1 0 0,30-1 2785 0 0,-29 1-2556 0 0,1 0 5054 0 0,0 1-5190 0 0,17 3-106 0 0,-21-4-99 0 0,-1 1 1 0 0,1-1 0 0 0,-1 1 0 0 0,1-1 0 0 0,-1 1-1 0 0,1-1 1 0 0,-1 1 0 0 0,1-1 0 0 0,-1 1 0 0 0,0 0-1 0 0,1-1 1 0 0,-1 1 0 0 0,0-1 0 0 0,0 1-1 0 0,1 0 1 0 0,-1-1 0 0 0,0 1 0 0 0,0 0 0 0 0,0 0-1 0 0,0-1 1 0 0,0 1 0 0 0,0 0 0 0 0,0-1-1 0 0,0 1 1 0 0,0 0 0 0 0,0-1 0 0 0,0 1 0 0 0,0 0-1 0 0,-1 1 1 0 0,1 1 48 0 0,0-2-50 0 0,0 0 0 0 0,0 0-1 0 0,0 0 1 0 0,1 0 0 0 0,-1 1 0 0 0,1-1 0 0 0,-1 0 0 0 0,0 0-1 0 0,1 0 1 0 0,0-1 0 0 0,-1 1 0 0 0,1 0 0 0 0,0 0 0 0 0,-1 0-1 0 0,1 0 1 0 0,0 0 0 0 0,0-1 0 0 0,0 1 0 0 0,0 0 0 0 0,-1-1-1 0 0,1 1 1 0 0,0-1 0 0 0,2 1 0 0 0,8 8 69 0 0,-10-7-60 0 0,0 0-1 0 0,0 1 1 0 0,0-1 0 0 0,0 1 0 0 0,0-1 0 0 0,-1 1-1 0 0,1-1 1 0 0,-1 1 0 0 0,1-1 0 0 0,-1 1-1 0 0,0 0 1 0 0,-1 4 0 0 0,5 23 112 0 0,18 16 86 0 0,-12-7-41 0 0,3-23-83 0 0,-12-15-82 0 0,0 0 1 0 0,1 0 0 0 0,-1 0-1 0 0,0 0 1 0 0,0 0 0 0 0,0 1-1 0 0,0-1 1 0 0,0 0-1 0 0,-1 1 1 0 0,1-1 0 0 0,0 1-1 0 0,-1-1 1 0 0,1 0 0 0 0,-1 1-1 0 0,1 0 1 0 0,-1-1-1 0 0,0 1 1 0 0,1 2 0 0 0,-1-3-2 0 0,0 1 1 0 0,0-1 0 0 0,0 0 0 0 0,1 1-1 0 0,-1-1 1 0 0,0 0 0 0 0,1 1 0 0 0,-1-1-1 0 0,1 0 1 0 0,0 0 0 0 0,-1 1-1 0 0,1-1 1 0 0,0 0 0 0 0,0 0 0 0 0,0 0-1 0 0,0 0 1 0 0,0 0 0 0 0,0 0 0 0 0,0 0-1 0 0,0 0 1 0 0,0-1 0 0 0,0 1 0 0 0,0 0-1 0 0,2 0 1 0 0,5 5 25 0 0,-7-5-26 0 0,1 1-1 0 0,-1 0 1 0 0,1-1-1 0 0,-1 1 1 0 0,1-1-1 0 0,0 1 0 0 0,-1-1 1 0 0,1 0-1 0 0,0 1 1 0 0,0-1-1 0 0,0 0 1 0 0,4 1-1 0 0,0 0 4 0 0,-5-2-8 0 0,-1 0 0 0 0,0 1 1 0 0,1-1-1 0 0,-1 0 0 0 0,0 0 0 0 0,0 0 1 0 0,1 0-1 0 0,-1 0 0 0 0,0 0 0 0 0,0 1 1 0 0,1-1-1 0 0,-1 0 0 0 0,0 0 0 0 0,0 0 1 0 0,0 0-1 0 0,1 1 0 0 0,-1-1 0 0 0,0 0 1 0 0,0 0-1 0 0,0 1 0 0 0,0-1 0 0 0,1 0 1 0 0,-1 0-1 0 0,0 1 0 0 0,0-1 0 0 0,0 0 1 0 0,0 0-1 0 0,0 1 0 0 0,0-1 0 0 0,0 0 1 0 0,0 1-1 0 0,0-1 0 0 0,0 1 0 0 0,0-1 0 0 0,0 0-1 0 0,0 0 1 0 0,0 1-1 0 0,0-1 1 0 0,0 0-1 0 0,0 0 0 0 0,0 0 1 0 0,0 1-1 0 0,0-1 1 0 0,0 0-1 0 0,0 0 1 0 0,1 1-1 0 0,-1-1 1 0 0,0 0-1 0 0,0 0 1 0 0,0 0-1 0 0,0 0 1 0 0,0 1-1 0 0,0-1 0 0 0,1 0 1 0 0,-1 0-1 0 0,0 0 1 0 0,0 0-1 0 0,0 1 1 0 0,0-1-1 0 0,1 0 1 0 0,-1 0-1 0 0,0 0 1 0 0,0 0-1 0 0,0 0 1 0 0,1 0-1 0 0,-1 0 1 0 0,0 0-1 0 0,0 0 0 0 0,0 0 1 0 0,1 1-1 0 0,-1-1 1 0 0,0 0-1 0 0,22 1 26 0 0,-16-1 53 0 0,-1 0 53 0 0,0 0-71 0 0,0 0-1 0 0,0 0 0 0 0,0 0 0 0 0,-1-1 0 0 0,1 0 0 0 0,0 0 0 0 0,0 0 0 0 0,-1-1 1 0 0,1 1-1 0 0,-1-1 0 0 0,9-5 0 0 0,36-14 284 0 0,-11 6-116 0 0,-20 4 60 0 0,31-24 1 0 0,-13 8-2 0 0,83-43 619 0 0,-95 55-627 0 0,88-50 774 0 0,-101 59-1118 0 0,1 0 0 0 0,-1 1 1 0 0,1 0-1 0 0,0 1 0 0 0,0 0 0 0 0,0 1 1 0 0,0 0-1 0 0,20-1 0 0 0,-26 7-1344 0 0,-12 1-3373 0 0,-22 7 179 0 0,-4 3-121 0 0</inkml:trace>
</inkml:ink>
</file>

<file path=ppt/ink/ink3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06T18:30:16.58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33 82 1121 0 0,'0'0'6309'0'0,"-5"0"-3908"0"0,4 0-2110 0 0,-13 0 459 0 0,13 0-652 0 0,1 0 1 0 0,-1 0-1 0 0,1 0 0 0 0,-1 0 1 0 0,1 0-1 0 0,0 0 0 0 0,-1 0 1 0 0,1 0-1 0 0,-1 0 1 0 0,1 0-1 0 0,-1-1 0 0 0,1 1 1 0 0,-1 0-1 0 0,1 0 0 0 0,0 0 1 0 0,-1-1-1 0 0,1 1 1 0 0,-1 0-1 0 0,1 0 0 0 0,0-1 1 0 0,-1 1-1 0 0,1 0 0 0 0,0-1 1 0 0,-1 1-1 0 0,1-1 0 0 0,0 1 1 0 0,0 0-1 0 0,-1-1 1 0 0,1 1-1 0 0,0-1 0 0 0,0 0 1 0 0,0 1-72 0 0,0-1 0 0 0,0 0 0 0 0,0 1 0 0 0,1-1 0 0 0,-1 1 0 0 0,0-1 0 0 0,0 1 0 0 0,1-1 1 0 0,-1 0-1 0 0,1 1 0 0 0,-1-1 0 0 0,0 1 0 0 0,1 0 0 0 0,-1-1 0 0 0,1 1 0 0 0,-1-1 0 0 0,1 1 0 0 0,-1 0 0 0 0,1-1 0 0 0,-1 1 1 0 0,1 0-1 0 0,0-1 0 0 0,-1 1 0 0 0,1 0 0 0 0,-1 0 0 0 0,1 0 0 0 0,0 0 0 0 0,-1-1 0 0 0,1 1 0 0 0,1 0 0 0 0,-1 0-14 0 0,-1 0-1 0 0,1 0 1 0 0,0 0 0 0 0,-1 0-1 0 0,1 0 1 0 0,0 0-1 0 0,0-1 1 0 0,-1 1-1 0 0,1 0 1 0 0,0 0-1 0 0,-1-1 1 0 0,1 1 0 0 0,0-1-1 0 0,-1 1 1 0 0,1 0-1 0 0,0-1 1 0 0,-1 1-1 0 0,1-1 1 0 0,-1 1-1 0 0,1-1 1 0 0,-1 0 0 0 0,0 1-1 0 0,1-1 1 0 0,-1 0-1 0 0,1 1 1 0 0,-1-1-1 0 0,0 0 1 0 0,0 1-1 0 0,1-1 1 0 0,-1 0 0 0 0,0 1-1 0 0,0-2 1 0 0,0 1-2 0 0,1-1 1 0 0,-1 1-1 0 0,0 0 1 0 0,0 0-1 0 0,1 0 1 0 0,-1-1-1 0 0,0 1 1 0 0,1 0-1 0 0,0 0 1 0 0,-1 0 0 0 0,1 0-1 0 0,-1 0 1 0 0,1 0-1 0 0,0 0 1 0 0,0 0-1 0 0,0 0 1 0 0,0 0-1 0 0,-1 0 1 0 0,1 1-1 0 0,0-1 1 0 0,0 0-1 0 0,0 1 1 0 0,2-2 0 0 0,28-9 59 0 0,-19 7 21 0 0,-6 2-5 0 0,0 1 1 0 0,-1 0-1 0 0,1 0 1 0 0,0 0-1 0 0,0 1 1 0 0,0 0-1 0 0,0 0 1 0 0,8 2-1 0 0,51 10 659 0 0,-34-6-465 0 0,49 11 529 0 0,-19-2-206 0 0,-20-8-372 0 0,0-1 0 0 0,44 0 0 0 0,-18-3 6 0 0,-42-1-160 0 0,225 9 588 0 0,-180-12-491 0 0,128-17 0 0 0,-181 15-163 0 0,19-3 15 0 0,42-14 0 0 0,-30 10-273 0 0,56-6-1 0 0,-93 15 22 0 0,0 1 0 0 0,-1 0-1 0 0,1 0 1 0 0,-1 1 0 0 0,1 0 0 0 0,-1 1 0 0 0,14 4 0 0 0,-20-5-154 0 0,-1-1 1 0 0,0 1-1 0 0,0 0 1 0 0,0 0-1 0 0,0 1 1 0 0,0-1-1 0 0,0 1 1 0 0,0-1-1 0 0,0 1 1 0 0,-1 0-1 0 0,1 0 1 0 0,-1 0-1 0 0,1 0 1 0 0,-1 1-1 0 0,0-1 1 0 0,0 1-1 0 0,0-1 1 0 0,0 1-1 0 0,0 0 1 0 0,-1-1-1 0 0,1 1 1 0 0,-1 0-1 0 0,2 6 1 0 0,-3-5-360 0 0,-1-1 0 0 0,0 0-1 0 0,-1 1 1 0 0,1-1 0 0 0,0 0 0 0 0,-1 0 0 0 0,0 0 0 0 0,1 0 0 0 0,-1-1 0 0 0,0 1-1 0 0,-4 4 1 0 0</inkml:trace>
</inkml:ink>
</file>

<file path=ppt/ink/ink3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06T18:30:17.62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0 475 880 0 0,'0'1'54'0'0,"0"-1"0"0"0,0 1-1 0 0,1 0 1 0 0,-1 0 0 0 0,0 0-1 0 0,0 0 1 0 0,1 0-1 0 0,-1 0 1 0 0,0-1 0 0 0,1 1-1 0 0,-1 0 1 0 0,1 0 0 0 0,-1-1-1 0 0,1 1 1 0 0,0 0-1 0 0,-1-1 1 0 0,1 1 0 0 0,0 0-1 0 0,-1-1 1 0 0,1 1-1 0 0,0-1 1 0 0,0 1 0 0 0,-1-1-1 0 0,1 1 1 0 0,0-1 0 0 0,0 0-1 0 0,0 0 1 0 0,0 1-1 0 0,0-1 1 0 0,-1 0 0 0 0,1 0-1 0 0,0 0 1 0 0,0 0 0 0 0,0 0-1 0 0,0 0 1 0 0,0 0-1 0 0,0 0 1 0 0,0 0 0 0 0,1 0-1 0 0,3-1-48 0 0,1 0-1 0 0,-1 0 0 0 0,1 0 0 0 0,-1 0 0 0 0,0-1 1 0 0,7-2-1 0 0,25-12 301 0 0,-10 6 16 0 0,39-23 0 0 0,-31 15-163 0 0,-13 7 96 0 0,-1 0 0 0 0,27-21 0 0 0,109-97 2334 0 0,-147 122-2378 0 0,0 0 0 0 0,-1 0-1 0 0,0-1 1 0 0,0 0 0 0 0,-1-1 0 0 0,0 0 0 0 0,-1 0-1 0 0,0-1 1 0 0,0 0 0 0 0,7-15 0 0 0,-3-11 564 0 0,-6 29-619 0 0,0 0 0 0 0,1 0 0 0 0,0 1 0 0 0,0-1 0 0 0,0 1 0 0 0,1 1 0 0 0,7-6 0 0 0,-9-1 146 0 0,-6 12-283 0 0,1-1 0 0 0,0 1 0 0 0,0 0-1 0 0,0 0 1 0 0,0-1 0 0 0,0 1 0 0 0,0 0 0 0 0,0-1 0 0 0,0 1-1 0 0,0 0 1 0 0,0-1 0 0 0,1 1 0 0 0,-1 0 0 0 0,0-1-1 0 0,0 1 1 0 0,0 0 0 0 0,0-1 0 0 0,0 1 0 0 0,1 0 0 0 0,-1 0-1 0 0,0-1 1 0 0,0 1 0 0 0,0 0 0 0 0,1 0 0 0 0,-1-1-1 0 0,0 1 1 0 0,0 0 0 0 0,1 0 0 0 0,-1 0 0 0 0,0-1 0 0 0,1 1-1 0 0,-1 0 1 0 0,0 0 0 0 0,1 0 0 0 0,-1 0 0 0 0,1 0 0 0 0,0 0-19 0 0,0-1 14 0 0,0 1 0 0 0,0 0 0 0 0,0 0 0 0 0,0 0 0 0 0,0 0 0 0 0,0 0 0 0 0,1 0 0 0 0,-1 1-1 0 0,0-1 1 0 0,0 0 0 0 0,0 1 0 0 0,0-1 0 0 0,0 0 0 0 0,0 1 0 0 0,0-1 0 0 0,0 1 0 0 0,1 0 0 0 0,-1 1 8 0 0,0 0 0 0 0,0 0 0 0 0,0 0 0 0 0,-1 1 1 0 0,1-1-1 0 0,-1 0 0 0 0,1 0 0 0 0,-1 0 0 0 0,0 1 0 0 0,0-1 0 0 0,0 0 0 0 0,0 4 0 0 0,0 6 28 0 0,1 0 0 0 0,1-1 0 0 0,0 1 0 0 0,0-1 0 0 0,7 18-1 0 0,-5-18-19 0 0,-1 0 0 0 0,0 1 0 0 0,-1-1 0 0 0,0 1 0 0 0,0 18 0 0 0,-2-5 6 0 0,-1-16-29 0 0,1-1 1 0 0,0 1-1 0 0,0-1 1 0 0,1 1-1 0 0,0-1 1 0 0,4 14-1 0 0,17 21 21 0 0,-12-4 93 0 0,12-3-40 0 0,-12-1-53 0 0,7-1 39 0 0,-11-19-32 0 0,-5-12-32 0 0,-1 0 0 0 0,1 0 0 0 0,0-1 0 0 0,0 1 0 0 0,1 0 0 0 0,-1 0 0 0 0,1-1 0 0 0,-1 1 0 0 0,1-1 0 0 0,0 0 0 0 0,0 1-1 0 0,0-1 1 0 0,0 0 0 0 0,0 0 0 0 0,1 0 0 0 0,3 3 0 0 0,8 2 9 0 0,-1-1 0 0 0,1 0-1 0 0,0 0 1 0 0,24 5 0 0 0,-38-11-6 0 0,0 0 0 0 0,0-1 0 0 0,-1 1 0 0 0,1 0 0 0 0,0 0 0 0 0,0 0 1 0 0,0 0-1 0 0,0 0 0 0 0,0-1 0 0 0,0 1 0 0 0,0 0 0 0 0,-1 0 1 0 0,1 0-1 0 0,0 0 0 0 0,0-1 0 0 0,0 1 0 0 0,0 0 0 0 0,0 0 0 0 0,0 0 1 0 0,0 0-1 0 0,0-1 0 0 0,0 1 0 0 0,0 0 0 0 0,0 0 0 0 0,0 0 1 0 0,0 0-1 0 0,0-1 0 0 0,0 1 0 0 0,0 0 0 0 0,0 0 0 0 0,0 0 0 0 0,1-1 1 0 0,-1 1-1 0 0,0 0 0 0 0,0 0 0 0 0,0 0 0 0 0,0 0 0 0 0,0 0 1 0 0,0-1-1 0 0,0 1 0 0 0,0 0 0 0 0,1 0 0 0 0,-1 0 0 0 0,-13-1 396 0 0,0 0 0 0 0,1 0 1 0 0,-16-5-1 0 0,-41-6 1543 0 0,-60-1 1297 0 0,-215 4 1 0 0,265 9-2977 0 0,54-1-168 0 0,0 1 0 0 0,0 1 0 0 0,-45 7 0 0 0,65-6-1084 0 0,0-1-1041 0 0,-10 0-556 0 0,35-11-2674 0 0,18-7-159 0 0,22-15 735 0 0</inkml:trace>
</inkml:ink>
</file>

<file path=ppt/ink/ink3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06T18:30:18.39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33 0 1441 0 0,'0'6'1440'0'0,"0"1"161"0"0,0 22 320 0 0,0 19 640 0 0,0 26-480 0 0,0-5-1441 0 0,0 0-400 0 0,0 8 81 0 0,-33-3 79 0 0,33-11-160 0 0,0-15-320 0 0,0-21-560 0 0,0-13-2562 0 0</inkml:trace>
</inkml:ink>
</file>

<file path=ppt/ink/ink3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06T18:30:19.00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21 2161 0 0,'0'0'2641'0'0,"33"0"-240"0"0,-1 0-400 0 0,34-6-400 0 0,-34 6-561 0 0,27 0-880 0 0,-26 0-1440 0 0,32-6-1521 0 0,-32 6-481 0 0,-1-9 161 0 0</inkml:trace>
</inkml:ink>
</file>

<file path=ppt/ink/ink3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06T18:30:19.92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7 1201 0 0,'27'0'2894'0'0,"-20"-3"1036"0"0,-3 1-3218 0 0,18 1 969 0 0,-17 1-374 0 0,0 0-266 0 0,257 6 1427 0 0,-152-9-3768 0 0,-54 1-1355 0 0,1 1-4822 0 0</inkml:trace>
</inkml:ink>
</file>

<file path=ppt/ink/ink3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06T18:30:20.31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13 2001 0 0,'0'-6'4642'0'0,"26"0"-2721"0"0,7 6-400 0 0,-1 6-321 0 0,1-6-399 0 0,32 6-241 0 0,1 9-240 0 0,-1-9-720 0 0,0 0-1441 0 0,1 3-1761 0 0,-34 3-560 0 0</inkml:trace>
</inkml:ink>
</file>

<file path=ppt/ink/ink3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06T18:30:26.67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1155 12 1441 0 0,'0'0'209'0'0,"1"-1"0"0"0,-1 1 0 0 0,0 0 1 0 0,0 0-1 0 0,0-1 0 0 0,0 1 0 0 0,0 0 1 0 0,1-1-1 0 0,-1 1 0 0 0,0 0 1 0 0,0-1-1 0 0,0 1 0 0 0,0 0 0 0 0,0 0 1 0 0,0-1-1 0 0,0 1 0 0 0,0 0 0 0 0,0-1 1 0 0,0 1-1 0 0,-1 0 0 0 0,1-1 0 0 0,0 1 1 0 0,0 0-1 0 0,0 0 0 0 0,0-1 0 0 0,0 1 1 0 0,0 0-1 0 0,-1-1 0 0 0,1 1 1 0 0,0 0-1 0 0,0 0 0 0 0,-1 0 0 0 0,1-1 1 0 0,0 1-1 0 0,0 0 0 0 0,0 0 0 0 0,-1 0 1 0 0,1-1-1 0 0,0 1 0 0 0,-1 0 0 0 0,1 0 1 0 0,0 0-1 0 0,0 0 0 0 0,-1 0 0 0 0,1 0 1 0 0,0 0-1 0 0,-1 0 0 0 0,-15-1 1188 0 0,-1 2-1 0 0,-22 3 0 0 0,18-2-1183 0 0,16-1-112 0 0,0 0 0 0 0,1 1 0 0 0,-1-1 0 0 0,0 1 0 0 0,0 0 0 0 0,1 0 0 0 0,-1 1 0 0 0,1 0-1 0 0,0 0 1 0 0,0 0 0 0 0,-5 4 0 0 0,-46 48 294 0 0,39-38-347 0 0,-14 22 85 0 0,-6 5 28 0 0,32-38-144 0 0,-1-1 0 0 0,1 1 0 0 0,0 0 0 0 0,0 0 0 0 0,0 0 0 0 0,1 1 0 0 0,0-1 0 0 0,-2 8 0 0 0,2-5-5 0 0,-1 0 0 0 0,0-1 0 0 0,-1 1 0 0 0,-8 11 0 0 0,9-15-21 0 0,1 0-1 0 0,-1 1 0 0 0,1-1 0 0 0,1 0 1 0 0,-1 1-1 0 0,1 0 0 0 0,-1 0 1 0 0,2 0-1 0 0,-3 9 0 0 0,2 2 82 0 0,1 0 0 0 0,0 22 0 0 0,2-19 49 0 0,-1-17-117 0 0,0 1-1 0 0,0-1 0 0 0,1 0 0 0 0,-1 0 0 0 0,1 1 0 0 0,0-1 0 0 0,0 0 1 0 0,0 0-1 0 0,0 0 0 0 0,1 0 0 0 0,-1 0 0 0 0,1 0 0 0 0,3 4 1 0 0,-3-5-9 0 0,0 1-1 0 0,-1 0 1 0 0,1 0 0 0 0,0 0 0 0 0,-1 0 0 0 0,0 1 0 0 0,0-1 0 0 0,0 0 0 0 0,0 1 0 0 0,0-1 0 0 0,-1 0 0 0 0,1 1 0 0 0,-1 4 0 0 0,1-3 12 0 0,-1-1 0 0 0,1 1 0 0 0,0-1 0 0 0,0 1 0 0 0,1-1 0 0 0,-1 0 0 0 0,1 0 0 0 0,0 0 0 0 0,0 0 0 0 0,0 0 0 0 0,1 0 0 0 0,-1 0 1 0 0,1-1-1 0 0,0 1 0 0 0,4 3 0 0 0,-2-2 5 0 0,-1 0 0 0 0,0 1 0 0 0,0 0 0 0 0,6 11 0 0 0,-2 3 47 0 0,-6-15-53 0 0,0 0-1 0 0,0 0 0 0 0,0 0 0 0 0,1 0 1 0 0,0-1-1 0 0,0 1 0 0 0,0 0 1 0 0,7 6-1 0 0,-5-6-15 0 0,-3-3 12 0 0,1 0 1 0 0,-1 0 0 0 0,0 1-1 0 0,0-1 1 0 0,0 1 0 0 0,0-1-1 0 0,0 1 1 0 0,-1 0-1 0 0,1 0 1 0 0,-1 0 0 0 0,1 0-1 0 0,-1 0 1 0 0,0 0 0 0 0,0 0-1 0 0,-1 0 1 0 0,1 1 0 0 0,-1-1-1 0 0,1 6 1 0 0,-1-1 16 0 0,1 0-1 0 0,0-1 1 0 0,1 0 0 0 0,0 1-1 0 0,0-1 1 0 0,6 14 0 0 0,-5-14-55 0 0,0 0 0 0 0,-1 1 0 0 0,1-1 0 0 0,-2 1 0 0 0,1 0 1 0 0,0 15-1 0 0,-2-14-5 0 0,-1-1 1 0 0,0 1-1 0 0,0-1 1 0 0,-1 0-1 0 0,0 0 1 0 0,-1 0-1 0 0,-3 8 1 0 0,-5 16 4 0 0,0 28 22 0 0,0-28 15 0 0,8-24 2 0 0,0-1 0 0 0,1 1 0 0 0,0 0 1 0 0,0 0-1 0 0,0 0 0 0 0,1 0 1 0 0,0 9-1 0 0,1-11 10 0 0,0-1 1 0 0,-1 1-1 0 0,1 0 0 0 0,-1-1 1 0 0,0 1-1 0 0,-1 0 0 0 0,1-1 1 0 0,-1 0-1 0 0,-1 1 0 0 0,1-1 1 0 0,-1 0-1 0 0,1 0 0 0 0,-1 0 1 0 0,-1 0-1 0 0,-4 5 0 0 0,4-4 8 0 0,0 1-1 0 0,0 1 0 0 0,0-1 0 0 0,1 0 1 0 0,-4 14-1 0 0,-5 11 72 0 0,-9 9-52 0 0,12-18-4 0 0,8-18-19 0 0,0-1 0 0 0,-1 1 0 0 0,0-1 0 0 0,1 0 0 0 0,-2 0 0 0 0,1 0 0 0 0,0 0 0 0 0,-1 0 0 0 0,0 0 0 0 0,0-1 0 0 0,-3 4 0 0 0,-5 3 60 0 0,0-1-1 0 0,-1-1 1 0 0,-19 11-1 0 0,3-1 31 0 0,-10 7 507 0 0,-1-2 0 0 0,-2-1-1 0 0,-74 28 1 0 0,106-47-525 0 0,0-1-1 0 0,0 0 1 0 0,0 0 0 0 0,0 0-1 0 0,0-2 1 0 0,-18 1 0 0 0,22-1-106 0 0,1 0 1 0 0,-1 0-1 0 0,0-1 1 0 0,1 0-1 0 0,-1 0 1 0 0,1 0-1 0 0,-1 0 1 0 0,1-1-1 0 0,0 0 1 0 0,-1 0-1 0 0,1 0 1 0 0,0 0-1 0 0,0 0 1 0 0,-5-5-1 0 0,8 5 4 0 0,-1 0 0 0 0,1 0 0 0 0,0-1 0 0 0,1 1 0 0 0,-1 0 0 0 0,0 0 0 0 0,1 0-1 0 0,-1-1 1 0 0,1 1 0 0 0,0 0 0 0 0,-1 0 0 0 0,1-1 0 0 0,0 1 0 0 0,1-5 0 0 0,7-32-404 0 0,-3 28 361 0 0,0 0 0 0 0,2 0 0 0 0,-1 1 0 0 0,1 0 0 0 0,1 0 0 0 0,-1 0 0 0 0,2 1 0 0 0,-1 0 0 0 0,17-11 0 0 0,-12 9 77 0 0,2 1 0 0 0,0 0 0 0 0,0 1 0 0 0,1 1 0 0 0,0 0-1 0 0,23-7 1 0 0,-34 13 2 0 0,2 0-71 0 0,0 0 0 0 0,0 0 0 0 0,0 1 0 0 0,13-2 0 0 0,-18 3 36 0 0,0 0-1 0 0,0 0 1 0 0,0 0-1 0 0,-1 0 0 0 0,1 1 1 0 0,0-1-1 0 0,0 1 0 0 0,0-1 1 0 0,-1 1-1 0 0,1 0 0 0 0,0-1 1 0 0,-1 1-1 0 0,1 0 0 0 0,-1 0 1 0 0,1 0-1 0 0,-1 0 1 0 0,1 1-1 0 0,-1-1 0 0 0,0 0 1 0 0,1 1-1 0 0,-1-1 0 0 0,0 0 1 0 0,2 4-1 0 0,-2-2 11 0 0,0-1 0 0 0,-1 1 1 0 0,1 0-1 0 0,-1 0 0 0 0,1-1 0 0 0,-1 1 1 0 0,0 0-1 0 0,0 0 0 0 0,0 0 0 0 0,0-1 0 0 0,-1 1 1 0 0,1 0-1 0 0,-1 0 0 0 0,-1 4 0 0 0,-7 26 111 0 0,-2 0 0 0 0,-1-1-1 0 0,-1 0 1 0 0,-2-1-1 0 0,-1 0 1 0 0,-38 53 0 0 0,-40 36 415 0 0,36-47-646 0 0,2 1 1 0 0,-84 152 0 0 0,105-161 90 0 0,21-41 72 0 0,1 0-1 0 0,1 0 1 0 0,1 1 0 0 0,1 1 0 0 0,-9 36-1 0 0,18-52-14 0 0,0-1-1 0 0,1 0 0 0 0,0 1 0 0 0,1-1 1 0 0,0 0-1 0 0,0 1 0 0 0,1-1 0 0 0,1 0 1 0 0,-1 0-1 0 0,1 0 0 0 0,1 0 1 0 0,-1-1-1 0 0,2 1 0 0 0,9 14 0 0 0,-4-9-15 0 0,0-1-1 0 0,2 0 0 0 0,-1 0 1 0 0,2-1-1 0 0,-1-1 0 0 0,2 0 0 0 0,14 9 1 0 0,5 2-428 0 0,1-2 1 0 0,1-1-1 0 0,0-2 0 0 0,2-1 1 0 0,0-2-1 0 0,1-1 0 0 0,0-2 1 0 0,0-2-1 0 0,1-2 0 0 0,1-1 1 0 0,-1-2-1 0 0,61-1 1 0 0,16-16-4532 0 0,-91 10 3548 0 0,133-16-8577 0 0</inkml:trace>
</inkml:ink>
</file>

<file path=ppt/ink/ink3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06T18:30:30.15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7 1601 0 0,'11'-3'645'0'0,"0"0"174"0"0,-1 2 2546 0 0,-9 3-1829 0 0,-1 1-1266 0 0,5-1 2859 0 0,-1-3-2989 0 0,-3 1-105 0 0,0 0-1 0 0,-1 0 0 0 0,1-1 0 0 0,0 1 1 0 0,-1 0-1 0 0,1 0 0 0 0,0 0 1 0 0,0 0-1 0 0,-1 0 0 0 0,1 0 0 0 0,0 0 1 0 0,-1 0-1 0 0,1 0 0 0 0,0 0 0 0 0,-1 0 1 0 0,1 1-1 0 0,0-1 0 0 0,-1 0 1 0 0,1 0-1 0 0,0 1 0 0 0,-1-1 0 0 0,1 0 1 0 0,-1 1-1 0 0,1-1 0 0 0,-1 1 1 0 0,1-1-1 0 0,0 1 0 0 0,-1-1 0 0 0,0 1 1 0 0,1-1-1 0 0,-1 1 0 0 0,1-1 0 0 0,-1 1 1 0 0,0 0-1 0 0,1-1 0 0 0,-1 1 1 0 0,0-1-1 0 0,0 1 0 0 0,1 0 0 0 0,-1-1 1 0 0,0 1-1 0 0,0 1 0 0 0,-5 0 180 0 0,3-2-197 0 0,1 0-1 0 0,-1 1 1 0 0,1-1 0 0 0,0 0 0 0 0,-1 0 0 0 0,1 1 0 0 0,0-1 0 0 0,-1 1 0 0 0,1 0-1 0 0,0-1 1 0 0,-1 1 0 0 0,1 0 0 0 0,0 0 0 0 0,-2 1 0 0 0,2 0 24 0 0,0 1 0 0 0,0-1 0 0 0,0 0 0 0 0,1 1 1 0 0,-1-1-1 0 0,1 1 0 0 0,-1-1 0 0 0,1 1 0 0 0,0-1 0 0 0,0 1 1 0 0,0 3-1 0 0,0-4-9 0 0,0 1-1 0 0,-1-1 1 0 0,0 1 0 0 0,0-1 0 0 0,0 1 0 0 0,0-1-1 0 0,0 1 1 0 0,0-1 0 0 0,0 0 0 0 0,-1 0 0 0 0,1 0 0 0 0,-1 1-1 0 0,-2 0 1 0 0,3-2-14 0 0,0 0-1 0 0,0 0 1 0 0,0 1-1 0 0,0-1 1 0 0,0 0-1 0 0,0 0 0 0 0,0 0 1 0 0,0 1-1 0 0,1-1 1 0 0,-1 0-1 0 0,0 1 1 0 0,1-1-1 0 0,-1 0 1 0 0,1 1-1 0 0,-1-1 1 0 0,1 1-1 0 0,0-1 1 0 0,-1 1-1 0 0,1-1 1 0 0,0 1-1 0 0,0-1 1 0 0,0 1-1 0 0,0-1 1 0 0,1 1-1 0 0,-1-1 0 0 0,0 1 1 0 0,1-1-1 0 0,-1 1 1 0 0,1-1-1 0 0,0 3 1 0 0,54 55 409 0 0,-55-58-414 0 0,1 1 1 0 0,0-1 0 0 0,0 1 0 0 0,-1-1 0 0 0,1 1-1 0 0,-1 0 1 0 0,1-1 0 0 0,-1 1 0 0 0,0-1 0 0 0,0 1-1 0 0,1 0 1 0 0,-1-1 0 0 0,-1 4 0 0 0,1-2 6 0 0,0-1 1 0 0,0 1 0 0 0,1-1 0 0 0,-1 1-1 0 0,0-1 1 0 0,1 1 0 0 0,-1-1-1 0 0,1 0 1 0 0,2 4 0 0 0,18 28 126 0 0,-10-1-107 0 0,11-3 0 0 0,-11 2-54 0 0,-5-23 64 0 0,1 0-1 0 0,0 0 0 0 0,15 13 1 0 0,-10-9-74 0 0,-8-9-7 0 0,1-1 1 0 0,-1-1 0 0 0,1 1-1 0 0,0 0 1 0 0,0-1 0 0 0,0 0 0 0 0,0 0-1 0 0,0-1 1 0 0,0 1 0 0 0,0-1-1 0 0,1 0 1 0 0,-1 0 0 0 0,0-1-1 0 0,1 0 1 0 0,-1 0 0 0 0,8-1-1 0 0,-8 1 0 0 0,9-1-12 0 0,-1-2 0 0 0,0 1 0 0 0,1-2 0 0 0,-1 0 0 0 0,-1 0 0 0 0,1-1 0 0 0,-1-1 0 0 0,20-12 0 0 0,39-30 350 0 0,-26 20-137 0 0,62-42 487 0 0,110-74 597 0 0,-108 73-1001 0 0,-49 41 121 0 0,-131 68-8938 0 0,-16 7-534 0 0</inkml:trace>
</inkml:ink>
</file>

<file path=ppt/ink/ink4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06T18:30:31.00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35 185 400 0 0,'0'0'1014'0'0,"0"37"4762"0"0,0 45-3295 0 0,0-81-2464 0 0,0 0-1 0 0,0 1 0 0 0,0-1 1 0 0,0 0-1 0 0,0 0 1 0 0,-1 1-1 0 0,1-1 0 0 0,0 0 1 0 0,-1 0-1 0 0,1 0 1 0 0,-1 1-1 0 0,0-1 1 0 0,1 0-1 0 0,-1 0 0 0 0,0 0 1 0 0,0 0-1 0 0,1 0 1 0 0,-1 0-1 0 0,0 0 1 0 0,0-1-1 0 0,0 1 0 0 0,0 0 1 0 0,0 0-1 0 0,0-1 1 0 0,-1 1-1 0 0,1 0 1 0 0,0-1-1 0 0,-2 1 0 0 0,-3 2 55 0 0,5-1-30 0 0,0-1-1 0 0,0 1 1 0 0,1-1-1 0 0,-1 1 1 0 0,0 0 0 0 0,1-1-1 0 0,-1 1 1 0 0,1 0-1 0 0,-1-1 1 0 0,1 1-1 0 0,0 0 1 0 0,0 0 0 0 0,0 0-1 0 0,0-1 1 0 0,0 1-1 0 0,0 0 1 0 0,0 0 0 0 0,1 3-1 0 0,0 1 310 0 0,-1-5-57 0 0,5-8-573 0 0,1 4 251 0 0,0 1 0 0 0,-1-2 1 0 0,0 1-1 0 0,0 0 0 0 0,0-1 0 0 0,0 0 1 0 0,0-1-1 0 0,-1 1 0 0 0,1-1 1 0 0,-1 1-1 0 0,0-1 0 0 0,3-6 0 0 0,23-18 104 0 0,-1 3 24 0 0,-13 10-3 0 0,1-1 30 0 0,-1 0 0 0 0,-1-1 0 0 0,14-21 0 0 0,4-17 221 0 0,-32 53-310 0 0,1 0 1 0 0,0 0 0 0 0,0 1-1 0 0,0-1 1 0 0,0 0-1 0 0,0 1 1 0 0,1 0-1 0 0,-1-1 1 0 0,1 1 0 0 0,-1 0-1 0 0,5-2 1 0 0,-5 2-22 0 0,-1 1 25 0 0,0 0-1 0 0,-1 0 1 0 0,1 0 0 0 0,0 0 0 0 0,-1 0-1 0 0,1 0 1 0 0,-1 0 0 0 0,0 0 0 0 0,1-1-1 0 0,-1 1 1 0 0,0 0 0 0 0,0 0 0 0 0,1 0-1 0 0,-1-1 1 0 0,-1-1 0 0 0,1-4 429 0 0,0 13 235 0 0,5-6-598 0 0,180-7 453 0 0,-50 0-626 0 0,-114 7-54 0 0,-8 0-349 0 0,1-1 0 0 0,-1 0-1 0 0,1 0 1 0 0,-1-2 0 0 0,19-5 0 0 0,-27 4-1095 0 0,-5 0-2119 0 0,0-2-408 0 0</inkml:trace>
</inkml:ink>
</file>

<file path=ppt/ink/ink4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06T18:30:31.38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0 320 0 0,'33'0'6643'0'0,"0"7"-5442"0"0,-33 1-241 0 0,32-8-79 0 0,1 6-241 0 0,0 7-160 0 0,32-5-240 0 0,0-2-160 0 0,-6 1-400 0 0,-26 1-560 0 0,32-16-1041 0 0,-32 8-880 0 0,-1-7-241 0 0</inkml:trace>
</inkml:ink>
</file>

<file path=ppt/ink/ink4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06T18:30:32.27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15 880 0 0,'0'0'2722'0'0,"33"0"-481"0"0,0 0-481 0 0,-1-6-1119 0 0,1 6-81 0 0,-7-9-80 0 0,7 9-80 0 0,-1 0-159 0 0,1 0-1 0 0,32 0-160 0 0,-32 9-320 0 0,-33-3-801 0 0,33 8-2080 0 0,-33-1-561 0 0</inkml:trace>
</inkml:ink>
</file>

<file path=ppt/ink/ink4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06T18:30:32.95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15 1361 0 0,'32'-6'1520'0'0,"1"6"-159"0"0,0-8-80 0 0,32 8-241 0 0,-39 0-240 0 0,39 0-239 0 0,33 8-801 0 0,-32-8-1441 0 0,-34 6-1121 0 0,34-6 81 0 0</inkml:trace>
</inkml:ink>
</file>

<file path=ppt/ink/ink4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06T18:30:38.24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90 80 0 0,'33'0'2001'0'0,"-1"9"-160"0"0,1-18-160 0 0,-1 9-321 0 0,1-6-239 0 0,0-6-321 0 0,-1-3-160 0 0,34-6-159 0 0,-34 15-161 0 0,34-8-160 0 0,-1 7 0 0 0,0-1-80 0 0,27 16-160 0 0,-27-8-240 0 0,0 7-961 0 0,1-1-1120 0 0,-34-6-560 0 0,1 0 159 0 0</inkml:trace>
</inkml:ink>
</file>

<file path=ppt/ink/ink4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06T18:30:38.86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40 640 0 0,'33'-12'2001'0'0,"65"-3"0"0"0,0 3-240 0 0,65 12 0 0 0,-6 0-721 0 0,-27 6-2080 0 0,-64 0-2802 0 0</inkml:trace>
</inkml:ink>
</file>

<file path=ppt/ink/ink4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06T18:30:39.51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98 135 1121 0 0,'18'-13'448'0'0,"-1"1"1"0"0,2 0-1 0 0,0 2 1 0 0,26-12-1 0 0,-5 3 17 0 0,-27 13-291 0 0,0 0-1 0 0,0 0 1 0 0,0 2-1 0 0,1 0 0 0 0,17-3 1 0 0,-3 0 299 0 0,-24 5-391 0 0,-1 1-1 0 0,1 0 0 0 0,-1 0 1 0 0,1 0-1 0 0,0 1 0 0 0,0-1 0 0 0,-1 1 1 0 0,1 0-1 0 0,0 0 0 0 0,-1 0 1 0 0,1 1-1 0 0,0-1 0 0 0,0 1 0 0 0,-1 0 1 0 0,7 2-1 0 0,-10-3-63 0 0,0 0 1 0 0,1 1-1 0 0,-1-1 0 0 0,1 0 0 0 0,-1 1 0 0 0,1-1 1 0 0,-1 0-1 0 0,0 1 0 0 0,1-1 0 0 0,-1 1 1 0 0,0-1-1 0 0,1 0 0 0 0,-1 1 0 0 0,0-1 1 0 0,0 1-1 0 0,1-1 0 0 0,-1 1 0 0 0,0-1 1 0 0,0 1-1 0 0,0-1 0 0 0,0 1 0 0 0,0-1 1 0 0,0 1-1 0 0,0-1 0 0 0,0 1 0 0 0,0-1 0 0 0,0 1 1 0 0,0-1-1 0 0,0 1 0 0 0,0 0 0 0 0,-6 17 231 0 0,-8 4 50 0 0,0-1-1 0 0,-1 0 1 0 0,-26 28 0 0 0,37-45-254 0 0,-66 65 597 0 0,16-18-310 0 0,-44 57 162 0 0,82-88-407 0 0,0 0 0 0 0,-17 28 0 0 0,-5 7 12 0 0,35-52-259 0 0,-1 1 0 0 0,1 0 0 0 0,1 0 0 0 0,-1 0-1 0 0,0 0 1 0 0,1 0 0 0 0,0 0 0 0 0,0 1 0 0 0,0-1 0 0 0,1 1 0 0 0,-1-1 0 0 0,1 1 0 0 0,0 0 0 0 0,0-1 0 0 0,1 1 0 0 0,-1 0 0 0 0,1 6-1 0 0,0-11 87 0 0,0 1 0 0 0,0-1 0 0 0,0 1 0 0 0,0-1 0 0 0,0 0-1 0 0,0 1 1 0 0,0-1 0 0 0,0 1 0 0 0,1-1 0 0 0,-1 1 0 0 0,0-1-1 0 0,0 0 1 0 0,0 1 0 0 0,0-1 0 0 0,0 1 0 0 0,1-1-1 0 0,-1 0 1 0 0,0 1 0 0 0,0-1 0 0 0,1 0 0 0 0,-1 1 0 0 0,0-1-1 0 0,1 0 1 0 0,-1 1 0 0 0,0-1 0 0 0,1 0 0 0 0,-1 0-1 0 0,0 0 1 0 0,1 1 0 0 0,-1-1 0 0 0,1 0 0 0 0,-1 0 0 0 0,0 0-1 0 0,1 0 1 0 0,-1 1 0 0 0,1-1 0 0 0,-1 0 0 0 0,1 0-1 0 0,-1 0 1 0 0,1 0 0 0 0,54 2-3327 0 0</inkml:trace>
</inkml:ink>
</file>

<file path=ppt/ink/ink4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06T18:30:40.18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544 73 800 0 0,'-11'0'577'0'0,"5"-1"-135"0"0,0 1-1 0 0,0 0 0 0 0,0 1 1 0 0,1-1-1 0 0,-1 1 0 0 0,0 0 0 0 0,0 1 1 0 0,-7 2-1 0 0,-79 24 1693 0 0,77-22-1835 0 0,-27 7 308 0 0,1 3 0 0 0,1 1 1 0 0,1 2-1 0 0,-73 48 0 0 0,103-60-544 0 0,1 1-1 0 0,0 1 1 0 0,0-1-1 0 0,-9 14 1 0 0,-3 4 78 0 0,17-24-123 0 0,1 0 0 0 0,0 1 0 0 0,0-1 0 0 0,0 0 0 0 0,1 1 0 0 0,-1 0 0 0 0,0-1 0 0 0,1 1 0 0 0,0 0 0 0 0,-2 5 0 0 0,3-6-8 0 0,0-1 1 0 0,1 1-1 0 0,-1-1 0 0 0,1 1 1 0 0,-1-1-1 0 0,1 0 0 0 0,-1 1 1 0 0,1-1-1 0 0,0 0 0 0 0,0 1 1 0 0,0-1-1 0 0,0 0 0 0 0,0 0 1 0 0,0 0-1 0 0,0 0 0 0 0,0 0 1 0 0,0 0-1 0 0,0 0 0 0 0,0 0 1 0 0,1 0-1 0 0,-1-1 0 0 0,0 1 1 0 0,1 0-1 0 0,-1-1 0 0 0,3 1 1 0 0,14 7-14 0 0,0-1 1 0 0,1 0 0 0 0,0-2 0 0 0,0 0-1 0 0,1-1 1 0 0,-1-1 0 0 0,40 0-1 0 0,-26-3-22 0 0,-1-1-1 0 0,1-2 1 0 0,59-13 0 0 0,-69 11 65 0 0,0-1 0 0 0,-1-1 0 0 0,0-1 0 0 0,0-1 0 0 0,-1-1 0 0 0,0-1 0 0 0,0-1 0 0 0,-2-1 0 0 0,25-19 0 0 0,-37 27-28 0 0,8-7 19 0 0,0 0 0 0 0,0 0-1 0 0,-1-2 1 0 0,15-17 0 0 0,-26 27-24 0 0,0 1 0 0 0,0-1 0 0 0,-1 0 1 0 0,1 0-1 0 0,-1 0 0 0 0,0-1 0 0 0,0 1 1 0 0,0 0-1 0 0,0-1 0 0 0,-1 0 0 0 0,0 1 1 0 0,0-1-1 0 0,0 0 0 0 0,-1 1 0 0 0,1-1 0 0 0,-1 0 1 0 0,0 0-1 0 0,-1 1 0 0 0,1-1 0 0 0,-1 0 1 0 0,0 0-1 0 0,0 1 0 0 0,0-1 0 0 0,-3-6 1 0 0,0 5-96 0 0,1 0 0 0 0,-1 1 0 0 0,0-1 0 0 0,0 1-1 0 0,0 0 1 0 0,-1 0 0 0 0,0 1 0 0 0,0-1 0 0 0,0 1 0 0 0,0 0 0 0 0,-1 0 0 0 0,1 1 0 0 0,-1 0 0 0 0,0 0 0 0 0,0 0 0 0 0,-10-3 0 0 0,1 2-424 0 0,0 0 0 0 0,0 1-1 0 0,0 1 1 0 0,-1 0 0 0 0,1 1 0 0 0,-18 1-1 0 0,-65 9-3809 0 0</inkml:trace>
</inkml:ink>
</file>

<file path=ppt/ink/ink4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06T18:30:41.65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1 480 0 0,'32'6'2161'0'0,"1"23"400"0"0,32 19 241 0 0,-32 14-961 0 0,0-29-1681 0 0,-1-12-401 0 0,-32 6 81 0 0,33-6-320 0 0,-33-6-640 0 0,32-9-881 0 0,-32 0-160 0 0,0 9 80 0 0</inkml:trace>
</inkml:ink>
</file>

<file path=ppt/ink/ink4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06T18:30:42.03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0 269 640 0 0,'0'-7'1681'0'0,"0"-1"-640"0"0,0 2-241 0 0,33 0-80 0 0,0-9 81 0 0,-1 3-81 0 0,1-9-160 0 0,0 0-80 0 0,32 0-159 0 0,-32-6-321 0 0,32-2-641 0 0,-32-4-559 0 0,-1-2-401 0 0,1 7-640 0 0</inkml:trace>
</inkml:ink>
</file>

<file path=ppt/ink/ink4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06T18:30:42.42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196 1 3762 0 0,'-65'83'3121'0'0,"32"-8"-1920"0"0,1 1-721 0 0,-1-1 80 0 0,33-6-80 0 0,-33-13-159 0 0,33-14-241 0 0,33-15-401 0 0,0-13-1439 0 0,-33-8-2402 0 0</inkml:trace>
</inkml:ink>
</file>

<file path=ppt/ink/ink4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06T18:30:43.41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223 84 800 0 0,'7'-1'373'0'0,"-6"1"-313"0"0,0 0-1 0 0,-1 0 0 0 0,1 1 1 0 0,0-2-1 0 0,0 1 0 0 0,0 0 0 0 0,0 0 1 0 0,0 0-1 0 0,0 0 0 0 0,0-1 1 0 0,0 1-1 0 0,0 0 0 0 0,0-1 1 0 0,0 1-1 0 0,0-1 0 0 0,-1 1 0 0 0,1-1 1 0 0,0 1-1 0 0,0-1 0 0 0,0 1 1 0 0,-1-1-1 0 0,1 0 0 0 0,0 0 1 0 0,-1 1-1 0 0,1-1 0 0 0,-1 0 0 0 0,1 0 1 0 0,-1 0-1 0 0,1 0 0 0 0,-1 1 1 0 0,0-1-1 0 0,1 0 0 0 0,-1 0 1 0 0,0 0-1 0 0,1-1 0 0 0,-1 1-8 0 0,0 0-1 0 0,0 0 0 0 0,1 0 1 0 0,-1 0-1 0 0,0 0 0 0 0,1 0 1 0 0,-1 0-1 0 0,1 0 0 0 0,-1 0 1 0 0,1 0-1 0 0,0 0 0 0 0,-1 1 1 0 0,1-1-1 0 0,0 0 0 0 0,0 1 1 0 0,-1-1-1 0 0,1 0 0 0 0,0 1 1 0 0,0-1-1 0 0,0 1 0 0 0,0-1 1 0 0,0 1-1 0 0,1-1 1 0 0,28-10 593 0 0,-17 7-376 0 0,-4 0-157 0 0,-1 0-73 0 0,0 0 1 0 0,0 1-1 0 0,0 0 0 0 0,1 0 0 0 0,0 1 1 0 0,-1 0-1 0 0,1 0 0 0 0,0 1 0 0 0,10 0 1 0 0,-10 1-1 0 0,1 0 0 0 0,-1 1 1 0 0,0 0-1 0 0,1 0 0 0 0,-1 1 0 0 0,0 0 1 0 0,0 1-1 0 0,0 0 0 0 0,0 0 0 0 0,0 1 1 0 0,-1 0-1 0 0,0 0 0 0 0,0 1 1 0 0,0 0-1 0 0,0 1 0 0 0,-1 0 0 0 0,0 0 1 0 0,0 0-1 0 0,0 1 0 0 0,-1 0 1 0 0,0 1-1 0 0,9 13 0 0 0,-13-17-3 0 0,1 1-1 0 0,-1-1 1 0 0,0 1 0 0 0,0-1-1 0 0,0 1 1 0 0,-1 0 0 0 0,0 0-1 0 0,0 0 1 0 0,1 8 0 0 0,-3-6 14 0 0,0 0 0 0 0,0 0 0 0 0,0 1-1 0 0,-1-1 1 0 0,-5 11 0 0 0,-1 11 96 0 0,7-24-120 0 0,0 0 0 0 0,0-1 0 0 0,-1 1 0 0 0,1 0 0 0 0,-1-1 0 0 0,0 1 0 0 0,0-1 0 0 0,-1 0-1 0 0,0 0 1 0 0,1 0 0 0 0,-1 0 0 0 0,0 0 0 0 0,-6 5 0 0 0,-23 20 163 0 0,-5 6 238 0 0,-52 38 0 0 0,21-28-15 0 0,32-23-59 0 0,1 2 0 0 0,-49 44 1 0 0,78-64-324 0 0,0 1 0 0 0,0-1 0 0 0,0 0 0 0 0,0 0 0 0 0,-1-1 0 0 0,1 0 0 0 0,-1 0 0 0 0,0-1 0 0 0,0 1 0 0 0,0-2 0 0 0,0 1 0 0 0,0-1 0 0 0,-1 0 0 0 0,1 0 0 0 0,0-1 0 0 0,-10 0 0 0 0,6-8-15 0 0,-9-3-54 0 0,18 10 41 0 0,0 1 1 0 0,-1-1 0 0 0,1 0 0 0 0,0 0-1 0 0,0 0 1 0 0,0 0 0 0 0,0-1 0 0 0,0 1-1 0 0,0-1 1 0 0,0 1 0 0 0,0-1-1 0 0,0 1 1 0 0,1-1 0 0 0,-1 0 0 0 0,1 0-1 0 0,-1 0 1 0 0,1 0 0 0 0,0 0 0 0 0,0 0-1 0 0,0 0 1 0 0,0 0 0 0 0,-1-5 0 0 0,2 6 0 0 0,0 1-1 0 0,0-1 1 0 0,0 0 0 0 0,0 0 0 0 0,0 0 0 0 0,0 0 0 0 0,0 0 0 0 0,1 0-1 0 0,-1 0 1 0 0,0 0 0 0 0,1 0 0 0 0,-1 0 0 0 0,1 0 0 0 0,-1 1 0 0 0,0-1 0 0 0,1 0-1 0 0,0 0 1 0 0,-1 1 0 0 0,1-1 0 0 0,0 0 0 0 0,-1 1 0 0 0,1-1 0 0 0,0 0-1 0 0,0 1 1 0 0,-1-1 0 0 0,1 1 0 0 0,0-1 0 0 0,0 1 0 0 0,0 0 0 0 0,1-1 0 0 0,-1 1-1 0 0,0-1 0 0 0,0 1 0 0 0,0-1 0 0 0,0 1 0 0 0,-1-1 0 0 0,1 1 1 0 0,0-1-1 0 0,0 1 0 0 0,0-1 0 0 0,0 0 0 0 0,-1 1 0 0 0,1-1 0 0 0,0 0 1 0 0,-1 0-1 0 0,1 0 0 0 0,-1 0 0 0 0,1 1 0 0 0,-1-1 0 0 0,1 0 0 0 0,-1 0 1 0 0,1 0-1 0 0,-1 0 0 0 0,0 0 0 0 0,0 0 0 0 0,0 0 0 0 0,1 0 0 0 0,-1 0 1 0 0,0 0-1 0 0,0 0 0 0 0,0-2 0 0 0,0 2 8 0 0,0 0 0 0 0,1 0 1 0 0,-1 0-1 0 0,1 0 0 0 0,-1 0 0 0 0,1 0 1 0 0,0 0-1 0 0,0 0 0 0 0,-1 0 0 0 0,1 0 0 0 0,0 1 1 0 0,0-1-1 0 0,0 0 0 0 0,0 1 0 0 0,0-1 0 0 0,0 0 1 0 0,0 1-1 0 0,0-1 0 0 0,0 1 0 0 0,0-1 0 0 0,0 1 1 0 0,0 0-1 0 0,0-1 0 0 0,0 1 0 0 0,0 0 0 0 0,1 0 1 0 0,-1 0-1 0 0,0 0 0 0 0,0 0 0 0 0,0 0 1 0 0,0 0-1 0 0,2 1 0 0 0,52 2 96 0 0,-43-2-100 0 0,-1 1 22 0 0,0 1 0 0 0,0 0 1 0 0,-1 0-1 0 0,12 6 0 0 0,37 11-243 0 0,-45-17-375 0 0,0-1 0 0 0,0-1 0 0 0,0 0 0 0 0,0-1 0 0 0,0-1 0 0 0,0 0 0 0 0,0-1 0 0 0,0-1 0 0 0,17-4 0 0 0,18-9-2077 0 0,38-8-53 0 0</inkml:trace>
</inkml:ink>
</file>

<file path=ppt/ink/ink4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06T18:30:43.83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713 0 160 0 0,'-91'19'2410'0'0,"1"4"0"0"0,-147 58 0 0 0,190-62-1601 0 0,1 1 1 0 0,-84 53-1 0 0,124-69-728 0 0,1 0 0 0 0,-1 0 0 0 0,1 0 0 0 0,1 1 0 0 0,-1 0 0 0 0,0 0 0 0 0,1 0 0 0 0,0 0 0 0 0,0 1 0 0 0,1-1 0 0 0,-5 10 0 0 0,5-6 30 0 0,1 0-1 0 0,0 0 0 0 0,0 0 0 0 0,0 0 0 0 0,1 1 1 0 0,1-1-1 0 0,0 10 0 0 0,0-16-95 0 0,1 0-1 0 0,-1 1 1 0 0,1-1-1 0 0,0 0 1 0 0,0 0 0 0 0,0 0-1 0 0,0 0 1 0 0,0-1-1 0 0,1 1 1 0 0,0 0-1 0 0,-1-1 1 0 0,1 1 0 0 0,0 0-1 0 0,0-1 1 0 0,0 0-1 0 0,0 0 1 0 0,1 1 0 0 0,-1-1-1 0 0,1-1 1 0 0,-1 1-1 0 0,1 0 1 0 0,0-1 0 0 0,-1 1-1 0 0,1-1 1 0 0,0 0-1 0 0,0 0 1 0 0,0 0-1 0 0,5 1 1 0 0,10 3 15 0 0,-1-1 0 0 0,2-1 0 0 0,-1-1 0 0 0,23 0 1 0 0,29-3 53 0 0,1-3 1 0 0,125-25-1 0 0,-151 20-46 0 0,0-3 0 0 0,-1-1-1 0 0,-1-3 1 0 0,-1-1 0 0 0,66-37 0 0 0,-95 46-8 0 0,28-19 69 0 0,-40 26-90 0 0,1-1 1 0 0,0 0 0 0 0,-1 0 0 0 0,0 1 0 0 0,1-1 0 0 0,-1 0 0 0 0,0 0 0 0 0,0 0 0 0 0,0-1-1 0 0,0 1 1 0 0,-1 0 0 0 0,1 0 0 0 0,0 0 0 0 0,-1-1 0 0 0,0 1 0 0 0,1 0 0 0 0,-1-4 0 0 0,0 5-7 0 0,0 0 1 0 0,0-1 0 0 0,0 1-1 0 0,0 0 1 0 0,-1-1-1 0 0,1 1 1 0 0,0 0 0 0 0,-1-1-1 0 0,1 1 1 0 0,0 0 0 0 0,-1-1-1 0 0,0 1 1 0 0,1 0 0 0 0,-1 0-1 0 0,0 0 1 0 0,1 0-1 0 0,-1 0 1 0 0,0 0 0 0 0,0 0-1 0 0,0 0 1 0 0,0 0 0 0 0,0 0-1 0 0,0 0 1 0 0,0 0 0 0 0,-1 1-1 0 0,-1-2 1 0 0,-5-4 18 0 0,5 4-12 0 0,1 0 1 0 0,0 0-1 0 0,0 0 1 0 0,-1 1-1 0 0,1-1 0 0 0,-1 1 1 0 0,1-1-1 0 0,-1 1 1 0 0,0 0-1 0 0,1 0 1 0 0,-1 0-1 0 0,0 1 1 0 0,0-1-1 0 0,0 1 1 0 0,0-1-1 0 0,-2 1 1 0 0,-14-2 11 0 0,-42-11-227 0 0,-77-5 0 0 0,105 16-809 0 0,0 2-1 0 0,0 1 1 0 0,0 2-1 0 0,-33 6 0 0 0,65-9 880 0 0,-1 0-1 0 0,1 0 1 0 0,0 1-1 0 0,-1-1 1 0 0,1 0-1 0 0,0 1 0 0 0,-1-1 1 0 0,1 0-1 0 0,0 1 1 0 0,0-1-1 0 0,0 1 1 0 0,-1 0-1 0 0,1-1 1 0 0,-1 3-1 0 0,12 6-2033 0 0,-5-6 1662 0 0,0 4-2254 0 0</inkml:trace>
</inkml:ink>
</file>

<file path=ppt/ink/ink4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06T18:30:44.28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96 960 0 0,'0'-6'4002'0'0,"0"0"-320"0"0,0-2-2161 0 0,32 8-321 0 0,1-7-319 0 0,-1 1-241 0 0,1 6-240 0 0,32-14-240 0 0,27 7-720 0 0,6-7-1521 0 0,-33-7-1521 0 0,33 15-400 0 0</inkml:trace>
</inkml:ink>
</file>

<file path=ppt/ink/ink4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06T18:30:44.70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1 102 4482 0 0,'0'-12'4082'0'0,"0"3"-1681"0"0,32 3-2081 0 0,1 0-80 0 0,32 0-240 0 0,33-9-720 0 0,66-6-2401 0 0,31-6-3042 0 0</inkml:trace>
</inkml:ink>
</file>

<file path=ppt/ink/ink4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06T18:30:45.85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229 15 720 0 0,'36'-6'1248'0'0,"1"1"-1"0"0,0 2 0 0 0,66 2 1 0 0,-60 2-622 0 0,-36-1-366 0 0,0 0 0 0 0,0 1 1 0 0,0 0-1 0 0,11 3 0 0 0,-17-3-221 0 0,0-1 0 0 0,0 0 1 0 0,0 0-1 0 0,1 1 0 0 0,-1-1 0 0 0,0 1 1 0 0,0-1-1 0 0,0 1 0 0 0,0-1 1 0 0,0 1-1 0 0,0 0 0 0 0,0-1 0 0 0,0 1 1 0 0,0 0-1 0 0,0 0 0 0 0,0 0 1 0 0,0 0-1 0 0,0 0 0 0 0,-1 0 0 0 0,1 0 1 0 0,0 0-1 0 0,-1 0 0 0 0,1 0 0 0 0,-1 0 1 0 0,1 1-1 0 0,-1 0 0 0 0,0 0-3 0 0,0-1 0 0 0,1 1 1 0 0,-1-1-1 0 0,0 0 0 0 0,0 1 0 0 0,1-1 0 0 0,-1 0 0 0 0,1 1 0 0 0,-1-1 0 0 0,1 0 0 0 0,-1 1 0 0 0,1-1 0 0 0,0 0 0 0 0,0 0 0 0 0,0 0 0 0 0,0 0 0 0 0,-1 1 1 0 0,1-1-1 0 0,1-1 0 0 0,-1 1 0 0 0,2 2 0 0 0,-2-2-8 0 0,1-1 0 0 0,-1 1 0 0 0,0 1 0 0 0,0-1 1 0 0,0 0-1 0 0,0 0 0 0 0,0 0 0 0 0,0 1 0 0 0,0-1 0 0 0,0 0 0 0 0,0 1 0 0 0,0-1 1 0 0,-1 1-1 0 0,1-1 0 0 0,-1 1 0 0 0,1-1 0 0 0,-1 1 0 0 0,0-1 0 0 0,1 1 1 0 0,-1-1-1 0 0,0 1 0 0 0,0 1 0 0 0,0 11 157 0 0,1-10-130 0 0,-1 0 0 0 0,0 1 0 0 0,0-1 0 0 0,0 0 0 0 0,-1 0-1 0 0,0 1 1 0 0,1-1 0 0 0,-1 0 0 0 0,-2 5 0 0 0,-19 22 251 0 0,12-4-162 0 0,9-24-126 0 0,0 1 1 0 0,0-1 0 0 0,0 0-1 0 0,0 1 1 0 0,-1-1-1 0 0,1 0 1 0 0,-1 0-1 0 0,0 0 1 0 0,0 0-1 0 0,0 0 1 0 0,-1 0-1 0 0,1-1 1 0 0,0 1 0 0 0,-1-1-1 0 0,-5 4 1 0 0,-144 78 928 0 0,123-70-484 0 0,-45 13 1 0 0,14-6-97 0 0,48-15-356 0 0,1-2 1 0 0,-1 1-1 0 0,0-2 0 0 0,0 0 1 0 0,-1 0-1 0 0,-13 1 1 0 0,-12-3 41 0 0,-22-8 54 0 0,54 6 933 0 0,12 2-906 0 0,14 5-72 0 0,22 4 160 0 0,53 21 1 0 0,36 11-23 0 0,-115-37-472 0 0,-1-1 0 0 0,1 0 0 0 0,0-1 0 0 0,0-1 1 0 0,0 0-1 0 0,0-1 0 0 0,31-3 0 0 0,-40 1-281 0 0,0 0-1 0 0,0 0 1 0 0,0-1-1 0 0,0 0 1 0 0,0 0 0 0 0,-1-1-1 0 0,1 0 1 0 0,-1 0-1 0 0,0 0 1 0 0,1-1-1 0 0,-2 0 1 0 0,11-8-1 0 0,-8 5-334 0 0,25-19-2274 0 0</inkml:trace>
</inkml:ink>
</file>

<file path=ppt/ink/ink4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06T18:30:46.40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363 22 640 0 0,'-1'-1'166'0'0,"1"0"0"0"0,-1-1 0 0 0,1 1 0 0 0,-1 0-1 0 0,1 0 1 0 0,-1 0 0 0 0,0 0 0 0 0,0 0 0 0 0,1 0-1 0 0,-1 0 1 0 0,0 0 0 0 0,0 0 0 0 0,0 0 0 0 0,0 1-1 0 0,0-1 1 0 0,0 0 0 0 0,0 1 0 0 0,0-1 0 0 0,-1 0 0 0 0,1 1-1 0 0,0 0 1 0 0,0-1 0 0 0,0 1 0 0 0,-1 0 0 0 0,1-1-1 0 0,0 1 1 0 0,-1 0 0 0 0,1 0 0 0 0,0 0 0 0 0,-3 0-1 0 0,-49 0 3449 0 0,41 0-3097 0 0,0 1 28 0 0,0 0 0 0 0,0 0-1 0 0,0 2 1 0 0,-22 6 0 0 0,-15 3-54 0 0,46-11-461 0 0,0 0 1 0 0,0 0-1 0 0,1 0 1 0 0,-1 0-1 0 0,0 0 1 0 0,0 1-1 0 0,1-1 1 0 0,-1 1-1 0 0,1 0 1 0 0,-1 0-1 0 0,1 0 1 0 0,0 0-1 0 0,0 0 1 0 0,-3 4-1 0 0,-19 16 73 0 0,19-19-90 0 0,-3 3 19 0 0,0 0 0 0 0,0 1 0 0 0,-9 10 0 0 0,15-15-18 0 0,0 1 0 0 0,0 0 0 0 0,0 0-1 0 0,0-1 1 0 0,1 1 0 0 0,-1 0-1 0 0,1 0 1 0 0,0 1 0 0 0,0-1 0 0 0,0 0-1 0 0,0 0 1 0 0,1 1 0 0 0,-1-1-1 0 0,1 6 1 0 0,-2 12 116 0 0,1-15-130 0 0,1 0 0 0 0,-1 0 1 0 0,1 0-1 0 0,0 0 0 0 0,1 0 1 0 0,-1 0-1 0 0,1 0 0 0 0,0 0 1 0 0,1-1-1 0 0,2 9 0 0 0,6-1 0 0 0,0-1 0 0 0,0 0 0 0 0,1-1 0 0 0,1-1 0 0 0,0 0 0 0 0,16 11 0 0 0,-22-18 0 0 0,0 0 0 0 0,0 0-1 0 0,1-1 1 0 0,-1 0-1 0 0,1 0 1 0 0,0 0-1 0 0,-1-1 1 0 0,1 0 0 0 0,0 0-1 0 0,13-1 1 0 0,-7 0-9 0 0,-8 1 17 0 0,11-1-55 0 0,-1 1 1 0 0,21-3-1 0 0,-31 1 46 0 0,0 0 0 0 0,0 0 0 0 0,0 0-1 0 0,0-1 1 0 0,0 0 0 0 0,0 0 0 0 0,-1 0-1 0 0,1 0 1 0 0,-1-1 0 0 0,1 1 0 0 0,6-7-1 0 0,9-5 71 0 0,-17 12-52 0 0,-1 1 0 0 0,1 0 0 0 0,-1-1 1 0 0,1 1-1 0 0,-1-1 0 0 0,0 0 0 0 0,0 0 0 0 0,0 0 1 0 0,0 0-1 0 0,0 0 0 0 0,0 0 0 0 0,-1 0 1 0 0,1-1-1 0 0,-1 1 0 0 0,1-1 0 0 0,-1 1 1 0 0,0-1-1 0 0,0 1 0 0 0,0-1 0 0 0,0 0 1 0 0,-1 1-1 0 0,1-1 0 0 0,-1 0 0 0 0,0 0 1 0 0,1 0-1 0 0,-2-3 0 0 0,1-7 78 0 0,-1 1 1 0 0,0 0-1 0 0,-1 0 0 0 0,0 0 0 0 0,-1 1 1 0 0,-1-1-1 0 0,0 1 0 0 0,0-1 1 0 0,-1 1-1 0 0,-1 0 0 0 0,0 1 0 0 0,0-1 1 0 0,-15-17-1 0 0,18 25-84 0 0,0 0 0 0 0,0 0 0 0 0,0 0 0 0 0,0 0 0 0 0,-1 0 0 0 0,1 1 1 0 0,-1-1-1 0 0,0 1 0 0 0,0 0 0 0 0,0 1 0 0 0,-6-3 0 0 0,-1 1-12 0 0,1 1-1 0 0,-1 1 1 0 0,-14-1-1 0 0,0 0 8 0 0,23 1-25 0 0,0 1 0 0 0,0 0 0 0 0,0 0 1 0 0,0 0-1 0 0,1 0 0 0 0,-1 0 0 0 0,0 0 0 0 0,0 0 0 0 0,0 1 0 0 0,1-1 0 0 0,-1 1 0 0 0,-2 0 0 0 0,3 0-103 0 0,1 0 1 0 0,-1-1-1 0 0,0 1 0 0 0,1 0 1 0 0,-1 0-1 0 0,0 0 0 0 0,1 0 1 0 0,-1 0-1 0 0,1 0 0 0 0,0 1 1 0 0,-1-1-1 0 0,1 0 0 0 0,0 0 1 0 0,0 0-1 0 0,0 0 0 0 0,-1 0 1 0 0,1 0-1 0 0,0 1 0 0 0,1-1 1 0 0,-1 2-1 0 0,0-2-61 0 0,0 0-1 0 0,1 1 1 0 0,-1-1 0 0 0,0 0-1 0 0,1 1 1 0 0,-1-1 0 0 0,1 0-1 0 0,-1 1 1 0 0,1-1 0 0 0,0 0-1 0 0,0 0 1 0 0,-1 0 0 0 0,1 1-1 0 0,0-1 1 0 0,0 0 0 0 0,0 0-1 0 0,0 0 1 0 0,0-1 0 0 0,1 1-1 0 0,-1 0 1 0 0,0 0 0 0 0,0-1-1 0 0,3 2 1 0 0,2 2-1033 0 0,5 6-2586 0 0,16-3 334 0 0</inkml:trace>
</inkml:ink>
</file>

<file path=ppt/ink/ink4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06T18:30:46.99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470 104 800 0 0,'2'-1'2988'0'0,"-9"-3"-2241"0"0,-35-7 3243 0 0,22 4-2049 0 0,-36-5 0 0 0,49 11-1811 0 0,1 0-1 0 0,0 1 1 0 0,0 0 0 0 0,0 0-1 0 0,0 0 1 0 0,-1 1 0 0 0,1 0-1 0 0,0 0 1 0 0,0 1-1 0 0,-10 3 1 0 0,9-2-77 0 0,0 0 1 0 0,-1-1-1 0 0,1 0 1 0 0,-1 0-1 0 0,-12 1 1 0 0,8-2 82 0 0,1 1 1 0 0,0 0-1 0 0,-18 7 1 0 0,-1 1 148 0 0,-25 10-25 0 0,52-18-244 0 0,-1 0 0 0 0,1 0-1 0 0,0 0 1 0 0,-1 0 0 0 0,1 1 0 0 0,0-1-1 0 0,1 1 1 0 0,-1 0 0 0 0,0 0-1 0 0,1 0 1 0 0,-4 5 0 0 0,5-7-8 0 0,1 1 1 0 0,-1 0-1 0 0,0-1 0 0 0,1 1 1 0 0,-1 0-1 0 0,1 0 1 0 0,-1 0-1 0 0,1 0 1 0 0,0-1-1 0 0,0 5 0 0 0,0-5-4 0 0,0 0 0 0 0,0 0 0 0 0,0 0-1 0 0,0 0 1 0 0,0 0 0 0 0,0 0 0 0 0,0 0-1 0 0,-1 0 1 0 0,1 0 0 0 0,0 1 0 0 0,-1-1-1 0 0,1 0 1 0 0,0-1 0 0 0,-1 1 0 0 0,0 0-1 0 0,1 0 1 0 0,-2 1 0 0 0,-7 7 7 0 0,9-9-12 0 0,0 0 0 0 0,-1 0-1 0 0,1 0 1 0 0,0 0-1 0 0,0 0 1 0 0,-1 1 0 0 0,1-1-1 0 0,0 0 1 0 0,0 0 0 0 0,0 0-1 0 0,-1 0 1 0 0,1 0 0 0 0,0 1-1 0 0,0-1 1 0 0,0 0-1 0 0,-1 0 1 0 0,1 0 0 0 0,0 1-1 0 0,0-1 1 0 0,0 0 0 0 0,0 0-1 0 0,0 0 1 0 0,0 1 0 0 0,0-1-1 0 0,-1 0 1 0 0,1 0 0 0 0,0 1-1 0 0,0-1 1 0 0,0 0-1 0 0,0 0 1 0 0,0 1 0 0 0,0-1-1 0 0,0 0 1 0 0,0 0 0 0 0,0 1-1 0 0,0-1 1 0 0,0 0 0 0 0,1 0-1 0 0,-1 1 1 0 0,0-1-1 0 0,0 0 1 0 0,0 0 0 0 0,0 1-1 0 0,0-1 1 0 0,0 0 0 0 0,0 0-1 0 0,1 0 1 0 0,-1 1 0 0 0,0-1-1 0 0,0 0 1 0 0,0 0-1 0 0,1 0 1 0 0,-1 0 0 0 0,0 1-1 0 0,0-1 1 0 0,0 0 0 0 0,1 0-1 0 0,-1 0 1 0 0,0 0 0 0 0,0 0-1 0 0,1 0 1 0 0,8 10-46 0 0,5 6 19 0 0,-13-13 24 0 0,1-1 1 0 0,-1 0-1 0 0,1 0 1 0 0,0 0-1 0 0,0 0 1 0 0,0 0-1 0 0,0 0 1 0 0,0-1-1 0 0,0 1 1 0 0,4 1-1 0 0,11 6-46 0 0,-1-1 0 0 0,1 0 0 0 0,0-1 0 0 0,1-1 0 0 0,-1-1 0 0 0,1-1 0 0 0,26 4 0 0 0,-7-4-59 0 0,1-1 1 0 0,43-3-1 0 0,-59-1 92 0 0,0-2 0 0 0,0 0 0 0 0,-1-1 1 0 0,0-1-1 0 0,40-15 0 0 0,-42 12 18 0 0,7-2 7 0 0,-2-1 1 0 0,37-23-1 0 0,-56 32 21 0 0,-1-1 0 0 0,0 0-1 0 0,0 0 1 0 0,0 0-1 0 0,0 0 1 0 0,-1 0 0 0 0,1-1-1 0 0,-1 0 1 0 0,0 0-1 0 0,0 0 1 0 0,0 0 0 0 0,-1 0-1 0 0,1-1 1 0 0,-1 1-1 0 0,0-1 1 0 0,-1 1 0 0 0,1-1-1 0 0,-1 0 1 0 0,1 0-1 0 0,0-7 1 0 0,-2 9 18 0 0,0-1 0 0 0,0 1 1 0 0,0 0-1 0 0,0 0 0 0 0,0 0 1 0 0,-1 0-1 0 0,1 0 0 0 0,-1 0 0 0 0,0 0 1 0 0,0 0-1 0 0,0 0 0 0 0,0 0 0 0 0,-1 0 1 0 0,1 0-1 0 0,-1 0 0 0 0,-2-2 0 0 0,0 1 6 0 0,-1 1 0 0 0,0 0 0 0 0,1 1 0 0 0,-1-1 0 0 0,0 1 0 0 0,0 0 1 0 0,0 0-1 0 0,-8-1 0 0 0,-9-4 17 0 0,0 1 0 0 0,0 1 0 0 0,-29-4 1 0 0,32 7-86 0 0,-43-7-307 0 0,-66-10-4305 0 0,30 6-3056 0 0,32 6 3641 0 0</inkml:trace>
</inkml:ink>
</file>

<file path=ppt/ink/ink4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06T18:30:34.18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33 102 320 0 0,'0'-1'82'0'0,"0"0"0"0"0,0 0-1 0 0,-1 0 1 0 0,1 0 0 0 0,0 1 0 0 0,0-1-1 0 0,-1 0 1 0 0,1 0 0 0 0,-1 0 0 0 0,1 0-1 0 0,-1 0 1 0 0,1 0 0 0 0,-1 1 0 0 0,1-1-1 0 0,-1 0 1 0 0,0 0 0 0 0,1 1 0 0 0,-1-1-1 0 0,0 1 1 0 0,0-1 0 0 0,1 0 0 0 0,-1 1-1 0 0,0-1 1 0 0,0 1 0 0 0,0 0 0 0 0,0-1-1 0 0,0 1 1 0 0,0 0 0 0 0,-1-1 0 0 0,0 0 58 0 0,15-2 179 0 0,-10 2-269 0 0,-3 1-10 0 0,1 0 1 0 0,-1-1 0 0 0,0 1-1 0 0,1-1 1 0 0,-1 1 0 0 0,1 0-1 0 0,-1-1 1 0 0,1 1 0 0 0,-1-1-1 0 0,0 1 1 0 0,0-1 0 0 0,1 1 0 0 0,-1-1-1 0 0,0 0 1 0 0,0 1 0 0 0,1-1-1 0 0,-1 1 1 0 0,0-1 0 0 0,0 1-1 0 0,0-1 1 0 0,0 0 0 0 0,0 1 0 0 0,0-1-1 0 0,0 1 1 0 0,0-2 0 0 0,-1-17 246 0 0,1 16-98 0 0,0 2-161 0 0,0 1 0 0 0,0-1 0 0 0,0 0 1 0 0,1 0-1 0 0,-1 0 0 0 0,0 0 1 0 0,1 0-1 0 0,-1 1 0 0 0,0-1 1 0 0,1 0-1 0 0,-1 0 0 0 0,1 1 1 0 0,-1-1-1 0 0,1 0 0 0 0,-1 1 0 0 0,1-1 1 0 0,0 0-1 0 0,-1 1 0 0 0,1-1 1 0 0,0 1-1 0 0,0-1 0 0 0,-1 1 1 0 0,1-1-1 0 0,0 1 0 0 0,0 0 0 0 0,-1-1 1 0 0,1 1-1 0 0,0 0 0 0 0,0 0 1 0 0,0-1-1 0 0,0 1 0 0 0,0 0 1 0 0,1 0-1 0 0,4-2 130 0 0,-5 2-65 0 0,-1-1 0 0 0,1 0 0 0 0,0 1 0 0 0,-1-1 0 0 0,1 0 0 0 0,-1 0 0 0 0,0 1 0 0 0,1-1 0 0 0,-1 0 0 0 0,0 0 0 0 0,1 0 0 0 0,-1 0 0 0 0,0 0 0 0 0,0 1 0 0 0,0-1 0 0 0,0 0 0 0 0,0-2 0 0 0,0 1 314 0 0,0 15-194 0 0,0-11-209 0 0,-1 0-1 0 0,1 0 0 0 0,0 0 1 0 0,-1 0-1 0 0,0 0 0 0 0,1 0 1 0 0,-1 0-1 0 0,0 0 0 0 0,0 0 1 0 0,0-1-1 0 0,0 1 0 0 0,0 0 1 0 0,0-1-1 0 0,0 1 0 0 0,-1-1 1 0 0,1 1-1 0 0,-3 1 0 0 0,-11 16 44 0 0,11-12-28 0 0,-1 1 0 0 0,2 0 0 0 0,-1 0 0 0 0,1 1-1 0 0,1-1 1 0 0,-1 1 0 0 0,1-1 0 0 0,0 11 0 0 0,-1 12 76 0 0,1 33 0 0 0,2-57-83 0 0,1-1 0 0 0,0 1 0 0 0,-1-1 0 0 0,2 1 0 0 0,-1-1 0 0 0,1 0 0 0 0,0 0 0 0 0,0 0 0 0 0,1 0-1 0 0,0 0 1 0 0,0 0 0 0 0,0-1 0 0 0,1 1 0 0 0,-1-1 0 0 0,2 0 0 0 0,-1 0 0 0 0,0 0 0 0 0,1-1 0 0 0,0 1 0 0 0,0-1-1 0 0,0-1 1 0 0,0 1 0 0 0,1 0 0 0 0,-1-1 0 0 0,1 0 0 0 0,0-1 0 0 0,7 3 0 0 0,2-3 6 0 0,1 0-1 0 0,-1-1 1 0 0,1 0 0 0 0,-1-1 0 0 0,1-1 0 0 0,-1-1-1 0 0,0 0 1 0 0,1-1 0 0 0,-1 0 0 0 0,0-2-1 0 0,0 0 1 0 0,-1 0 0 0 0,0-1 0 0 0,23-14 0 0 0,-33 18-5 0 0,-1-1 0 0 0,1 0 0 0 0,-1 0 0 0 0,0 0 0 0 0,0-1 0 0 0,0 1-1 0 0,0-1 1 0 0,0 0 0 0 0,3-7 0 0 0,-2 5 13 0 0,-1 0-1 0 0,1 0 0 0 0,0 1 1 0 0,1-1-1 0 0,-1 1 0 0 0,8-6 0 0 0,1 0 40 0 0,-1 0 0 0 0,0-1 0 0 0,0 0 0 0 0,-2-1-1 0 0,1 0 1 0 0,11-21 0 0 0,38-53 202 0 0,-54 71-187 0 0,-6 16-79 0 0,0-1 1 0 0,0 1-1 0 0,0 0 0 0 0,0 0 1 0 0,0-1-1 0 0,0 1 1 0 0,0 0-1 0 0,0 0 0 0 0,0-1 1 0 0,0 1-1 0 0,-1 0 1 0 0,1-1-1 0 0,0 1 0 0 0,0 0 1 0 0,0 0-1 0 0,0-1 1 0 0,0 1-1 0 0,0 0 0 0 0,0 0 1 0 0,-1 0-1 0 0,1-1 1 0 0,0 1-1 0 0,0 0 0 0 0,0 0 1 0 0,-1 0-1 0 0,1-1 1 0 0,0 1-1 0 0,0 0 0 0 0,-1 0 1 0 0,1 0-1 0 0,0 0 1 0 0,0 0-1 0 0,0 0 1 0 0,-1 0-1 0 0,1-1 0 0 0,0 1 1 0 0,-1 0-1 0 0,-1 0-6 0 0,-1 0-1 0 0,1 0 1 0 0,-1-1 0 0 0,1 2-1 0 0,0-1 1 0 0,-1 0 0 0 0,1 0-1 0 0,-1 1 1 0 0,-2 0 0 0 0,-3 3-7 0 0,0 0 1 0 0,1 0-1 0 0,-1 0 1 0 0,1 1 0 0 0,0 0-1 0 0,1 1 1 0 0,-1 0-1 0 0,1-1 1 0 0,0 2-1 0 0,1-1 1 0 0,-9 12-1 0 0,5-6 3 0 0,-1 0 12 0 0,1 0-1 0 0,0 1 1 0 0,1 0 0 0 0,-10 22-1 0 0,6 12 71 0 0,7-24-26 0 0,-3-1-6 0 0,0 9-2 0 0,8-28-38 0 0,1 1 0 0 0,-1-1 0 0 0,1 1 0 0 0,0-1 0 0 0,0 0 0 0 0,1 1 0 0 0,-1-1 0 0 0,3 4-1 0 0,1 5-8 0 0,-4-10 3 0 0,0 1 0 0 0,-1-1 0 0 0,1 1 0 0 0,0-1 0 0 0,1 0 0 0 0,-1 1 0 0 0,0-1 0 0 0,1 0 0 0 0,-1 0 0 0 0,1 0-1 0 0,0 0 1 0 0,0 0 0 0 0,0 0 0 0 0,-1 0 0 0 0,2-1 0 0 0,-1 1 0 0 0,0-1 0 0 0,0 1 0 0 0,0-1 0 0 0,1 0 0 0 0,-1 0-1 0 0,1 0 1 0 0,-1 0 0 0 0,1 0 0 0 0,-1-1 0 0 0,1 1 0 0 0,0-1 0 0 0,-1 1 0 0 0,5-1 0 0 0,-2 0-3 0 0,-1 1-3 0 0,0 0 0 0 0,1-1 0 0 0,-1 0 1 0 0,1 0-1 0 0,-1 0 0 0 0,1-1 0 0 0,-1 1 0 0 0,1-1 0 0 0,-1 0 0 0 0,0 0 0 0 0,0-1 0 0 0,7-2 0 0 0,2-1 7 0 0,27-7 9 0 0,-29 9 3 0 0,1 0-1 0 0,-1 0 0 0 0,0-1 1 0 0,0-1-1 0 0,-1 0 1 0 0,1 0-1 0 0,-1-1 1 0 0,0-1-1 0 0,11-8 1 0 0,41-38 142 0 0,-41 36-67 0 0,-2 0 1 0 0,36-39-1 0 0,11-31 64 0 0,-66 87-150 0 0,0-1 1 0 0,0 1 0 0 0,1 0 0 0 0,-1 0-1 0 0,0-1 1 0 0,0 1 0 0 0,1 0-1 0 0,-1-1 1 0 0,0 1 0 0 0,0 0 0 0 0,0-1-1 0 0,1 1 1 0 0,-1 0 0 0 0,0-1 0 0 0,0 1-1 0 0,0 0 1 0 0,0-1 0 0 0,0 1-1 0 0,0 0 1 0 0,0-1 0 0 0,0 1 0 0 0,0-1-1 0 0,0 1 1 0 0,0 0 0 0 0,0-1 0 0 0,0 1-1 0 0,0 0 1 0 0,0-1 0 0 0,-1 1-1 0 0,1 0 1 0 0,0-1 0 0 0,0 1 0 0 0,0 0-1 0 0,0-1 1 0 0,-1 1 0 0 0,1 0 0 0 0,0-1-1 0 0,0 1 1 0 0,-1 0 0 0 0,1 0 0 0 0,0-1-1 0 0,0 1 1 0 0,-1 0 0 0 0,1 0-1 0 0,0 0 1 0 0,-1-1 0 0 0,1 1 0 0 0,-1 0-1 0 0,-22-6-408 0 0,16 5-40 0 0,-53 0-3711 0 0,27 1 667 0 0</inkml:trace>
</inkml:ink>
</file>

<file path=ppt/ink/ink4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06T18:30:35.73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0 683 1201 0 0,'1'-1'147'0'0,"0"0"1"0"0,0 0 0 0 0,-1 0-1 0 0,1 1 1 0 0,0-1 0 0 0,0 0-1 0 0,0 0 1 0 0,0 1 0 0 0,0-1-1 0 0,0 0 1 0 0,0 1 0 0 0,0-1-1 0 0,0 1 1 0 0,0-1 0 0 0,1 1-1 0 0,-1 0 1 0 0,0-1 0 0 0,0 1-1 0 0,0 0 1 0 0,1 0 0 0 0,1 0-1 0 0,0-1 260 0 0,4-2-11 0 0,0-1 0 0 0,-1 0 0 0 0,1 0 1 0 0,-1 0-1 0 0,1-1 0 0 0,5-6 0 0 0,6-5 59 0 0,-15 13-394 0 0,0 1 0 0 0,0-1 0 0 0,0 0 0 0 0,-1 0 0 0 0,1 0 0 0 0,-1-1 0 0 0,0 1 0 0 0,0-1 0 0 0,0 1 0 0 0,0-1 0 0 0,-1 1 0 0 0,0-1 0 0 0,1 0 1 0 0,-1 0-1 0 0,1-6 0 0 0,2-8 136 0 0,4-3 66 0 0,0 0 0 0 0,1 1 0 0 0,1 1 0 0 0,15-23 0 0 0,-14 24-49 0 0,-1 1 1 0 0,0-2-1 0 0,-1 1 1 0 0,11-38-1 0 0,-15 38-94 0 0,-4 10-65 0 0,1 0 0 0 0,0 0 0 0 0,0 0 0 0 0,1 0-1 0 0,0 0 1 0 0,1 1 0 0 0,0-1 0 0 0,8-11 0 0 0,-6 10 3 0 0,5-6 110 0 0,0-1 0 0 0,1 2 1 0 0,1-1-1 0 0,0 2 0 0 0,19-16 0 0 0,-4 1 112 0 0,-25 24-270 0 0,-1 1-1 0 0,1 0 0 0 0,0 0 1 0 0,0 0-1 0 0,0 0 0 0 0,0 0 1 0 0,1 1-1 0 0,-1-1 0 0 0,8-3 1 0 0,6-2-1 0 0,3 1-21 0 0,40 5 1 0 0,-49 2 10 0 0,-1 0-1 0 0,0 0 0 0 0,0 1 1 0 0,0 1-1 0 0,0-1 0 0 0,0 2 1 0 0,16 5-1 0 0,-8-4-40 0 0,-14-3 29 0 0,0 0 0 0 0,0 0 0 0 0,0 0-1 0 0,0 0 1 0 0,0 1 0 0 0,0-1 0 0 0,5 4 0 0 0,2 15-54 0 0,-10-17 66 0 0,1 0 0 0 0,0 0 0 0 0,-1-1 0 0 0,0 1 0 0 0,1 0 0 0 0,-1 0 0 0 0,0 1 0 0 0,-1-1 0 0 0,1 0 0 0 0,-1 0 0 0 0,1 0 0 0 0,-1 0 0 0 0,0 5 0 0 0,-1-1 5 0 0,-1 0 0 0 0,0-1 0 0 0,0 1 0 0 0,0-1 0 0 0,-1 0 0 0 0,-4 7 0 0 0,-1 1 5 0 0,-1-1 1 0 0,0 1-1 0 0,-1-2 1 0 0,0 0-1 0 0,-1 0 1 0 0,0-1-1 0 0,-1 0 1 0 0,-1-1-1 0 0,-13 10 1 0 0,-23 11 77 0 0,-56 28 1 0 0,64-37 29 0 0,9-5 59 0 0,0-1 0 0 0,-36 11-1 0 0,52-22-58 0 0,-1 0 0 0 0,0-1-1 0 0,-1-1 1 0 0,1 0-1 0 0,-28-1 1 0 0,55-3-182 0 0,-1-2 1 0 0,-1 1-1 0 0,1-1 0 0 0,0-1 1 0 0,-1 0-1 0 0,1 0 0 0 0,-1 0 1 0 0,0-1-1 0 0,-1 0 0 0 0,1-1 1 0 0,-1 0-1 0 0,13-13 1 0 0,-11 7 59 0 0,-8 10 0 0 0,0 0 0 0 0,1 0 0 0 0,-1 1 0 0 0,1-1 0 0 0,-1 0 0 0 0,1 1 0 0 0,0-1 0 0 0,0 1 0 0 0,-1 0 0 0 0,1-1 0 0 0,0 1 0 0 0,0 0 0 0 0,0 0 0 0 0,4-1-1 0 0,25-16-107 0 0,-28 16 79 0 0,0 0 0 0 0,0 0 0 0 0,0 0-1 0 0,0 1 1 0 0,0-1 0 0 0,1 1 0 0 0,3-2 0 0 0,-7 3 29 0 0,1 0 0 0 0,-1 0 0 0 0,0 0 0 0 0,0 0 0 0 0,1 0 0 0 0,-1 0 1 0 0,0 0-1 0 0,0 0 0 0 0,0 0 0 0 0,1 0 0 0 0,-1 0 0 0 0,0 0 0 0 0,0 0 0 0 0,1 0 1 0 0,-1 0-1 0 0,0 1 0 0 0,0-1 0 0 0,0 0 0 0 0,1 0 0 0 0,-1 0 0 0 0,0 0 0 0 0,0 0 1 0 0,0 0-1 0 0,1 1 0 0 0,-1-1 0 0 0,0 0 0 0 0,0 0 0 0 0,0 0 0 0 0,0 1 0 0 0,0-1 0 0 0,1 0 1 0 0,-1 0-1 0 0,0 0 0 0 0,0 1 0 0 0,0-1 0 0 0,0 0 0 0 0,0 0 0 0 0,0 1 0 0 0,0-1 1 0 0,0 0-1 0 0,0 0 0 0 0,0 0 0 0 0,0 1 0 0 0,0-1 0 0 0,0 0 0 0 0,0 0 0 0 0,0 1 1 0 0,0-1-1 0 0,0 0 0 0 0,0 0 0 0 0,0 1 0 0 0,0-1 0 0 0,0 0 0 0 0,-1 0 0 0 0,1 0 1 0 0,0 1-1 0 0,0 6-38 0 0,0 290 911 0 0,0-292-867 0 0,0 0 0 0 0,1 0 1 0 0,0 1-1 0 0,0-1 1 0 0,1 0-1 0 0,0 0 1 0 0,0 0-1 0 0,0-1 0 0 0,0 1 1 0 0,0 0-1 0 0,1-1 1 0 0,0 1-1 0 0,0-1 0 0 0,0 0 1 0 0,1 0-1 0 0,-1 0 1 0 0,1-1-1 0 0,0 1 1 0 0,0-1-1 0 0,0 0 0 0 0,1 0 1 0 0,-1 0-1 0 0,1-1 1 0 0,0 1-1 0 0,7 2 1 0 0,3 1-125 0 0,1-1 0 0 0,-1-1 0 0 0,1 0 0 0 0,0 0-1 0 0,0-2 1 0 0,0 0 0 0 0,20-1 0 0 0,-22-1-176 0 0,0-1 0 0 0,-1-1-1 0 0,1 0 1 0 0,-1-1 0 0 0,1 0 0 0 0,14-7-1 0 0,-20 8-223 0 0,-1-2-1 0 0,0 1 1 0 0,0-1-1 0 0,0 0 1 0 0,0 0-1 0 0,-1 0 1 0 0,1-1-1 0 0,-1 0 1 0 0,0-1-1 0 0,-1 1 1 0 0,8-10-1 0 0,14-11-2797 0 0</inkml:trace>
</inkml:ink>
</file>

<file path=ppt/ink/ink4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06T18:30:55.77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229 15 80 0 0,'-2'-8'3273'0'0,"-7"2"-3172"0"0,-3 6 1287 0 0,3 1 4001 0 0,-3 3-398 0 0,-4-1-5246 0 0,6-2 335 0 0,-1 1-71 0 0,0 1 0 0 0,-1-2 1 0 0,1 1-1 0 0,0-2 0 0 0,0 1 1 0 0,-13-2-1 0 0,-38-2-248 0 0,57 3 173 0 0,10 1-81 0 0,17 5 120 0 0,-22-6 28 0 0,0 0 0 0 0,1 0 0 0 0,-1 0-1 0 0,0 0 1 0 0,0 0 0 0 0,1 0 0 0 0,-1 0-1 0 0,0 0 1 0 0,0 0 0 0 0,1 0 0 0 0,-1 1-1 0 0,0-1 1 0 0,0 0 0 0 0,1 0 0 0 0,-1 0-1 0 0,0 0 1 0 0,0 0 0 0 0,0 1 0 0 0,1-1-1 0 0,-1 0 1 0 0,0 0 0 0 0,0 0 0 0 0,0 1-1 0 0,0-1 1 0 0,1 0 0 0 0,-1 0 0 0 0,0 1-1 0 0,0-1 1 0 0,0 0 0 0 0,0 0 0 0 0,0 1-1 0 0,0-1 1 0 0,0 0 0 0 0,0 0 0 0 0,0 1 0 0 0,0-1-1 0 0,0 0 1 0 0,0 1 0 0 0,5 7 143 0 0,14 1-54 0 0,0-1 0 0 0,0 0 1 0 0,36 7-1 0 0,-9-2-51 0 0,-15-4-23 0 0,-22-7 13 0 0,0 0 0 0 0,0 1-1 0 0,0 0 1 0 0,10 5 0 0 0,-15-5-5 0 0,1-1 0 0 0,0 1 0 0 0,-1-1-1 0 0,1-1 1 0 0,0 1 0 0 0,7 1 0 0 0,13 5 49 0 0,-13 0 0 0 0,-10-6-66 0 0,-1-1 1 0 0,1 0-1 0 0,0 0 0 0 0,0 0 0 0 0,0 0 1 0 0,0 0-1 0 0,0 0 0 0 0,0-1 0 0 0,0 1 1 0 0,0 0-1 0 0,3-1 0 0 0,-2 1 7 0 0,1 0-1 0 0,-1 0 1 0 0,1 0-1 0 0,-1 1 1 0 0,0-1-1 0 0,0 1 1 0 0,0 0-1 0 0,5 3 1 0 0,-5-3-12 0 0,0 0 1 0 0,0 0 0 0 0,1 0 0 0 0,-1 0 0 0 0,1-1 0 0 0,-1 1-1 0 0,1-1 1 0 0,6 2 0 0 0,-3-3-19 0 0,46 9 45 0 0,115 31 371 0 0,-149-37-425 0 0,-6-3 12 0 0,1 2-1 0 0,-1 0 0 0 0,21 5 0 0 0,-2 1 14 0 0,11 0 9 0 0,-34-9 13 0 0,10 2 14 0 0,-2 0-18 0 0,-4 0 13 0 0,-1 0 0 0 0,0 0 0 0 0,0 1 0 0 0,15 5 1 0 0,33 0 21 0 0,-60-7-59 0 0,22 6-1795 0 0,-40 0-1034 0 0,-14 2-2101 0 0</inkml:trace>
</inkml:ink>
</file>

<file path=ppt/ink/ink4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06T18:30:57.41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67 28 160 0 0,'-14'-1'99'0'0,"14"-1"-116"0"0,-1 0 99 0 0,-22 1 394 0 0,21 1-428 0 0,1 0-30 0 0,0 0 0 0 0,0 0 0 0 0,0 1 0 0 0,0-1 0 0 0,0 0 0 0 0,0 0 0 0 0,0 0 0 0 0,0 0 0 0 0,0 0 0 0 0,0-1 0 0 0,0 1 0 0 0,0 0 0 0 0,0 0 0 0 0,-1-1 0 0 0,1 1 0 0 0,0-1 0 0 0,1 1 0 0 0,-1-1 0 0 0,0 1 0 0 0,0-1 0 0 0,0 1 0 0 0,0-1 1 0 0,-1-1-1 0 0,2 0 462 0 0,0-2 274 0 0,0 4-707 0 0,0 0 1 0 0,-1 0 0 0 0,1 0-1 0 0,0-1 1 0 0,0 1 0 0 0,0 0 0 0 0,0 0-1 0 0,0-1 1 0 0,0 1 0 0 0,0 0-1 0 0,0 0 1 0 0,0 0 0 0 0,0-1-1 0 0,0 1 1 0 0,0 0 0 0 0,0 0-1 0 0,0-1 1 0 0,0 1 0 0 0,0 0-1 0 0,0 0 1 0 0,0-1 0 0 0,0 1 0 0 0,0 0-1 0 0,0 0 1 0 0,0 0 0 0 0,1-1-1 0 0,-1 1 1 0 0,0 0 0 0 0,0 0-1 0 0,0 0 1 0 0,0-1 0 0 0,0 1-1 0 0,1 0 1 0 0,-1 0 0 0 0,0 0 0 0 0,0 0-1 0 0,0 0 1 0 0,1-1 0 0 0,-1 1-1 0 0,0 0 1 0 0,0 0 0 0 0,0 0-1 0 0,1 0 1 0 0,-1 0 0 0 0,0 0-1 0 0,0 0 1 0 0,1 0 0 0 0,-1 0 0 0 0,0 0-1 0 0,0 0 1 0 0,0 0 0 0 0,1 0-1 0 0,84 2 3763 0 0,-44-1-3040 0 0,51 10-1 0 0,39 11-206 0 0,-61-12-379 0 0,277 39 457 0 0,-304-41-564 0 0,-31-6-83 0 0,1 0 0 0 0,0 0 0 0 0,15-1 0 0 0,-13-2-159 0 0,-20-3-160 0 0,-59-8-2987 0 0,-50-6-2477 0 0</inkml:trace>
</inkml:ink>
</file>

<file path=ppt/ink/ink4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06T18:31:05.27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4 0 800 0 0,'0'36'3989'0'0,"-2"-4"-3164"0"0,1-22-526 0 0,1 0 0 0 0,-1 1-1 0 0,2-1 1 0 0,-1 0 0 0 0,2 0-1 0 0,-1 0 1 0 0,4 13 0 0 0,3-3 77 0 0,-4-13-225 0 0,-1 0-1 0 0,0 0 1 0 0,-1 0 0 0 0,0 0 0 0 0,0 1 0 0 0,-1-1 0 0 0,0 1 0 0 0,0 8 0 0 0,-1 155 2237 0 0,0-169-2362 0 0,0-1 1 0 0,1 1 0 0 0,-1 0 0 0 0,0-1 0 0 0,0 1 0 0 0,1-1 0 0 0,-1 1 0 0 0,1 0 0 0 0,-1-1 0 0 0,1 1 0 0 0,0-1 0 0 0,-1 1 0 0 0,1-1 0 0 0,0 0 0 0 0,0 1 0 0 0,0-1-1 0 0,0 0 1 0 0,3 2 0 0 0,-3-1-5 0 0,0-1-1 0 0,0 0 1 0 0,0 0-1 0 0,0 0 1 0 0,0 1-1 0 0,0-1 1 0 0,0 0-1 0 0,0 1 1 0 0,-1-1-1 0 0,1 1 1 0 0,0-1-1 0 0,-1 1 1 0 0,0 0-1 0 0,1-1 1 0 0,-1 1-1 0 0,0-1 1 0 0,1 1-1 0 0,-1 3 1 0 0,5-4 45 0 0,6-3-45 0 0,0 0 1 0 0,0-1 0 0 0,0 0 0 0 0,0-1 0 0 0,-1 0 0 0 0,1 0-1 0 0,15-11 1 0 0,-25 15-19 0 0,440-219 717 0 0,-365 174-508 0 0,-54 36-253 0 0,-16 7 55 0 0,1-1 0 0 0,-1 1 0 0 0,1 1 0 0 0,-1-1 0 0 0,1 1 0 0 0,0 0 0 0 0,12 0 0 0 0,-13 1-228 0 0,-6 5-2955 0 0,33 3-7684 0 0</inkml:trace>
</inkml:ink>
</file>

<file path=ppt/ink/ink4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06T18:31:05.84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451 67 880 0 0,'0'0'32'0'0,"0"0"0"0"0,0 0 0 0 0,0-1 0 0 0,0 1 0 0 0,1 0 0 0 0,-1 0-1 0 0,0 0 1 0 0,0 0 0 0 0,0-1 0 0 0,0 1 0 0 0,0 0 0 0 0,0 0 0 0 0,0 0-1 0 0,0-1 1 0 0,0 1 0 0 0,0 0 0 0 0,0 0 0 0 0,0 0 0 0 0,0-1 0 0 0,0 1-1 0 0,0 0 1 0 0,0 0 0 0 0,0 0 0 0 0,0 0 0 0 0,0-1 0 0 0,0 1-1 0 0,0 0 1 0 0,0 0 0 0 0,0 0 0 0 0,0-1 0 0 0,0 1 0 0 0,-1 0 0 0 0,1 0-1 0 0,0 0 1 0 0,0 0 0 0 0,0 0 0 0 0,0-1 0 0 0,0 1 0 0 0,0 0 0 0 0,-1 0-1 0 0,1 0 1 0 0,0 0 0 0 0,0 0 0 0 0,0 0 0 0 0,0 0 0 0 0,-1 0 0 0 0,1-1-1 0 0,0 1 1 0 0,0 0 0 0 0,0 0 0 0 0,-1 0 0 0 0,1 0 0 0 0,0 0 0 0 0,0 0-1 0 0,0 0 1 0 0,-1 0 0 0 0,1 0 0 0 0,0 0 0 0 0,0 0 0 0 0,0 0 0 0 0,0 0-1 0 0,-1 1 1 0 0,1-1 0 0 0,0 0 0 0 0,0 0 0 0 0,-1 0 0 0 0,-5-1 141 0 0,0 1 0 0 0,-1-1 0 0 0,1 1 1 0 0,-1 1-1 0 0,1-1 0 0 0,0 1 0 0 0,-1 0 1 0 0,1 1-1 0 0,0-1 0 0 0,0 1 1 0 0,0 1-1 0 0,0-1 0 0 0,-10 6 0 0 0,-17 6 216 0 0,-179 62 745 0 0,204-73-1057 0 0,0 1 0 0 0,1 0 0 0 0,-1 0 0 0 0,1 0 0 0 0,1 1 0 0 0,-1 0 0 0 0,0 1 0 0 0,1-1 0 0 0,-7 10 0 0 0,10-11 23 0 0,0 0 0 0 0,0 0 1 0 0,1 1-1 0 0,-1-1 0 0 0,1 1 1 0 0,0-1-1 0 0,0 1 0 0 0,1 0 1 0 0,0 0-1 0 0,-1 0 1 0 0,2 0-1 0 0,-1 0 0 0 0,0 9 1 0 0,1-12-78 0 0,0 0 0 0 0,1 0 0 0 0,-1 1 0 0 0,0-1 0 0 0,1 0 0 0 0,-1 0 0 0 0,1 0 0 0 0,0 1 0 0 0,0-1 0 0 0,0 0 0 0 0,0 0 0 0 0,0 0 0 0 0,0 0 0 0 0,1-1 0 0 0,-1 1 0 0 0,0 0 0 0 0,1 0 0 0 0,0-1 0 0 0,-1 1 0 0 0,1-1 0 0 0,0 1 0 0 0,0-1 0 0 0,0 0 0 0 0,0 0 0 0 0,0 0 0 0 0,0 0 0 0 0,0 0 0 0 0,0 0 0 0 0,0-1 0 0 0,0 1 0 0 0,3 0 0 0 0,8 1-10 0 0,0 0-1 0 0,0-1 1 0 0,0 0 0 0 0,20-2 0 0 0,-7 1-15 0 0,0-2 1 0 0,-1 0-1 0 0,1-2 0 0 0,0-1 1 0 0,-1 0-1 0 0,0-2 0 0 0,24-11 1 0 0,-34 11-2 0 0,-1 0 1 0 0,-1-1 0 0 0,1-1 0 0 0,-1-1-1 0 0,22-20 1 0 0,-5 6-29 0 0,55-51-137 0 0,-76 66 155 0 0,-1 0-1 0 0,0-1 1 0 0,-1 0-1 0 0,0 0 1 0 0,-1 0-1 0 0,0-1 1 0 0,7-17-1 0 0,-7-2-26 0 0,-6 29 24 0 0,0 0 0 0 0,0 1 1 0 0,0-1-1 0 0,-1 1 0 0 0,1-1 0 0 0,0 1 0 0 0,0-1 0 0 0,0 1 0 0 0,-1-1 0 0 0,1 1 0 0 0,0-1 0 0 0,0 1 0 0 0,-1-1 0 0 0,1 1 0 0 0,0-1 0 0 0,-1 1 0 0 0,1-1 0 0 0,-1 1 0 0 0,1 0 0 0 0,0-1 0 0 0,-1 1 0 0 0,1 0 1 0 0,-1-1-1 0 0,1 1 0 0 0,-1 0 0 0 0,1-1 0 0 0,-1 1 0 0 0,0 0 0 0 0,1 0 0 0 0,-2 0 0 0 0,-16-2-391 0 0,15 2 255 0 0,-3 1-197 0 0,0-1 0 0 0,0 1 1 0 0,0 1-1 0 0,0-1 0 0 0,1 1 1 0 0,-1 0-1 0 0,-6 2 0 0 0,-6 3-797 0 0,-42 13-2308 0 0</inkml:trace>
</inkml:ink>
</file>

<file path=ppt/ink/ink4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06T18:31:06.37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1 1761 0 0,'0'0'9364'0'0,"26"8"-8724"0"0,-26-2-159 0 0,33 1-241 0 0,-1 1-320 0 0,1-2-401 0 0,32 0-1199 0 0,-32 3-962 0 0,32-3-879 0 0,-32 0 159 0 0</inkml:trace>
</inkml:ink>
</file>

<file path=ppt/ink/ink4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06T18:31:06.75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1 560 0 0,'32'0'1441'0'0,"1"0"-241"0"0,0 6-239 0 0,-1 2-641 0 0,1-1-880 0 0,-1-7-881 0 0,1 6-400 0 0</inkml:trace>
</inkml:ink>
</file>

<file path=ppt/ink/ink4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06T18:31:08.55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395 47 1201 0 0,'-5'-1'267'0'0,"4"1"-206"0"0,-1 0 0 0 0,1 0 0 0 0,0 0 0 0 0,0 0 0 0 0,-1 0 0 0 0,1 0 1 0 0,0 0-1 0 0,0-1 0 0 0,0 1 0 0 0,-1 0 0 0 0,1-1 0 0 0,0 1 0 0 0,0-1 0 0 0,0 0 1 0 0,0 1-1 0 0,0-1 0 0 0,0 0 0 0 0,0 1 0 0 0,0-1 0 0 0,0 0 0 0 0,0 0 0 0 0,0 0 1 0 0,0-1-1 0 0,0 1-40 0 0,1 1 0 0 0,0-1 1 0 0,0 1-1 0 0,-1-1 1 0 0,1 1-1 0 0,0 0 0 0 0,-1-1 1 0 0,1 1-1 0 0,0-1 1 0 0,-1 1-1 0 0,1-1 0 0 0,0 1 1 0 0,-1 0-1 0 0,1-1 1 0 0,-1 1-1 0 0,1 0 0 0 0,-1-1 1 0 0,1 1-1 0 0,-1 0 1 0 0,1 0-1 0 0,-1 0 0 0 0,1-1 1 0 0,-1 1-1 0 0,1 0 0 0 0,-1 0 1 0 0,0 0-1 0 0,1 0 1 0 0,-1 0-1 0 0,1 0 0 0 0,-1 0 1 0 0,1 0-1 0 0,-1 0 1 0 0,1 0-1 0 0,-1 0 0 0 0,1 1 1 0 0,-2-1-1 0 0,2 0-6 0 0,-1 0-1 0 0,1 1 0 0 0,-1-1 1 0 0,1 0-1 0 0,-1 0 0 0 0,1 0 1 0 0,-1 0-1 0 0,1 0 0 0 0,-1 0 1 0 0,1 0-1 0 0,-1 0 0 0 0,1 0 1 0 0,-1 0-1 0 0,1 0 1 0 0,-1 0-1 0 0,1-1 0 0 0,-1 1 1 0 0,1 0-1 0 0,-1 0 0 0 0,1 0 1 0 0,0-1-1 0 0,-1 1 0 0 0,1 0 1 0 0,-1 0-1 0 0,1-1 0 0 0,0 1 1 0 0,-1-1-1 0 0,1 1 0 0 0,0 0 1 0 0,-1-1-1 0 0,1 1 1 0 0,0-1-1 0 0,-1 1 0 0 0,1-1 1 0 0,-1 0 7 0 0,0 0 0 0 0,1 1 1 0 0,-1-1-1 0 0,0 0 0 0 0,0 1 1 0 0,0-1-1 0 0,0 1 1 0 0,0-1-1 0 0,0 1 0 0 0,0-1 1 0 0,0 1-1 0 0,0 0 0 0 0,0-1 1 0 0,0 1-1 0 0,0 0 0 0 0,0 0 1 0 0,0 0-1 0 0,0 0 1 0 0,0 0-1 0 0,0 0 0 0 0,-1 0 1 0 0,1 0-1 0 0,0 0 0 0 0,-2 1 1 0 0,-3 0 298 0 0,-5 0-174 0 0,-1 1 0 0 0,1 0 0 0 0,0 1-1 0 0,-1 0 1 0 0,1 1 0 0 0,1 0 0 0 0,-16 9 0 0 0,5-4-1 0 0,13-5-35 0 0,-1 1 0 0 0,1-1 1 0 0,0 2-1 0 0,1-1 1 0 0,-1 1-1 0 0,1 0 1 0 0,-7 8-1 0 0,-20 16 318 0 0,-26 27 305 0 0,59-55-676 0 0,-1 0-1 0 0,1 0 1 0 0,1 1-1 0 0,-1-1 1 0 0,0 0 0 0 0,0 0-1 0 0,1 1 1 0 0,-1-1-1 0 0,1 0 1 0 0,0 1 0 0 0,0-1-1 0 0,0 1 1 0 0,0-1 0 0 0,0 0-1 0 0,0 1 1 0 0,1 3-1 0 0,0 8 405 0 0,0-10-375 0 0,-1-1 0 0 0,1 1 0 0 0,0-1 0 0 0,-1 1 0 0 0,2-1 0 0 0,-1 1 0 0 0,0-1 1 0 0,1 0-1 0 0,-1 0 0 0 0,1 0 0 0 0,0 0 0 0 0,0 0 0 0 0,0 0 0 0 0,1 0 0 0 0,-1 0 0 0 0,1-1 1 0 0,-1 1-1 0 0,1-1 0 0 0,0 0 0 0 0,4 3 0 0 0,7 3 22 0 0,0 0 1 0 0,0-1-1 0 0,17 7 0 0 0,-19-9-161 0 0,129 57-15 0 0,-4-10 179 0 0,-115-46-151 0 0,0 0 1 0 0,0-2 0 0 0,1 0-1 0 0,39 1 1 0 0,34-9-570 0 0,-83 3 512 0 0,0 0-1 0 0,-1-2 1 0 0,0 1-1 0 0,1-2 0 0 0,13-5 1 0 0,3-5-97 0 0,33-22 1 0 0,-50 28 150 0 0,3-1-35 0 0,0-1-1 0 0,-1-1 1 0 0,0 0-1 0 0,-1-1 1 0 0,0-1-1 0 0,0 0 1 0 0,-2-1-1 0 0,15-20 1 0 0,-23 28 73 0 0,1 1 1 0 0,-1-1 0 0 0,-1 1-1 0 0,1-1 1 0 0,-1 0 0 0 0,0 0-1 0 0,0 0 1 0 0,-1 0 0 0 0,1 0-1 0 0,-1 0 1 0 0,-1-1 0 0 0,1 1 0 0 0,-1 0-1 0 0,0 0 1 0 0,-1-1 0 0 0,0 1-1 0 0,1 0 1 0 0,-2 0 0 0 0,1 0-1 0 0,-1 0 1 0 0,0 0 0 0 0,0 0-1 0 0,-1 0 1 0 0,0 0 0 0 0,0 1-1 0 0,-7-10 1 0 0,-17-25 230 0 0,23 29-201 0 0,1 5-3 0 0,1 0-1 0 0,-1 0 1 0 0,0 0-1 0 0,-1 0 0 0 0,-4-5 1 0 0,6 8-35 0 0,-1 1 1 0 0,1 0-1 0 0,-1 0 1 0 0,1 0-1 0 0,-1 0 1 0 0,0 0-1 0 0,0 1 1 0 0,0-1-1 0 0,0 1 1 0 0,0 0-1 0 0,0 0 1 0 0,0 0-1 0 0,-5-1 1 0 0,-35 1-950 0 0,-38 7-1613 0 0,16 2-828 0 0</inkml:trace>
</inkml:ink>
</file>

<file path=ppt/ink/ink4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06T18:31:11.11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66 13 1361 0 0,'-4'0'320'0'0,"2"-1"-213"0"0,1 1 0 0 0,0 0-1 0 0,-1 0 1 0 0,1-1 0 0 0,-1 1 0 0 0,1 0-1 0 0,-1 1 1 0 0,1-1 0 0 0,0 0-1 0 0,-1 0 1 0 0,1 1 0 0 0,-1-1-1 0 0,1 0 1 0 0,0 1 0 0 0,-1-1-1 0 0,-3 5 5950 0 0,-1 0-4682 0 0,-16-4-680 0 0,17-1 1880 0 0,10 0-2427 0 0,93 8 507 0 0,138-22-193 0 0,1-1-2803 0 0,-172 11-3021 0 0,-60 7 2015 0 0</inkml:trace>
</inkml:ink>
</file>

<file path=ppt/ink/ink4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06T18:31:11.64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320 0 240 0 0,'-32'42'2961'0'0,"5"33"321"0"0,-38 8-1441 0 0,33-8-961 0 0,32 14-320 0 0,-33 0-479 0 0,-32-6-162 0 0,32 1-719 0 0,0-30-1681 0 0,33-25-1841 0 0</inkml:trace>
</inkml:ink>
</file>

<file path=ppt/ink/ink4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06T18:31:12.07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2 301 640 0 0,'0'-9'3188'0'0,"-1"7"-2962"0"0,1 0 0 0 0,0-1 0 0 0,-1 1 0 0 0,1 0 0 0 0,0 0 0 0 0,0 0 0 0 0,1 0 0 0 0,-1-1 0 0 0,0 1 0 0 0,1 0 0 0 0,-1 0 0 0 0,1 0 0 0 0,0 0 0 0 0,-1 0 0 0 0,1 0 0 0 0,2-2 0 0 0,6-3-13 0 0,-8 7-169 0 0,1-1 0 0 0,-1 0 1 0 0,0 0-1 0 0,0 0 0 0 0,0 0 1 0 0,0 0-1 0 0,0 0 0 0 0,0 0 1 0 0,0 0-1 0 0,0 0 0 0 0,0 0 1 0 0,0 0-1 0 0,0-1 0 0 0,-1 1 1 0 0,1 0-1 0 0,-1-1 0 0 0,1 1 1 0 0,-1 0-1 0 0,1-1 0 0 0,-1 1 1 0 0,0-1-1 0 0,0 1 0 0 0,1-1 1 0 0,-1 1-1 0 0,0-1 0 0 0,-1 1 1 0 0,1-3-1 0 0,0 2-12 0 0,0 0 1 0 0,1 0-1 0 0,-1 0 0 0 0,1-1 0 0 0,-1 1 1 0 0,1 0-1 0 0,0 1 0 0 0,0-1 0 0 0,-1 0 1 0 0,2 0-1 0 0,-1 0 0 0 0,0 0 0 0 0,0 1 1 0 0,0-1-1 0 0,1 0 0 0 0,-1 1 0 0 0,3-2 1 0 0,5-8 93 0 0,24-30 368 0 0,-32 40-478 0 0,-1 0 0 0 0,1 0 0 0 0,0 0 0 0 0,-1 1 1 0 0,1-1-1 0 0,-1 0 0 0 0,1 0 0 0 0,-1 0 0 0 0,1 0 0 0 0,-1-1 1 0 0,0 1-1 0 0,0 0 0 0 0,1 0 0 0 0,-1 0 0 0 0,0 0 1 0 0,0 0-1 0 0,0 0 0 0 0,0 0 0 0 0,0 0 0 0 0,0-1 0 0 0,0 1 1 0 0,-1 0-1 0 0,0-1 0 0 0,1 1-2 0 0,0 0 1 0 0,0 0-1 0 0,-1 0 1 0 0,1 0-1 0 0,0 0 1 0 0,0 0-1 0 0,0 0 0 0 0,0 0 1 0 0,0 0-1 0 0,0 0 1 0 0,0 0-1 0 0,1 0 1 0 0,-1 0-1 0 0,0 0 1 0 0,0 0-1 0 0,1 0 0 0 0,-1 1 1 0 0,0-1-1 0 0,1 0 1 0 0,-1 0-1 0 0,1 0 1 0 0,1-1-1 0 0,3-4 54 0 0,-3 5-33 0 0,-1 0 0 0 0,1-1 0 0 0,-1 1-1 0 0,0-1 1 0 0,0 1 0 0 0,1-1-1 0 0,-1 0 1 0 0,0 1 0 0 0,-1-1 0 0 0,1 0-1 0 0,0 0 1 0 0,0 1 0 0 0,-1-1 0 0 0,1 0-1 0 0,-1 0 1 0 0,1 0 0 0 0,-1 0-1 0 0,0 0 1 0 0,0 0 0 0 0,0 0 0 0 0,0 0-1 0 0,-1-2 1 0 0,1 3-26 0 0,1 0 0 0 0,-1 1 0 0 0,0-1 0 0 0,0 0 0 0 0,1 0 0 0 0,-1 1 0 0 0,0-1 0 0 0,1 0 1 0 0,-1 0-1 0 0,1 1 0 0 0,-1-1 0 0 0,1 0 0 0 0,-1 1 0 0 0,1-1 0 0 0,-1 1 0 0 0,1-1 0 0 0,-1 1 0 0 0,1-1 0 0 0,0 1 0 0 0,-1-1 0 0 0,1 1 0 0 0,0 0 0 0 0,0-1 0 0 0,0 1 0 0 0,29-8 57 0 0,25 5-11 0 0,2 7-12 0 0,10 2-57 0 0,-22 2-2856 0 0,-43-8 2249 0 0,16 2-691 0 0,-11 3-2545 0 0</inkml:trace>
</inkml:ink>
</file>

<file path=ppt/ink/ink4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06T18:31:12.46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1 160 0 0,'0'0'2401'0'0,"26"6"-1360"0"0,7-6-161 0 0,0 6-160 0 0,-1 2-159 0 0,1 5-241 0 0,0-5-560 0 0,32-2-961 0 0,-65 1-1200 0 0</inkml:trace>
</inkml:ink>
</file>

<file path=ppt/ink/ink4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06T18:31:16.79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66 0 320 0 0,'0'0'1654'0'0,"0"1"-1379"0"0,0-1 0 0 0,1 1 1 0 0,-1 0-1 0 0,0-1 0 0 0,0 1 0 0 0,0 0 0 0 0,0-1 0 0 0,0 1 0 0 0,0 0 0 0 0,0-1 1 0 0,0 1-1 0 0,0 0 0 0 0,0-1 0 0 0,0 1 0 0 0,0 0 0 0 0,0-1 0 0 0,0 1 1 0 0,-1 0-1 0 0,1-1 0 0 0,0 1 0 0 0,-1-1 0 0 0,1 1 0 0 0,0-1 0 0 0,-1 1 0 0 0,1 0 1 0 0,-1-1-1 0 0,1 1 0 0 0,0-1 0 0 0,-1 0 0 0 0,1 1 0 0 0,-2 0 0 0 0,-52 0 2246 0 0,49-1-2227 0 0,10 0-41 0 0,10 1 3 0 0,-30-3 35 0 0,15 2-286 0 0,0 0 0 0 0,0-1 0 0 0,0 1 0 0 0,1 0 0 0 0,-1 0 0 0 0,0 0 0 0 0,0 0 1 0 0,0 0-1 0 0,0 0 0 0 0,0 0 0 0 0,0 0 0 0 0,0 0 0 0 0,0 0 0 0 0,0-1 0 0 0,1 1 0 0 0,-1 0 0 0 0,0 0 0 0 0,0 0 0 0 0,0 0 0 0 0,0 0 0 0 0,0 0 0 0 0,0-1 0 0 0,0 1 0 0 0,0 0 0 0 0,0 0 0 0 0,0 0 0 0 0,0 0 0 0 0,0 0 0 0 0,0 0 0 0 0,0-1 0 0 0,0 1 0 0 0,0 0 0 0 0,0 0 0 0 0,0 0 0 0 0,0 0 0 0 0,0 0 1 0 0,0 0-1 0 0,0-1 0 0 0,-1 1 0 0 0,1 0 0 0 0,0 0 0 0 0,0 0 0 0 0,0 0 0 0 0,0 0 0 0 0,0 0 0 0 0,0 0 0 0 0,0 0 0 0 0,0-1 0 0 0,0 1 0 0 0,-1 0 0 0 0,1 0 0 0 0,0 0 0 0 0,14-1 312 0 0,-1 0 1 0 0,24 1-1 0 0,-3 1-95 0 0,111 8 314 0 0,-72-3-445 0 0,-3 7-678 0 0,-13-6-921 0 0,-51-7 787 0 0,1 1 1 0 0,-1-1 0 0 0,1-1 0 0 0,0 1 0 0 0,-1-1-1 0 0,0 0 1 0 0,11-4 0 0 0,-17 5 599 0 0,1 0 1 0 0,-1 0-1 0 0,0 0 1 0 0,0 0 0 0 0,1 0-1 0 0,-1 0 1 0 0,0 0-1 0 0,1-1 1 0 0,-1 1-1 0 0,0 0 1 0 0,0 0-1 0 0,0 0 1 0 0,1-1-1 0 0,-1 1 1 0 0,0 0-1 0 0,0 0 1 0 0,0-1-1 0 0,1 1 1 0 0,-1 0-1 0 0,0-1 1 0 0,0 1-1 0 0,0 0 1 0 0,0 0-1 0 0,0-1 1 0 0,0 1-1 0 0,0 0 1 0 0,0-1-1 0 0,0 1 1 0 0,1 0-1 0 0,-2-1 1 0 0,1-6-3388 0 0</inkml:trace>
</inkml:ink>
</file>

<file path=ppt/ink/ink4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06T18:31:17.15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15 320 0 0,'0'-6'3442'0'0,"32"-2"-81"0"0,1 8-1920 0 0,0 0-241 0 0,-1 0-239 0 0,1 8-321 0 0,-1-8-240 0 0,34 6-160 0 0,-34 1-159 0 0,34-7-802 0 0,-40 0-1200 0 0,7-7-960 0 0,-1-7-3282 0 0</inkml:trace>
</inkml:ink>
</file>

<file path=ppt/ink/ink4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06T18:31:22.04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274 60 880 0 0,'0'-1'126'0'0,"0"0"-1"0"0,0 0 0 0 0,0 0 1 0 0,0 0-1 0 0,0 0 0 0 0,1 0 0 0 0,-1 0 1 0 0,0 0-1 0 0,0 0 0 0 0,1 0 1 0 0,-1 0-1 0 0,1 0 0 0 0,-1 0 0 0 0,1 0 1 0 0,-1 1-1 0 0,1-1 0 0 0,-1 0 1 0 0,1 0-1 0 0,0 0 0 0 0,0 1 1 0 0,-1-1-1 0 0,1 0 0 0 0,0 1 0 0 0,0-1 1 0 0,0 0-1 0 0,0 1 0 0 0,0-1 1 0 0,0 1-1 0 0,0 0 0 0 0,0-1 0 0 0,0 1 1 0 0,0 0-1 0 0,1-1 0 0 0,5-1 57 0 0,2-1 343 0 0,0 1 0 0 0,1 0-1 0 0,-1 1 1 0 0,1 0-1 0 0,-1 1 1 0 0,1 0-1 0 0,11 1 1 0 0,28-1-39 0 0,76-19 874 0 0,-119 14 184 0 0,-7 8-700 0 0,-4-2-337 0 0,0-1-352 0 0,4 0-118 0 0,1 0 0 0 0,-1-1 0 0 0,0 1 0 0 0,1 0 0 0 0,-1 0 0 0 0,0 0 0 0 0,1 0 0 0 0,-1 0 0 0 0,0 0 0 0 0,1 0 0 0 0,-1 0 0 0 0,0 0 0 0 0,1 0 0 0 0,-1 0 0 0 0,0 0 0 0 0,1 0 0 0 0,-1 1 0 0 0,0-1 0 0 0,1 0 0 0 0,-1 0 0 0 0,0 1 1 0 0,1-1-1 0 0,-1 1 0 0 0,1-1 0 0 0,-1 0 0 0 0,1 1 0 0 0,-1-1 0 0 0,1 1 0 0 0,-1-1 0 0 0,1 1 0 0 0,-1 0 0 0 0,1-1 0 0 0,0 1 0 0 0,-1-1 0 0 0,1 1 0 0 0,0 0 0 0 0,-1-1 0 0 0,1 1 0 0 0,0 0 0 0 0,0-1 0 0 0,0 1 0 0 0,0 0 0 0 0,-6 1 257 0 0,-16-2 39 0 0,47 3-153 0 0,0 2 0 0 0,0 0 1 0 0,25 10-1 0 0,-41-12-154 0 0,-1 0 1 0 0,1 1-1 0 0,-1-1 1 0 0,0 2-1 0 0,0-1 1 0 0,13 11-1 0 0,-19-14-24 0 0,0 1 0 0 0,0 0 0 0 0,0 0 0 0 0,-1 0 0 0 0,1 0 0 0 0,0 0 0 0 0,-1 0 0 0 0,1 0 0 0 0,-1 0 0 0 0,0 1 0 0 0,0-1 0 0 0,1 0 0 0 0,-2 1 0 0 0,1-1-1 0 0,0 1 1 0 0,0-1 0 0 0,-1 1 0 0 0,1 0 0 0 0,-1-1 0 0 0,0 1 0 0 0,0-1 0 0 0,0 1 0 0 0,0 0 0 0 0,-1-1 0 0 0,1 1 0 0 0,-1 0 0 0 0,0 2 0 0 0,-5 8-10 0 0,-1 0 1 0 0,-1 0-1 0 0,0-1 1 0 0,0 0-1 0 0,-1 0 1 0 0,-1-1-1 0 0,0 0 0 0 0,-15 12 1 0 0,-4 6 8 0 0,9-7-44 0 0,-1-1 1 0 0,-1-1-1 0 0,-1-1 0 0 0,-27 17 1 0 0,-42 28-42 0 0,33-22 130 0 0,-2-2-1 0 0,-85 41 1 0 0,139-77-85 0 0,0-1 0 0 0,0-1 1 0 0,0 1-1 0 0,0-1 0 0 0,0-1 0 0 0,-1 1 0 0 0,1-1 1 0 0,-1-1-1 0 0,1 1 0 0 0,-13-2 0 0 0,19 2 8 0 0,0-1 1 0 0,1 0-1 0 0,-1 0 0 0 0,0 0 1 0 0,1 0-1 0 0,-1 0 0 0 0,1 0 1 0 0,-1 0-1 0 0,0 0 0 0 0,1 0 1 0 0,-1-1-1 0 0,0 1 0 0 0,1 0 1 0 0,-1 0-1 0 0,1 0 0 0 0,-1-1 0 0 0,0 1 1 0 0,1 0-1 0 0,-1-1 0 0 0,1 1 1 0 0,-1 0-1 0 0,1-1 0 0 0,-1 1 1 0 0,1-1-1 0 0,-1 1 0 0 0,1-1 1 0 0,0 1-1 0 0,-1-1 0 0 0,1 1 1 0 0,0-1-1 0 0,-1 0 0 0 0,1 1 0 0 0,0-1 1 0 0,0 1-1 0 0,0-1 0 0 0,-1 0 1 0 0,1 1-1 0 0,0-1 0 0 0,0 1 1 0 0,0-1-1 0 0,0 0 0 0 0,0 1 1 0 0,0-1-1 0 0,0 0 0 0 0,0 1 1 0 0,0-1-1 0 0,0 0 0 0 0,1 1 1 0 0,-1-1-1 0 0,0 1 0 0 0,0-1 0 0 0,1 0 1 0 0,-1 1-1 0 0,0-1 0 0 0,1 1 1 0 0,-1-1-1 0 0,0 1 0 0 0,2-2 1 0 0,4-7-301 0 0,2 0 0 0 0,-1 0 1 0 0,10-8-1 0 0,-4 4 89 0 0,139-149-65 0 0,-142 151 304 0 0,1 1-1 0 0,1-1 1 0 0,0 2-1 0 0,0 0 0 0 0,1 0 1 0 0,0 1-1 0 0,21-9 0 0 0,-26 14-8 0 0,0 0 0 0 0,1 0-1 0 0,0 1 1 0 0,-1 0 0 0 0,1 1 0 0 0,0-1-1 0 0,0 2 1 0 0,0-1 0 0 0,0 1-1 0 0,0 1 1 0 0,0 0 0 0 0,0 0 0 0 0,0 1-1 0 0,12 3 1 0 0,-16-3 17 0 0,0 0 0 0 0,0 0 0 0 0,-1 1 0 0 0,1-1 0 0 0,-1 1 0 0 0,0 0 0 0 0,1 0 0 0 0,-1 1 0 0 0,-1-1 0 0 0,1 1 0 0 0,0 0 0 0 0,3 5 0 0 0,10 10 37 0 0,16 13 53 0 0,-13-12-39 0 0,0-1 0 0 0,-1 2 1 0 0,31 46-1 0 0,-38-34-144 0 0,-8-16-91 0 0,18 18-1368 0 0,-18-26 217 0 0,3 0-1876 0 0,20-12-3837 0 0</inkml:trace>
</inkml:ink>
</file>

<file path=ppt/ink/ink4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06T18:31:26.42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1009 108 640 0 0,'0'-12'3389'0'0,"0"13"-3286"0"0,-1-1 0 0 0,1 1 1 0 0,0-1-1 0 0,0 0 1 0 0,-1 1-1 0 0,1-1 1 0 0,0 0-1 0 0,-1 1 0 0 0,1-1 1 0 0,0 0-1 0 0,-1 1 1 0 0,1-1-1 0 0,0 0 1 0 0,-1 0-1 0 0,1 1 0 0 0,-1-1 1 0 0,1 0-1 0 0,-1 0 1 0 0,1 0-1 0 0,0 0 1 0 0,-1 0-1 0 0,1 0 1 0 0,-1 1-1 0 0,1-1 0 0 0,-1 0 1 0 0,1 0-1 0 0,-1 0 1 0 0,1-1-1 0 0,-1 1 1 0 0,-14 0 51 0 0,15 0 81 0 0,-104-7 3593 0 0,80 6-3251 0 0,-49-8 0 0 0,7 0 27 0 0,38 6-586 0 0,-6 1-2 0 0,10 5-24 0 0,0-2-1 0 0,-29-1 0 0 0,10 1 44 0 0,1 2-1 0 0,-65 14 1 0 0,-81 30 70 0 0,172-42-127 0 0,1 0-1 0 0,0 1 1 0 0,-16 9-1 0 0,10-4-12 0 0,16-5 18 0 0,5-5 16 0 0,0-1 0 0 0,0 0 0 0 0,0 0 0 0 0,0 0 0 0 0,-1 1 0 0 0,1-1 0 0 0,0 0 0 0 0,0 0 0 0 0,0 0 1 0 0,0 1-1 0 0,0-1 0 0 0,0 0 0 0 0,0 0 0 0 0,0 0 0 0 0,0 0 0 0 0,0 1 0 0 0,-1-1 0 0 0,1 0 0 0 0,0 0 0 0 0,0 0 0 0 0,0 0 1 0 0,0 0-1 0 0,-1 1 0 0 0,1-1 0 0 0,0 0 0 0 0,0 0 0 0 0,0 0 0 0 0,0 0 0 0 0,-1 0 0 0 0,1 0 0 0 0,0 0 0 0 0,0 0 0 0 0,0 0 1 0 0,-1 0-1 0 0,1 0 0 0 0,0 0 0 0 0,0 0 0 0 0,0 0 0 0 0,-1 0 0 0 0,-2 0-3 0 0,2 0 1 0 0,1 0 0 0 0,-1 0 0 0 0,0-1 1 0 0,0 1-1 0 0,0 0 0 0 0,0 0 0 0 0,1 0 0 0 0,-1 0 0 0 0,0 0 0 0 0,0 0 0 0 0,0 1 1 0 0,0-1-1 0 0,1 0 0 0 0,-1 0 0 0 0,0 0 0 0 0,0 1 0 0 0,0-1 0 0 0,1 1 0 0 0,-1-1 1 0 0,0 0-1 0 0,1 1 0 0 0,-1-1 0 0 0,0 1 0 0 0,1-1 0 0 0,-1 1 0 0 0,0 0 0 0 0,1-1 1 0 0,-1 1-1 0 0,1 0 0 0 0,-1-1 0 0 0,1 1 0 0 0,0 0 0 0 0,-1 1 0 0 0,1-1 2 0 0,-1 0 0 0 0,1 0-1 0 0,-1 0 1 0 0,1 1 0 0 0,-1-1-1 0 0,0 0 1 0 0,1 0 0 0 0,-1 0-1 0 0,0 0 1 0 0,1 0 0 0 0,-1 0 0 0 0,0-1-1 0 0,0 1 1 0 0,0 0 0 0 0,0 0-1 0 0,0 0 1 0 0,0-1 0 0 0,0 1-1 0 0,0-1 1 0 0,0 1 0 0 0,-1-1-1 0 0,1 1 1 0 0,-2 0 0 0 0,-2 1 7 0 0,3 0-7 0 0,1 0-1 0 0,0 0 1 0 0,1 0-1 0 0,-1 0 1 0 0,0 0-1 0 0,0 1 0 0 0,1-1 1 0 0,-1 0-1 0 0,1 0 1 0 0,0 0-1 0 0,0 1 1 0 0,0-1-1 0 0,0 0 1 0 0,0 0-1 0 0,0 1 0 0 0,0-1 1 0 0,2 3-1 0 0,-2 4 11 0 0,0-2 20 0 0,-1-5-23 0 0,1 0 0 0 0,-1 0 0 0 0,1 1 0 0 0,0-1 0 0 0,0 0-1 0 0,0 0 1 0 0,0 1 0 0 0,0-1 0 0 0,1 0 0 0 0,-1 0 0 0 0,1 0 0 0 0,-1 0 0 0 0,1 1-1 0 0,0-1 1 0 0,0 0 0 0 0,2 3 0 0 0,5 0 22 0 0,-7-4-23 0 0,0-1-1 0 0,0 1 0 0 0,1 0 0 0 0,-1-1 0 0 0,0 1 0 0 0,0 0 0 0 0,0 0 0 0 0,0 0 0 0 0,0 0 0 0 0,0 0 0 0 0,-1 0 0 0 0,1 0 0 0 0,0 0 0 0 0,0 0 0 0 0,-1 1 0 0 0,1-1 0 0 0,0 0 0 0 0,-1 0 0 0 0,0 1 0 0 0,1-1 0 0 0,-1 0 0 0 0,0 0 0 0 0,1 1 0 0 0,-1-1 0 0 0,0 3 0 0 0,0-3-3 0 0,0 0 0 0 0,0 1 0 0 0,0-1 0 0 0,0 1-1 0 0,0-1 1 0 0,1 0 0 0 0,-1 1 0 0 0,1-1 0 0 0,-1 1 0 0 0,1-1-1 0 0,-1 0 1 0 0,1 0 0 0 0,0 1 0 0 0,-1-1 0 0 0,1 0 0 0 0,0 0 0 0 0,0 0-1 0 0,0 0 1 0 0,0 0 0 0 0,0 0 0 0 0,0 0 0 0 0,0 0 0 0 0,2 1-1 0 0,-2-1-6 0 0,1 0 0 0 0,-1-1 0 0 0,0 1 0 0 0,0 0 0 0 0,0 0-1 0 0,0 0 1 0 0,0 0 0 0 0,0 0 0 0 0,0 0 0 0 0,-1 1-1 0 0,1-1 1 0 0,0 0 0 0 0,-1 0 0 0 0,1 1 0 0 0,0-1 0 0 0,-1 0-1 0 0,0 1 1 0 0,1-1 0 0 0,-1 0 0 0 0,0 1 0 0 0,0-1-1 0 0,1 1 1 0 0,-1 1 0 0 0,-1 5-6 0 0,1-3 3 0 0,0-1 1 0 0,0 0 0 0 0,0 1-1 0 0,1-1 1 0 0,0 1 0 0 0,1 6-1 0 0,-1-9 7 0 0,0 0 0 0 0,0-1 0 0 0,1 1 0 0 0,-1 0 0 0 0,0-1 0 0 0,1 1 0 0 0,-1-1 0 0 0,1 1 0 0 0,-1-1 0 0 0,1 0 0 0 0,-1 0 0 0 0,1 0 0 0 0,0 0 0 0 0,0 0 0 0 0,0 0 0 0 0,3 1 0 0 0,55 32-79 0 0,-27-17 83 0 0,5 2-19 0 0,-10-5-41 0 0,-23-11 44 0 0,0 0 0 0 0,0-1 0 0 0,0 1 1 0 0,0-1-1 0 0,11 3 0 0 0,21 1-44 0 0,-1-1-1 0 0,38-1 0 0 0,318-17-22 0 0,-369 11 97 0 0,39 1 1 0 0,-5 2 14 0 0,-20 0 54 0 0,45 5 1 0 0,-57-3 5 0 0,37-1 1 0 0,14 0 29 0 0,-32 0-115 0 0,60-6 0 0 0,-29 1-21 0 0,-41 0-89 0 0,1 0 1 0 0,-1-3-1 0 0,0-1 0 0 0,0-1 1 0 0,39-16-1 0 0,-51 17 172 0 0,5-4 15 0 0,12-3 72 0 0,-23 9-97 0 0,0 1 1 0 0,0-2-1 0 0,-1 0 0 0 0,22-12 1 0 0,14-6-104 0 0,-50 24 37 0 0,-1-1 0 0 0,1 0-1 0 0,-1 0 1 0 0,1 1-1 0 0,0-1 1 0 0,-1 0-1 0 0,0 0 1 0 0,1 0 0 0 0,-1 0-1 0 0,1 1 1 0 0,-1-1-1 0 0,0 0 1 0 0,0 0-1 0 0,0 0 1 0 0,1 0 0 0 0,-1 0-1 0 0,0 0 1 0 0,0 0-1 0 0,0 0 1 0 0,0-1-1 0 0,-1-26 49 0 0,0 20 74 0 0,1-66 352 0 0,0 73-462 0 0,0 0-1 0 0,0 0 0 0 0,0-1 0 0 0,0 1 0 0 0,0 0 1 0 0,0 0-1 0 0,0 0 0 0 0,-1 0 0 0 0,1 0 1 0 0,-1 0-1 0 0,1 0 0 0 0,0 0 0 0 0,-1 0 1 0 0,1 1-1 0 0,-1-1 0 0 0,0 0 0 0 0,1 0 1 0 0,-1 0-1 0 0,0 0 0 0 0,0 1 0 0 0,1-1 1 0 0,-1 0-1 0 0,0 1 0 0 0,0-1 0 0 0,0 1 0 0 0,0-1 1 0 0,0 1-1 0 0,-1-1 0 0 0,1 0 0 0 0,0 1 0 0 0,0 0 0 0 0,0-1 0 0 0,0 1 0 0 0,0-1 0 0 0,0 0 0 0 0,1 1 1 0 0,-1-1-1 0 0,0 0 0 0 0,0 1 0 0 0,1-1 0 0 0,-1 0 0 0 0,0 0 0 0 0,1 1 0 0 0,-1-1 0 0 0,1 0 0 0 0,-1 0 0 0 0,1 0 0 0 0,-1 0 0 0 0,1 0 0 0 0,0 0 0 0 0,-1 0 0 0 0,1 0 0 0 0,0 0 0 0 0,0 0 0 0 0,0 0 0 0 0,0 0 0 0 0,0-2 0 0 0,0 3 0 0 0,0-1 0 0 0,-1 0 0 0 0,1 0 0 0 0,0 0-1 0 0,0 0 1 0 0,0 1 0 0 0,-1-1 0 0 0,1 0-1 0 0,0 0 1 0 0,-1 0 0 0 0,1 1 0 0 0,-1-1 0 0 0,1 0-1 0 0,-1 1 1 0 0,1-1 0 0 0,-1 0 0 0 0,0 1 0 0 0,1-1-1 0 0,-1 1 1 0 0,0-1 0 0 0,1 1 0 0 0,-1-1-1 0 0,0 1 1 0 0,1-1 0 0 0,-1 1 0 0 0,0 0 0 0 0,0-1-1 0 0,0 1 1 0 0,0 0 0 0 0,1 0 0 0 0,-1 0 0 0 0,-1 0-1 0 0,-7-4 19 0 0,-18-22-9 0 0,24 17-13 0 0,3 9 0 0 0,1-1 0 0 0,-1 1 0 0 0,0-1 0 0 0,-1 1 0 0 0,1-1 0 0 0,0 0 0 0 0,0 1 0 0 0,0-1 0 0 0,0 1 0 0 0,0-1 0 0 0,-1 1 0 0 0,1-1 0 0 0,0 1 0 0 0,0-1 0 0 0,-1 1 0 0 0,1-1 0 0 0,0 1 0 0 0,-1 0 0 0 0,1-1 0 0 0,0 1 0 0 0,-1-1 0 0 0,1 1 0 0 0,-1 0 0 0 0,1-1 0 0 0,0 1 0 0 0,-2-1 0 0 0,-11-7 32 0 0,0-2-1 0 0,-15-13 0 0 0,27 22-23 0 0,-2-3 1 0 0,-1 0 0 0 0,1 0 0 0 0,-1 0 1 0 0,1 1-1 0 0,-1 0 0 0 0,0 0 1 0 0,-1 0-1 0 0,1 0 0 0 0,0 0 0 0 0,-1 1 1 0 0,1 0-1 0 0,-1 0 0 0 0,0 0 0 0 0,-8-2 1 0 0,9 4 6 0 0,0-2 1 0 0,0 1-1 0 0,0 0 1 0 0,0-1-1 0 0,1 0 1 0 0,-7-3-1 0 0,-22-9 42 0 0,-10 2 2 0 0,-19-4-53 0 0,-119-8 46 0 0,92 14 117 0 0,-285-22 821 0 0,214 46-689 0 0,100-6-244 0 0,40-6 19 0 0,-1-1 1 0 0,-27-1-1 0 0,-9-1 78 0 0,36 2-169 0 0,0 1 1 0 0,1 1-1 0 0,-1 1 1 0 0,-33 11-1 0 0,-11 2-25 0 0,58-15 42 0 0,0 0 0 0 0,0 1 0 0 0,-1 0 0 0 0,2 0 0 0 0,-1 1 0 0 0,-8 6-1 0 0,-23 11 58 0 0,38-21-87 0 0,-1 0-1 0 0,0 0 1 0 0,0 0-1 0 0,0 0 1 0 0,0 0-1 0 0,1 0 1 0 0,-1 0 0 0 0,0 0-1 0 0,0 0 1 0 0,0 0-1 0 0,0 1 1 0 0,1-1 0 0 0,-1 0-1 0 0,0 0 1 0 0,0 0-1 0 0,0 0 1 0 0,0 0 0 0 0,0 0-1 0 0,0 1 1 0 0,1-1-1 0 0,-1 0 1 0 0,0 0 0 0 0,0 0-1 0 0,0 0 1 0 0,0 1-1 0 0,0-1 1 0 0,0 0 0 0 0,0 0-1 0 0,0 0 1 0 0,0 0-1 0 0,0 1 1 0 0,0-1-1 0 0,0 0 1 0 0,0 0 0 0 0,0 0-1 0 0,0 1 1 0 0,0-1-1 0 0,0 0 1 0 0,0 0 0 0 0,0 0-1 0 0,0 0 1 0 0,0 1-1 0 0,0-1 1 0 0,0 0 0 0 0,0 0-1 0 0,0 0 1 0 0,0 0-1 0 0,-1 0 1 0 0,1 1 0 0 0,0-1-1 0 0,0 0 1 0 0,0 0-1 0 0,0 0 1 0 0,0 0 0 0 0,0 0-1 0 0,-1 0 1 0 0,1 1-1 0 0,0-1 1 0 0,0 0-1 0 0,0 0 1 0 0,0 0 0 0 0,-1 0-1 0 0,1 0 1 0 0,0 0-1 0 0,0 0 1 0 0,0 0 0 0 0,0 0-1 0 0,-1 0 1 0 0,1 0-1 0 0,0 1-161 0 0,18 8-2785 0 0,-14-20-8365 0 0</inkml:trace>
</inkml:ink>
</file>

<file path=ppt/ink/ink4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06T18:31:30.54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99 0 480 0 0,'-22'2'348'0'0,"-40"8"-1"0"0,53-8-241 0 0,4-1 160 0 0,5 9 1803 0 0,0-7-238 0 0,0-8-635 0 0,0 3 151 0 0,0 0 262 0 0,0 2-1590 0 0,0 0-1 0 0,0 0 0 0 0,0 0 1 0 0,0 0-1 0 0,0-1 0 0 0,-1 1 1 0 0,1 0-1 0 0,0 0 0 0 0,0 0 1 0 0,0 0-1 0 0,0 0 0 0 0,0-1 1 0 0,0 1-1 0 0,0 0 0 0 0,0 0 1 0 0,0 0-1 0 0,0 0 1 0 0,0 0-1 0 0,1-1 0 0 0,-1 1 1 0 0,0 0-1 0 0,0 0 0 0 0,0 0 1 0 0,0 0-1 0 0,0 0 0 0 0,0-1 1 0 0,0 1-1 0 0,0 0 0 0 0,0 0 1 0 0,0 0-1 0 0,1 0 0 0 0,-1 0 1 0 0,0 0-1 0 0,0 0 0 0 0,0 0 1 0 0,0-1-1 0 0,0 1 0 0 0,0 0 1 0 0,1 0-1 0 0,-1 0 0 0 0,0 0 1 0 0,0 0-1 0 0,0 0 0 0 0,0 0 1 0 0,0 0-1 0 0,1 0 0 0 0,-1 0 1 0 0,0 0-1 0 0,0 0 0 0 0,0 0 1 0 0,0 0-1 0 0,0 0 0 0 0,1 0 1 0 0,-1 0-1 0 0,0 0 1 0 0,0 0-1 0 0,0 0 0 0 0,0 0 1 0 0,0 0-1 0 0,1 0 0 0 0,-1 1 1 0 0,0-1-1 0 0,0 0 0 0 0,0 0 1 0 0,125-6 2315 0 0,66 18-1338 0 0,-12 2-3953 0 0,-65-12-1858 0 0,-16 3-1375 0 0</inkml:trace>
</inkml:ink>
</file>

<file path=ppt/ink/ink4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06T18:31:30.89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131 1 2001 0 0,'-32'35'1601'0'0,"-1"19"-721"0"0,0 8 0 0 0,1-14-79 0 0,32 8-81 0 0,0-8-80 0 0,0 0-159 0 0,0-15-241 0 0,32 3-240 0 0,-32-9-560 0 0,0-13-1281 0 0,0-8-1601 0 0</inkml:trace>
</inkml:ink>
</file>

<file path=ppt/ink/ink4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06T18:31:31.39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131 0 1281 0 0,'-33'15'1120'0'0,"33"3"-239"0"0,0 18-241 0 0,-32-1-320 0 0,32-2-240 0 0,0-6-80 0 0,-33 2 0 0 0,33-1-560 0 0,-33-8-1361 0 0</inkml:trace>
</inkml:ink>
</file>

<file path=ppt/ink/ink4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06T18:31:31.74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9 1201 0 0,'0'6'1280'0'0,"33"-6"-2240"0"0,-33-14-481 0 0</inkml:trace>
</inkml:ink>
</file>

<file path=ppt/ink/ink4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06T18:31:32.52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36 2881 0 0,'0'0'2401'0'0,"0"-6"801"0"0,0-2-721 0 0,33 8-1200 0 0,-7-7-881 0 0,7 7-160 0 0,-1-6-80 0 0,1 6-400 0 0,32 0-721 0 0,-32-8-1200 0 0,32 8-880 0 0,-32 0-240 0 0,0 0 239 0 0</inkml:trace>
</inkml:ink>
</file>

<file path=ppt/ink/ink4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06T18:31:33.10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0 1361 0 0,'33'0'1040'0'0,"26"6"-320"0"0,-27 3-720 0 0,34-3-1280 0 0</inkml:trace>
</inkml:ink>
</file>

<file path=ppt/ink/ink4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06T18:31:33.67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601 76 400 0 0,'-32'1'655'0'0,"21"-1"-385"0"0,-1 1 0 0 0,1 0 0 0 0,-1 1 0 0 0,1 0 0 0 0,-1 0 0 0 0,1 2 0 0 0,-13 4 0 0 0,-158 42 1363 0 0,81-25-665 0 0,93-23-861 0 0,0 1-1 0 0,0 0 1 0 0,0 1-1 0 0,0 0 1 0 0,-12 9 0 0 0,12-8-24 0 0,0 0 1 0 0,-1 0-1 0 0,-14 5 1 0 0,5-5-10 0 0,15-4-47 0 0,-1 0 0 0 0,1 0 0 0 0,0 0 0 0 0,-1 1 1 0 0,1-1-1 0 0,0 1 0 0 0,0 0 0 0 0,0-1 0 0 0,0 1 1 0 0,1 1-1 0 0,-6 3 0 0 0,0 2 46 0 0,7-8-71 0 0,1 0 0 0 0,0 0 1 0 0,0 0-1 0 0,0 0 1 0 0,0 0-1 0 0,-1 0 0 0 0,1 0 1 0 0,0 0-1 0 0,0 0 0 0 0,0 0 1 0 0,-1 0-1 0 0,1 0 1 0 0,0 0-1 0 0,0 0 0 0 0,0 0 1 0 0,-1 0-1 0 0,1 0 1 0 0,0 0-1 0 0,0 1 0 0 0,0-1 1 0 0,0 0-1 0 0,0 0 1 0 0,-1 0-1 0 0,1 0 0 0 0,0 0 1 0 0,0 1-1 0 0,0-1 1 0 0,0 0-1 0 0,0 0 0 0 0,0 0 1 0 0,0 0-1 0 0,0 1 0 0 0,0-1 1 0 0,-1 0-1 0 0,1 0 1 0 0,0 0-1 0 0,0 1 0 0 0,0-1 1 0 0,0 0-1 0 0,0 0 1 0 0,0 0-1 0 0,0 1 0 0 0,0-1 1 0 0,0 0-1 0 0,0 0 1 0 0,1 0-1 0 0,-1 1 0 0 0,0-1 1 0 0,0 0-1 0 0,0 0 1 0 0,0 0-1 0 0,0 0 0 0 0,0 1 1 0 0,0-1-1 0 0,0 0 1 0 0,0 0-1 0 0,1 0 0 0 0,-1 0 1 0 0,0 0-1 0 0,0 1 0 0 0,0-1 1 0 0,0 0-1 0 0,1 0 1 0 0,-1 0-1 0 0,0 0 0 0 0,0 0 1 0 0,0 0-1 0 0,1 0 1 0 0,19 21 266 0 0,-17-18-226 0 0,0-1 0 0 0,0 1 0 0 0,0-1 0 0 0,0 1 0 0 0,0-1 0 0 0,1 0 0 0 0,-1 0 0 0 0,6 2 0 0 0,7 3 139 0 0,6 5 115 0 0,1-2 0 0 0,1 0 0 0 0,-1-2 0 0 0,31 7 0 0 0,23-4-315 0 0,1-4 1 0 0,83-4-1 0 0,-118-5-99 0 0,0-2 0 0 0,0-2 1 0 0,78-21-1 0 0,-116 26 151 0 0,1 0 0 0 0,-1-1 0 0 0,0 0 1 0 0,1 0-1 0 0,-1-1 0 0 0,0 1 0 0 0,-1-1 0 0 0,1 0 1 0 0,0 0-1 0 0,-1-1 0 0 0,0 1 0 0 0,1-1 0 0 0,-1 0 0 0 0,-1 0 1 0 0,1-1-1 0 0,-1 1 0 0 0,0-1 0 0 0,0 1 0 0 0,0-1 1 0 0,0 0-1 0 0,-1 0 0 0 0,0-1 0 0 0,0 1 0 0 0,0 0 0 0 0,-1-1 1 0 0,0 1-1 0 0,0-1 0 0 0,0 1 0 0 0,0-1 0 0 0,-1 1 1 0 0,-1-9-1 0 0,1 9-9 0 0,0 0 0 0 0,0 1 0 0 0,-1-1 0 0 0,1 1 0 0 0,-1-1 0 0 0,0 1 0 0 0,-1-1 0 0 0,1 1 0 0 0,-1 0 0 0 0,0-1 0 0 0,0 1 0 0 0,0 0 0 0 0,-1 0 0 0 0,1 0 0 0 0,-1 1 1 0 0,0-1-1 0 0,0 1 0 0 0,0-1 0 0 0,-1 1 0 0 0,1 0 0 0 0,-1 0 0 0 0,-4-2 0 0 0,-6-3-23 0 0,0 1-1 0 0,-1 0 1 0 0,0 1 0 0 0,0 1 0 0 0,-29-6 0 0 0,-243-33-1266 0 0,100 19-2781 0 0,116 12 283 0 0</inkml:trace>
</inkml:ink>
</file>

<file path=ppt/ink/ink4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06T18:31:44.20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315 242 720 0 0,'5'-1'1521'0'0,"55"-27"3175"0"0,-34 17-3794 0 0,0-1 1 0 0,-1-1 0 0 0,-1-1 0 0 0,0-1 0 0 0,30-27 0 0 0,28-16 109 0 0,-55 39-718 0 0,-25 17-273 0 0,0 0 1 0 0,-1 0 0 0 0,1 0 0 0 0,0 1-1 0 0,0-1 1 0 0,0 1 0 0 0,0-1 0 0 0,0 1 0 0 0,0 0-1 0 0,5-2 1 0 0,0 0 19 0 0,-7 3-35 0 0,0 0 1 0 0,0 0-1 0 0,-1 0 0 0 0,1 0 1 0 0,0 0-1 0 0,0-1 1 0 0,0 1-1 0 0,0 0 0 0 0,0 0 1 0 0,0 0-1 0 0,0 0 1 0 0,-1 0-1 0 0,1 0 0 0 0,0-1 1 0 0,0 1-1 0 0,0 0 1 0 0,0 0-1 0 0,0 0 0 0 0,0 0 1 0 0,0 0-1 0 0,0-1 1 0 0,0 1-1 0 0,0 0 0 0 0,0 0 1 0 0,0 0-1 0 0,0 0 1 0 0,0-1-1 0 0,0 1 0 0 0,0 0 1 0 0,0 0-1 0 0,0 0 1 0 0,0 0-1 0 0,0 0 0 0 0,0-1 1 0 0,0 1-1 0 0,0 0 1 0 0,0 0-1 0 0,0 0 0 0 0,1 0 1 0 0,-1 0-1 0 0,0-1 1 0 0,0 1-1 0 0,0 0 0 0 0,0 0 1 0 0,0 0-1 0 0,0 0 1 0 0,0 0-1 0 0,1 0 0 0 0,-1 0 1 0 0,-6 0 45 0 0,0 0-1 0 0,0 0 1 0 0,0 1 0 0 0,0 0-1 0 0,0 1 1 0 0,0-1 0 0 0,0 1-1 0 0,1 0 1 0 0,-1 1 0 0 0,0-1-1 0 0,1 1 1 0 0,0 0 0 0 0,0 1 0 0 0,0-1-1 0 0,-8 8 1 0 0,-60 36 474 0 0,58-38-452 0 0,-1 0-1 0 0,1 1 1 0 0,1 1-1 0 0,0 0 1 0 0,1 1-1 0 0,-17 18 0 0 0,21-20-93 0 0,-1-1-1 0 0,0 0 0 0 0,0-1 0 0 0,-1 0 0 0 0,0-1 0 0 0,-20 10 1 0 0,18-10 23 0 0,1 1 0 0 0,-1 0 0 0 0,-15 14 0 0 0,-16 23 24 0 0,15-21 3 0 0,17-14-14 0 0,0 0 0 0 0,0 1-1 0 0,-15 18 1 0 0,-71 90 157 0 0,96-116-160 0 0,0-1-1 0 0,0 0 1 0 0,0 1 0 0 0,0-1-1 0 0,1 1 1 0 0,-1 0-1 0 0,1 0 1 0 0,0-1-1 0 0,0 1 1 0 0,0 0-1 0 0,0 0 1 0 0,0 0-1 0 0,1 0 1 0 0,-1 6-1 0 0,1-5-1 0 0,1 0 0 0 0,0 1 0 0 0,1-1-1 0 0,-1 0 1 0 0,0 1 0 0 0,1-1 0 0 0,0 0 0 0 0,0 0 0 0 0,1 0-1 0 0,2 3 1 0 0,1 5 37 0 0,0 0 0 0 0,-1 1 0 0 0,0-1 0 0 0,4 19 0 0 0,-5-19-44 0 0,-1 0 1 0 0,1-1-1 0 0,1 0 1 0 0,0 1 0 0 0,8 12-1 0 0,-9-18-193 0 0,-1 0 0 0 0,1 0 0 0 0,1 0 0 0 0,-1 0 0 0 0,1-1-1 0 0,0 1 1 0 0,0-1 0 0 0,1-1 0 0 0,-1 1 0 0 0,1-1 0 0 0,0 0 0 0 0,0 0 0 0 0,1 0 0 0 0,-1-1-1 0 0,1 0 1 0 0,12 4 0 0 0,36-2-4866 0 0,-17-9-2015 0 0</inkml:trace>
</inkml:ink>
</file>

<file path=ppt/ink/ink4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06T18:31:45.03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451 76 320 0 0,'-21'-2'1229'0'0,"-6"-2"22"0"0,27 4-995 0 0,-1-1 0 0 0,0 1 0 0 0,0-1 0 0 0,1 1 0 0 0,-1-1 0 0 0,0 1 0 0 0,1-1 0 0 0,-1 0 0 0 0,1 1 0 0 0,-1-1 0 0 0,1 0 0 0 0,-1 0 0 0 0,1 1 0 0 0,-1-1 0 0 0,1 0 0 0 0,-1 0-1 0 0,1 0 1 0 0,0 1 0 0 0,0-1 0 0 0,-1 0 0 0 0,1 0 0 0 0,0 0 0 0 0,0 0 0 0 0,0 0 0 0 0,0 0 0 0 0,0-1 0 0 0,0 1-167 0 0,0 0 0 0 0,0 1 0 0 0,1-1 0 0 0,-1 0 0 0 0,0 0 0 0 0,0 0 0 0 0,1 0 0 0 0,-1 1 0 0 0,0-1 0 0 0,1 0 0 0 0,-1 0 0 0 0,1 1 0 0 0,-1-1 0 0 0,1 0 0 0 0,-1 1 0 0 0,1-1 0 0 0,0 1 0 0 0,-1-1 0 0 0,1 0 0 0 0,0 1 0 0 0,-1 0 0 0 0,1-1 0 0 0,0 1 0 0 0,1-1 0 0 0,26-8 278 0 0,-5 1 189 0 0,-5 4-493 0 0,-1 0 0 0 0,1 1 0 0 0,-1 1 0 0 0,1 1 0 0 0,0 0 0 0 0,29 3-1 0 0,-38-1-54 0 0,0 0 0 0 0,-1 0-1 0 0,1 1 1 0 0,0 0 0 0 0,-1 1-1 0 0,1 0 1 0 0,-1 0 0 0 0,0 1-1 0 0,0 0 1 0 0,11 7 0 0 0,-16-9 2 0 0,-1-1 1 0 0,0 1-1 0 0,1 0 1 0 0,-1 0-1 0 0,0 0 1 0 0,0 0-1 0 0,-1 0 1 0 0,1 1 0 0 0,0-1-1 0 0,-1 1 1 0 0,1-1-1 0 0,-1 1 1 0 0,0-1-1 0 0,0 1 1 0 0,0 0-1 0 0,0-1 1 0 0,0 1 0 0 0,-1 0-1 0 0,1 0 1 0 0,-1 0-1 0 0,0 0 1 0 0,0-1-1 0 0,0 1 1 0 0,0 0-1 0 0,0 0 1 0 0,-1 0 0 0 0,1 0-1 0 0,-1 0 1 0 0,0-1-1 0 0,0 1 1 0 0,0 0-1 0 0,0-1 1 0 0,0 1-1 0 0,-2 2 1 0 0,-4 6 26 0 0,-1 1 1 0 0,0-2 0 0 0,-1 1-1 0 0,0-1 1 0 0,-1-1-1 0 0,0 0 1 0 0,-20 15-1 0 0,-99 58 110 0 0,94-60-100 0 0,15-10-31 0 0,-205 116 314 0 0,177-100-180 0 0,36-20-27 0 0,0-1 1 0 0,-24 11 0 0 0,28-15-87 0 0,0-1 0 0 0,0 0 1 0 0,-1 0-1 0 0,-13 1 0 0 0,18-3-59 0 0,1 1 0 0 0,-1-1 0 0 0,1 0 0 0 0,-1 0 0 0 0,0-1 0 0 0,1 1 0 0 0,-1-1 0 0 0,0 0 0 0 0,1 1 0 0 0,-1-2 0 0 0,1 1-1 0 0,-1 0 1 0 0,-3-3 0 0 0,5 3-37 0 0,1-1-1 0 0,0 1 0 0 0,-1-1 1 0 0,1 1-1 0 0,0-1 1 0 0,0 1-1 0 0,0-1 0 0 0,0 0 1 0 0,0 1-1 0 0,0-1 1 0 0,0 0-1 0 0,0 0 0 0 0,1 0 1 0 0,-1 0-1 0 0,1 0 1 0 0,0 0-1 0 0,-1 0 0 0 0,1 0 1 0 0,0 0-1 0 0,0-3 1 0 0,0 4 50 0 0,0 0 0 0 0,0 0 0 0 0,1 0 0 0 0,-1 0 1 0 0,0 0-1 0 0,0 0 0 0 0,0 0 0 0 0,1 0 0 0 0,-1 0 1 0 0,0 0-1 0 0,1 0 0 0 0,-1 0 0 0 0,1 0 0 0 0,0 0 1 0 0,-1 0-1 0 0,1 1 0 0 0,-1-1 0 0 0,1 0 0 0 0,0 0 1 0 0,0 1-1 0 0,-1-1 0 0 0,1 0 0 0 0,0 1 0 0 0,0-1 0 0 0,0 1 1 0 0,0-1-1 0 0,2 0 0 0 0,-2 1 7 0 0,0-1 1 0 0,0 1-1 0 0,-1-1 0 0 0,1 1 1 0 0,0-1-1 0 0,0 1 0 0 0,0-1 1 0 0,0 0-1 0 0,0 1 0 0 0,-1-1 1 0 0,1 0-1 0 0,0 0 0 0 0,-1 1 1 0 0,1-1-1 0 0,-1 0 0 0 0,1 0 1 0 0,0 0-1 0 0,-1 0 0 0 0,0 0 1 0 0,1 0-1 0 0,-1 0 0 0 0,0 0 1 0 0,1 0-1 0 0,-1 0 0 0 0,0 0 1 0 0,0 0-1 0 0,0-2 0 0 0,0 2 3 0 0,0 0 0 0 0,0 0-1 0 0,0 0 1 0 0,0 1 0 0 0,0-1 0 0 0,0 0-1 0 0,1 0 1 0 0,-1 0 0 0 0,0 0 0 0 0,0 0-1 0 0,1 0 1 0 0,-1 1 0 0 0,1-1 0 0 0,-1 0-1 0 0,1 0 1 0 0,-1 1 0 0 0,1-1 0 0 0,-1 0-1 0 0,1 1 1 0 0,0-1 0 0 0,-1 0 0 0 0,1 1-1 0 0,0-1 1 0 0,-1 1 0 0 0,1-1 0 0 0,0 1-1 0 0,0-1 1 0 0,0 1 0 0 0,-1 0 0 0 0,1-1-1 0 0,0 1 1 0 0,1 0 0 0 0,-1 0 0 0 0,0-1 0 0 0,-1 1 1 0 0,1 0-1 0 0,0 0 0 0 0,0-1 1 0 0,-1 1-1 0 0,1 0 0 0 0,0-1 1 0 0,0 1-1 0 0,-1-1 0 0 0,1 1 1 0 0,-1-1-1 0 0,1 1 0 0 0,0-1 1 0 0,-1 1-1 0 0,1-1 0 0 0,-1 1 0 0 0,1-1 1 0 0,-1 0-1 0 0,0 1 0 0 0,1-1 1 0 0,-1 0-1 0 0,0 0 0 0 0,1 1 1 0 0,-1-1-1 0 0,0 0 0 0 0,0 0 1 0 0,0 1-1 0 0,1-1 0 0 0,-1 0 1 0 0,0-1-1 0 0,0 1-2 0 0,0 1 1 0 0,0-1-1 0 0,0 1 0 0 0,0-1 1 0 0,1 0-1 0 0,-1 1 0 0 0,0-1 0 0 0,0 1 1 0 0,1-1-1 0 0,-1 1 0 0 0,0-1 1 0 0,1 1-1 0 0,-1-1 0 0 0,1 1 1 0 0,-1 0-1 0 0,1-1 0 0 0,-1 1 1 0 0,1 0-1 0 0,-1-1 0 0 0,1 1 1 0 0,-1 0-1 0 0,1-1 0 0 0,-1 1 1 0 0,1 0-1 0 0,-1 0 0 0 0,1 0 1 0 0,-1 0-1 0 0,1-1 0 0 0,1 1 1 0 0,17-1-44 0 0,-19 1 41 0 0,8 0 30 0 0,0 1 1 0 0,0 0-1 0 0,-1 1 0 0 0,1-1 0 0 0,-1 2 0 0 0,1-1 1 0 0,-1 1-1 0 0,0 0 0 0 0,0 0 0 0 0,0 1 0 0 0,-1 0 1 0 0,1 0-1 0 0,-1 1 0 0 0,0 0 0 0 0,0 0 1 0 0,0 0-1 0 0,-1 1 0 0 0,0 0 0 0 0,0 0 0 0 0,0 0 1 0 0,-1 0-1 0 0,0 1 0 0 0,0 0 0 0 0,3 9 0 0 0,-5-9 99 0 0,-1 1-1 0 0,1 0 1 0 0,-2 0-1 0 0,1 14 0 0 0,-2-20-91 0 0,1 0-1 0 0,0 0 0 0 0,0 0 0 0 0,1 0 1 0 0,-1 0-1 0 0,0 1 0 0 0,1-1 0 0 0,-1 0 1 0 0,1 0-1 0 0,0 0 0 0 0,2 3 1 0 0,12 5 110 0 0,-9-8-141 0 0,2-2-490 0 0,0-1 1 0 0,0 0-1 0 0,-1 0 0 0 0,1-1 0 0 0,0 0 0 0 0,0-1 0 0 0,8-3 0 0 0,54-38-5262 0 0,16 1 1534 0 0</inkml:trace>
</inkml:ink>
</file>

<file path=ppt/ink/ink4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06T18:31:45.64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451 75 240 0 0,'0'1'128'0'0,"-1"-1"-1"0"0,1 1 0 0 0,0-1 1 0 0,0 1-1 0 0,0-1 1 0 0,-1 0-1 0 0,1 1 1 0 0,0-1-1 0 0,-1 0 0 0 0,1 1 1 0 0,0-1-1 0 0,0 0 1 0 0,-1 1-1 0 0,1-1 1 0 0,-1 0-1 0 0,1 0 0 0 0,0 1 1 0 0,-1-1-1 0 0,1 0 1 0 0,-1 0-1 0 0,1 0 1 0 0,0 0-1 0 0,-1 1 0 0 0,1-1 1 0 0,-1 0-1 0 0,1 0 1 0 0,-1 0-1 0 0,1 0 1 0 0,-1 0-1 0 0,1 0 0 0 0,0 0 1 0 0,-1 0-1 0 0,1 0 1 0 0,-1-1-1 0 0,-14 0 522 0 0,2-2 818 0 0,-1 2-1 0 0,0 0 1 0 0,-27 1-1 0 0,7 4 50 0 0,-53 13 1 0 0,63-11-918 0 0,-107 29 895 0 0,128-35-1472 0 0,0 1 0 0 0,1 0-1 0 0,-1 0 1 0 0,0 0 0 0 0,0 0 0 0 0,0 1 0 0 0,1-1 0 0 0,-1 1-1 0 0,0-1 1 0 0,1 1 0 0 0,0 0 0 0 0,-1 0 0 0 0,1 0 0 0 0,0 0 0 0 0,0 1-1 0 0,0-1 1 0 0,0 0 0 0 0,1 1 0 0 0,-1 0 0 0 0,0-1 0 0 0,1 1 0 0 0,-1 3-1 0 0,-1 2 41 0 0,1 1 0 0 0,-1-1-1 0 0,2 1 1 0 0,0-1-1 0 0,0 1 1 0 0,0 15 0 0 0,2-21-50 0 0,-1 0 0 0 0,1-1 0 0 0,0 1 0 0 0,0-1 0 0 0,1 1 0 0 0,-1-1 0 0 0,0 1 0 0 0,1-1 0 0 0,-1 0 0 0 0,1 0 0 0 0,0 0 0 0 0,0 0 0 0 0,0 0 0 0 0,0 0 0 0 0,0 0 0 0 0,0-1 0 0 0,0 1 0 0 0,0-1 0 0 0,1 1 0 0 0,3 1 0 0 0,6 3 33 0 0,0 0 0 0 0,24 8-1 0 0,-24-11-70 0 0,0 0 0 0 0,1-1 0 0 0,-1 0 0 0 0,1 0 0 0 0,-1-2 0 0 0,1 0 0 0 0,-1 0 0 0 0,1-1 0 0 0,-1 0-1 0 0,1-1 1 0 0,-1-1 0 0 0,0 0 0 0 0,0-1 0 0 0,0 0 0 0 0,0 0 0 0 0,-1-1 0 0 0,0-1 0 0 0,0 0 0 0 0,0-1-1 0 0,-1 0 1 0 0,0 0 0 0 0,16-16 0 0 0,-20 17 47 0 0,0 1-1 0 0,0-1 0 0 0,-1 0 1 0 0,0 0-1 0 0,0-1 0 0 0,-1 0 1 0 0,0 0-1 0 0,0 0 0 0 0,0 0 1 0 0,-1 0-1 0 0,0-1 0 0 0,-1 0 1 0 0,1 1-1 0 0,-1-1 1 0 0,-1 0-1 0 0,0 0 0 0 0,0 0 1 0 0,0-15-1 0 0,-2 20-16 0 0,1 0 1 0 0,-1 0-1 0 0,0 0 0 0 0,1 0 1 0 0,-2-1-1 0 0,1 1 1 0 0,0 0-1 0 0,0 0 0 0 0,-1 1 1 0 0,0-1-1 0 0,1 0 0 0 0,-1 1 1 0 0,0-1-1 0 0,-1 1 0 0 0,1-1 1 0 0,0 1-1 0 0,-3-3 1 0 0,-47-30-766 0 0,40 27 202 0 0,11 7 439 0 0,0 1-1 0 0,-1-1 1 0 0,1 0-1 0 0,0 0 0 0 0,-1 0 1 0 0,1 1-1 0 0,-1-1 1 0 0,1 1-1 0 0,-1-1 0 0 0,1 1 1 0 0,-1 0-1 0 0,1-1 1 0 0,-1 1-1 0 0,1 0 0 0 0,-3 0 1 0 0,-3 0-472 0 0,1-4-608 0 0,12 3-4670 0 0,15 1 2882 0 0,-15 0 80 0 0</inkml:trace>
</inkml:ink>
</file>

<file path=ppt/ink/ink4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06T18:31:46.20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484 10 560 0 0,'-34'7'1435'0'0,"23"-5"-486"0"0,-1 0 0 0 0,-22 8 0 0 0,-25 13 1711 0 0,29-12-422 0 0,-44 23 1 0 0,-84 45-198 0 0,153-76-1975 0 0,0 0 0 0 0,0 0 0 0 0,0 1 0 0 0,0 0 1 0 0,1 0-1 0 0,0 0 0 0 0,0 0 0 0 0,0 1 0 0 0,0 0 0 0 0,1 0 1 0 0,0 0-1 0 0,0 0 0 0 0,0 0 0 0 0,0 1 0 0 0,1-1 0 0 0,0 1 1 0 0,0 0-1 0 0,1-1 0 0 0,-1 1 0 0 0,1 0 0 0 0,0 0 0 0 0,1 0 1 0 0,0 0-1 0 0,0 10 0 0 0,1-12-40 0 0,-1 0-1 0 0,1 0 1 0 0,0 0 0 0 0,1 0 0 0 0,-1-1-1 0 0,0 1 1 0 0,1-1 0 0 0,0 1 0 0 0,0-1-1 0 0,0 1 1 0 0,0-1 0 0 0,1 0 0 0 0,-1 0-1 0 0,1 0 1 0 0,0 0 0 0 0,0-1 0 0 0,0 1-1 0 0,0-1 1 0 0,0 0 0 0 0,0 1 0 0 0,1-1-1 0 0,-1-1 1 0 0,1 1 0 0 0,4 1 0 0 0,8 4-16 0 0,0-1 0 0 0,0-1 0 0 0,0-1 0 0 0,21 3-1 0 0,-17-4-192 0 0,0-1-1 0 0,1 0 1 0 0,-1-2-1 0 0,0-1 0 0 0,0 0 1 0 0,0-1-1 0 0,0-2 1 0 0,0 0-1 0 0,-1-1 0 0 0,0 0 1 0 0,0-2-1 0 0,0 0 1 0 0,0-2-1 0 0,-1 0 0 0 0,-1 0 1 0 0,31-23-1 0 0,48-48-750 0 0,-81 66 794 0 0,0-1 0 0 0,-1 0 0 0 0,20-28 0 0 0,-32 41 139 0 0,-1-1 0 0 0,1 1 1 0 0,0-1-1 0 0,-1 0 0 0 0,0 0 0 0 0,0 0 0 0 0,0 0 0 0 0,0 0 1 0 0,0 0-1 0 0,0 0 0 0 0,-1 0 0 0 0,1 0 0 0 0,-1 0 0 0 0,0-1 1 0 0,0 1-1 0 0,0 0 0 0 0,-1 0 0 0 0,1 0 0 0 0,-1 0 1 0 0,1 0-1 0 0,-1 0 0 0 0,0 0 0 0 0,0 0 0 0 0,-1 0 0 0 0,1 0 1 0 0,0 0-1 0 0,-1 1 0 0 0,0-1 0 0 0,0 0 0 0 0,0 1 0 0 0,0-1 1 0 0,0 1-1 0 0,0 0 0 0 0,-5-4 0 0 0,-2 0 123 0 0,-1-1 0 0 0,1 1 0 0 0,-1 1 0 0 0,-1 0 0 0 0,1 0 0 0 0,-1 1 0 0 0,-19-4 0 0 0,15 4-31 0 0,0 1 1 0 0,0 1-1 0 0,-1 1 1 0 0,1 0-1 0 0,-1 1 0 0 0,0 0 1 0 0,-18 4-1 0 0,-6 4-1472 0 0,-55 17 1 0 0,52-12-1379 0 0,11-6-1869 0 0</inkml:trace>
</inkml:ink>
</file>

<file path=ppt/ink/ink4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06T18:31:46.95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1 123 480 0 0,'0'0'587'0'0,"-1"-2"572"0"0,8-1-810 0 0,20-6 2518 0 0,-26 8-2770 0 0,0 1 0 0 0,0-1 0 0 0,0 1 0 0 0,0 0-1 0 0,0-1 1 0 0,0 1 0 0 0,0 0 0 0 0,0 0 0 0 0,0 0-1 0 0,0 0 1 0 0,0 0 0 0 0,0 0 0 0 0,0 0 0 0 0,0 0-1 0 0,0 0 1 0 0,1 1 0 0 0,18 1 1446 0 0,20-4-594 0 0,0-1 1 0 0,43-9-1 0 0,-50 5-2530 0 0,0-1 0 0 0,54-21 0 0 0,-49 8-1433 0 0,-5-5 92 0 0</inkml:trace>
</inkml:ink>
</file>

<file path=ppt/ink/ink4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06T18:31:47.69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165 104 960 0 0,'-23'4'376'0'0,"15"-4"-178"0"0,0 2 1 0 0,0-1-1 0 0,0 1 0 0 0,0 0 1 0 0,0 1-1 0 0,0 0 1 0 0,1 0-1 0 0,-10 5 0 0 0,-37 25 1963 0 0,53-32-2100 0 0,0-1 0 0 0,1 1 0 0 0,-1 0 0 0 0,0 0 0 0 0,1-1 0 0 0,-1 1 0 0 0,1 0 0 0 0,-1 0 0 0 0,1 0 0 0 0,0 0 0 0 0,-1 0 0 0 0,1-1 0 0 0,0 1 0 0 0,0 0 0 0 0,-1 0 0 0 0,1 0 0 0 0,0 0 0 0 0,0 0 0 0 0,0 0 0 0 0,0 0 0 0 0,0 0 0 0 0,1 0 0 0 0,-1 0 0 0 0,0 0 0 0 0,1 1 0 0 0,-1 1 221 0 0,0-1-143 0 0,0 0 1 0 0,0 1-1 0 0,0-1 0 0 0,0 0 1 0 0,0 0-1 0 0,1 1 0 0 0,-1-1 0 0 0,1 0 1 0 0,-1 0-1 0 0,1 0 0 0 0,0 0 1 0 0,0 0-1 0 0,0 0 0 0 0,0 0 1 0 0,0 0-1 0 0,0 0 0 0 0,1 0 1 0 0,-1-1-1 0 0,1 1 0 0 0,2 2 1 0 0,5 6 349 0 0,-4-4-335 0 0,-1-2 0 0 0,1 1 0 0 0,0-1 1 0 0,0 1-1 0 0,1-1 0 0 0,-1-1 0 0 0,1 1 0 0 0,0-1 1 0 0,0 0-1 0 0,0 0 0 0 0,0-1 0 0 0,7 3 0 0 0,13 4 363 0 0,-17-5-416 0 0,1-1 1 0 0,0 0-1 0 0,0-1 1 0 0,0 0-1 0 0,0-1 1 0 0,1 0-1 0 0,11 0 0 0 0,71-10-226 0 0,-51 4 39 0 0,-17 1-7 0 0,0-1 0 0 0,0-1-1 0 0,0-1 1 0 0,28-13-1 0 0,-51 19 91 0 0,0 1 0 0 0,1-1-1 0 0,-1-1 1 0 0,0 1-1 0 0,0 0 1 0 0,0 0 0 0 0,0-1-1 0 0,0 1 1 0 0,0-1-1 0 0,0 0 1 0 0,0 1 0 0 0,-1-1-1 0 0,1 0 1 0 0,-1 0-1 0 0,1 0 1 0 0,1-3 0 0 0,-2 0 15 0 0,0 1 1 0 0,0 0 0 0 0,-1 0-1 0 0,1-1 1 0 0,-1 1 0 0 0,0 0-1 0 0,0-7 1 0 0,0-2 23 0 0,-1 8-19 0 0,1 1-1 0 0,-1-1 1 0 0,0 1-1 0 0,-1-1 0 0 0,1 1 1 0 0,-1 0-1 0 0,0 0 1 0 0,0-1-1 0 0,0 1 1 0 0,0 0-1 0 0,-1 1 0 0 0,0-1 1 0 0,0 0-1 0 0,0 1 1 0 0,0 0-1 0 0,0-1 0 0 0,0 1 1 0 0,-1 1-1 0 0,0-1 1 0 0,-4-3-1 0 0,-12-6 70 0 0,0 1 1 0 0,-37-15-1 0 0,49 22-63 0 0,-20-7 143 0 0,-53-15 0 0 0,71 23-390 0 0,-1 1 1 0 0,1 0-1 0 0,-1 1 1 0 0,1 0-1 0 0,-1 0 0 0 0,1 1 1 0 0,-1 1-1 0 0,-18 3 1 0 0,23 0-3559 0 0,6-9 40 0 0,0-2 461 0 0</inkml:trace>
</inkml:ink>
</file>

<file path=ppt/ink/ink4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06T18:31:48.28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418 0 2161 0 0,'33'63'1761'0'0,"-33"-16"-881"0"0,33-5 1 0 0,-33 12-1 0 0,-33 17 160 0 0,33-3 81 0 0,-33 7 80 0 0,1 2-1 0 0,-1-2-159 0 0,-32 8-321 0 0,32-8-400 0 0,-32-19-640 0 0,6-8-1281 0 0,-6-15-1760 0 0,-1-12-1362 0 0</inkml:trace>
</inkml:ink>
</file>

<file path=ppt/ink/ink4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06T18:31:50.07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 56 1761 0 0,'0'-1'30'0'0,"0"1"0"0"0,0 0 0 0 0,0 0 1 0 0,-1 0-1 0 0,1 0 0 0 0,0-1 0 0 0,0 1 1 0 0,0 0-1 0 0,0 0 0 0 0,0 0 0 0 0,0 0 0 0 0,0-1 1 0 0,0 1-1 0 0,0 0 0 0 0,0 0 0 0 0,0 0 1 0 0,0-1-1 0 0,0 1 0 0 0,0 0 0 0 0,0 0 0 0 0,0 0 1 0 0,0-1-1 0 0,0 1 0 0 0,0 0 0 0 0,0 0 1 0 0,0 0-1 0 0,0-1 0 0 0,0 1 0 0 0,0 0 0 0 0,0 0 1 0 0,0 0-1 0 0,1 0 0 0 0,-1-1 0 0 0,0 1 1 0 0,0 0-1 0 0,0 0 0 0 0,0 0 0 0 0,0 0 0 0 0,1 0 1 0 0,-1-1-1 0 0,0 1 0 0 0,0 0 0 0 0,0 0 1 0 0,0 0-1 0 0,1 0 0 0 0,-1 0 0 0 0,0 0 0 0 0,0 0 1 0 0,0 0-1 0 0,1 0 0 0 0,-1 0 0 0 0,0 0 1 0 0,0 0-1 0 0,0 0 0 0 0,1 0 0 0 0,-1 0 0 0 0,0 0 1 0 0,0 0-1 0 0,0 0 0 0 0,1 0 0 0 0,-1 0 1 0 0,0 0-1 0 0,0 0 0 0 0,22-4 637 0 0,-21 4-620 0 0,-1 0 0 0 0,0 0 0 0 0,0 0 1 0 0,1 0-1 0 0,-1 0 0 0 0,0 0 0 0 0,0 0 0 0 0,1 0 0 0 0,-1-1 0 0 0,0 1 1 0 0,0 0-1 0 0,1 0 0 0 0,-1 0 0 0 0,0 0 0 0 0,0 0 0 0 0,0-1 0 0 0,1 1 1 0 0,-1 0-1 0 0,0 0 0 0 0,0 0 0 0 0,0-1 0 0 0,0 1 0 0 0,1 0 0 0 0,-1 0 0 0 0,0-1 1 0 0,0 1-1 0 0,0 0 0 0 0,0 0 0 0 0,0-1 0 0 0,0 1 0 0 0,0 0 0 0 0,0 0 1 0 0,0-1-1 0 0,0 1 0 0 0,0 0 0 0 0,0 0 0 0 0,0-1 0 0 0,0 1 0 0 0,0 0 1 0 0,0-1-1 0 0,0 1 0 0 0,0 0 0 0 0,0-1 0 0 0,0 1 5 0 0,-1 0 0 0 0,1 0-1 0 0,0 0 1 0 0,0-1 0 0 0,0 1-1 0 0,0 0 1 0 0,0 0 0 0 0,0 0 0 0 0,0-1-1 0 0,0 1 1 0 0,0 0 0 0 0,0 0 0 0 0,0 0-1 0 0,0-1 1 0 0,0 1 0 0 0,0 0-1 0 0,0 0 1 0 0,0 0 0 0 0,0-1 0 0 0,0 1-1 0 0,1 0 1 0 0,-1 0 0 0 0,0 0 0 0 0,0-1-1 0 0,0 1 1 0 0,0 0 0 0 0,0 0-1 0 0,0 0 1 0 0,0 0 0 0 0,1 0 0 0 0,-1-1-1 0 0,0 1 1 0 0,0 0 0 0 0,0 0-1 0 0,0 0 1 0 0,1 0 0 0 0,-1 0 0 0 0,0 0-1 0 0,0 0 1 0 0,0 0 0 0 0,1 0 0 0 0,-1-1-1 0 0,0 1 1 0 0,0 0 0 0 0,0 0-1 0 0,1 0 1 0 0,-1 0 0 0 0,0 0 0 0 0,0 0-1 0 0,0 0 1 0 0,1 0 0 0 0,-1 1 0 0 0,1-1 125 0 0,13 0-61 0 0,-13 0-35 0 0,-1 0 1 0 0,1 0-1 0 0,-1 0 0 0 0,1 0 1 0 0,-1 0-1 0 0,1 0 1 0 0,-1 0-1 0 0,0 0 0 0 0,1 0 1 0 0,-1 0-1 0 0,1-1 0 0 0,-1 1 1 0 0,1 0-1 0 0,-1 0 1 0 0,1 0-1 0 0,-1-1 0 0 0,0 1 1 0 0,1 0-1 0 0,-1 0 0 0 0,0-1 1 0 0,1 1-1 0 0,-1 0 1 0 0,1-1-1 0 0,-1 1 0 0 0,0 0 1 0 0,0-1-1 0 0,1 1 0 0 0,-1-1 1 0 0,0 0-1 0 0,6 1 173 0 0,224 3 1827 0 0,284-7-801 0 0,-263-4-386 0 0,-12 3-187 0 0,-118 2-431 0 0,67 1 8 0 0,-52 6-148 0 0,163 10-272 0 0,-146 0-11 0 0,-71-3 107 0 0,129-1 0 0 0,-202-10 40 0 0,51 0-80 0 0,105-13 0 0 0,-13 0 307 0 0,-114 12-224 0 0,0 1 1 0 0,0 2-1 0 0,44 9 0 0 0,75 3 77 0 0,-100-8-75 0 0,1-2 0 0 0,95-6 0 0 0,-117 1-46 0 0,287-30-7 0 0,-32 2 282 0 0,-6 26 57 0 0,-151 5-275 0 0,-123-4-16 0 0,44 5 0 0 0,139 28-66 0 0,-74-9 132 0 0,-60-10-55 0 0,-41-7 8 0 0,0-2-1 0 0,25 3 1 0 0,217 14-19 0 0,304 44-1081 0 0,-399-30 955 0 0,-33-6 146 0 0,-63-14-20 0 0,-5 0 0 0 0,120 19-1481 0 0,-180-31 361 0 0,-10-2-4883 0 0,-22 0 1481 0 0</inkml:trace>
</inkml:ink>
</file>

<file path=ppt/ink/ink4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06T18:31:53.90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101 91 1441 0 0,'2'-1'245'0'0,"0"-1"0"0"0,0 1 0 0 0,0 0 0 0 0,0-1 1 0 0,0 1-1 0 0,0-1 0 0 0,0 1 0 0 0,0-1 0 0 0,0 0 0 0 0,-1 0 1 0 0,1 0-1 0 0,-1 0 0 0 0,0 0 0 0 0,1 0 0 0 0,-1 0 0 0 0,0-1 1 0 0,0 1-1 0 0,-1 0 0 0 0,1-1 0 0 0,0 1 0 0 0,-1 0 0 0 0,1-1 1 0 0,-1 1-1 0 0,0-1 0 0 0,0 1 0 0 0,0-1 0 0 0,0 1 0 0 0,-1-4 1 0 0,2 5-206 0 0,-1 1 0 0 0,0-1 0 0 0,0 1 0 0 0,0-1 1 0 0,0 1-1 0 0,1-1 0 0 0,-1 1 0 0 0,0-1 1 0 0,1 1-1 0 0,-1-1 0 0 0,0 1 0 0 0,1 0 1 0 0,-1-1-1 0 0,0 1 0 0 0,1-1 0 0 0,-1 1 0 0 0,1 0 1 0 0,-1-1-1 0 0,0 1 0 0 0,1 0 0 0 0,-1 0 1 0 0,1-1-1 0 0,-1 1 0 0 0,1 0 0 0 0,-1 0 1 0 0,1 0-1 0 0,0 0 0 0 0,-1 0 0 0 0,1 0 0 0 0,-1 0 1 0 0,1 0-1 0 0,-1 0 0 0 0,1 0 0 0 0,-1 0 1 0 0,2 0-1 0 0,-2 0 0 0 0,1 0 1 0 0,-1 0-1 0 0,1 0 1 0 0,0 0-1 0 0,-1 0 1 0 0,1 0 0 0 0,0 0-1 0 0,-1 0 1 0 0,1 0-1 0 0,-1 0 1 0 0,1 0-1 0 0,0 0 1 0 0,-1-1-1 0 0,1 1 1 0 0,-1 0-1 0 0,1 0 1 0 0,-1-1-1 0 0,1 1 1 0 0,-1-1 0 0 0,1 1-1 0 0,-1 0 1 0 0,1-1-1 0 0,-1 1 1 0 0,1-1-1 0 0,-1 1 1 0 0,0-1-1 0 0,1 1 1 0 0,-1-1-1 0 0,0 1 1 0 0,1-1-1 0 0,-1 1 1 0 0,0-1-1 0 0,0 0 1 0 0,1 1 0 0 0,-1-1-1 0 0,0-1 1 0 0,1 2-11 0 0,1-1 1 0 0,-1 0 0 0 0,0 1-1 0 0,0-1 1 0 0,1 0 0 0 0,-1 1-1 0 0,1 0 1 0 0,-1-1 0 0 0,0 1-1 0 0,1 0 1 0 0,-1 0 0 0 0,1-1-1 0 0,-1 1 1 0 0,1 0 0 0 0,-1 1 0 0 0,1-1-1 0 0,1 0 1 0 0,-3 0 4 0 0,54 0 365 0 0,56 7 0 0 0,-47-3-290 0 0,-54-4-103 0 0,-1 1 0 0 0,1-1 0 0 0,0 1 1 0 0,0 1-1 0 0,-1 0 0 0 0,13 3 0 0 0,40 11-7 0 0,-45-13 0 0 0,0 1 0 0 0,-1 1 0 0 0,1 0 0 0 0,17 9 0 0 0,-15-7 3 0 0,-13-5 26 0 0,0 0-1 0 0,0 0 1 0 0,0 0-1 0 0,0 1 1 0 0,6 4-1 0 0,-11-7-16 0 0,1 1-1 0 0,0 0 0 0 0,0-1 1 0 0,-1 1-1 0 0,1 0 0 0 0,0 0 1 0 0,-1-1-1 0 0,1 1 0 0 0,-1 0 1 0 0,1 0-1 0 0,-1 0 0 0 0,1 0 1 0 0,-1 0-1 0 0,0 0 1 0 0,1 0-1 0 0,-1 0 0 0 0,0 0 1 0 0,0 0-1 0 0,0 0 0 0 0,0 0 1 0 0,0 0-1 0 0,0 0 0 0 0,0 0 1 0 0,0 0-1 0 0,0 0 0 0 0,0 0 1 0 0,-1 0-1 0 0,1 0 0 0 0,0 0 1 0 0,-1 0-1 0 0,1 0 1 0 0,-1 0-1 0 0,0 1 0 0 0,-21 33 283 0 0,14-8-170 0 0,7-23-111 0 0,0 0 0 0 0,0 0 0 0 0,-1 0 0 0 0,1 0 0 0 0,-1 0 0 0 0,0 0 0 0 0,0 0 0 0 0,0 0 0 0 0,0-1 0 0 0,-1 1 1 0 0,0-1-1 0 0,1 0 0 0 0,-1 0 0 0 0,-4 4 0 0 0,-53 37 563 0 0,-2-2 0 0 0,-69 36 0 0 0,101-61-517 0 0,-7 3 251 0 0,0-2 0 0 0,-72 24-1 0 0,91-35-171 0 0,12-5-192 0 0,1 0 0 0 0,-1 0-1 0 0,1-1 1 0 0,-1 1 0 0 0,1-1-1 0 0,-1 0 1 0 0,0-1 0 0 0,1 0-1 0 0,-1 0 1 0 0,0 0 0 0 0,0 0-1 0 0,1-1 1 0 0,-1 0 0 0 0,0 0-1 0 0,1 0 1 0 0,-1-1 0 0 0,1 0-1 0 0,-1 0 1 0 0,1-1 0 0 0,0 1-1 0 0,0-1 1 0 0,0 0 0 0 0,0 0-1 0 0,1-1 1 0 0,-1 1-1 0 0,-7-9 1 0 0,11 9 10 0 0,0 0 0 0 0,0 0 0 0 0,0 0 0 0 0,0 0 0 0 0,0 0 0 0 0,1 0 0 0 0,-1 0 0 0 0,1 0 0 0 0,0 0 0 0 0,0 0 0 0 0,0-1 0 0 0,0 1 0 0 0,1 0 0 0 0,-1 0 0 0 0,1 0 0 0 0,0 0 0 0 0,0 0 0 0 0,0 0 0 0 0,1-3 0 0 0,7-2 53 0 0,-8 7-5 0 0,1 0-1 0 0,-1 0 1 0 0,0-1 0 0 0,1 1 0 0 0,-1 0 0 0 0,0-1 0 0 0,0 1-1 0 0,1-1 1 0 0,-1 0 0 0 0,-1 1 0 0 0,1-1 0 0 0,0 0 0 0 0,0 1-1 0 0,-1-1 1 0 0,1 0 0 0 0,-1 0 0 0 0,1 0 0 0 0,-1 0 0 0 0,0 0-1 0 0,0 1 1 0 0,0-4 0 0 0,1 4 3 0 0,0 0-1 0 0,0 0 1 0 0,0 0-1 0 0,0 0 1 0 0,0 0 0 0 0,0 0-1 0 0,0 1 1 0 0,0-1-1 0 0,0 0 1 0 0,1 1 0 0 0,-1-1-1 0 0,0 0 1 0 0,0 1-1 0 0,1-1 1 0 0,-1 1-1 0 0,0 0 1 0 0,1 0 0 0 0,-1-1-1 0 0,0 1 1 0 0,1 0-1 0 0,-1 0 1 0 0,3 0 0 0 0,5-1 81 0 0,-4 1-42 0 0,1 1 0 0 0,-1-1 0 0 0,1 1 0 0 0,-1 0 0 0 0,0 1 0 0 0,1-1 0 0 0,-1 1 1 0 0,0 0-1 0 0,0 0 0 0 0,9 6 0 0 0,17 6 234 0 0,121 46 587 0 0,-131-54-997 0 0,0 0-1 0 0,0-1 1 0 0,0-1-1 0 0,1-1 0 0 0,-1-1 1 0 0,1-1-1 0 0,27-2 1 0 0,15-7-3537 0 0,82-19 1 0 0,65-18-4591 0 0</inkml:trace>
</inkml:ink>
</file>

<file path=ppt/ink/ink4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06T18:31:54.45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19 1040 0 0,'0'-6'1761'0'0,"0"-1"2161"0"0,0 1 480 0 0,33 12-2481 0 0,0-6-1281 0 0,-33 7-240 0 0,26-7-79 0 0,39 6-241 0 0,-32-6-481 0 0,32 0-1119 0 0,-32 8-1442 0 0,32-2-1360 0 0,-32 15 401 0 0</inkml:trace>
</inkml:ink>
</file>

<file path=ppt/ink/ink4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06T18:31:58.63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15 80 0 0,'0'0'80'0'0,"0"-6"0"0"0,0-2-240 0 0</inkml:trace>
</inkml:ink>
</file>

<file path=ppt/ink/ink4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06T18:31:59.59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422 31 80 0 0,'0'7'1374'0'0,"0"-8"-1259"0"0,0 0-1 0 0,0 0 1 0 0,0 0 0 0 0,0 1-1 0 0,-1-1 1 0 0,1 0 0 0 0,0 0-1 0 0,-1 0 1 0 0,1 1-1 0 0,0-1 1 0 0,-1 0 0 0 0,1 1-1 0 0,-1-1 1 0 0,1 0 0 0 0,-1 1-1 0 0,1-1 1 0 0,-1 0 0 0 0,0 1-1 0 0,1-1 1 0 0,-1 1 0 0 0,0 0-1 0 0,0-1 1 0 0,1 1 0 0 0,-1-1-1 0 0,0 1 1 0 0,0 0-1 0 0,1-1 1 0 0,-1 1 0 0 0,0 0-1 0 0,0 0 1 0 0,0 0 0 0 0,0 0-1 0 0,1 0 1 0 0,-1 0 0 0 0,0 0-1 0 0,-1 0 1 0 0,-3-1 18 0 0,-2-4 920 0 0,3 1-825 0 0,-1 2-96 0 0,0 1-1 0 0,-1-1 1 0 0,0 1 0 0 0,1 0-1 0 0,-1 0 1 0 0,0 0-1 0 0,1 1 1 0 0,-1 0 0 0 0,0 0-1 0 0,0 1 1 0 0,-6 0 0 0 0,-63 19 1359 0 0,67-17-1334 0 0,-10 4 59 0 0,0 1 0 0 0,1 1-1 0 0,0 1 1 0 0,1 0 0 0 0,0 1 0 0 0,-27 25-1 0 0,30-25-138 0 0,7 4 30 0 0,6-11-105 0 0,0-9-151 0 0,0 4-237 0 0,27-4-775 0 0,-26 5 1154 0 0,-1 0-1 0 0,0 0 0 0 0,1 0 1 0 0,-1 0-1 0 0,0 0 1 0 0,0-1-1 0 0,1 1 1 0 0,-1 0-1 0 0,0 0 1 0 0,0 0-1 0 0,1 0 0 0 0,-1 0 1 0 0,0 0-1 0 0,0-1 1 0 0,1 1-1 0 0,-1 0 1 0 0,0 0-1 0 0,0 0 1 0 0,0-1-1 0 0,1 1 0 0 0,-1 0 1 0 0,0 0-1 0 0,0 0 1 0 0,0-1-1 0 0,0 1 1 0 0,0 0-1 0 0,1 0 1 0 0,-1-1-1 0 0,0 1 0 0 0,0 0 1 0 0,0-1-1 0 0,0 1 1 0 0,0 0-1 0 0,0 0 1 0 0,0-1-1 0 0,0 1 1 0 0,0-1-1 0 0,4-6-132 0 0,18 1-87 0 0,11-3-466 0 0,-29 6 640 0 0,3-2-81 0 0,14 1 54 0 0,-15 2 13 0 0,-1-2 41 0 0,50-5-28 0 0,-44 9 108 0 0,18-4-47 0 0,-34 2 157 0 0,2 1 332 0 0,-2 1-430 0 0,1 0 1 0 0,-1 0 0 0 0,0 1-1 0 0,0-1 1 0 0,0 1 0 0 0,0 0-1 0 0,0 0 1 0 0,1 1 0 0 0,-1-1 0 0 0,1 1-1 0 0,-9 5 1 0 0,-9 6 131 0 0,8-5-74 0 0,0 1 0 0 0,1 0 0 0 0,-16 14 0 0 0,24-19-96 0 0,-5 5 1 0 0,0 1 0 0 0,1-1 0 0 0,0 2 0 0 0,-8 12 0 0 0,6 6-69 0 0,-11-1-40 0 0,11 7 507 0 0,2-16-93 0 0,7-16-297 0 0,0-1 0 0 0,0 1 1 0 0,1 0-1 0 0,-1 0 0 0 0,1 1 1 0 0,0-1-1 0 0,0 0 0 0 0,0 0 1 0 0,0 1-1 0 0,0-1 0 0 0,1 0 1 0 0,0 1-1 0 0,-1-1 0 0 0,1 1 1 0 0,0-1-1 0 0,1 0 0 0 0,-1 1 1 0 0,1-1-1 0 0,0 5 0 0 0,21 34 43 0 0,-11-11 19 0 0,-9-25-72 0 0,0 0 1 0 0,0 0 0 0 0,1 0 0 0 0,-1 0-1 0 0,1 0 1 0 0,1-1 0 0 0,5 9 0 0 0,-4-8-8 0 0,1 0 1 0 0,-1-1 0 0 0,1 1 0 0 0,0-1 0 0 0,0 0 0 0 0,1-1 0 0 0,-1 0 0 0 0,1 0 0 0 0,0 0 0 0 0,0-1 0 0 0,0 1-1 0 0,1-2 1 0 0,13 4 0 0 0,-4-3-112 0 0,1-2 0 0 0,-1 0 0 0 0,0-1 0 0 0,0-1 0 0 0,27-4 0 0 0,-12 2 34 0 0,0-2 0 0 0,-1-2 0 0 0,0-1-1 0 0,0-1 1 0 0,-1-1 0 0 0,45-22 0 0 0,-37 9 54 0 0,0-1-1 0 0,-2-1 1 0 0,64-58 0 0 0,-91 73 4 0 0,0 2-1 0 0,-1 0 1 0 0,0 0-1 0 0,10-16 0 0 0,-15 20-16 0 0,-1 0 1 0 0,0-1-1 0 0,0 1 0 0 0,0-1 0 0 0,0 1 0 0 0,-1-1 1 0 0,0 0-1 0 0,0 0 0 0 0,0 0 0 0 0,-1 1 1 0 0,0-9-1 0 0,0 8-23 0 0,0 1 0 0 0,-1-1 0 0 0,1 0 0 0 0,-1 0 0 0 0,0 1 0 0 0,-1-1 0 0 0,1 0 0 0 0,-1 1 0 0 0,0 0 0 0 0,0-1 0 0 0,-1 1 0 0 0,1 0 0 0 0,-1 0 0 0 0,0 0 0 0 0,0 0 0 0 0,0 1 0 0 0,0-1 0 0 0,-1 1 0 0 0,-7-6 0 0 0,0-2 32 0 0,1 1 14 0 0,5 5 9 0 0,0-1 0 0 0,0 1-1 0 0,0 0 1 0 0,-1 0 0 0 0,0 1-1 0 0,0 0 1 0 0,0 0 0 0 0,-1 0-1 0 0,1 1 1 0 0,-1 0 0 0 0,0 0-1 0 0,0 1 1 0 0,-9-3 0 0 0,-24-3-262 0 0,-1 2 0 0 0,0 1 0 0 0,-48 1 0 0 0,53 4-1884 0 0,-65 9 1 0 0,30 9-2526 0 0</inkml:trace>
</inkml:ink>
</file>

<file path=ppt/ink/ink4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06T18:32:00.86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66 1 1841 0 0,'-33'12'3041'0'0,"33"-3"-2080"0"0,-32-9-1 0 0,32 6-79 0 0,32-6-81 0 0,-32 15 80 0 0,33-9-79 0 0,-33 8-321 0 0,33-1-160 0 0,32-7-80 0 0,-32 2-320 0 0,-1-1-480 0 0,1-7-321 0 0,0 0-639 0 0,-1 0-561 0 0,1-7-560 0 0,-7-1 79 0 0</inkml:trace>
</inkml:ink>
</file>

<file path=ppt/ink/ink4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06T18:32:01.59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0 240 0 0,'32'0'1521'0'0,"1"0"80"0"0,0 7 239 0 0,32 7 161 0 0,33 22-240 0 0,0 18-1041 0 0,-33-13-2720 0 0,-32-26-3363 0 0</inkml:trace>
</inkml:ink>
</file>

<file path=ppt/ink/ink4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06T18:32:02.29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99 204 480 0 0,'56'-50'3275'0'0,"-31"27"-1654"0"0,0 1-1 0 0,32-20 1 0 0,-29 17-566 0 0,-25 22-936 0 0,0-1-1 0 0,1 1 1 0 0,-1 0-1 0 0,1-1 1 0 0,0 2 0 0 0,0-1-1 0 0,0 0 1 0 0,1 1 0 0 0,4-2-1 0 0,12-2-11 0 0,-15 4-40 0 0,-6-1-67 0 0,0 14-67 0 0,0-11 67 0 0,0 1 0 0 0,0 0 0 0 0,0 0 0 0 0,0 0 0 0 0,0 0 0 0 0,1-1 0 0 0,-1 1 0 0 0,0 0 0 0 0,1 0 0 0 0,-1-1 0 0 0,0 1 0 0 0,1 0 0 0 0,-1 0 0 0 0,1-1 0 0 0,-1 1 0 0 0,1 0 0 0 0,-1-1 0 0 0,1 1 0 0 0,0-1 0 0 0,-1 1 0 0 0,1-1 0 0 0,0 1 0 0 0,-1-1 0 0 0,1 1 0 0 0,0-1 0 0 0,0 0 0 0 0,-1 1 0 0 0,1-1 0 0 0,0 0 0 0 0,0 0 0 0 0,0 1 0 0 0,-1-1 0 0 0,1 0 0 0 0,0 0 0 0 0,1 0 0 0 0,5 1 0 0 0,-6 0 0 0 0,-1-1 1 0 0,0 0-1 0 0,1 1 0 0 0,-1-1 0 0 0,1 0 1 0 0,-1 1-1 0 0,0-1 0 0 0,1 1 1 0 0,-1-1-1 0 0,0 0 0 0 0,0 1 1 0 0,1-1-1 0 0,-1 1 0 0 0,0-1 0 0 0,0 1 1 0 0,1-1-1 0 0,-1 1 0 0 0,0-1 1 0 0,0 1-1 0 0,0-1 0 0 0,0 1 0 0 0,0-1 1 0 0,0 1-1 0 0,0-1 0 0 0,0 1 1 0 0,0-1-1 0 0,0 1 0 0 0,0-1 0 0 0,0 1 1 0 0,-1-1-1 0 0,1 1 0 0 0,0-1 1 0 0,0 1-1 0 0,0-1 0 0 0,-1 1 0 0 0,1-1 1 0 0,0 1-1 0 0,0-1 0 0 0,-1 1 1 0 0,1-1-1 0 0,0 0 0 0 0,-1 1 0 0 0,1-1 1 0 0,-1 0-1 0 0,0 1 0 0 0,-26 26 71 0 0,6-6-26 0 0,-29 22-1 0 0,36-32-29 0 0,0-1 49 0 0,1 0 0 0 0,0 1-1 0 0,1 0 1 0 0,-14 18 0 0 0,-15 20 381 0 0,-28 38 42 0 0,60-75-410 0 0,1 0 1 0 0,1 1 0 0 0,0 0 0 0 0,-10 26 0 0 0,6 9 82 0 0,0-24-113 0 0,8-20-80 0 0,1 0 1 0 0,0 1-1 0 0,0-1 0 0 0,1 0 0 0 0,-1 1 1 0 0,1-1-1 0 0,0 1 0 0 0,0-1 0 0 0,0 10 0 0 0,1-10-284 0 0,0 22-568 0 0,-1-25 652 0 0,1-1-1 0 0,0 1 1 0 0,0-1-1 0 0,0 1 0 0 0,0 0 1 0 0,0-1-1 0 0,0 1 0 0 0,0-1 1 0 0,0 1-1 0 0,0 0 0 0 0,1-1 1 0 0,-1 1-1 0 0,0-1 1 0 0,0 1-1 0 0,0-1 0 0 0,1 1 1 0 0,-1 0-1 0 0,0-1 0 0 0,1 1 1 0 0,-1-1-1 0 0,0 1 1 0 0,1-1-1 0 0,-1 0 0 0 0,1 1 1 0 0,-1-1-1 0 0,1 1 0 0 0,26-12-4448 0 0</inkml:trace>
</inkml:ink>
</file>

<file path=ppt/ink/ink4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06T18:32:02.92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297 83 240 0 0,'-98'8'2735'0'0,"78"-8"-1068"0"0,1 1 1 0 0,-34 5-1 0 0,52-6-1652 0 0,1 0-1 0 0,0 0 1 0 0,-1 0 0 0 0,1 0 0 0 0,0 0-1 0 0,-1 0 1 0 0,1 0 0 0 0,0 1-1 0 0,0-1 1 0 0,-1 0 0 0 0,1 0 0 0 0,0 0-1 0 0,0 1 1 0 0,-1-1 0 0 0,1 0-1 0 0,0 0 1 0 0,0 0 0 0 0,0 1 0 0 0,0-1-1 0 0,-1 0 1 0 0,1 0 0 0 0,0 1-1 0 0,0-1 1 0 0,0 0 0 0 0,0 1 0 0 0,0-1-1 0 0,0 0 1 0 0,0 1 0 0 0,0-1-1 0 0,0 0 1 0 0,0 1 0 0 0,-5 8 248 0 0,-23 13-31 0 0,20-16-157 0 0,-1 1 1 0 0,1 0-1 0 0,-12 13 0 0 0,18-17-50 0 0,0 0 0 0 0,0 0 0 0 0,0 1 0 0 0,0-1 0 0 0,0 1 0 0 0,1-1 0 0 0,-1 1-1 0 0,1-1 1 0 0,0 1 0 0 0,0 0 0 0 0,0 0 0 0 0,1 0 0 0 0,-1 0 0 0 0,1 4 0 0 0,-1 16 197 0 0,0-17-112 0 0,1 1 1 0 0,0-1-1 0 0,0 0 0 0 0,0 0 0 0 0,1 0 0 0 0,0 0 0 0 0,0 0 0 0 0,4 10 1 0 0,16 16 369 0 0,-13-17-305 0 0,-7-14-169 0 0,-1-1 0 0 0,1 1 0 0 0,0 0-1 0 0,0 0 1 0 0,0 0 0 0 0,1 0-1 0 0,-1-1 1 0 0,0 1 0 0 0,0-1 0 0 0,1 1-1 0 0,-1-1 1 0 0,1 1 0 0 0,0-1-1 0 0,-1 0 1 0 0,1 0 0 0 0,0 0-1 0 0,0 0 1 0 0,0 0 0 0 0,0 0 0 0 0,-1 0-1 0 0,1-1 1 0 0,3 2 0 0 0,13 3-15 0 0,0-1 0 0 0,0 0 0 0 0,0-1 0 0 0,1-1 0 0 0,-1-1 1 0 0,28-1-1 0 0,-18-2 1 0 0,0-1 0 0 0,-1-1 0 0 0,44-12 0 0 0,-60 13 28 0 0,-1-2-1 0 0,1 1 1 0 0,-1-1-1 0 0,0-1 1 0 0,0 0-1 0 0,-1 0 1 0 0,0-1-1 0 0,0-1 1 0 0,0 1-1 0 0,-1-1 1 0 0,0 0-1 0 0,-1-1 1 0 0,7-10-1 0 0,-5 6 25 0 0,-1 0 1 0 0,0-1-1 0 0,-1 1 0 0 0,0-2 0 0 0,-2 1 1 0 0,1-1-1 0 0,5-27 0 0 0,-9 26 10 0 0,0 1-1 0 0,-1-24 0 0 0,-1 39-53 0 0,1-2 6 0 0,-1-1 0 0 0,0 1 0 0 0,0 0 0 0 0,-1 0-1 0 0,1 0 1 0 0,0-1 0 0 0,-1 1 0 0 0,1 0 0 0 0,-1 0 0 0 0,0 0-1 0 0,0 0 1 0 0,0 0 0 0 0,0 0 0 0 0,0 0 0 0 0,0 0 0 0 0,0 0-1 0 0,-1 0 1 0 0,1 1 0 0 0,-1-1 0 0 0,1 0 0 0 0,-1 1 0 0 0,0-1 0 0 0,1 1-1 0 0,-1 0 1 0 0,0 0 0 0 0,0 0 0 0 0,0-1 0 0 0,0 2 0 0 0,0-1-1 0 0,0 0 1 0 0,0 0 0 0 0,-1 1 0 0 0,-3-1 0 0 0,-9-5 22 0 0,0 0-29 0 0,-1 1 1 0 0,1 0-1 0 0,-2 1 0 0 0,1 1 1 0 0,-28-3-1 0 0,4 2-35 0 0,-3 3-449 0 0,26 2-457 0 0,17-1 745 0 0,0 0 0 0 0,-1 1 0 0 0,1-1 0 0 0,0 0 0 0 0,-1 0-1 0 0,1 0 1 0 0,0 1 0 0 0,0-1 0 0 0,-1 0 0 0 0,1 0 0 0 0,0 1 0 0 0,0-1 0 0 0,-1 0 0 0 0,1 1 0 0 0,0-1 0 0 0,0 0 0 0 0,0 1 0 0 0,0-1 0 0 0,0 0 0 0 0,-1 1 0 0 0,1-1 0 0 0,0 1 0 0 0,0-1 0 0 0,0 0 0 0 0,0 1 0 0 0,0-1 0 0 0,0 0 0 0 0,0 1-1 0 0,0-1 1 0 0,0 1 0 0 0,1-1 0 0 0,-1 0 0 0 0,0 1 0 0 0,0-1 0 0 0</inkml:trace>
</inkml:ink>
</file>

<file path=ppt/ink/ink4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06T18:32:03.43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393 171 1040 0 0,'-64'11'1837'0'0,"-3"1"-499"0"0,49-6-931 0 0,0 1-1 0 0,1 0 0 0 0,-1 1 0 0 0,1 1 0 0 0,1 1 1 0 0,0 0-1 0 0,0 1 0 0 0,1 1 0 0 0,1 0 1 0 0,-17 18-1 0 0,23-19-235 0 0,0 0 0 0 0,1 1 1 0 0,0 0-1 0 0,1 1 0 0 0,0-1 0 0 0,1 1 0 0 0,-5 19 1 0 0,7-23-128 0 0,2-3-7 0 0,-1 0 0 0 0,1 0 0 0 0,0 0 0 0 0,1 0 0 0 0,-1 0 0 0 0,1 0 0 0 0,1 0 0 0 0,-1 0 0 0 0,1 0 0 0 0,0 0 0 0 0,0 1 0 0 0,1-2 0 0 0,-1 1 0 0 0,1 0-1 0 0,1 0 1 0 0,-1-1 0 0 0,1 1 0 0 0,0-1 0 0 0,0 0 0 0 0,1 1 0 0 0,0-2 0 0 0,-1 1 0 0 0,2 0 0 0 0,-1-1 0 0 0,0 0 0 0 0,1 0 0 0 0,0 0 0 0 0,0 0 0 0 0,0-1 0 0 0,0 0 0 0 0,1 0 0 0 0,-1 0 0 0 0,1-1 0 0 0,9 3 0 0 0,-1-2-50 0 0,-1 0 1 0 0,0-1-1 0 0,1-1 1 0 0,-1 0-1 0 0,1-1 1 0 0,-1-1-1 0 0,22-3 1 0 0,-2-2-18 0 0,60-20 0 0 0,-50 11 80 0 0,-1-2 0 0 0,-1-2 0 0 0,56-35 0 0 0,-64 34-39 0 0,38-31 0 0 0,-58 40-1 0 0,-1 0 0 0 0,0 0 1 0 0,-1-1-1 0 0,-1 0 0 0 0,0-1 0 0 0,9-15 0 0 0,-6 5 30 0 0,-1-1 0 0 0,-1 0 0 0 0,-1-1 0 0 0,9-35 0 0 0,-18 57-44 0 0,0 0 0 0 0,-1-1 0 0 0,1 1 0 0 0,-1-1 0 0 0,0 1 0 0 0,0-1 0 0 0,0 1 0 0 0,-1-1 0 0 0,1 1 0 0 0,-1-1-1 0 0,1 1 1 0 0,-1 0 0 0 0,0-1 0 0 0,-1 1 0 0 0,1 0 0 0 0,0 0 0 0 0,-1 0 0 0 0,-3-6 0 0 0,0 5-17 0 0,1-1 0 0 0,0 1 1 0 0,-1-1-1 0 0,0 1 1 0 0,0 1-1 0 0,0-1 0 0 0,0 1 1 0 0,-1 0-1 0 0,-10-5 0 0 0,-9 0-391 0 0,0 0-1 0 0,-1 2 1 0 0,-49-7-1 0 0,-23 2-2455 0 0,0 9-1414 0 0</inkml:trace>
</inkml:ink>
</file>

<file path=ppt/ink/ink4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06T18:32:05.20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28 309 400 0 0,'0'0'37'0'0,"0"-1"0"0"0,0 1 0 0 0,0-1 0 0 0,-1 1 0 0 0,1-1 1 0 0,0 1-1 0 0,0 0 0 0 0,0-1 0 0 0,-1 1 0 0 0,1 0 0 0 0,0-1 0 0 0,0 1 0 0 0,-1 0 0 0 0,1-1 0 0 0,0 1 0 0 0,-1 0 0 0 0,1-1 0 0 0,0 1 0 0 0,-1 0 0 0 0,1 0 0 0 0,0 0 0 0 0,-1-1 0 0 0,1 1 0 0 0,-1 0 1 0 0,1 0-1 0 0,0 0 0 0 0,-1 0 0 0 0,1 0 0 0 0,-1 0 0 0 0,1 0 0 0 0,-1 0 0 0 0,0 0 0 0 0,-14 0 244 0 0,14 0-144 0 0,1 0-100 0 0,0-1 0 0 0,0 1 0 0 0,0 0 0 0 0,1 0 0 0 0,-1 0 0 0 0,0 0 0 0 0,0 0 0 0 0,0 0 0 0 0,0-1 0 0 0,0 1 1 0 0,0 0-1 0 0,0 0 0 0 0,1 0 0 0 0,-1 0 0 0 0,0-1 0 0 0,0 1 0 0 0,0 0 0 0 0,0 0 0 0 0,0 0 0 0 0,0-1 0 0 0,0 1 0 0 0,0 0 0 0 0,0 0 0 0 0,0 0 0 0 0,0 0 0 0 0,0-1 0 0 0,0 1 0 0 0,0 0 1 0 0,0 0-1 0 0,0 0 0 0 0,0-1 0 0 0,0 1 0 0 0,-1 0 0 0 0,1 0 0 0 0,0 0 0 0 0,0 0 0 0 0,0-1 0 0 0,0 1 0 0 0,0 0 0 0 0,0 0 0 0 0,0 0 0 0 0,-1 0 0 0 0,1 0 0 0 0,0-1 0 0 0,15-3 654 0 0,0-1 0 0 0,0-1 0 0 0,0-1 0 0 0,18-11 0 0 0,-6 4-331 0 0,6-9 257 0 0,-26 19-471 0 0,-1-1 0 0 0,0 1 0 0 0,1 0 1 0 0,9-4-1 0 0,131-40 1361 0 0,-126 42-1256 0 0,0 0-1 0 0,45-4 1 0 0,-62 10-247 0 0,1 0 1 0 0,0 0 0 0 0,-1 0-1 0 0,1 0 1 0 0,-1 1 0 0 0,1 0-1 0 0,0 0 1 0 0,-1 0 0 0 0,1 0-1 0 0,-1 1 1 0 0,0-1 0 0 0,0 1-1 0 0,1 0 1 0 0,-1 1 0 0 0,0-1-1 0 0,-1 1 1 0 0,1 0 0 0 0,5 5-1 0 0,-8-7-4 0 0,-1-1-1 0 0,1 1 1 0 0,-1-1-1 0 0,0 1 1 0 0,1-1-1 0 0,-1 1 1 0 0,0 0-1 0 0,1-1 1 0 0,-1 1-1 0 0,0 0 1 0 0,0-1-1 0 0,0 1 0 0 0,0 0 1 0 0,0-1-1 0 0,1 1 1 0 0,-1 0-1 0 0,0-1 1 0 0,-1 1-1 0 0,1 0 1 0 0,0-1-1 0 0,0 1 1 0 0,0 0-1 0 0,0-1 0 0 0,0 1 1 0 0,-1 0-1 0 0,1-1 1 0 0,0 1-1 0 0,-1 0 1 0 0,-13 18 0 0 0,5-8 2 0 0,-1 14 11 0 0,9-22 0 0 0,0 1-1 0 0,0 0 0 0 0,-1-1 1 0 0,1 1-1 0 0,-1-1 0 0 0,0 0 1 0 0,0 1-1 0 0,0-1 0 0 0,-1 0 1 0 0,1 0-1 0 0,-1 0 0 0 0,-3 3 1 0 0,2-3 64 0 0,0 0 0 0 0,1 0 0 0 0,-1-1 0 0 0,0 1 0 0 0,0-1 1 0 0,0 0-1 0 0,-1 0 0 0 0,1 0 0 0 0,-1 0 0 0 0,1-1 1 0 0,-1 0-1 0 0,1 0 0 0 0,-8 1 0 0 0,12-4-24 0 0,0 0 1 0 0,0 0-1 0 0,0 0 0 0 0,0 0 1 0 0,0 0-1 0 0,1 0 1 0 0,-1 1-1 0 0,1-1 0 0 0,-1 0 1 0 0,1 0-1 0 0,0 0 0 0 0,1-2 1 0 0,20-12 333 0 0,-6-13 106 0 0,-1 14-326 0 0,2 2-1 0 0,-1 0 1 0 0,2 0 0 0 0,-1 2-1 0 0,34-16 1 0 0,-6 1 60 0 0,-35 21-179 0 0,15-11 38 0 0,0 1-1 0 0,1 1 1 0 0,1 1-1 0 0,1 2 0 0 0,33-11 1 0 0,26 8-153 0 0,-28 13-144 0 0,-57 1 193 0 0,1 0 0 0 0,0 1-1 0 0,0-1 1 0 0,-1 1 0 0 0,1-1-1 0 0,0 1 1 0 0,-1 0 0 0 0,1 0 0 0 0,-1 0-1 0 0,1 0 1 0 0,-1 1 0 0 0,0-1-1 0 0,4 3 1 0 0,4 16-142 0 0,-8-17 148 0 0,0 0 5 0 0,1 0 0 0 0,-1 1 0 0 0,0-1 0 0 0,0 1 0 0 0,0-1 0 0 0,0 1 0 0 0,-1-1-1 0 0,1 1 1 0 0,-1 0 0 0 0,0 0 0 0 0,0 0 0 0 0,0 0 0 0 0,-1 0 0 0 0,1 0 0 0 0,-1 0 0 0 0,0 0 0 0 0,0 0 0 0 0,-1 0 0 0 0,1 0 0 0 0,-3 7 0 0 0,0 2 17 0 0,-1-1 1 0 0,-1 0 0 0 0,0 0-1 0 0,-1 0 1 0 0,-13 19-1 0 0,15-24-3 0 0,-1-1 0 0 0,-1 1 0 0 0,1-1 0 0 0,-1 0 0 0 0,0 0 0 0 0,0-1 0 0 0,-1 1 0 0 0,1-2 0 0 0,-1 1 0 0 0,0-1 0 0 0,-10 5 0 0 0,-32 5 6 0 0,47-14-17 0 0,0 0 0 0 0,0-1 0 0 0,0 1-1 0 0,0 0 1 0 0,-1-1 0 0 0,1 0 0 0 0,0 1 0 0 0,0-1 0 0 0,0 0 0 0 0,0 0 0 0 0,0 0 0 0 0,1-1 0 0 0,-1 1-1 0 0,0 0 1 0 0,0-1 0 0 0,-2-2 0 0 0,2 3 21 0 0,2 0-15 0 0,0 1 1 0 0,-1 0 0 0 0,1 0-1 0 0,0 0 1 0 0,0-1 0 0 0,-1 1-1 0 0,1 0 1 0 0,0 0 0 0 0,0 0-1 0 0,0-1 1 0 0,0 1 0 0 0,-1 0-1 0 0,1-1 1 0 0,0 1 0 0 0,0 0-1 0 0,0 0 1 0 0,0-1 0 0 0,0 1-1 0 0,0 0 1 0 0,0-1 0 0 0,0 1-1 0 0,0 0 1 0 0,-1-1 0 0 0,1 1 0 0 0,1 0-1 0 0,-1 0 1 0 0,0-1 0 0 0,0 1-1 0 0,0 0 1 0 0,0-1 0 0 0,0 1-1 0 0,0 0 1 0 0,0-1 0 0 0,0 1-1 0 0,0 0 1 0 0,1 0 0 0 0,-1-1-1 0 0,0 1 1 0 0,0 0 0 0 0,0 0-1 0 0,0-1 1 0 0,1 1 0 0 0,-1 0-1 0 0,0 0 1 0 0,0 0 0 0 0,1-1-1 0 0,-1 1 1 0 0,0 0 0 0 0,1 0 0 0 0,16-8 52 0 0,-13 6-31 0 0,-4 1-21 0 0,1 1-1 0 0,-1-1 1 0 0,1 1 0 0 0,-1-1 0 0 0,1 0-1 0 0,-1 1 1 0 0,0-1 0 0 0,1 1-1 0 0,-1-1 1 0 0,0 0 0 0 0,0 1-1 0 0,0-1 1 0 0,1 0 0 0 0,-1 0 0 0 0,0 1-1 0 0,0-1 1 0 0,0 0 0 0 0,0 1-1 0 0,0-1 1 0 0,0-1 0 0 0,-1 1-1 0 0,1 0-1 0 0,0 0 1 0 0,0 1 0 0 0,0-1-1 0 0,0 0 1 0 0,1 0 0 0 0,-1 0 0 0 0,0 0-1 0 0,0 0 1 0 0,0 0 0 0 0,1 0 0 0 0,-1 1-1 0 0,0-1 1 0 0,1 0 0 0 0,-1 0 0 0 0,1 0-1 0 0,-1 1 1 0 0,1-1 0 0 0,0 0 0 0 0,0 0-1 0 0,21-15 66 0 0,-12 5-11 0 0,-8 8-45 0 0,0 1-1 0 0,0 0 0 0 0,0 0 1 0 0,0 0-1 0 0,0 0 1 0 0,1 0-1 0 0,-1 0 0 0 0,1 1 1 0 0,5-3-1 0 0,27-15 102 0 0,-13 7-46 0 0,-1 1 1 0 0,41-14 0 0 0,-54 23-90 0 0,0 0 0 0 0,0 0 0 0 0,0 1 0 0 0,0 0 0 0 0,0 0 0 0 0,1 1 0 0 0,-1 0 0 0 0,0 1 0 0 0,0 0 0 0 0,1 0 0 0 0,-1 1 0 0 0,8 2 0 0 0,-14-4 23 0 0,0 1 0 0 0,0-1 0 0 0,-1 1 0 0 0,1 0-1 0 0,0-1 1 0 0,-1 1 0 0 0,1 0 0 0 0,-1 0-1 0 0,1 0 1 0 0,-1 0 0 0 0,1 0 0 0 0,-1 0 0 0 0,0 1-1 0 0,1-1 1 0 0,-1 0 0 0 0,0 1 0 0 0,0-1-1 0 0,1 3 1 0 0,0 1 17 0 0,-1-1 0 0 0,-1 0 0 0 0,1 0-1 0 0,-1 1 1 0 0,1-1 0 0 0,-2 9 0 0 0,1-1 30 0 0,0-3-19 0 0,0-1 1 0 0,-1 1 0 0 0,0-1 0 0 0,0 1-1 0 0,-1-1 1 0 0,0 0 0 0 0,0 0 0 0 0,-1 0 0 0 0,0 0-1 0 0,-1 0 1 0 0,0-1 0 0 0,0 1 0 0 0,0-1 0 0 0,-1 0-1 0 0,0 0 1 0 0,0-1 0 0 0,-1 1 0 0 0,-7 6-1 0 0,4-6-122 0 0,8-6-6 0 0,-1 1-1 0 0,0-1 1 0 0,0 1 0 0 0,0-1-1 0 0,1 1 1 0 0,-1 0 0 0 0,1 0-1 0 0,-1 0 1 0 0,1-1 0 0 0,0 1-1 0 0,0 0 1 0 0,0 1 0 0 0,0-1-1 0 0,0 0 1 0 0,0 0 0 0 0,1 0-1 0 0,-1 1 1 0 0,0 2 0 0 0,1 2-4022 0 0</inkml:trace>
</inkml:ink>
</file>

<file path=ppt/ink/ink4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06T18:32:05.79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876 9 1201 0 0,'0'-8'4962'0'0,"0"22"-3842"0"0,-33 40 881 0 0,-65 44 240 0 0,-33-3-880 0 0,40 1-641 0 0,-40 8-320 0 0,33 6-159 0 0,0-14-161 0 0,0 2-241 0 0,66-9-1119 0 0,-1-6-1922 0 0,0-29-2000 0 0</inkml:trace>
</inkml:ink>
</file>

<file path=ppt/ink/ink4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06T18:32:06.16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875 0 960 0 0,'-27'4'422'0'0,"-99"12"2062"0"0,-133 34 0 0 0,161-29-684 0 0,70-10-1247 0 0,19-3-258 0 0,9-8-286 0 0,0 0 1 0 0,0 0-1 0 0,0 1 0 0 0,0-1 1 0 0,0 0-1 0 0,0 0 1 0 0,0 0-1 0 0,0 1 0 0 0,0-1 1 0 0,0 0-1 0 0,0 0 0 0 0,0 0 1 0 0,0 1-1 0 0,0-1 0 0 0,0 0 1 0 0,0 0-1 0 0,0 0 0 0 0,0 1 1 0 0,0-1-1 0 0,0 0 0 0 0,0 0 1 0 0,1 0-1 0 0,-1 1 1 0 0,0-1-1 0 0,0 0 0 0 0,0 0 1 0 0,0 0-1 0 0,0 0 0 0 0,1 1 1 0 0,-1-1-1 0 0,0 0 0 0 0,0 0 1 0 0,0 0-1 0 0,0 0 0 0 0,1 0 1 0 0,-1 0-1 0 0,0 0 1 0 0,0 0-1 0 0,0 0 0 0 0,1 0 1 0 0,-1 1-1 0 0,13 4 18 0 0,0-1-1 0 0,0 0 1 0 0,0 0 0 0 0,26 3-1 0 0,-30-6-26 0 0,-1 1 0 0 0,1 0 0 0 0,-1 0 0 0 0,9 4 0 0 0,30 8 0 0 0,-41-13 1 0 0,18 4 3 0 0,1 1 0 0 0,40 16 1 0 0,-62-21 1 0 0,-1 0 1 0 0,1 1-1 0 0,-1-1 1 0 0,1 1-1 0 0,-1 0 1 0 0,0-1-1 0 0,0 1 1 0 0,0 0-1 0 0,0 0 1 0 0,0 1-1 0 0,0-1 1 0 0,0 0 0 0 0,-1 1-1 0 0,3 3 1 0 0,-4-4 6 0 0,1 0 0 0 0,-1-1 0 0 0,1 1 0 0 0,-1 0 0 0 0,0 0 0 0 0,1 0 1 0 0,-1 0-1 0 0,0 0 0 0 0,0 0 0 0 0,-1 0 0 0 0,1 0 0 0 0,0 0 0 0 0,-1-1 0 0 0,1 1 1 0 0,-1 0-1 0 0,1 0 0 0 0,-1 0 0 0 0,0-1 0 0 0,0 1 0 0 0,0 0 0 0 0,-2 2 1 0 0,-1 2 64 0 0,-1-1 0 0 0,0 0 0 0 0,0 0 0 0 0,-1-1 0 0 0,1 1 0 0 0,-1-1 0 0 0,0 0 0 0 0,-1-1 0 0 0,-11 6 0 0 0,-6 1 359 0 0,-41 12 0 0 0,19-11-413 0 0,1-1 1 0 0,-1-3 0 0 0,-1-1 0 0 0,1-3 0 0 0,-1-1-1 0 0,-85-9 1 0 0,121 5-606 0 0,-1 0 0 0 0,-22-8 0 0 0,31 9 321 0 0,1 0 0 0 0,-1 0 0 0 0,0-1 0 0 0,1 1 0 0 0,-1-1 0 0 0,1 1 0 0 0,-1-1 0 0 0,1 0 0 0 0,0 0 0 0 0,0 0 0 0 0,0 0 0 0 0,0 0 0 0 0,0-1 0 0 0,0 1 0 0 0,1-1 0 0 0,-3-4 0 0 0,2 0-551 0 0,0 1-1 0 0,1 0 1 0 0,1-1-1 0 0,-1 1 1 0 0,1-14-1 0 0</inkml:trace>
</inkml:ink>
</file>

<file path=ppt/ink/ink4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06T18:32:06.79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354 78 320 0 0,'-60'-9'4029'0'0,"59"9"-3922"0"0,1-1 0 0 0,-1 1 1 0 0,1-1-1 0 0,-1 1 0 0 0,1-1 1 0 0,-1 0-1 0 0,1 1 1 0 0,0-1-1 0 0,-1 0 0 0 0,1 1 1 0 0,0-1-1 0 0,-1 0 0 0 0,1 1 1 0 0,0-1-1 0 0,0 0 1 0 0,0 1-1 0 0,-1-1 0 0 0,1 0 1 0 0,0 0-1 0 0,0 1 0 0 0,0-1 1 0 0,0 0-1 0 0,0 0 0 0 0,0 1 1 0 0,1-1-1 0 0,-1 0 1 0 0,0 0-1 0 0,0 1 0 0 0,0-1 1 0 0,1 0-1 0 0,-1 1 0 0 0,0-1 1 0 0,1 0-1 0 0,-1 1 0 0 0,1-1 1 0 0,-1 1-1 0 0,1-1 1 0 0,-1 0-1 0 0,1 1 0 0 0,0-1 1 0 0,9-4 145 0 0,0 0 0 0 0,1 1 1 0 0,-1 0-1 0 0,1 1 0 0 0,0 0 1 0 0,16-2-1 0 0,74-5 228 0 0,-87 9-441 0 0,0 0-7 0 0,0 0 0 0 0,0 1 1 0 0,27 4-1 0 0,-38-4-33 0 0,0 1 0 0 0,0-1 0 0 0,0 1 0 0 0,0 0 0 0 0,0 0 0 0 0,0 0 0 0 0,0 1 0 0 0,0-1 0 0 0,-1 1 0 0 0,1-1 0 0 0,0 1 0 0 0,-1 0 0 0 0,0 0 0 0 0,1 0 0 0 0,-1 0 0 0 0,0 1 0 0 0,0-1 0 0 0,0 1 0 0 0,0-1 0 0 0,-1 1 0 0 0,1-1 0 0 0,-1 1 0 0 0,1 0 0 0 0,0 3 0 0 0,0-1 17 0 0,-1 0-1 0 0,-1 0 0 0 0,1-1 0 0 0,0 1 0 0 0,-1 0 0 0 0,0 0 1 0 0,0 0-1 0 0,-1 0 0 0 0,1-1 0 0 0,-1 1 0 0 0,0 0 0 0 0,-1-1 0 0 0,1 1 1 0 0,-4 8-1 0 0,0-4 49 0 0,0-1 0 0 0,0-1 1 0 0,0 1-1 0 0,-1-1 0 0 0,0 1 0 0 0,0-2 1 0 0,-11 10-1 0 0,1-3 124 0 0,-1-1 1 0 0,0 0 0 0 0,-1-2-1 0 0,0 0 1 0 0,0-1-1 0 0,-1-1 1 0 0,-20 6-1 0 0,-222 69 2226 0 0,248-79-2342 0 0,-1 0 1 0 0,0-1-1 0 0,0 0 0 0 0,0-1 1 0 0,0-1-1 0 0,0 0 1 0 0,-20-2-1 0 0,7 0-153 0 0,51 4-26 0 0,0 0-1 0 0,-1 2 1 0 0,1 0 0 0 0,27 11 0 0 0,26 6 410 0 0,-42-12-202 0 0,39 7 103 0 0,-38-12-368 0 0,0-2 0 0 0,57 0-1 0 0,-71-5-744 0 0,-1 0 0 0 0,1-1 0 0 0,37-10 0 0 0,-43 8-349 0 0,0-1-1 0 0,0-1 1 0 0,22-11 0 0 0,-26 9-410 0 0,-1 0-1 0 0,0 0 1 0 0,20-21-1 0 0</inkml:trace>
</inkml:ink>
</file>

<file path=ppt/ink/ink4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06T18:31:37.58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4 54 640 0 0,'35'-2'3592'0'0,"0"-2"0"0"0,38-9-1 0 0,-58 10-2654 0 0,61-22 3332 0 0,-61 23-4108 0 0,1-1 0 0 0,0 2 0 0 0,-1 0 1 0 0,1 1-1 0 0,19 2 0 0 0,-29-1-129 0 0,1 0 0 0 0,-1 0 1 0 0,0 1-1 0 0,0-1 0 0 0,0 1 0 0 0,0 1 1 0 0,0-1-1 0 0,0 1 0 0 0,0 0 0 0 0,-1 0 1 0 0,1 1-1 0 0,-1 0 0 0 0,0 0 0 0 0,0 0 1 0 0,-1 0-1 0 0,1 1 0 0 0,4 5 0 0 0,3 8 72 0 0,19 33 0 0 0,-28-43-88 0 0,0-1-1 0 0,0 1 1 0 0,0-1-1 0 0,-1 1 1 0 0,0 0-1 0 0,0 0 0 0 0,-1 0 1 0 0,1 12-1 0 0,-2-17-4 0 0,0 0-1 0 0,-1-1 1 0 0,1 1-1 0 0,0 0 1 0 0,-1-1-1 0 0,1 1 1 0 0,-1-1-1 0 0,0 1 1 0 0,0-1-1 0 0,0 1 1 0 0,0-1-1 0 0,-1 1 1 0 0,1-1-1 0 0,-1 0 1 0 0,1 0-1 0 0,-1 0 1 0 0,-3 4-1 0 0,-2 2 15 0 0,6-6-16 0 0,0-1 1 0 0,0 1 0 0 0,0 0 0 0 0,1-1 0 0 0,-1 1 0 0 0,1 0 0 0 0,-1 0-1 0 0,1 0 1 0 0,0-1 0 0 0,-1 4 0 0 0,2-1-12 0 0,-1-14-184 0 0,0 10 177 0 0,0-1 0 0 0,0 0 0 0 0,0 1 0 0 0,0-1 0 0 0,-1 1 0 0 0,1-1 0 0 0,0 0 1 0 0,0 1-1 0 0,-1-1 0 0 0,1 1 0 0 0,0-1 0 0 0,-1 0 0 0 0,1 1 0 0 0,0-1 0 0 0,-1 1 1 0 0,1-1-1 0 0,-1 1 0 0 0,1-1 0 0 0,-1 1 0 0 0,1 0 0 0 0,-1-1 0 0 0,1 1 1 0 0,-1 0-1 0 0,1-1 0 0 0,-1 1 0 0 0,0 0 0 0 0,1 0 0 0 0,-1-1 0 0 0,0 1 0 0 0,1 0 1 0 0,-1 0-1 0 0,0 0 0 0 0,0 0 3 0 0,0 0 1 0 0,0-1-1 0 0,0 1 1 0 0,0 0-1 0 0,0 0 1 0 0,1-1-1 0 0,-1 1 1 0 0,0 0-1 0 0,0-1 1 0 0,1 1-1 0 0,-1-1 1 0 0,0 1-1 0 0,0-1 1 0 0,1 1-1 0 0,-1-1 1 0 0,1 0-1 0 0,-1 1 1 0 0,0-1-1 0 0,1 0 1 0 0,-1 1-1 0 0,1-1 0 0 0,0 0 1 0 0,-1 0-1 0 0,1 0 1 0 0,0 1-1 0 0,-1-1 1 0 0,1 0-1 0 0,0 0 1 0 0,0 0-1 0 0,0 0 1 0 0,-1 1-1 0 0,1-1 1 0 0,0-2-1 0 0,0 1 4 0 0,-1-1 1 0 0,0 0-1 0 0,0 0 0 0 0,0 1 0 0 0,0-1 0 0 0,0 0 0 0 0,-1 1 1 0 0,1-1-1 0 0,-1 1 0 0 0,0 0 0 0 0,0-1 0 0 0,0 1 0 0 0,0 0 0 0 0,0 0 1 0 0,0 0-1 0 0,0 1 0 0 0,-1-1 0 0 0,1 0 0 0 0,-1 1 0 0 0,1-1 1 0 0,-1 1-1 0 0,0 0 0 0 0,-2-1 0 0 0,-5-2 20 0 0,0 0 0 0 0,0 1-1 0 0,0 0 1 0 0,-1 0 0 0 0,1 1 0 0 0,-12 0-1 0 0,5 1 22 0 0,1 1-1 0 0,-1 0 0 0 0,1 1 1 0 0,0 1-1 0 0,-1 1 0 0 0,1 1 1 0 0,-27 8-1 0 0,22-3-27 0 0,1 0-1 0 0,0 2 0 0 0,-24 15 1 0 0,40-23 11 0 0,0 0 0 0 0,-1 0-1 0 0,1 0 1 0 0,0 0 0 0 0,1 1 0 0 0,-1 0 0 0 0,1 0 0 0 0,0 0 0 0 0,-1 0 0 0 0,2 1 0 0 0,-1-1 0 0 0,0 1 0 0 0,1-1 0 0 0,0 1 0 0 0,0 0 0 0 0,1 0 0 0 0,-1 0-1 0 0,1 0 1 0 0,-1 10 0 0 0,1 10 152 0 0,0-18-170 0 0,0 1 1 0 0,1-1-1 0 0,0 0 1 0 0,0 0-1 0 0,1 1 1 0 0,0-1-1 0 0,0 0 0 0 0,4 13 1 0 0,17 7 155 0 0,-20-24-162 0 0,-1-1 1 0 0,1 1-1 0 0,0-1 0 0 0,0 1 1 0 0,0-1-1 0 0,0 0 1 0 0,1 0-1 0 0,-1 0 0 0 0,1 0 1 0 0,-1 0-1 0 0,4 1 1 0 0,-1-1-19 0 0,-1-1 1 0 0,1 0 0 0 0,0 0 0 0 0,1 0-1 0 0,-1-1 1 0 0,0 1 0 0 0,7-2-1 0 0,32 0-660 0 0,65-11 0 0 0,-91 8-959 0 0,1-1 0 0 0,32-14-1 0 0,-32 11 435 0 0,68-30-4384 0 0</inkml:trace>
</inkml:ink>
</file>

<file path=ppt/ink/ink4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06T18:31:38.13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133 36 1361 0 0,'-125'0'6269'0'0,"119"0"-5228"0"0,5-2 956 0 0,8 0-1447 0 0,145 5 2612 0 0,48-23-5443 0 0,-75 7-6323 0 0,-92 12 5669 0 0</inkml:trace>
</inkml:ink>
</file>

<file path=ppt/ink/ink4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06T18:31:38.74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131 1 400 0 0,'-33'6'961'0'0,"33"8"-241"0"0,0-1-80 0 0,0 22 81 0 0,0 7 159 0 0,0-9-80 0 0,0 2 161 0 0,0-1-241 0 0,-32 7-240 0 0,-1 1-160 0 0,1-15-159 0 0,32 2-81 0 0,32-29-481 0 0,1-8-1840 0 0,-1-13-1440 0 0</inkml:trace>
</inkml:ink>
</file>

<file path=ppt/ink/ink4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06T18:31:39.37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1 480 0 0,'0'6'1281'0'0,"0"2"-161"0"0,32-1-239 0 0,1-7-161 0 0,-1 6-320 0 0,1 0-320 0 0,0-6-320 0 0,-1-6-800 0 0,1 6-561 0 0,0-6-160 0 0</inkml:trace>
</inkml:ink>
</file>

<file path=ppt/ink/ink4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06T18:31:39.77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0 2161 0 0,'26'0'4322'0'0,"7"0"-2401"0"0,0 9-320 0 0,-1 3-481 0 0,34 3-880 0 0,-34-1-1680 0 0,1-1-1922 0 0,-1-5-480 0 0</inkml:trace>
</inkml:ink>
</file>

<file path=ppt/ink/ink4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06T18:32:08.76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13 880 0 0,'0'0'1201'0'0,"0"8"-561"0"0,0-16-800 0 0,0 1-880 0 0,0 1-401 0 0</inkml:trace>
</inkml:ink>
</file>

<file path=ppt/ink/ink4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06T18:32:09.92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1780 110 240 0 0,'-1'-1'98'0'0,"0"0"0"0"0,0 0-1 0 0,0 1 1 0 0,0-1 0 0 0,0 0-1 0 0,0 1 1 0 0,0-1 0 0 0,0 1 0 0 0,0-1-1 0 0,0 1 1 0 0,-1 0 0 0 0,1 0 0 0 0,0-1-1 0 0,0 1 1 0 0,0 0 0 0 0,-1 0-1 0 0,1 0 1 0 0,0 0 0 0 0,0 0 0 0 0,0 0-1 0 0,-1 1 1 0 0,-1-1 0 0 0,-1 1 202 0 0,-28-2 677 0 0,0 3 0 0 0,1 0 0 0 0,-38 9 0 0 0,-7 1-452 0 0,54-9-341 0 0,-38 9 1 0 0,2 2 131 0 0,47-12-177 0 0,1 0 1 0 0,0 1 0 0 0,0 1 0 0 0,0-1 0 0 0,0 1-1 0 0,-11 7 1 0 0,-24 13 1207 0 0,30-13-426 0 0,14-9-886 0 0,-1-1-1 0 0,1 0 1 0 0,-1 0-1 0 0,0 0 1 0 0,1 0-1 0 0,-1 0 1 0 0,0-1-1 0 0,0 1 1 0 0,0 0-1 0 0,0-1 1 0 0,1 1-1 0 0,-1-1 1 0 0,0 0-1 0 0,0 1 1 0 0,0-1-1 0 0,-2 0 1 0 0,-30 4 210 0 0,1 1 1 0 0,0 2-1 0 0,1 1 0 0 0,-60 24 1 0 0,82-27-199 0 0,-1 0 0 0 0,0-1-1 0 0,-20 5 1 0 0,21-6 1 0 0,-1 0 0 0 0,0 1 0 0 0,1 0 0 0 0,-15 8 0 0 0,-29 12 68 0 0,44-20-102 0 0,0 0 0 0 0,0 1 0 0 0,1 0 0 0 0,-1 0 0 0 0,1 1-1 0 0,-10 8 1 0 0,-17 16 5 0 0,-118 90 202 0 0,143-113-203 0 0,1 0 0 0 0,0 1 0 0 0,1 0-1 0 0,0 0 1 0 0,0 1 0 0 0,1 0 0 0 0,0 1 0 0 0,-10 14-1 0 0,11-11-17 0 0,5-8 0 0 0,0 0 0 0 0,-1 0 0 0 0,0-1 0 0 0,0 1 0 0 0,0-1 0 0 0,-1 0 0 0 0,-7 8 0 0 0,7-7 16 0 0,-1 0 0 0 0,1 1-1 0 0,0 0 1 0 0,0 0 0 0 0,0 0-1 0 0,1 1 1 0 0,-5 12-1 0 0,5-10 48 0 0,-1-1 1 0 0,0 0-1 0 0,0 0 0 0 0,-10 14 0 0 0,0-6-13 0 0,-1-1 0 0 0,-18 15 0 0 0,2-2-54 0 0,-59 73-184 0 0,39-42 203 0 0,26-33 9 0 0,17-20-26 0 0,1 1 1 0 0,0 1 0 0 0,0 0 0 0 0,1-1 0 0 0,0 2 0 0 0,0-1 0 0 0,1 1-1 0 0,-5 11 1 0 0,9-17-2 0 0,0 0 0 0 0,1 0 0 0 0,-1 1-1 0 0,1-1 1 0 0,0 0 0 0 0,0 0 0 0 0,0 1 0 0 0,1-1-1 0 0,-1 0 1 0 0,1 0 0 0 0,-1 1 0 0 0,1-1-1 0 0,0 0 1 0 0,0 0 0 0 0,1 0 0 0 0,-1 0 0 0 0,1 0-1 0 0,-1 0 1 0 0,1 0 0 0 0,0-1 0 0 0,0 1-1 0 0,0-1 1 0 0,1 1 0 0 0,-1-1 0 0 0,0 0 0 0 0,1 0-1 0 0,0 0 1 0 0,3 3 0 0 0,7 3 1 0 0,0 0-1 0 0,0 0 1 0 0,1-2 0 0 0,0 0 0 0 0,14 5 0 0 0,52 16 342 0 0,101 21 0 0 0,161 8-127 0 0,-130-16-253 0 0,-151-27 120 0 0,87 11-17 0 0,-13-4-46 0 0,380 53 23 0 0,-472-68-110 0 0,1-2 0 0 0,-1-1 0 0 0,66-7 0 0 0,-64 1-206 0 0,0-2 0 0 0,80-22 0 0 0,-96 19 270 0 0,0-1-1 0 0,-1-2 1 0 0,-1-1-1 0 0,0-1 1 0 0,37-25-1 0 0,-43 25 49 0 0,7-5 37 0 0,0-2 1 0 0,47-44-1 0 0,-70 59-62 0 0,-1 1-1 0 0,0-1 0 0 0,-1 0 1 0 0,1-1-1 0 0,-1 1 1 0 0,0-1-1 0 0,-1 1 0 0 0,0-1 1 0 0,0 0-1 0 0,0 0 0 0 0,-1 0 1 0 0,1-11-1 0 0,5-18 51 0 0,14-46 27 0 0,-10-10-1 0 0,32-83 179 0 0,2-8-69 0 0,-42 161-176 0 0,0 0 1 0 0,-2 0-1 0 0,0 0 1 0 0,-1-1-1 0 0,-2 1 1 0 0,-5-30-1 0 0,-14-19 240 0 0,17 51-184 0 0,3 15-66 0 0,0 0 0 0 0,0 0-1 0 0,0 0 1 0 0,-1 1 0 0 0,0-1-1 0 0,-3-6 1 0 0,-2 1-24 0 0,0 1 0 0 0,0 0 0 0 0,-1 1-1 0 0,-1 0 1 0 0,0 0 0 0 0,0 0 0 0 0,-17-10 0 0 0,-71-37 11 0 0,69 42-147 0 0,1-2 1 0 0,-49-36 0 0 0,27 5-712 0 0,25 32 734 0 0,0 1 0 0 0,-1 1 0 0 0,-1 1 0 0 0,0 2 0 0 0,0 0 0 0 0,-1 2 0 0 0,-44-7 0 0 0,41 9 75 0 0,-44-7-927 0 0,0 3-1 0 0,-107 1 1 0 0,71 14-1349 0 0,-198 36 0 0 0,214-22 107 0 0,-3-6-1068 0 0</inkml:trace>
</inkml:ink>
</file>

<file path=ppt/ink/ink4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06T18:32:58.20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33 45 80 0 0,'-1'-1'82'0'0,"1"0"0"0"0,0 0 0 0 0,0 0 1 0 0,-1 0-1 0 0,1 0 0 0 0,-1 0 0 0 0,1 0 0 0 0,-1 0 0 0 0,1 0 0 0 0,-1 0 1 0 0,1 0-1 0 0,-1 0 0 0 0,0 0 0 0 0,0 0 0 0 0,1 1 0 0 0,-1-1 0 0 0,0 0 1 0 0,0 1-1 0 0,0-1 0 0 0,0 0 0 0 0,0 1 0 0 0,0-1 0 0 0,0 1 0 0 0,0-1 1 0 0,0 1-1 0 0,0 0 0 0 0,0 0 0 0 0,0-1 0 0 0,0 1 0 0 0,0 0 0 0 0,0 0 1 0 0,-1 0-1 0 0,1 0 0 0 0,0 0 0 0 0,0 0 0 0 0,0 0 0 0 0,-2 1 1294 0 0,8-1-975 0 0,17 0 52 0 0,-22 0-409 0 0,1 0 0 0 0,-1 0 1 0 0,0 0-1 0 0,0 0 0 0 0,0 0 0 0 0,1 0 0 0 0,-1 0 1 0 0,0 0-1 0 0,0 0 0 0 0,0 0 0 0 0,1 0 0 0 0,-1 0 0 0 0,0 0 1 0 0,0 0-1 0 0,0 0 0 0 0,1 0 0 0 0,-1 0 0 0 0,0 1 1 0 0,0-1-1 0 0,0 0 0 0 0,0 0 0 0 0,1 0 0 0 0,-1 0 1 0 0,0 0-1 0 0,0 0 0 0 0,0 1 0 0 0,0-1 0 0 0,0 0 0 0 0,1 0 1 0 0,-1 0-1 0 0,0 0 0 0 0,0 1 0 0 0,0-1 0 0 0,0 0 1 0 0,0 0-1 0 0,0 0 0 0 0,0 1 0 0 0,0-1 0 0 0,0 0 0 0 0,0 0 1 0 0,0 0-1 0 0,0 1 0 0 0,0-1 0 0 0,0 0 0 0 0,0 0 1 0 0,0 0-1 0 0,0 1 0 0 0,0-1 0 0 0,0 0 0 0 0,0 0 0 0 0,0 0 1 0 0,0 1-1 0 0,0-1-13 0 0,-1 0 0 0 0,1 1 0 0 0,0-1 0 0 0,0 0 0 0 0,0 0 0 0 0,0 1 0 0 0,0-1 0 0 0,0 0 0 0 0,0 1 0 0 0,0-1 0 0 0,0 0 1 0 0,0 0-1 0 0,0 1 0 0 0,0-1 0 0 0,0 0 0 0 0,0 0 0 0 0,0 1 0 0 0,1-1 0 0 0,-1 0 0 0 0,0 0 0 0 0,0 1 0 0 0,0-1 0 0 0,0 0 0 0 0,0 0 0 0 0,1 1 0 0 0,-1-1 0 0 0,0 0 1 0 0,0 0-1 0 0,0 0 0 0 0,1 0 0 0 0,-1 1 0 0 0,0-1 0 0 0,0 0 0 0 0,0 0 0 0 0,1 0 0 0 0,-1 0 0 0 0,0 0 0 0 0,0 0 0 0 0,1 1 0 0 0,-1-1 0 0 0,0 0 0 0 0,1 0 0 0 0,-1 0 0 0 0,6 2 101 0 0,-1 0 0 0 0,0 0 0 0 0,1 1 0 0 0,-1 0 0 0 0,0 0 0 0 0,0 0 0 0 0,-1 0 0 0 0,10 9 0 0 0,-4 7 174 0 0,12-1-39 0 0,-11 12 40 0 0,11-2 0 0 0,-11 1-54 0 0,10 4-26 0 0,-11 2-40 0 0,-1-17-71 0 0,-7-14-72 0 0,0-1 1 0 0,-1 0-1 0 0,1 1 0 0 0,-1 0 1 0 0,0-1-1 0 0,0 1 1 0 0,0 0-1 0 0,0 0 1 0 0,0 6-1 0 0,-1-8-41 0 0,0-1 0 0 0,0 1-1 0 0,0 0 1 0 0,1-1 0 0 0,-1 1 0 0 0,0-1-1 0 0,1 1 1 0 0,-1-1 0 0 0,1 1 0 0 0,-1-1 0 0 0,1 1-1 0 0,0-1 1 0 0,0 0 0 0 0,0 1 0 0 0,0-1-1 0 0,0 0 1 0 0,0 0 0 0 0,0 1 0 0 0,0-1-1 0 0,0 0 1 0 0,0 0 0 0 0,1 0 0 0 0,1 1-1 0 0,5 4 12 0 0,-4-2 1 0 0,0 0-1 0 0,0 0 1 0 0,0 0-1 0 0,1-1 1 0 0,-1 0-1 0 0,1 0 1 0 0,0 0-1 0 0,0-1 1 0 0,0 0-1 0 0,11 4 1 0 0,-9-5 1 0 0,1 0 0 0 0,-1 0 1 0 0,1-1-1 0 0,-1 0 0 0 0,1 0 1 0 0,0-1-1 0 0,-1 0 1 0 0,8-1-1 0 0,3-3-13 0 0,0 0 1 0 0,0 0-1 0 0,0-2 1 0 0,-1 0-1 0 0,25-15 1 0 0,76-57 145 0 0,-35 22-12 0 0,-16 17-55 0 0,-29 18 11 0 0,0-3-1 0 0,37-30 1 0 0,-66 48-96 0 0,1 0 0 0 0,0 0-1 0 0,1 1 1 0 0,21-10 0 0 0,-17 9 46 0 0,-14 7-23 0 0,0-1 0 0 0,-1 1 1 0 0,1-1-1 0 0,0 0 1 0 0,-1 1-1 0 0,1-1 0 0 0,0 0 1 0 0,-1 1-1 0 0,1-1 0 0 0,-1 0 1 0 0,1 0-1 0 0,-1 1 1 0 0,1-1-1 0 0,-1 0 0 0 0,0 0 1 0 0,1 0-1 0 0,-1 0 1 0 0,0 1-1 0 0,0-1 0 0 0,0 0 1 0 0,1-1-1 0 0,-2-4-98 0 0,1 7-1266 0 0,-5 3-790 0 0,-49 20-4656 0 0,21-15 3348 0 0</inkml:trace>
</inkml:ink>
</file>

<file path=ppt/ink/ink4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06T18:32:58.91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70 880 0 0,'0'0'42'0'0,"0"-1"0"0"0,0 1-1 0 0,0-1 1 0 0,0 0 0 0 0,0 1 0 0 0,0-1-1 0 0,0 1 1 0 0,0-1 0 0 0,0 1-1 0 0,1-1 1 0 0,-1 0 0 0 0,0 1-1 0 0,0-1 1 0 0,1 1 0 0 0,-1-1-1 0 0,0 1 1 0 0,1-1 0 0 0,-1 1-1 0 0,0 0 1 0 0,1-1 0 0 0,-1 1-1 0 0,1-1 1 0 0,-1 1 0 0 0,1 0 0 0 0,-1-1-1 0 0,1 1 1 0 0,-1 0 0 0 0,1 0-1 0 0,-1-1 1 0 0,1 1 0 0 0,0 0-1 0 0,119-40 2934 0 0,-109 36-2766 0 0,-1 1 0 0 0,1 0 0 0 0,-1 1 1 0 0,1 0-1 0 0,0 1 0 0 0,0 0 0 0 0,0 1 0 0 0,0 0 0 0 0,0 1 0 0 0,0 0 1 0 0,0 1-1 0 0,0 0 0 0 0,-1 0 0 0 0,1 1 0 0 0,-1 1 0 0 0,0 0 0 0 0,1 0 1 0 0,-2 1-1 0 0,1 0 0 0 0,-1 1 0 0 0,1 0 0 0 0,-2 0 0 0 0,1 1 0 0 0,-1 0 1 0 0,0 1-1 0 0,0 0 0 0 0,8 10 0 0 0,-14-15-165 0 0,0-1-1 0 0,-1 1 0 0 0,1 0 1 0 0,0-1-1 0 0,-1 1 1 0 0,0 0-1 0 0,1 0 1 0 0,-1 0-1 0 0,0 0 1 0 0,0 0-1 0 0,-1 0 0 0 0,1 0 1 0 0,-1 1-1 0 0,1-1 1 0 0,-1 0-1 0 0,0 0 1 0 0,0 0-1 0 0,-1 1 1 0 0,1-1-1 0 0,-1 0 1 0 0,1 0-1 0 0,-3 6 0 0 0,-2 2 51 0 0,-1-1 0 0 0,0 1-1 0 0,0-1 1 0 0,-1 0-1 0 0,-9 10 1 0 0,9-11-69 0 0,0-1-1 0 0,-1 0 1 0 0,0-1 0 0 0,0 0 0 0 0,-1 0 0 0 0,1-1 0 0 0,-1 0 0 0 0,-13 6-1 0 0,-16 11 180 0 0,30-19-164 0 0,0 0 0 0 0,0-1 0 0 0,-1 0 0 0 0,1 0 0 0 0,-1 0 0 0 0,1-1 0 0 0,-1-1 0 0 0,0 1 0 0 0,0-1 0 0 0,0-1 0 0 0,-17 0 0 0 0,13-5 85 0 0,10 3-103 0 0,-10-4-4 0 0,-22-15-111 0 0,34 20 87 0 0,0 1 0 0 0,0-1 0 0 0,1 0 0 0 0,-1 0-1 0 0,0 1 1 0 0,0-1 0 0 0,1 0 0 0 0,-1 0 0 0 0,1 0 0 0 0,-1 0 0 0 0,1 0 0 0 0,-1 0 0 0 0,1 0 0 0 0,-1 0 0 0 0,1 0 0 0 0,0 0 0 0 0,0 0 0 0 0,-1 0 0 0 0,1 0 0 0 0,0 0 0 0 0,0 0 0 0 0,0 0 0 0 0,0 0 0 0 0,0-1 0 0 0,1 1 0 0 0,-1 0 0 0 0,0 0 0 0 0,0 0 0 0 0,1 0 0 0 0,-1 0 0 0 0,0 0 0 0 0,1 0 0 0 0,0-1-1 0 0,21-28-99 0 0,-12 5 14 0 0,-9 21 81 0 0,0 0 1 0 0,1 1 0 0 0,-1-1 0 0 0,1 0 0 0 0,0 1 0 0 0,0-1 0 0 0,0 1 0 0 0,0-1 0 0 0,1 1 0 0 0,0 0-1 0 0,4-5 1 0 0,20-13-16 0 0,-16 9-28 0 0,16 12 54 0 0,-17 2 26 0 0,0 1-1 0 0,0 1 0 0 0,-1 0 0 0 0,0 0 1 0 0,1 0-1 0 0,-2 1 0 0 0,17 12 0 0 0,-13-9 0 0 0,52 33 42 0 0,79 38-1 0 0,-142-79-54 0 0,15 8-431 0 0,0-1-1 0 0,24 6 1 0 0,-35-12-312 0 0,0 0 0 0 0,0 0 1 0 0,1-1-1 0 0,-1 0 0 0 0,1 0 1 0 0,-1 0-1 0 0,0 0 0 0 0,1-1 1 0 0,-1 0-1 0 0,10-3 0 0 0,18-9-3244 0 0</inkml:trace>
</inkml:ink>
</file>

<file path=ppt/ink/ink4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06T18:33:00.22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17 640 0 0,'4'-17'3270'0'0,"6"19"-1607"0"0,9 0-740 0 0,-19-1-688 0 0,1 1-1 0 0,0-1 0 0 0,-1 0 0 0 0,1 0 0 0 0,0 0 1 0 0,0 1-1 0 0,0-1 0 0 0,0 0 0 0 0,0 0 1 0 0,0 0-1 0 0,0 0 0 0 0,0-1 0 0 0,0 1 0 0 0,1 0 1 0 0,-1 0-1 0 0,0-1 0 0 0,0 1 0 0 0,1-1 1 0 0,-1 1-1 0 0,1-1 0 0 0,-1 1 0 0 0,0-1 1 0 0,1 0-1 0 0,-1 0 0 0 0,1 0 0 0 0,1 0 0 0 0,51 5-674 0 0,-42-4 946 0 0,308 27 374 0 0,-130-13-1320 0 0,-184-15-1241 0 0,-12 0-1600 0 0,-21 0-1401 0 0</inkml:trace>
</inkml:ink>
</file>

<file path=ppt/ink/ink4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06T18:33:01.67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0 648 960 0 0,'15'-3'612'0'0,"19"-3"1189"0"0,-33 6-1779 0 0,0-1-1 0 0,0 1 1 0 0,-1 0-1 0 0,1-1 1 0 0,0 1-1 0 0,0 0 1 0 0,0-1-1 0 0,-1 1 1 0 0,1-1-1 0 0,0 1 1 0 0,0-1-1 0 0,-1 1 1 0 0,1-1-1 0 0,0 0 1 0 0,-1 1-1 0 0,1-1 1 0 0,-1 0-1 0 0,1 1 1 0 0,-1-1-1 0 0,1 0 1 0 0,-1 0-1 0 0,0 1 1 0 0,1-1-1 0 0,-1 0 1 0 0,0 0-1 0 0,0 0 1 0 0,1-1-1 0 0,-1 1-10 0 0,0 0 0 0 0,0 0-1 0 0,0 0 1 0 0,1-1 0 0 0,-1 1-1 0 0,0 0 1 0 0,1 0 0 0 0,-1 0-1 0 0,1 0 1 0 0,-1 0 0 0 0,1 0-1 0 0,0 1 1 0 0,-1-1 0 0 0,1 0-1 0 0,0 0 1 0 0,0 0 0 0 0,-1 0-1 0 0,1 1 1 0 0,0-1 0 0 0,0 0-1 0 0,0 1 1 0 0,0-1 0 0 0,0 1 0 0 0,0-1-1 0 0,2 0 1 0 0,6-5 58 0 0,24-41 345 0 0,-22 18-81 0 0,10-4 134 0 0,-10-2 93 0 0,11 1 54 0 0,-12 12-237 0 0,-9 18-310 0 0,1-1-1 0 0,0 1 0 0 0,0 0 1 0 0,0-1-1 0 0,1 1 0 0 0,-1 1 0 0 0,1-1 1 0 0,0 0-1 0 0,5-4 0 0 0,0 0 91 0 0,-1-1 1 0 0,-1 0-1 0 0,1 0 0 0 0,9-18 0 0 0,-12 19-65 0 0,0 0 0 0 0,1 0 0 0 0,0 1-1 0 0,0-1 1 0 0,1 1 0 0 0,0 0 0 0 0,13-11 0 0 0,-13 13-34 0 0,1-1 0 0 0,-1 0 0 0 0,-1 0 0 0 0,1 0 0 0 0,7-13 0 0 0,15-16 168 0 0,-21 27-185 0 0,2 0 1 0 0,-1 1 0 0 0,1 0-1 0 0,0 0 1 0 0,0 1 0 0 0,1 1-1 0 0,15-8 1 0 0,3-3 13 0 0,-25 13-43 0 0,1 1-1 0 0,-1 0 1 0 0,1 0-1 0 0,0 0 0 0 0,0 0 1 0 0,0 0-1 0 0,7-1 1 0 0,14-5 48 0 0,-11 3-15 0 0,0 0 0 0 0,1 1 0 0 0,15-2 0 0 0,3 0 22 0 0,-2 4-53 0 0,-28 5-11 0 0,1 0 6 0 0,-1-2 3 0 0,17 5 36 0 0,-19-6-46 0 0,-1 1 1 0 0,1-1 0 0 0,-1 1-1 0 0,0-1 1 0 0,1 1-1 0 0,-1 0 1 0 0,0-1 0 0 0,1 1-1 0 0,-1 0 1 0 0,0-1 0 0 0,0 1-1 0 0,1 0 1 0 0,-1-1 0 0 0,0 1-1 0 0,0 0 1 0 0,0 0 0 0 0,0-1-1 0 0,0 1 1 0 0,0 0 0 0 0,0-1-1 0 0,0 1 1 0 0,0 0 0 0 0,-1 0-1 0 0,1-1 1 0 0,0 1-1 0 0,0 0 1 0 0,-1-1 0 0 0,1 1-1 0 0,0 0 1 0 0,-1-1 0 0 0,1 1-1 0 0,0-1 1 0 0,-1 1 0 0 0,1-1-1 0 0,-1 1 1 0 0,1-1 0 0 0,-2 1-1 0 0,-11 19 88 0 0,-1 0 45 0 0,-18 34 0 0 0,26-42-128 0 0,0-1-1 0 0,0 0 0 0 0,-1 0 1 0 0,0 0-1 0 0,-1-1 0 0 0,0 0 0 0 0,0 0 1 0 0,-1-1-1 0 0,-1 0 0 0 0,1-1 0 0 0,-2 0 1 0 0,1-1-1 0 0,-1 0 0 0 0,0 0 1 0 0,0-1-1 0 0,-15 5 0 0 0,11-6 84 0 0,12-3-60 0 0,0-1 1 0 0,-1 0-1 0 0,1 0 1 0 0,0 0-1 0 0,-1 0 1 0 0,1-1-1 0 0,-1 1 1 0 0,1-1-1 0 0,0 0 1 0 0,-1 0-1 0 0,1 0 1 0 0,-1-1-1 0 0,1 1 1 0 0,-4-2-1 0 0,6 2-26 0 0,0 0-5 0 0,0 0 1 0 0,-1 0-1 0 0,1 0 1 0 0,0-1-1 0 0,0 1 1 0 0,0 0-1 0 0,0-1 1 0 0,0 1-1 0 0,0-1 1 0 0,0 1-1 0 0,0-1 1 0 0,0 1-1 0 0,0-1 1 0 0,1 0-1 0 0,-1 1 1 0 0,-1-2 0 0 0,-1-27-63 0 0,2 14 65 0 0,1 10-4 0 0,-1 1 1 0 0,1-1-1 0 0,0 0 1 0 0,0 0-1 0 0,1 1 1 0 0,0-1 0 0 0,-1 0-1 0 0,2 1 1 0 0,0-6-1 0 0,3 2-23 0 0,1-1 0 0 0,-1 1 0 0 0,2 0-1 0 0,7-9 1 0 0,-10 14 9 0 0,-1-1 0 0 0,1 1 0 0 0,0 0-1 0 0,0 0 1 0 0,0 1 0 0 0,0-1 0 0 0,0 1 0 0 0,0 0-1 0 0,1 0 1 0 0,-1 0 0 0 0,8-2 0 0 0,-11 4 15 0 0,16 1-45 0 0,-16 0 46 0 0,0-1-1 0 0,0 1 1 0 0,-1 0 0 0 0,1 0-1 0 0,0 0 1 0 0,0 0 0 0 0,-1 0 0 0 0,1 0-1 0 0,-1 0 1 0 0,1 1 0 0 0,-1-1-1 0 0,0 0 1 0 0,1 0 0 0 0,-1 0 0 0 0,0 0-1 0 0,0 1 1 0 0,0-1 0 0 0,1 0-1 0 0,-1 0 1 0 0,-1 1 0 0 0,1 1 0 0 0,0 20 27 0 0,1-4 6 0 0,-1 0 0 0 0,-1-1 0 0 0,-4 29 1 0 0,-7-22 32 0 0,11-24-53 0 0,-1 1-1 0 0,1 0 1 0 0,-1 0 0 0 0,1 1 0 0 0,0-1-1 0 0,0 0 1 0 0,0 0 0 0 0,0 0 0 0 0,1 1 0 0 0,-1-1-1 0 0,1 0 1 0 0,-1 1 0 0 0,1-1 0 0 0,0 1 0 0 0,0-1-1 0 0,0 1 1 0 0,0-1 0 0 0,0 0 0 0 0,0 1-1 0 0,1-1 1 0 0,-1 0 0 0 0,2 4 0 0 0,1-2 3 0 0,1 0-1 0 0,0-1 1 0 0,0 1 0 0 0,1-1-1 0 0,-1 0 1 0 0,1 0 0 0 0,-1 0 0 0 0,1 0-1 0 0,0-1 1 0 0,7 2 0 0 0,-3 0-33 0 0,0-1 0 0 0,0 0-1 0 0,0-1 1 0 0,0 0 0 0 0,1-1 0 0 0,10 1 0 0 0,39-5-477 0 0,-53 3 266 0 0,-1 0 0 0 0,0-1 0 0 0,1 0 0 0 0,-1 0 0 0 0,0-1 0 0 0,0 1 0 0 0,0-1 0 0 0,0 0 0 0 0,9-6 0 0 0,1-8-1944 0 0,-12 12 1769 0 0,0 0 1 0 0,0 1-1 0 0,1-1 1 0 0,-1 1 0 0 0,1 0-1 0 0,5-4 1 0 0,51-36-3147 0 0</inkml:trace>
</inkml:ink>
</file>

<file path=ppt/ink/ink4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06T18:33:41.01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63 240 0 0,'32'-7'1841'0'0,"1"1"-240"0"0,32-2-241 0 0,-32-5-239 0 0,32 5-161 0 0,-32 2-239 0 0,32 0-81 0 0,0 6-240 0 0,1-9-80 0 0,-34 9-400 0 0,34 0-640 0 0,-34 0-1121 0 0,-32 9-720 0 0</inkml:trace>
</inkml:ink>
</file>

<file path=ppt/ink/ink4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06T18:33:41.46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27 1121 0 0,'65'8'1840'0'0,"1"-8"-159"0"0,-1 7-320 0 0,0-7-561 0 0,33-7-1200 0 0,-33-7-1601 0 0,1-7-960 0 0</inkml:trace>
</inkml:ink>
</file>

<file path=ppt/ink/ink4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06T18:33:46.91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35 173 880 0 0,'0'0'1908'0'0,"0"-6"-212"0"0,0-10-484 0 0,0 14-1156 0 0,0 1 0 0 0,1-1 0 0 0,-1 1-1 0 0,1-1 1 0 0,-1 1 0 0 0,1 0 0 0 0,-1-1 0 0 0,1 1 0 0 0,0 0 0 0 0,0-1 0 0 0,-1 1 0 0 0,1 0-1 0 0,0 0 1 0 0,0 0 0 0 0,0 0 0 0 0,0 0 0 0 0,1 0 0 0 0,-1 0 0 0 0,0 0 0 0 0,0 0-1 0 0,2 0 1 0 0,5-5 222 0 0,12-18 745 0 0,4-1-138 0 0,-15 19-681 0 0,-8 6-175 0 0,0-1 0 0 0,0 1 0 0 0,0-1 0 0 0,0 0 0 0 0,0 1 0 0 0,0-1 0 0 0,0 0 1 0 0,0 0-1 0 0,0 1 0 0 0,0-1 0 0 0,-1 0 0 0 0,1 0 0 0 0,0 0 0 0 0,0 0 0 0 0,-1 0 0 0 0,1 0 0 0 0,-1-1 0 0 0,1 1 1 0 0,-1 0-1 0 0,1 0 0 0 0,-1 0 0 0 0,0 0 0 0 0,0-1 0 0 0,1 1 0 0 0,-1-1 0 0 0,0 1-12 0 0,0 0 0 0 0,0 0 0 0 0,0 1 0 0 0,0-1-1 0 0,0 0 1 0 0,1 0 0 0 0,-1 1 0 0 0,0-1 0 0 0,1 0-1 0 0,-1 0 1 0 0,0 1 0 0 0,1-1 0 0 0,-1 1 0 0 0,1-1 0 0 0,-1 0-1 0 0,1 1 1 0 0,-1-1 0 0 0,1 1 0 0 0,-1-1 0 0 0,1 1-1 0 0,-1-1 1 0 0,1 1 0 0 0,0-1 0 0 0,-1 1 0 0 0,1 0 0 0 0,0-1-1 0 0,0 1 1 0 0,-1 0 0 0 0,1 0 0 0 0,0 0 0 0 0,-1-1-1 0 0,1 1 1 0 0,0 0 0 0 0,1 0 0 0 0,-2 0-3 0 0,1 0-1 0 0,0 0 1 0 0,-1 0 0 0 0,1 0-1 0 0,-1 0 1 0 0,1 0 0 0 0,0 0-1 0 0,-1-1 1 0 0,1 1 0 0 0,-1 0 0 0 0,1 0-1 0 0,-1-1 1 0 0,1 1 0 0 0,-1 0-1 0 0,1-1 1 0 0,-1 1 0 0 0,1 0-1 0 0,-1-1 1 0 0,1 1 0 0 0,-1-1-1 0 0,1 1 1 0 0,-1-1 0 0 0,0 1 0 0 0,1-1-1 0 0,-1 1 1 0 0,0-1 0 0 0,0 1-1 0 0,1-1 1 0 0,-1 1 0 0 0,0-1-1 0 0,0 0 1 0 0,0 0 0 0 0,6-2 239 0 0,48-2 548 0 0,-47 6-774 0 0,-8 0-5 0 0,1-1-22 0 0,0 0 0 0 0,0 0 1 0 0,0 0-1 0 0,0 0 1 0 0,0 0-1 0 0,0 0 0 0 0,0 0 1 0 0,0 0-1 0 0,1 0 0 0 0,-1 0 1 0 0,0 0-1 0 0,0 0 1 0 0,0 0-1 0 0,0 0 0 0 0,0 1 1 0 0,0-1-1 0 0,0 0 1 0 0,0 0-1 0 0,0 0 0 0 0,0 0 1 0 0,0 0-1 0 0,0 0 1 0 0,0 0-1 0 0,0 0 0 0 0,0 0 1 0 0,0 0-1 0 0,0 0 1 0 0,0 0-1 0 0,0 0 0 0 0,0 0 1 0 0,0 0-1 0 0,0 0 1 0 0,0 1-1 0 0,0-1 0 0 0,0 0 1 0 0,0 0-1 0 0,0 0 1 0 0,0 0-1 0 0,0 0 0 0 0,0 0 1 0 0,0 0-1 0 0,0 0 1 0 0,0 0-1 0 0,0 0 0 0 0,0 0 1 0 0,0 0-1 0 0,0 0 1 0 0,0 0-1 0 0,0 1 0 0 0,0-1 1 0 0,0 0-1 0 0,0 0 0 0 0,0 0 1 0 0,0 0-1 0 0,0 0 1 0 0,0 0-1 0 0,0 0 0 0 0,0 0 1 0 0,31 1 7 0 0,-20-1-8 0 0,-6 1 0 0 0,45 5 0 0 0,48 16 66 0 0,-91-20-57 0 0,-6-3-7 0 0,0 1 0 0 0,0 0 0 0 0,0 0 0 0 0,0 0 0 0 0,0 0 0 0 0,0 1 0 0 0,0-1 0 0 0,0 0 0 0 0,0 0 0 0 0,0 1 0 0 0,0-1 0 0 0,-1 0 0 0 0,1 1 0 0 0,0-1 0 0 0,0 1 0 0 0,0-1 0 0 0,0 1 1 0 0,-1-1-1 0 0,1 1 0 0 0,0 0 0 0 0,-1-1 0 0 0,1 1 0 0 0,0 0 0 0 0,-1 0 0 0 0,1-1 0 0 0,-1 1 0 0 0,1 0 0 0 0,-1 0 0 0 0,1 0 0 0 0,-1 0 0 0 0,0 0 0 0 0,1 0 0 0 0,-1 0 0 0 0,0 1 0 0 0,0-1-1 0 0,1 0 0 0 0,-1 0-1 0 0,0 0 1 0 0,1 0 0 0 0,-1 0-1 0 0,0 0 1 0 0,1 0 0 0 0,-1 0 0 0 0,1 0-1 0 0,0 0 1 0 0,-1 0 0 0 0,1 0-1 0 0,0 0 1 0 0,-1-1 0 0 0,1 1-1 0 0,0 0 1 0 0,0 0 0 0 0,0-1-1 0 0,0 1 1 0 0,0-1 0 0 0,0 1-1 0 0,0-1 1 0 0,1 2 0 0 0,-1-2-1 0 0,0 0 0 0 0,0 0 0 0 0,-1 0 0 0 0,1 1-1 0 0,0-1 1 0 0,0 0 0 0 0,-1 1 0 0 0,1-1 0 0 0,0 1 0 0 0,-1-1 0 0 0,1 1 0 0 0,-1-1 0 0 0,1 1 0 0 0,-1-1 0 0 0,1 1 0 0 0,-1 0 0 0 0,1-1 0 0 0,-1 1 0 0 0,1-1-1 0 0,-1 1 1 0 0,0 0 0 0 0,1 0 0 0 0,-1-1 0 0 0,0 1 0 0 0,0 0 0 0 0,1 0 0 0 0,-1-1 0 0 0,0 1 0 0 0,0 0 0 0 0,0 0 0 0 0,0 0 0 0 0,0-1 0 0 0,0 1 0 0 0,0 0-1 0 0,0 0 1 0 0,-1-1 0 0 0,1 1 0 0 0,0 0 0 0 0,0 0 0 0 0,-1-1 0 0 0,1 1 0 0 0,0 0 0 0 0,-1 0 0 0 0,1-1 0 0 0,0 1 0 0 0,-1 0 0 0 0,-21 33 13 0 0,12-4 25 0 0,9-25-39 0 0,0 0 0 0 0,0 0 0 0 0,-1-1 0 0 0,0 1 0 0 0,1-1 1 0 0,-2 1-1 0 0,1-1 0 0 0,0 0 0 0 0,-1 0 0 0 0,0 0 0 0 0,0 0 1 0 0,-7 6-1 0 0,-15 12-77 0 0,12-12 4 0 0,1 1 0 0 0,1 0 0 0 0,-20 25 0 0 0,21-24 97 0 0,0 0 1 0 0,-1 0-1 0 0,-23 18 0 0 0,6-5-9 0 0,-3 5 21 0 0,-1-1 1 0 0,-41 27 0 0 0,69-53-53 0 0,0 0 1 0 0,0 0 0 0 0,0-1 0 0 0,0 0 0 0 0,0 0 0 0 0,-1 0 0 0 0,1 0-1 0 0,-1-1 1 0 0,1 0 0 0 0,-1 0 0 0 0,0 0 0 0 0,1 0 0 0 0,-1-1 0 0 0,0 1-1 0 0,0-1 1 0 0,1-1 0 0 0,-1 1 0 0 0,-7-2 0 0 0,11 1-43 0 0,0 0 1 0 0,0 0 0 0 0,0 0-1 0 0,1-1 1 0 0,-1 1-1 0 0,1 0 1 0 0,-1 0 0 0 0,1-1-1 0 0,-1 1 1 0 0,1 0 0 0 0,0-1-1 0 0,-1 1 1 0 0,1 0-1 0 0,0-1 1 0 0,0 1 0 0 0,0 0-1 0 0,0-1 1 0 0,0 1-1 0 0,1 0 1 0 0,-1-1 0 0 0,1-1-1 0 0,-1-3-270 0 0,0 4 276 0 0,0 0 0 0 0,0 0 0 0 0,0 0 0 0 0,0 1 0 0 0,0-1 0 0 0,0 0 0 0 0,1 0 0 0 0,-1 0 0 0 0,1 1 0 0 0,-1-1 0 0 0,1 0 0 0 0,0 1 0 0 0,-1-1 0 0 0,1 0 0 0 0,0 1 0 0 0,0-1 0 0 0,0 1 0 0 0,0-1 1 0 0,1 1-1 0 0,-1 0 0 0 0,0 0 0 0 0,1-1 0 0 0,-1 1 0 0 0,0 0 0 0 0,1 0 0 0 0,0 0 0 0 0,2-1 0 0 0,-2 0 42 0 0,-1 2-11 0 0,-1 0 1 0 0,1-1 0 0 0,-1 1-1 0 0,1-1 1 0 0,-1 1 0 0 0,0 0-1 0 0,1-1 1 0 0,-1 1-1 0 0,0-1 1 0 0,1 1 0 0 0,-1-1-1 0 0,0 1 1 0 0,0-1 0 0 0,1 0-1 0 0,-1 1 1 0 0,0-1-1 0 0,0 1 1 0 0,0-1 0 0 0,0 1-1 0 0,0-1 1 0 0,0 0 0 0 0,0 1-1 0 0,0-1 1 0 0,0 1 0 0 0,0-1-1 0 0,0 0 1 0 0,0 1-1 0 0,0-2 1 0 0,-1 2 8 0 0,1 0 1 0 0,0-1-1 0 0,0 1 1 0 0,0 0-1 0 0,0-1 0 0 0,0 1 1 0 0,0 0-1 0 0,0-1 1 0 0,0 1-1 0 0,0 0 1 0 0,0-1-1 0 0,0 1 0 0 0,0 0 1 0 0,0-1-1 0 0,0 1 1 0 0,0 0-1 0 0,0-1 0 0 0,0 1 1 0 0,0 0-1 0 0,0 0 1 0 0,0-1-1 0 0,0 1 0 0 0,1 0 1 0 0,-1-1-1 0 0,0 1 1 0 0,0 0-1 0 0,0 0 0 0 0,1-1 1 0 0,-1 1-1 0 0,0 0 1 0 0,0 0-1 0 0,0-1 0 0 0,1 1 1 0 0,-1 0-1 0 0,0 0 1 0 0,1 0-1 0 0,-1 0 0 0 0,0-1 1 0 0,1 1-1 0 0,-1 0 1 0 0,0 0-1 0 0,0 0 0 0 0,1 0 1 0 0,3 0 3 0 0,-1 0 0 0 0,1 0-1 0 0,-1 0 1 0 0,1 1 0 0 0,-1-1 0 0 0,1 1 0 0 0,-1 0 0 0 0,0 0-1 0 0,1 0 1 0 0,-1 0 0 0 0,0 1 0 0 0,5 2 0 0 0,45 29 204 0 0,-30-17-178 0 0,2 7-401 0 0,-23-21 221 0 0,0 0 1 0 0,-1 0 0 0 0,1-1-1 0 0,0 1 1 0 0,0 0-1 0 0,0-1 1 0 0,0 1-1 0 0,0-1 1 0 0,0 1 0 0 0,0-1-1 0 0,0 0 1 0 0,1 0-1 0 0,-1 0 1 0 0,0 0-1 0 0,1-1 1 0 0,-1 1-1 0 0,4 0 1 0 0,32-1-2052 0 0,22-5 26 0 0</inkml:trace>
</inkml:ink>
</file>

<file path=ppt/ink/ink4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06T18:33:47.57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713 220 320 0 0,'0'-1'126'0'0,"0"-1"-1"0"0,0 1 1 0 0,0-1-1 0 0,0 0 1 0 0,0 1-1 0 0,0-1 0 0 0,-1 1 1 0 0,1-1-1 0 0,0 0 1 0 0,-1 1-1 0 0,1-1 1 0 0,-1 1-1 0 0,0-1 1 0 0,1 1-1 0 0,-1 0 1 0 0,0-1-1 0 0,0 1 1 0 0,0 0-1 0 0,0-1 1 0 0,0 1-1 0 0,0 0 1 0 0,-1 0-1 0 0,1 0 1 0 0,-3-2-1 0 0,0 0-74 0 0,1 1 133 0 0,-1 0 0 0 0,0 0 0 0 0,1 0 0 0 0,-1 1 0 0 0,0-1 0 0 0,0 1 0 0 0,0 0 0 0 0,0 0 0 0 0,0 1 0 0 0,0-1 0 0 0,0 1 0 0 0,-8 0 0 0 0,-47 6 458 0 0,47-4-408 0 0,-77 12 496 0 0,1 5-1 0 0,-100 36 0 0 0,123-26-649 0 0,61-28-80 0 0,2-1 0 0 0,1 1 0 0 0,-1-1 0 0 0,1 0 0 0 0,0 0 0 0 0,-1 1 0 0 0,1-1 0 0 0,0 1 0 0 0,-1-1 0 0 0,1 1 0 0 0,0 0 0 0 0,0-1 0 0 0,-1 1 0 0 0,1 0 0 0 0,0 0 0 0 0,0 0 0 0 0,0 0 0 0 0,0 0 0 0 0,0 0 0 0 0,0 0 0 0 0,0 0 0 0 0,1 0 0 0 0,-1 0 0 0 0,0 0 0 0 0,0 2 0 0 0,1-2 0 0 0,0 0 0 0 0,0 0 0 0 0,-1-1 0 0 0,1 1 0 0 0,0 0 0 0 0,0 0 0 0 0,-1-1 0 0 0,1 1 0 0 0,0 0 0 0 0,-1 0 0 0 0,1-1 0 0 0,-1 1 0 0 0,1 0 0 0 0,-1-1 0 0 0,1 1 0 0 0,-1-1 0 0 0,0 1 0 0 0,1-1 0 0 0,-1 1 0 0 0,0-1 0 0 0,1 1 0 0 0,-1-1 0 0 0,0 1 0 0 0,0-1 0 0 0,1 0 0 0 0,-1 0 0 0 0,0 1 0 0 0,0-1 0 0 0,-1 0 0 0 0,-8 5 0 0 0,-1 14 0 0 0,-14 6 0 0 0,22-23 3 0 0,1-1 0 0 0,-1 1 0 0 0,1 0 0 0 0,-1 0 1 0 0,1 0-1 0 0,0 1 0 0 0,0-1 0 0 0,0 0 0 0 0,0 1 1 0 0,1-1-1 0 0,-1 1 0 0 0,1 0 0 0 0,-1-1 0 0 0,1 1 1 0 0,0 0-1 0 0,0 0 0 0 0,0 0 0 0 0,0 0 0 0 0,1 0 1 0 0,-1 4-1 0 0,1 0 2 0 0,0 1 21 0 0,0 0 0 0 0,0 0 1 0 0,1 0-1 0 0,2 11 0 0 0,-2-16-18 0 0,0 0 0 0 0,1 0 0 0 0,-1 0 0 0 0,1 0 0 0 0,0 0 0 0 0,0 0 0 0 0,0 0 0 0 0,0 0 0 0 0,0-1 0 0 0,1 1 0 0 0,-1-1 0 0 0,5 3 0 0 0,16 12 10 0 0,14 14 44 0 0,-33-27-70 0 0,1 0 1 0 0,-1-1-1 0 0,1 1 1 0 0,0-1-1 0 0,0 0 0 0 0,1 0 1 0 0,-1-1-1 0 0,1 1 1 0 0,-1-1-1 0 0,1-1 1 0 0,0 1-1 0 0,0-1 0 0 0,0 0 1 0 0,-1 0-1 0 0,1-1 1 0 0,0 1-1 0 0,0-1 0 0 0,6-1 1 0 0,15 0 64 0 0,-1-2 0 0 0,40-8 0 0 0,-47 8 11 0 0,0-2 0 0 0,0 0 0 0 0,-1-1 0 0 0,1-1 1 0 0,-2 0-1 0 0,1-1 0 0 0,-1-1 0 0 0,22-16 0 0 0,2 0 138 0 0,-1-2-1 0 0,-2-2 1 0 0,-1-1-1 0 0,41-43 0 0 0,57-75 396 0 0,-134 148-598 0 0,10-11 74 0 0,-1-1 0 0 0,14-20 0 0 0,-21 28-60 0 0,0-1 1 0 0,-1 0-1 0 0,0 1 0 0 0,0-1 0 0 0,0 0 0 0 0,-1 0 0 0 0,0 0 0 0 0,1 0 0 0 0,-2-1 1 0 0,1 1-1 0 0,-1-7 0 0 0,1-7-9 0 0,-1 16-18 0 0,1 0 1 0 0,-1-1 0 0 0,0 1-1 0 0,0 0 1 0 0,-1-1-1 0 0,1 1 1 0 0,-1 0 0 0 0,1 0-1 0 0,-3-5 1 0 0,2 7-35 0 0,0 0-1 0 0,0 0 1 0 0,0-1-1 0 0,0 1 1 0 0,0 0 0 0 0,-1 0-1 0 0,1 0 1 0 0,0 0-1 0 0,-1 1 1 0 0,1-1 0 0 0,-1 0-1 0 0,1 0 1 0 0,-1 1-1 0 0,1-1 1 0 0,-1 1 0 0 0,0 0-1 0 0,1-1 1 0 0,-1 1-1 0 0,0 0 1 0 0,1 0 0 0 0,-1 0-1 0 0,-2 0 1 0 0,-16 0-983 0 0,-1 1-1 0 0,0 0 1 0 0,0 2 0 0 0,1 1 0 0 0,-33 9 0 0 0,-40 20-3442 0 0</inkml:trace>
</inkml:ink>
</file>

<file path=ppt/ink/ink4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06T18:33:48.16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622 228 240 0 0,'-20'-4'943'0'0,"-10"-3"11"0"0,1 1-1 0 0,-1 2 0 0 0,1 1 1 0 0,-1 2-1 0 0,0 1 1 0 0,-38 4-1 0 0,-118 38 1021 0 0,172-37-1848 0 0,0 0 1 0 0,0 2-1 0 0,1 0 0 0 0,0 0 1 0 0,0 1-1 0 0,0 1 0 0 0,1 0 1 0 0,-12 12-1 0 0,18-16-62 0 0,4-4-28 0 0,-1 1 1 0 0,1 0 0 0 0,0 0-1 0 0,-1 0 1 0 0,1 0 0 0 0,0 0 0 0 0,0 1-1 0 0,0-1 1 0 0,1 1 0 0 0,-1-1-1 0 0,0 1 1 0 0,1 0 0 0 0,0 0-1 0 0,0 0 1 0 0,-1-1 0 0 0,2 1-1 0 0,-1 0 1 0 0,0 0 0 0 0,1 0-1 0 0,-1 1 1 0 0,1-1 0 0 0,0 0-1 0 0,0 0 1 0 0,0 0 0 0 0,0 0-1 0 0,1 0 1 0 0,-1 0 0 0 0,1 0 0 0 0,0 0-1 0 0,0 0 1 0 0,1 3 0 0 0,20 28 216 0 0,-15-19-187 0 0,-6-13-58 0 0,0 0-1 0 0,0 1 1 0 0,0-1 0 0 0,0 0-1 0 0,0-1 1 0 0,1 1 0 0 0,-1 0-1 0 0,0 0 1 0 0,1 0 0 0 0,0-1-1 0 0,-1 1 1 0 0,1-1 0 0 0,0 1-1 0 0,0-1 1 0 0,-1 0 0 0 0,1 0-1 0 0,0 0 1 0 0,0 0 0 0 0,1 0-1 0 0,3 1 1 0 0,12 4 76 0 0,0 0 0 0 0,0-1 1 0 0,1-1-1 0 0,0-1 0 0 0,29 1 1 0 0,100-5 22 0 0,-110-2-71 0 0,0-1-1 0 0,-1-2 1 0 0,0-2 0 0 0,0-1-1 0 0,0-2 1 0 0,37-17-1 0 0,-57 20-40 0 0,0 0 0 0 0,-1-1 0 0 0,0 0 0 0 0,0-1 0 0 0,-1-1 0 0 0,-1-1 0 0 0,0 0 0 0 0,0 0 0 0 0,-1-2 0 0 0,-1 1 0 0 0,0-2 0 0 0,-1 0 0 0 0,-1 0 0 0 0,11-21 0 0 0,-16 25-197 0 0,0 0 0 0 0,0 0 1 0 0,-1-1-1 0 0,-1 1 0 0 0,0-1 0 0 0,2-18 1 0 0,-5 25 40 0 0,0 0 0 0 0,0 0 0 0 0,0 0 0 0 0,-1 0 0 0 0,1 0 0 0 0,-1 0 1 0 0,-1 1-1 0 0,1-1 0 0 0,-1 0 0 0 0,0 0 0 0 0,0 1 0 0 0,0-1 0 0 0,0 1 0 0 0,-1-1 1 0 0,0 1-1 0 0,0 0 0 0 0,0 0 0 0 0,-6-5 0 0 0,3 3-235 0 0,-1 0-1 0 0,0 1 1 0 0,0 0 0 0 0,-1 0-1 0 0,1 1 1 0 0,-16-7 0 0 0,-69-18-2873 0 0</inkml:trace>
</inkml:ink>
</file>

<file path=ppt/ink/ink4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06T18:33:49.42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647 14 640 0 0,'0'-1'95'0'0,"0"1"-1"0"0,0-1 0 0 0,0 1 0 0 0,0-1 1 0 0,0 1-1 0 0,0-1 0 0 0,0 1 0 0 0,-1-1 0 0 0,1 1 1 0 0,0-1-1 0 0,0 1 0 0 0,0-1 0 0 0,0 1 1 0 0,-1 0-1 0 0,1-1 0 0 0,0 1 0 0 0,-1-1 1 0 0,1 1-1 0 0,0 0 0 0 0,-1-1 0 0 0,1 1 1 0 0,0-1-1 0 0,-1 1 0 0 0,1 0 0 0 0,-1 0 1 0 0,1-1-1 0 0,0 1 0 0 0,-1 0 0 0 0,1 0 1 0 0,-1 0-1 0 0,1-1 0 0 0,-1 1 0 0 0,1 0 1 0 0,-1 0-1 0 0,1 0 0 0 0,-1 0 0 0 0,-26 6 788 0 0,17-2-824 0 0,1 1-1 0 0,0 0 0 0 0,0 0 0 0 0,-14 12 1 0 0,-70 60 702 0 0,89-74-710 0 0,0 1-1 0 0,0-1 1 0 0,0 0 0 0 0,1 1-1 0 0,-1 0 1 0 0,-3 5 0 0 0,6-7-18 0 0,-1 1 0 0 0,1-1 0 0 0,0 1 0 0 0,1 0 0 0 0,-1-1 1 0 0,0 1-1 0 0,1 0 0 0 0,-1-1 0 0 0,1 1 0 0 0,0 0 1 0 0,0 3-1 0 0,0-5-25 0 0,0 0 0 0 0,0 0-1 0 0,0 0 1 0 0,-1 0 0 0 0,1 1 0 0 0,0-1 0 0 0,-1 0 0 0 0,1 0 0 0 0,-1 0 0 0 0,1 0 0 0 0,-1 0 0 0 0,1 0 0 0 0,-1 0-1 0 0,0-1 1 0 0,0 1 0 0 0,1 0 0 0 0,-1 0 0 0 0,0 0 0 0 0,0-1 0 0 0,0 1 0 0 0,0 0 0 0 0,0-1 0 0 0,0 1-1 0 0,0-1 1 0 0,0 1 0 0 0,0-1 0 0 0,-1 1 0 0 0,-6 3 53 0 0,-3 13 100 0 0,-11 10-13 0 0,11 11-54 0 0,8-32-80 0 0,0-1 0 0 0,0 0 0 0 0,-1 1 0 0 0,-8 8-1 0 0,8-10-8 0 0,0 0 0 0 0,0 1-1 0 0,1-1 1 0 0,0 1 0 0 0,0 0-1 0 0,0 0 1 0 0,-2 6 0 0 0,-6 46 89 0 0,-11 16 121 0 0,13-21-65 0 0,7-34-107 0 0,-1 1 0 0 0,-1-1-1 0 0,-1 0 1 0 0,-1-1 0 0 0,-8 21 0 0 0,-119 189 120 0 0,87-155-164 0 0,41-62-6 0 0,0-1 1 0 0,0 1 0 0 0,1 0-1 0 0,0 0 1 0 0,1 0 0 0 0,0 1-1 0 0,-2 17 1 0 0,3-1-676 0 0,0 43 0 0 0,2-48-93 0 0,0 31-2706 0 0</inkml:trace>
</inkml:ink>
</file>

<file path=ppt/ink/ink4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06T18:33:50.78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0 240 0 0,'0'27'640'0'0,"65"21"161"0"0,-6 14-1 0 0,-26-14-160 0 0,-1 8 81 0 0,-32-14-161 0 0,33 6 160 0 0,-33 0 481 0 0,-33-7-1 0 0,33 7-159 0 0,-32 0-241 0 0,-1 0-79 0 0,0-7-81 0 0,33 1-240 0 0,0-1-160 0 0,-26-14-480 0 0,26-6-1521 0 0,-32-6-2401 0 0</inkml:trace>
</inkml:ink>
</file>

<file path=ppt/ink/ink4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06T18:33:51.50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0 145 800 0 0,'5'-3'292'0'0,"-4"3"-179"0"0,1-1-1 0 0,0 0 0 0 0,-1 0 0 0 0,1 0 0 0 0,0 0 0 0 0,-1 0 0 0 0,1 0 0 0 0,-1-1 0 0 0,1 1 1 0 0,-1 0-1 0 0,0-1 0 0 0,0 1 0 0 0,0-1 0 0 0,0 1 0 0 0,0-1 0 0 0,0 0 0 0 0,0 0 0 0 0,0 1 0 0 0,0-1 1 0 0,-1 0-1 0 0,1 0 0 0 0,-1 0 0 0 0,1 1 0 0 0,-1-4 0 0 0,0 4-38 0 0,0 0 1 0 0,0 0-1 0 0,1 0 0 0 0,-1 0 1 0 0,0 0-1 0 0,0 0 0 0 0,1 0 1 0 0,-1 0-1 0 0,1 0 0 0 0,-1 0 1 0 0,1 0-1 0 0,-1 0 0 0 0,1 0 1 0 0,-1 0-1 0 0,1 0 0 0 0,0 1 1 0 0,0-1-1 0 0,-1 0 0 0 0,1 0 1 0 0,0 1-1 0 0,0-1 0 0 0,0 1 1 0 0,0-1-1 0 0,0 0 0 0 0,0 1 1 0 0,0 0-1 0 0,0-1 0 0 0,1 0 1 0 0,6-3 410 0 0,9-13 859 0 0,-16 16-1284 0 0,0-1 1 0 0,1 1-1 0 0,-1-1 0 0 0,1 1 1 0 0,-1 0-1 0 0,1 0 0 0 0,-1-1 1 0 0,1 1-1 0 0,0 0 0 0 0,0 0 1 0 0,2-1-1 0 0,16-6 256 0 0,-1 1-1 0 0,1 0 1 0 0,1 1 0 0 0,-1 2-1 0 0,1 0 1 0 0,0 1 0 0 0,0 1 0 0 0,0 0-1 0 0,0 2 1 0 0,0 1 0 0 0,41 6-1 0 0,-54-5-259 0 0,0 1 1 0 0,1 0-1 0 0,-1 0 0 0 0,0 1 0 0 0,-1 0 0 0 0,1 0 0 0 0,-1 1 0 0 0,9 6 0 0 0,-13-9-32 0 0,0 1 0 0 0,0 0 0 0 0,0 0 0 0 0,0 0 0 0 0,0 0 0 0 0,0 0 0 0 0,-1 1 0 0 0,1-1 0 0 0,-1 1 0 0 0,0-1 0 0 0,0 1 0 0 0,-1 0 0 0 0,1 0 0 0 0,-1 0 0 0 0,0 0 0 0 0,0 0 0 0 0,0 0 0 0 0,0 6 0 0 0,-1-4 1 0 0,-1 1 0 0 0,0-1 0 0 0,-1 0 0 0 0,0 1 0 0 0,0-1 0 0 0,0 0 0 0 0,-1 0 0 0 0,1 0 0 0 0,-1 0 0 0 0,-1 0 0 0 0,1-1 0 0 0,-1 0 0 0 0,-7 8 0 0 0,0 0 62 0 0,-1-1 1 0 0,-1 0-1 0 0,0-1 0 0 0,-17 12 1 0 0,-11 3 132 0 0,-1-1 0 0 0,-2-3 0 0 0,-51 20 0 0 0,75-34-166 0 0,0-1-1 0 0,-33 7 0 0 0,52-14-58 0 0,0 0 0 0 0,0 1 0 0 0,0-1 0 0 0,-1 0 0 0 0,1 0 0 0 0,0 1-1 0 0,0-1 1 0 0,0 0 0 0 0,-1 0 0 0 0,1 0 0 0 0,0 0 0 0 0,0-1 0 0 0,0 1 0 0 0,0 0 0 0 0,-1 0-1 0 0,1-1 1 0 0,0 1 0 0 0,0-1 0 0 0,0 1 0 0 0,0-1 0 0 0,0 1 0 0 0,0-1 0 0 0,0 0 0 0 0,0 1-1 0 0,0-1 1 0 0,0 0 0 0 0,0 0 0 0 0,1 0 0 0 0,-1 0 0 0 0,0 0 0 0 0,-1-2 0 0 0,1 0-28 0 0,0-1 0 0 0,1 1-1 0 0,-1-1 1 0 0,1 1 0 0 0,-1-1 0 0 0,1 0 0 0 0,0 1 0 0 0,1-5 0 0 0,-1-2-39 0 0,0 9 59 0 0,0 0 1 0 0,0 0 0 0 0,1 0 0 0 0,-1-1 0 0 0,0 1-1 0 0,1 0 1 0 0,-1 0 0 0 0,1 0 0 0 0,-1 0 0 0 0,1 0-1 0 0,-1 0 1 0 0,1 0 0 0 0,0 0 0 0 0,-1 0 0 0 0,1 0-1 0 0,0 0 1 0 0,0 0 0 0 0,0 0 0 0 0,0 1-1 0 0,0-1 1 0 0,0 0 0 0 0,0 1 0 0 0,0-1 0 0 0,0 0-1 0 0,0 1 1 0 0,0 0 0 0 0,2-2 0 0 0,3 0-33 0 0,-5 1 42 0 0,-1 1-1 0 0,1-1 1 0 0,-1 1 0 0 0,0 0 0 0 0,1-1-1 0 0,-1 1 1 0 0,1-1 0 0 0,-1 1-1 0 0,0-1 1 0 0,0 0 0 0 0,1 1 0 0 0,-1-1-1 0 0,0 1 1 0 0,0-1 0 0 0,0 1 0 0 0,1-1-1 0 0,-1 0 1 0 0,0 1 0 0 0,0-1-1 0 0,0 1 1 0 0,0-1 0 0 0,0 0 0 0 0,0 0-1 0 0,-1 1 10 0 0,1 0-1 0 0,0-1 1 0 0,0 1-1 0 0,0 0 1 0 0,0 0-1 0 0,0-1 0 0 0,0 1 1 0 0,0 0-1 0 0,0-1 1 0 0,0 1-1 0 0,0 0 0 0 0,0 0 1 0 0,0-1-1 0 0,0 1 1 0 0,0 0-1 0 0,0 0 1 0 0,0-1-1 0 0,1 1 0 0 0,-1 0 1 0 0,0 0-1 0 0,0-1 1 0 0,0 1-1 0 0,0 0 1 0 0,0 0-1 0 0,1 0 0 0 0,-1-1 1 0 0,0 1-1 0 0,0 0 1 0 0,0 0-1 0 0,1 0 0 0 0,-1-1 1 0 0,0 1-1 0 0,0 0 1 0 0,0 0-1 0 0,1 0 1 0 0,-1 0-1 0 0,0 0 0 0 0,0 0 1 0 0,1 0-1 0 0,-1 0 1 0 0,0-1-1 0 0,1 1 1 0 0,-1 0-1 0 0,3 1 51 0 0,-1-1 1 0 0,0 0-1 0 0,0 1 0 0 0,1-1 1 0 0,-1 1-1 0 0,0 0 0 0 0,0 0 1 0 0,1 0-1 0 0,-1 0 0 0 0,0 0 1 0 0,0 0-1 0 0,0 1 0 0 0,-1-1 1 0 0,1 1-1 0 0,0-1 0 0 0,2 3 1 0 0,29 21 599 0 0,47 23 398 0 0,-28-6-123 0 0,-41-32-603 0 0,1 0 1 0 0,1-1 0 0 0,0 0 0 0 0,17 9-1 0 0,-18-13-495 0 0,0 0 0 0 0,1-1 1 0 0,-1-1-1 0 0,1 0 0 0 0,23 1 0 0 0,-11-2-4021 0 0,43-2 0 0 0,-30-1-2255 0 0</inkml:trace>
</inkml:ink>
</file>

<file path=ppt/ink/ink4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06T18:33:52.94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28 28 1681 0 0,'5'-1'2494'0'0,"13"-5"1189"0"0,-36 5 1785 0 0,11 4-2756 0 0,3 1-2196 0 0,-12-3 379 0 0,10-1 2532 0 0,28 0-3040 0 0,-22 0-381 0 0,0 0 0 0 0,0 0-1 0 0,0 0 1 0 0,1 0 0 0 0,-1-1-1 0 0,0 1 1 0 0,0 0 0 0 0,0 0 0 0 0,0 0-1 0 0,0 0 1 0 0,0 0 0 0 0,1 0-1 0 0,-1 0 1 0 0,0 0 0 0 0,0 0 0 0 0,0 0-1 0 0,0 0 1 0 0,0 0 0 0 0,1 0-1 0 0,-1 0 1 0 0,0 0 0 0 0,0 0 0 0 0,0 0-1 0 0,0 0 1 0 0,0 0 0 0 0,1 0-1 0 0,-1 0 1 0 0,0 0 0 0 0,0 0 0 0 0,0 0-1 0 0,0 0 1 0 0,0 0 0 0 0,0 0 0 0 0,0 1-1 0 0,1-1 1 0 0,-1 0 0 0 0,0 0-1 0 0,0 0 1 0 0,0 0 0 0 0,0 0 0 0 0,0 0-1 0 0,0 0 1 0 0,0 0 0 0 0,0 1-1 0 0,0-1 1 0 0,0 0 0 0 0,1 0 0 0 0,-1 0-1 0 0,0 0 1 0 0,0 0 0 0 0,0 0-1 0 0,0 1 1 0 0,0-1 0 0 0,0 0 0 0 0,0 0-1 0 0,0 0 1 0 0,0 0 0 0 0,0 0-1 0 0,0 1 1 0 0,0-1 0 0 0,0 0 0 0 0,0 0-3 0 0,-1 0 1 0 0,1 1-1 0 0,0-1 1 0 0,0 0-1 0 0,0 0 1 0 0,0 0-1 0 0,0 0 1 0 0,0 0-1 0 0,0 0 1 0 0,0 1-1 0 0,0-1 1 0 0,0 0 0 0 0,0 0-1 0 0,1 0 1 0 0,-1 0-1 0 0,0 0 1 0 0,0 1-1 0 0,0-1 1 0 0,0 0-1 0 0,0 0 1 0 0,0 0-1 0 0,0 0 1 0 0,0 0-1 0 0,0 0 1 0 0,0 0-1 0 0,0 1 1 0 0,1-1 0 0 0,-1 0-1 0 0,0 0 1 0 0,0 0-1 0 0,0 0 1 0 0,0 0-1 0 0,0 0 1 0 0,0 0-1 0 0,0 0 1 0 0,1 0-1 0 0,-1 0 1 0 0,0 0-1 0 0,0 0 1 0 0,0 0-1 0 0,0 0 1 0 0,0 0 0 0 0,1 0-1 0 0,-1 0 1 0 0,0 0-1 0 0,0 0 1 0 0,0 0-1 0 0,0 0 1 0 0,0 0-1 0 0,1 0 1 0 0,-1 0-1 0 0,0 0 1 0 0,0 0-1 0 0,0 0 1 0 0,0 0-1 0 0,0 0 1 0 0,0 0 0 0 0,1 0-1 0 0,-1 0 1 0 0,0 0-1 0 0,0-1 1 0 0,196 7 956 0 0,-41-4-656 0 0,125-1 67 0 0,-190-4-288 0 0,91-16-1 0 0,16 1 168 0 0,-165 17-219 0 0,271 11 107 0 0,-215-3-183 0 0,19-9 45 0 0,-24-2 0 0 0,340-8 307 0 0,-292 12-107 0 0,413 8 320 0 0,-365 15-738 0 0,-173-22 183 0 0,9 1-895 0 0,0 1 0 0 0,0 1 0 0 0,19 7 0 0 0,-33-10 737 0 0,0-1 0 0 0,0 0 0 0 0,-1 0 0 0 0,1 1-1 0 0,0-1 1 0 0,-1 0 0 0 0,1 1 0 0 0,0-1 0 0 0,0 1-1 0 0,-1-1 1 0 0,1 1 0 0 0,-1-1 0 0 0,1 1 0 0 0,-1 0-1 0 0,1-1 1 0 0,-1 1 0 0 0,1-1 0 0 0,-1 1 0 0 0,1 0-1 0 0,-1 0 1 0 0,0-1 0 0 0,1 1 0 0 0,-1 0-1 0 0,0 1 1 0 0,0-1-171 0 0,-1 0 0 0 0,0 0 0 0 0,0 0-1 0 0,1 0 1 0 0,-1 0 0 0 0,0 0 0 0 0,0 0-1 0 0,0 0 1 0 0,0 0 0 0 0,-1 0 0 0 0,1-1 0 0 0,0 1-1 0 0,0 0 1 0 0,0-1 0 0 0,-1 1 0 0 0,1-1-1 0 0,0 0 1 0 0,0 1 0 0 0,-3-1 0 0 0,-56 20-8267 0 0</inkml:trace>
</inkml:ink>
</file>

<file path=ppt/ink/ink4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06T18:33:54.09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61 1201 0 0,'0'0'1907'0'0,"5"0"-93"0"0,-4 0-1532 0 0,14 0 255 0 0,-15 0-429 0 0,1 0 0 0 0,-1 0 0 0 0,0 0 1 0 0,1 0-1 0 0,-1 0 0 0 0,1 0 0 0 0,-1 0 1 0 0,1 0-1 0 0,-1 0 0 0 0,1 0 0 0 0,-1 0 0 0 0,1 0 1 0 0,-1-1-1 0 0,0 1 0 0 0,1 0 0 0 0,-1 0 1 0 0,1-1-1 0 0,-1 1 0 0 0,0 0 0 0 0,1-1 1 0 0,-1 1-1 0 0,0 0 0 0 0,1-1 0 0 0,-1 1 1 0 0,0 0-1 0 0,0-1 0 0 0,1 1 0 0 0,-1 0 1 0 0,0-1-1 0 0,0 1 0 0 0,1-1 0 0 0,0-1 3 0 0,0 1-1 0 0,0-1 0 0 0,0 1 1 0 0,0 0-1 0 0,0 0 0 0 0,0 0 1 0 0,1 0-1 0 0,-1 0 0 0 0,1 0 1 0 0,-1 0-1 0 0,0 0 0 0 0,1 0 1 0 0,0 1-1 0 0,-1-1 0 0 0,1 0 1 0 0,-1 1-1 0 0,4-1 0 0 0,0-1 199 0 0,10-4-49 0 0,1 0 1 0 0,-1 1-1 0 0,1 0 1 0 0,0 2-1 0 0,0 0 1 0 0,0 0-1 0 0,0 2 1 0 0,0 0-1 0 0,1 1 1 0 0,-1 0-1 0 0,0 1 1 0 0,1 1-1 0 0,-1 1 1 0 0,0 0-1 0 0,-1 1 1 0 0,24 9-1 0 0,-23-6-257 0 0,0 0 0 0 0,0 1 0 0 0,-1 0 0 0 0,18 14 0 0 0,-26-16 13 0 0,0 0 0 0 0,0 1 0 0 0,-1-1 1 0 0,0 1-1 0 0,0 1 0 0 0,-1-1 0 0 0,0 1 0 0 0,8 16 0 0 0,-12-22-12 0 0,0 0 0 0 0,-1 0-1 0 0,1 0 1 0 0,-1 0 0 0 0,1 0 0 0 0,-1 0-1 0 0,0 0 1 0 0,0 0 0 0 0,0 0-1 0 0,0 0 1 0 0,0 0 0 0 0,0 0 0 0 0,-1 0-1 0 0,1 0 1 0 0,-1 0 0 0 0,1 0-1 0 0,-1 0 1 0 0,-1 2 0 0 0,-19 30-10 0 0,16-27-5 0 0,-4 3 16 0 0,0 1 0 0 0,-1-1 0 0 0,0 0 0 0 0,-1-1 0 0 0,-14 10 0 0 0,6-5 98 0 0,-34 26 168 0 0,-35 32-22 0 0,66-55 118 0 0,0-1 0 0 0,0-1 0 0 0,-32 16 0 0 0,51-29-480 0 0,0 0 1 0 0,-1 0-1 0 0,1-1 0 0 0,-1 1 1 0 0,0-1-1 0 0,1 0 1 0 0,-1 1-1 0 0,0-2 0 0 0,0 1 1 0 0,1 0-1 0 0,-1-1 1 0 0,0 0-1 0 0,0 0 1 0 0,0 0-1 0 0,0 0 0 0 0,0 0 1 0 0,0-1-1 0 0,1 0 1 0 0,-1 0-1 0 0,0 0 0 0 0,0 0 1 0 0,1-1-1 0 0,-1 1 1 0 0,-5-4-1 0 0,9 5 87 0 0,0-1-1 0 0,-1 1 1 0 0,1 0-1 0 0,0 0 1 0 0,0-1 0 0 0,-1 1-1 0 0,1 0 1 0 0,0 0-1 0 0,0-1 1 0 0,0 1 0 0 0,-1 0-1 0 0,1-1 1 0 0,0 1-1 0 0,0 0 1 0 0,0-1 0 0 0,0 1-1 0 0,0 0 1 0 0,0-1-1 0 0,0 1 1 0 0,0 0 0 0 0,0-1-1 0 0,0 1 1 0 0,0 0-1 0 0,0-1 1 0 0,0 1 0 0 0,0 0-1 0 0,0-1 1 0 0,0 1-1 0 0,0 0 1 0 0,0-1 0 0 0,0 1-1 0 0,0 0 1 0 0,0-1-1 0 0,1 1 1 0 0,-1 0-1 0 0,0 0 1 0 0,0-1 0 0 0,0 1-1 0 0,1 0 1 0 0,-1 0-1 0 0,0-1 1 0 0,0 1 0 0 0,1 0-1 0 0,-1 0 1 0 0,0-1-1 0 0,1 1 1 0 0,-1 0 0 0 0,0 0-1 0 0,1 0 1 0 0,17-11-375 0 0,-16 10 255 0 0,-1 0 122 0 0,-1 0 0 0 0,1 1 0 0 0,-1-1 0 0 0,1 0 0 0 0,-1 0 1 0 0,1 1-1 0 0,-1-1 0 0 0,0 0 0 0 0,1 0 0 0 0,-1 0 0 0 0,0 0 1 0 0,0 1-1 0 0,1-1 0 0 0,-1 0 0 0 0,0 0 0 0 0,0 0 0 0 0,0 0 1 0 0,0 0-1 0 0,0 0 0 0 0,0 0 0 0 0,0 0 0 0 0,-1-1 0 0 0,1 1 11 0 0,0 1 0 0 0,-1-1 0 0 0,1 0-1 0 0,0 0 1 0 0,0 1 0 0 0,0-1-1 0 0,0 0 1 0 0,0 0 0 0 0,0 0 0 0 0,0 1-1 0 0,0-1 1 0 0,0 0 0 0 0,1 0-1 0 0,-1 1 1 0 0,0-1 0 0 0,0 0-1 0 0,1 0 1 0 0,-1 1 0 0 0,0-1 0 0 0,1 0-1 0 0,-1 1 1 0 0,1-1 0 0 0,-1 1-1 0 0,1-1 1 0 0,-1 0 0 0 0,2 0-1 0 0,1 0-38 0 0,-1 1 49 0 0,-1 0 0 0 0,0-1 0 0 0,1 1 0 0 0,-1 0 0 0 0,0-1 1 0 0,1 1-1 0 0,-1-1 0 0 0,0 1 0 0 0,0-1 0 0 0,1 0 0 0 0,-1 0 1 0 0,0 1-1 0 0,0-1 0 0 0,0 0 0 0 0,0 0 0 0 0,0 0 0 0 0,0 0 1 0 0,1-2-1 0 0,-2 3 4 0 0,0-1 1 0 0,1 1-1 0 0,-1-1 0 0 0,0 1 1 0 0,0-1-1 0 0,1 1 1 0 0,-1 0-1 0 0,0-1 1 0 0,1 1-1 0 0,-1 0 0 0 0,0-1 1 0 0,1 1-1 0 0,-1 0 1 0 0,1 0-1 0 0,-1-1 1 0 0,0 1-1 0 0,1 0 0 0 0,-1 0 1 0 0,1 0-1 0 0,-1 0 1 0 0,1 0-1 0 0,-1-1 1 0 0,1 1-1 0 0,-1 0 0 0 0,1 0 1 0 0,-1 0-1 0 0,1 0 1 0 0,-1 0-1 0 0,1 0 0 0 0,14 1 193 0 0,-15-1-150 0 0,11 3 449 0 0,-9-2-416 0 0,0 1 0 0 0,0-1-1 0 0,-1 1 1 0 0,1-1 0 0 0,-1 1-1 0 0,1 0 1 0 0,-1-1 0 0 0,1 1 0 0 0,-1 0-1 0 0,0 0 1 0 0,0 0 0 0 0,0 0-1 0 0,0 0 1 0 0,0 0 0 0 0,0 3-1 0 0,15 29 1112 0 0,-3-15-501 0 0,1 1 0 0 0,0-2 0 0 0,32 32 0 0 0,-42-47-722 0 0,-1 0 0 0 0,0-1 0 0 0,1 1 0 0 0,0-1 0 0 0,0 0 0 0 0,0 0 0 0 0,0 0 0 0 0,0 0 0 0 0,0-1 0 0 0,0 0 0 0 0,0 0 0 0 0,0 0 0 0 0,1 0 0 0 0,-1-1 0 0 0,0 1 0 0 0,8-1 0 0 0,2-2-605 0 0,-1 1 1 0 0,0-2 0 0 0,22-6-1 0 0,-27 7 338 0 0,8-3-1204 0 0,0-1-1 0 0,0-1 1 0 0,-1 0-1 0 0,0-1 1 0 0,23-17 0 0 0,-18 12 286 0 0,45-33-3089 0 0</inkml:trace>
</inkml:ink>
</file>

<file path=ppt/ink/ink4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06T18:33:54.63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425 55 640 0 0,'-41'10'3173'0'0,"-76"28"0"0"0,41-11-1515 0 0,57-21-1372 0 0,11-4-155 0 0,0 1-1 0 0,-1-1 1 0 0,1 1 0 0 0,0 1 0 0 0,0 0 0 0 0,1 0 0 0 0,-1 0 0 0 0,1 1 0 0 0,0 0 0 0 0,0 0 0 0 0,1 1 0 0 0,-9 9 0 0 0,-8 8 395 0 0,20-20-406 0 0,-1 0 0 0 0,1 0-1 0 0,0 0 1 0 0,0 0 0 0 0,0 0-1 0 0,0 1 1 0 0,1 0 0 0 0,-1-1 0 0 0,1 1-1 0 0,0 0 1 0 0,0 0 0 0 0,0 0-1 0 0,1 1 1 0 0,-1-1 0 0 0,1 0 0 0 0,0 1-1 0 0,0-1 1 0 0,0 9 0 0 0,1-7 130 0 0,0 0 0 0 0,1 0 0 0 0,-1 1 0 0 0,1-1 0 0 0,1 0 0 0 0,-1 0 0 0 0,1 0 0 0 0,0 0 0 0 0,1 0 0 0 0,-1-1 0 0 0,1 1 0 0 0,0 0 0 0 0,1-1 0 0 0,-1 0 0 0 0,1 0 0 0 0,0 0 0 0 0,7 6 0 0 0,-3-4-17 0 0,1-1 1 0 0,0 0 0 0 0,-1-1-1 0 0,2 0 1 0 0,-1 0 0 0 0,0-1-1 0 0,1 0 1 0 0,0 0-1 0 0,0-1 1 0 0,21 3 0 0 0,1-2-46 0 0,1-1 0 0 0,-1-1 0 0 0,1-2 0 0 0,0-2 0 0 0,-1 0 0 0 0,1-3-1 0 0,-1 0 1 0 0,0-2 0 0 0,0-2 0 0 0,35-14 0 0 0,-23 7-14 0 0,-2-1 1 0 0,50-29-1 0 0,-82 41-209 0 0,1-1 0 0 0,-1-1 0 0 0,0 0 0 0 0,-1 0 1 0 0,0-1-1 0 0,0 0 0 0 0,0-1 0 0 0,-1 0 0 0 0,-1 0 0 0 0,1-1 1 0 0,-2 1-1 0 0,1-2 0 0 0,-1 1 0 0 0,6-17 0 0 0,-11 24 21 0 0,0-1 0 0 0,0 1 0 0 0,0 0 0 0 0,-1-1 0 0 0,0 1 0 0 0,1-1-1 0 0,-2 1 1 0 0,1-1 0 0 0,0 1 0 0 0,-1-1 0 0 0,1 1 0 0 0,-1-1 0 0 0,0 1-1 0 0,0 0 1 0 0,0-1 0 0 0,-1 1 0 0 0,1 0 0 0 0,-1 0 0 0 0,1 0 0 0 0,-4-3 0 0 0,-2-3-36 0 0,-1 0 1 0 0,1 1 0 0 0,-2 0-1 0 0,-13-10 1 0 0,6 6-208 0 0,8 5-42 0 0,0 1-1 0 0,0 0 1 0 0,0 0 0 0 0,-1 1-1 0 0,1 0 1 0 0,-1 1 0 0 0,0 0-1 0 0,-16-5 1 0 0,3 5-1122 0 0,1 1 0 0 0,-43-1 0 0 0,57 4 1068 0 0,-43 1-4142 0 0,-90 11-1 0 0,42 1-733 0 0</inkml:trace>
</inkml:ink>
</file>

<file path=ppt/ink/ink4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06T18:33:55.48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34 12 1201 0 0,'-27'0'1467'0'0,"22"0"-253"0"0,5-1-1167 0 0,-1 1 1 0 0,1 0-1 0 0,0 0 1 0 0,0 0-1 0 0,0 0 0 0 0,0 0 1 0 0,0-1-1 0 0,0 1 1 0 0,0 0-1 0 0,0 0 1 0 0,0 0-1 0 0,0 0 1 0 0,-1-1-1 0 0,1 1 1 0 0,0 0-1 0 0,0 0 0 0 0,0 0 1 0 0,0-1-1 0 0,0 1 1 0 0,0 0-1 0 0,0 0 1 0 0,0 0-1 0 0,0 0 1 0 0,1-1-1 0 0,-1 1 0 0 0,0 0 1 0 0,0 0-1 0 0,0 0 1 0 0,0 0-1 0 0,0-1 1 0 0,0 1-1 0 0,0 0 1 0 0,0 0-1 0 0,0 0 1 0 0,0 0-1 0 0,1 0 0 0 0,-1-1 1 0 0,0 1-1 0 0,0 0 1 0 0,0 0-1 0 0,0 0 1 0 0,0 0-1 0 0,1 0 1 0 0,-1 0-1 0 0,0 0 0 0 0,0 0 1 0 0,0 0-1 0 0,0-1 1 0 0,1 1-1 0 0,-1 0 1 0 0,0 0-1 0 0,0 0 1 0 0,0 0-1 0 0,0 0 1 0 0,1 0-1 0 0,-1 0 0 0 0,0 0 1 0 0,0 0-1 0 0,0 0 1 0 0,1 0-1 0 0,-1 0 1 0 0,0 1-1 0 0,0-1 1 0 0,0 0-1 0 0,0 0 0 0 0,1 0 1 0 0,-1 0-1 0 0,0 0 1 0 0,0 0-1 0 0,54-3 3907 0 0,-28 1-2102 0 0,52 2-1 0 0,79 4-404 0 0,-107-5-3011 0 0,91 10 0 0 0,-77 5-5279 0 0,-58-8 2908 0 0</inkml:trace>
</inkml:ink>
</file>

<file path=ppt/ink/ink4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06T18:33:55.93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22 80 0 0,'0'0'2161'0'0,"33"0"-160"0"0,-1-9-240 0 0,1 9-161 0 0,32-6-319 0 0,1 0-561 0 0,32 6-1280 0 0,0 6-2881 0 0</inkml:trace>
</inkml:ink>
</file>

<file path=ppt/ink/ink4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06T18:34:12.34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248 75 1361 0 0,'32'-6'2401'0'0,"-32"5"-841"0"0,0 1-1516 0 0,0-1 1 0 0,0 1-1 0 0,0 0 1 0 0,0 0 0 0 0,0 0-1 0 0,0 0 1 0 0,0-1-1 0 0,0 1 1 0 0,0 0 0 0 0,0 0-1 0 0,0 0 1 0 0,0 0 0 0 0,0 0-1 0 0,0-1 1 0 0,0 1-1 0 0,0 0 1 0 0,0 0 0 0 0,0 0-1 0 0,0 0 1 0 0,0-1 0 0 0,0 1-1 0 0,0 0 1 0 0,0 0-1 0 0,0 0 1 0 0,0 0 0 0 0,1 0-1 0 0,-1-1 1 0 0,0 1-1 0 0,0 0 1 0 0,0 0 0 0 0,0 0-1 0 0,0 0 1 0 0,0 0 0 0 0,0 0-1 0 0,1 0 1 0 0,-1 0-1 0 0,0-1 1 0 0,0 1 0 0 0,0 0-1 0 0,0 0 1 0 0,0 0-1 0 0,1 0 1 0 0,-1 0 0 0 0,0 0-1 0 0,0 0 1 0 0,0 0 0 0 0,0 0-1 0 0,0 0 1 0 0,1 0-1 0 0,-1 0 1 0 0,0 0 0 0 0,0 0-1 0 0,0 0 1 0 0,0 0 0 0 0,1 0-1 0 0,-1 0 1 0 0,0 0-1 0 0,0 0 1 0 0,0 0 0 0 0,0 1-1 0 0,0-1 1 0 0,1 0-1 0 0,-1 0 1 0 0,22 0 1062 0 0,-22 0-985 0 0,0 0 0 0 0,1-1 0 0 0,-1 1 0 0 0,1 0 0 0 0,-1 0 0 0 0,0-1 0 0 0,1 1 0 0 0,-1 0 0 0 0,0 0 0 0 0,0-1 0 0 0,1 1 0 0 0,-1 0 0 0 0,0-1 0 0 0,1 1 0 0 0,-1 0 0 0 0,0-1 0 0 0,0 1 0 0 0,0-1 0 0 0,0 1 0 0 0,1 0 0 0 0,-1-1 0 0 0,0 1 0 0 0,0-1 0 0 0,0 1 0 0 0,0-1 0 0 0,0 1 0 0 0,0 0 0 0 0,0-1 0 0 0,0 1 0 0 0,0-1 0 0 0,0 1 0 0 0,0-1 0 0 0,0 1 0 0 0,-1-1 0 0 0,1 0-26 0 0,0 0 0 0 0,0 1 1 0 0,0-1-1 0 0,0 0 0 0 0,0 1 0 0 0,0-1 1 0 0,0 0-1 0 0,0 1 0 0 0,0-1 0 0 0,0 0 0 0 0,1 1 1 0 0,-1-1-1 0 0,0 0 0 0 0,0 1 0 0 0,1-1 1 0 0,-1 0-1 0 0,0 1 0 0 0,1-1 0 0 0,-1 1 1 0 0,1-1-1 0 0,-1 1 0 0 0,1-2 0 0 0,7 0 244 0 0,-7 2-279 0 0,0 0 0 0 0,0 0 1 0 0,-1 0-1 0 0,1 0 0 0 0,0 0 1 0 0,0 0-1 0 0,0-1 0 0 0,-1 1 1 0 0,1 0-1 0 0,0-1 0 0 0,0 1 1 0 0,-1 0-1 0 0,1-1 0 0 0,0 1 1 0 0,-1-1-1 0 0,1 1 0 0 0,0-1 1 0 0,-1 1-1 0 0,1-1 1 0 0,-1 1-1 0 0,1-1 0 0 0,-1 0 1 0 0,1 1-1 0 0,-1-1 0 0 0,0 0 1 0 0,1 1-1 0 0,-1-1 0 0 0,0 0 1 0 0,1 0-1 0 0,-1 1 0 0 0,0-1 1 0 0,0 0-1 0 0,0 0 0 0 0,1 0 1 0 0,-1-1-1 0 0,0 1-14 0 0,1 0 0 0 0,0 0 0 0 0,0 1 0 0 0,0-1 0 0 0,0 0-1 0 0,0 0 1 0 0,0 0 0 0 0,0 1 0 0 0,0-1 0 0 0,0 0 0 0 0,0 1 0 0 0,1-1 0 0 0,-1 1 0 0 0,0 0 0 0 0,0-1 0 0 0,1 1-1 0 0,-1 0 1 0 0,0 0 0 0 0,0 0 0 0 0,1-1 0 0 0,1 2 0 0 0,-2-1 28 0 0,4-1 659 0 0,-4 1-732 0 0,-1 0 0 0 0,0 0 0 0 0,0 1 1 0 0,0-1-1 0 0,0 1 0 0 0,0-1 0 0 0,0 0 0 0 0,1 1 0 0 0,-1-1 1 0 0,0 0-1 0 0,0 1 0 0 0,0-1 0 0 0,0 0 0 0 0,0 1 0 0 0,0-1 1 0 0,0 0-1 0 0,0 1 0 0 0,-1-1 0 0 0,1 1 0 0 0,0-1 1 0 0,0 0-1 0 0,0 1 0 0 0,0-1 0 0 0,0 0 0 0 0,-1 1 0 0 0,1-1 1 0 0,0 0-1 0 0,0 0 0 0 0,0 1 0 0 0,-1-1 0 0 0,1 0 0 0 0,0 0 1 0 0,-1 1-1 0 0,1-1 0 0 0,0 0 0 0 0,0 0 0 0 0,-1 1 0 0 0,1-1 1 0 0,0 0-1 0 0,-1 0 0 0 0,1 0 0 0 0,-1 0 0 0 0,-3 2 12 0 0,0 1 1 0 0,1-1-1 0 0,-1 1 0 0 0,1-1 0 0 0,0 1 0 0 0,-5 5 1 0 0,-23 19 152 0 0,21-20-85 0 0,0 0-1 0 0,1 1 1 0 0,-10 10 0 0 0,-4 4 45 0 0,-102 93 59 0 0,96-80-71 0 0,25-29-99 0 0,0 0 1 0 0,-1 0-1 0 0,0 0 1 0 0,0-1-1 0 0,-8 6 1 0 0,-14 9 36 0 0,10-10 29 0 0,10-5-106 0 0,20-3 6 0 0,-7-7 84 0 0,-7 8-52 0 0,7 0 40 0 0,119 25 23 0 0,-90-20-29 0 0,60 8 0 0 0,-56-9-75 0 0,-28-4 11 0 0,1-1-1 0 0,-1-1 0 0 0,14 1 1 0 0,-7-1-23 0 0,-12 0 19 0 0,0-1 1 0 0,0 0-1 0 0,0 0 1 0 0,0 0-1 0 0,0 0 0 0 0,0-1 1 0 0,0 0-1 0 0,0-1 1 0 0,0 1-1 0 0,-1-1 0 0 0,1 0 1 0 0,9-5-1 0 0,77-49 154 0 0,-77 45-124 0 0,30-26-87 0 0,-18 3-17 0 0,-26 31 69 0 0,0 0 0 0 0,0 0 0 0 0,0 0 0 0 0,0 1-1 0 0,-1-1 1 0 0,1 0 0 0 0,-1 0 0 0 0,0 0 0 0 0,0 0-1 0 0,0 0 1 0 0,0 0 0 0 0,-1 0 0 0 0,1 0 0 0 0,-1 0-1 0 0,0 0 1 0 0,0 0 0 0 0,-1-2 0 0 0,-3 8 31 0 0,1 0-1 0 0,-1 1 1 0 0,0 0 0 0 0,1 0-1 0 0,0 0 1 0 0,0 0 0 0 0,0 0 0 0 0,1 1-1 0 0,-1 0 1 0 0,-3 7 0 0 0,-4 4 24 0 0,-11 18 95 0 0,0 1-1 0 0,-26 61 1 0 0,-50 116 182 0 0,89-196-309 0 0,6-12-39 0 0,0 1 0 0 0,0-1 0 0 0,1 1 0 0 0,0 0 0 0 0,0 0 0 0 0,0 0 0 0 0,0 0 0 0 0,1 0 0 0 0,0 0 0 0 0,0 0 0 0 0,-1 10 0 0 0,2 11-1146 0 0,0-26 1076 0 0,0 1 0 0 0,0-1-1 0 0,0 1 1 0 0,1-1 0 0 0,-1 1 0 0 0,0-1 0 0 0,0 1 0 0 0,0-1 0 0 0,0 0 0 0 0,0 1 0 0 0,1-1 0 0 0,-1 1-1 0 0,0-1 1 0 0,0 0 0 0 0,1 1 0 0 0,-1-1 0 0 0,0 0 0 0 0,1 1 0 0 0,-1-1 0 0 0,0 0 0 0 0,1 0-1 0 0,-1 1 1 0 0,0-1 0 0 0,1 0 0 0 0,-1 0 0 0 0,0 1 0 0 0,1-1 0 0 0,-1 0 0 0 0,1 0 0 0 0,-1 0-1 0 0,1 0 1 0 0,-1 0 0 0 0,1 0 0 0 0,0 0 0 0 0,19 0-1656 0 0,-13-1 633 0 0,48-7-4308 0 0,-50 7 4494 0 0,1-1 1 0 0,-1-1 0 0 0,0 1 0 0 0,0-1 0 0 0,7-4 0 0 0</inkml:trace>
</inkml:ink>
</file>

<file path=ppt/ink/ink4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06T18:34:12.99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551 70 1201 0 0,'0'0'4628'0'0,"-5"0"-4134"0"0,-12 0 720 0 0,-1-1-713 0 0,1 1-1 0 0,-1 0 0 0 0,0 2 0 0 0,0 0 0 0 0,1 1 0 0 0,-1 1 0 0 0,-25 9 1 0 0,10 1-49 0 0,18-8-274 0 0,1 0 0 0 0,0 1 0 0 0,0 1 0 0 0,0 1 0 0 0,-18 14 0 0 0,19-12-43 0 0,6-7-43 0 0,1 1-1 0 0,0 1 1 0 0,0-1-1 0 0,1 1 1 0 0,0 0-1 0 0,0 0 1 0 0,-7 12-1 0 0,7-13-36 0 0,0 0 0 0 0,0 0 0 0 0,-1-1 0 0 0,1 1 0 0 0,-1-1 0 0 0,0 0 0 0 0,0-1 0 0 0,0 0 0 0 0,0 0 0 0 0,-1 0 0 0 0,-12 3 0 0 0,11-3-4 0 0,1-1 0 0 0,0 1 1 0 0,-1 1-1 0 0,1-1 0 0 0,1 1 0 0 0,-1 0 0 0 0,0 1 1 0 0,-7 6-1 0 0,14-10-41 0 0,-1 0 0 0 0,0 0 0 0 0,0-1 0 0 0,1 1 0 0 0,-1 0 0 0 0,1 0-1 0 0,-1 0 1 0 0,1 0 0 0 0,-1 0 0 0 0,1 0 0 0 0,0 0 0 0 0,-1 0 0 0 0,1 0 0 0 0,0 0 0 0 0,0 0 0 0 0,0 0 0 0 0,0 0 0 0 0,0 0 0 0 0,0 0 0 0 0,0 0 0 0 0,0 0 0 0 0,0 0 0 0 0,0 0-1 0 0,1 1 1 0 0,-1-1 0 0 0,0 0 0 0 0,1 0 0 0 0,-1-1 0 0 0,1 1 0 0 0,-1 0 0 0 0,1 1 0 0 0,21 19 100 0 0,-19-18-71 0 0,29 40 127 0 0,-28-37-176 0 0,0 0-1 0 0,0 0 1 0 0,0 0-1 0 0,1-1 1 0 0,-1 0 0 0 0,10 7-1 0 0,47 25-70 0 0,-30-19 95 0 0,-26-16-7 0 0,0 0-1 0 0,-1 0 1 0 0,1-1-1 0 0,0 1 1 0 0,0-1-1 0 0,0 0 0 0 0,0-1 1 0 0,0 1-1 0 0,0-1 1 0 0,0 0-1 0 0,0-1 1 0 0,0 1-1 0 0,0-1 0 0 0,0 0 1 0 0,0 0-1 0 0,0 0 1 0 0,4-2-1 0 0,2 0 25 0 0,1 0 29 0 0,1 0 0 0 0,-1-1 0 0 0,0 0 0 0 0,0-1 0 0 0,-1-1 0 0 0,20-12 1 0 0,-14 6 1 0 0,-1-2 1 0 0,0 1 0 0 0,-1-2-1 0 0,14-16 1 0 0,48-63 168 0 0,-62 76-126 0 0,-2-2 1 0 0,0 1 0 0 0,14-33-1 0 0,-24 43-90 0 0,0 1-1 0 0,-1-1 1 0 0,0 1-1 0 0,-1-1 1 0 0,0 0-1 0 0,0 0 1 0 0,-1 1-1 0 0,-1-15 1 0 0,0 1-79 0 0,1 19 60 0 0,0 0-1 0 0,0 0 1 0 0,0-1 0 0 0,-1 1-1 0 0,1 0 1 0 0,-1 0 0 0 0,0 0-1 0 0,0 0 1 0 0,0 0 0 0 0,0 0-1 0 0,0 0 1 0 0,-1 1 0 0 0,1-1-1 0 0,-1 0 1 0 0,0 1 0 0 0,0-1-1 0 0,0 1 1 0 0,0-1 0 0 0,-4-2-1 0 0,5 4-1 0 0,-1-1-83 0 0,0 1 1 0 0,0-1 0 0 0,0 1-1 0 0,0-1 1 0 0,0 1 0 0 0,0 0-1 0 0,0 0 1 0 0,-1 0 0 0 0,1 0 0 0 0,-1 0-1 0 0,1 0 1 0 0,0 1 0 0 0,-1-1-1 0 0,1 1 1 0 0,-1-1 0 0 0,0 1-1 0 0,1 0 1 0 0,-4 1 0 0 0,-3 0-509 0 0,1 0 0 0 0,0 1 0 0 0,-15 5 0 0 0,15-4 21 0 0,-55 23-3588 0 0,33-12 2085 0 0,-34 13-2323 0 0</inkml:trace>
</inkml:ink>
</file>

<file path=ppt/ink/ink4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06T18:34:13.69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296 128 640 0 0,'0'0'1228'0'0,"0"-21"3467"0"0,0 19-4552 0 0,-1 1 0 0 0,1 0 0 0 0,-1-1 0 0 0,0 1 0 0 0,1 0 0 0 0,-1 0 1 0 0,0 0-1 0 0,0-1 0 0 0,0 1 0 0 0,0 0 0 0 0,0 0 0 0 0,0 0 0 0 0,0 0 0 0 0,0 1 0 0 0,0-1 0 0 0,-1 0 0 0 0,1 0 0 0 0,0 1 1 0 0,0-1-1 0 0,-1 0 0 0 0,1 1 0 0 0,-2-1 0 0 0,-32-10 1729 0 0,34 11-1753 0 0,-10-3 394 0 0,-1 1 0 0 0,0 0-1 0 0,0 1 1 0 0,0 1 0 0 0,0-1-1 0 0,-15 3 1 0 0,27-2-504 0 0,0 0 1 0 0,-1 0-1 0 0,1 0 1 0 0,0 0 0 0 0,0 0-1 0 0,-1 0 1 0 0,1 1-1 0 0,0-1 1 0 0,0 0 0 0 0,-1 0-1 0 0,1 0 1 0 0,0 0-1 0 0,0 0 1 0 0,0 0-1 0 0,-1 1 1 0 0,1-1 0 0 0,0 0-1 0 0,0 0 1 0 0,0 0-1 0 0,-1 0 1 0 0,1 1 0 0 0,0-1-1 0 0,0 0 1 0 0,0 0-1 0 0,0 1 1 0 0,0-1-1 0 0,0 0 1 0 0,-1 0 0 0 0,1 1-1 0 0,0-1 1 0 0,0 0-1 0 0,0 0 1 0 0,0 1 0 0 0,0-1-1 0 0,0 0 1 0 0,-5 10 165 0 0,-12 2 13 0 0,12-10-155 0 0,1 1 0 0 0,-1 0 0 0 0,1 0 1 0 0,0 0-1 0 0,0 0 0 0 0,1 1 0 0 0,-5 4 1 0 0,-5 18 122 0 0,12-22-129 0 0,0-1 0 0 0,-1 1 0 0 0,0-1 0 0 0,0 1 0 0 0,0-1 0 0 0,-1 1 0 0 0,1-1 0 0 0,-1 0 0 0 0,-4 4 0 0 0,4-4-28 0 0,0-1 0 0 0,0 1 1 0 0,0-1-1 0 0,0 1 0 0 0,1 0 0 0 0,0 0 0 0 0,-1 0 0 0 0,1 1 0 0 0,-2 3 0 0 0,2-1 2 0 0,1-1 1 0 0,0 1-1 0 0,1-1 0 0 0,-1 1 1 0 0,1 0-1 0 0,0 6 0 0 0,0 3 90 0 0,-1-9-67 0 0,1 0 0 0 0,0-1 0 0 0,0 1 0 0 0,1 0 0 0 0,-1-1 0 0 0,1 1 0 0 0,0-1 0 0 0,3 7 0 0 0,17 17 96 0 0,-19-26-128 0 0,0 0 1 0 0,0 0-1 0 0,0 0 0 0 0,0-1 0 0 0,0 1 1 0 0,0-1-1 0 0,1 1 0 0 0,0-1 0 0 0,-1 0 0 0 0,1 0 1 0 0,0 0-1 0 0,0 0 0 0 0,0-1 0 0 0,0 1 1 0 0,0-1-1 0 0,0 0 0 0 0,0 0 0 0 0,0 0 0 0 0,1 0 1 0 0,-1 0-1 0 0,0-1 0 0 0,1 1 0 0 0,4-1 0 0 0,19 1 70 0 0,1-1-1 0 0,-1-1 1 0 0,0-2-1 0 0,0 0 0 0 0,0-2 1 0 0,-1-1-1 0 0,0-1 0 0 0,0-1 1 0 0,48-22-1 0 0,-69 28-19 0 0,0-1 0 0 0,0 0-1 0 0,0 0 1 0 0,-1 0 0 0 0,1 0 0 0 0,-1-1-1 0 0,0 0 1 0 0,0 0 0 0 0,0 0 0 0 0,0 0 0 0 0,-1-1-1 0 0,1 1 1 0 0,-1-1 0 0 0,0 0 0 0 0,-1 0-1 0 0,1 0 1 0 0,-1 0 0 0 0,2-8 0 0 0,-1 7 31 0 0,5-11 72 0 0,-5 13-120 0 0,-1-1 0 0 0,1 1 0 0 0,-1 0-1 0 0,0-1 1 0 0,0 1 0 0 0,-1-1 0 0 0,0 1-1 0 0,1-1 1 0 0,-2 0 0 0 0,1 1 0 0 0,0-1-1 0 0,-1 0 1 0 0,0 0 0 0 0,0 0 0 0 0,0 1-1 0 0,-1-1 1 0 0,0 0 0 0 0,0 0 0 0 0,-2-8-1 0 0,-3 4-74 0 0,0 1-1 0 0,-1 0 0 0 0,0 0 0 0 0,0 0 0 0 0,-1 1 0 0 0,1 0 0 0 0,-2 0 0 0 0,1 1 0 0 0,-1 0 0 0 0,-10-6 0 0 0,6 5-292 0 0,0 0 0 0 0,0 0 0 0 0,-1 1 0 0 0,-18-5 0 0 0,19 7-528 0 0,0 1 1 0 0,-1 0-1 0 0,1 1 0 0 0,-1 1 1 0 0,1 0-1 0 0,-1 1 0 0 0,1 0 1 0 0,-17 3-1 0 0,-30 9-3357 0 0,22-4 412 0 0</inkml:trace>
</inkml:ink>
</file>

<file path=ppt/ink/ink4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06T18:34:15.40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512 61 400 0 0,'0'0'1347'0'0,"0"-22"3536"0"0,-1 21-4833 0 0,0 0-1 0 0,0 0 1 0 0,0 1 0 0 0,0-1 0 0 0,0 0 0 0 0,0 0-1 0 0,0 1 1 0 0,0-1 0 0 0,0 0 0 0 0,-1 1 0 0 0,1-1-1 0 0,0 1 1 0 0,0 0 0 0 0,-1-1 0 0 0,1 1 0 0 0,0 0-1 0 0,-1 0 1 0 0,1 0 0 0 0,0 0 0 0 0,-2 0 0 0 0,2 0 38 0 0,-4-1 245 0 0,-1-1 41 0 0,3 1-278 0 0,1 0-71 0 0,1 0 0 0 0,0 1 0 0 0,0-1 0 0 0,-1 0 0 0 0,1 1 1 0 0,-1-1-1 0 0,1 1 0 0 0,0 0 0 0 0,-1 0 0 0 0,1-1 0 0 0,-1 1 0 0 0,1 0 0 0 0,-1 0 1 0 0,1 0-1 0 0,-1 0 0 0 0,1 1 0 0 0,0-1 0 0 0,-4 1 0 0 0,-16 4 215 0 0,-23 4 467 0 0,35-6-643 0 0,0 0-1 0 0,1 1 1 0 0,-15 8 0 0 0,-14 6 1 0 0,33-16-53 0 0,1 0-1 0 0,-1 0 0 0 0,1 0 0 0 0,0 0 1 0 0,-1 1-1 0 0,1 0 0 0 0,0-1 0 0 0,-3 4 1 0 0,4-3 5 0 0,-1 0-1 0 0,0 0 1 0 0,0 0 0 0 0,-1-1 0 0 0,1 0 0 0 0,0 0 0 0 0,-1 1 0 0 0,-3 0 0 0 0,-14 10 42 0 0,-2 4 55 0 0,5-7-58 0 0,9-5-41 0 0,0 0 1 0 0,1 0-1 0 0,-1 0 1 0 0,1 1-1 0 0,0 1 1 0 0,1 0 0 0 0,-1 0-1 0 0,1 0 1 0 0,0 1-1 0 0,-9 14 1 0 0,8-4-14 0 0,6-13 6 0 0,0-1-1 0 0,0 0 1 0 0,0 1 0 0 0,-1-1 0 0 0,1 0 0 0 0,-1-1 0 0 0,0 1-1 0 0,0 0 1 0 0,-5 4 0 0 0,5-6-1 0 0,1 0 0 0 0,0 0-1 0 0,-1 1 1 0 0,1-1 0 0 0,0 1 0 0 0,0 0-1 0 0,0-1 1 0 0,1 1 0 0 0,-1 0 0 0 0,1 0 0 0 0,-1 0-1 0 0,1 0 1 0 0,0 0 0 0 0,0 0 0 0 0,1 1-1 0 0,-1-1 1 0 0,0 4 0 0 0,2-4 5 0 0,-1 1 1 0 0,1 0-1 0 0,0-1 0 0 0,0 1 1 0 0,0-1-1 0 0,1 1 1 0 0,-1-1-1 0 0,1 0 0 0 0,0 1 1 0 0,0-1-1 0 0,0 0 1 0 0,0 0-1 0 0,1 0 0 0 0,-1-1 1 0 0,4 4-1 0 0,0 1 12 0 0,-1-1 1 0 0,1 0-1 0 0,1 0 0 0 0,0 0 0 0 0,-1-1 0 0 0,2 0 0 0 0,-1 0 1 0 0,0 0-1 0 0,1-1 0 0 0,0-1 0 0 0,0 1 0 0 0,0-1 1 0 0,1 0-1 0 0,-1-1 0 0 0,15 2 0 0 0,5-2-18 0 0,0-2 0 0 0,52-5 0 0 0,-60 3 3 0 0,5 0 40 0 0,-1-1 0 0 0,0-1-1 0 0,0-1 1 0 0,0-1 0 0 0,24-9 0 0 0,43-22 185 0 0,166-94-1 0 0,-225 114-188 0 0,27-16 18 0 0,-55 30-48 0 0,0 0-1 0 0,-1 0 0 0 0,1-1 1 0 0,-1 1-1 0 0,1-1 0 0 0,-1 0 1 0 0,0 0-1 0 0,-1 0 0 0 0,1 0 1 0 0,-1 0-1 0 0,3-5 0 0 0,-3 2 30 0 0,-1 1-1 0 0,0-1 1 0 0,0 1-1 0 0,0-1 1 0 0,-1 1 0 0 0,0-1-1 0 0,0-7 1 0 0,-1-2 61 0 0,1 14-93 0 0,0-1 0 0 0,0 0 1 0 0,0 1-1 0 0,-1-1 0 0 0,1 0 1 0 0,-1 1-1 0 0,0-1 0 0 0,0 0 1 0 0,0 1-1 0 0,0-1 0 0 0,0 1 1 0 0,0 0-1 0 0,-1-1 0 0 0,1 1 1 0 0,-1 0-1 0 0,0 0 0 0 0,-2-3 1 0 0,-1 2-20 0 0,1-1 1 0 0,-1 1 0 0 0,0 0 0 0 0,0 0 0 0 0,0 1 0 0 0,0-1-1 0 0,0 1 1 0 0,-1 0 0 0 0,-6-1 0 0 0,-40-8-119 0 0,0 1 0 0 0,0 3 0 0 0,-1 3 0 0 0,-65 1 0 0 0,-55 14-2163 0 0,10 13-3710 0 0,125-12 2516 0 0</inkml:trace>
</inkml:ink>
</file>

<file path=ppt/ink/ink4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06T18:34:16.11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559 32 1040 0 0,'-1'-2'120'0'0,"1"1"-1"0"0,0 0 0 0 0,-1 0 1 0 0,1 0-1 0 0,-1 0 0 0 0,1 0 1 0 0,-1 0-1 0 0,0 0 0 0 0,1 0 1 0 0,-1 0-1 0 0,0 0 1 0 0,0 0-1 0 0,1 0 0 0 0,-1 0 1 0 0,0 1-1 0 0,0-1 0 0 0,0 0 1 0 0,0 1-1 0 0,0-1 0 0 0,0 1 1 0 0,-1-1-1 0 0,1 1 0 0 0,0-1 1 0 0,0 1-1 0 0,0 0 0 0 0,0-1 1 0 0,0 1-1 0 0,-1 0 0 0 0,0 0 1 0 0,-50-5 544 0 0,33 4 67 0 0,-3-1-260 0 0,-1 1 0 0 0,1 1 0 0 0,0 1 0 0 0,-1 2 0 0 0,1 0 0 0 0,0 1-1 0 0,0 1 1 0 0,-21 8 0 0 0,30-8-352 0 0,-1 0-1 0 0,1 1 1 0 0,0 1-1 0 0,1 0 0 0 0,0 1 1 0 0,0 0-1 0 0,0 1 1 0 0,1 0-1 0 0,1 1 0 0 0,-1 0 1 0 0,1 1-1 0 0,1 0 1 0 0,-10 15-1 0 0,9-10 15 0 0,0-2-51 0 0,1 0 0 0 0,1 0 1 0 0,1 1-1 0 0,0 0 0 0 0,-6 20 0 0 0,12-31-64 0 0,0 0 0 0 0,0 0 1 0 0,0 0-1 0 0,1 0 0 0 0,0 0 0 0 0,0 0 0 0 0,0 1 0 0 0,0-1 0 0 0,1 0 1 0 0,-1 0-1 0 0,1 0 0 0 0,0 0 0 0 0,0 0 0 0 0,1-1 0 0 0,-1 1 0 0 0,1 0 0 0 0,0 0 1 0 0,0-1-1 0 0,0 1 0 0 0,0-1 0 0 0,1 0 0 0 0,-1 0 0 0 0,1 0 0 0 0,0 0 1 0 0,0 0-1 0 0,0 0 0 0 0,4 2 0 0 0,1 1 34 0 0,1 2-16 0 0,1-1 1 0 0,1 0-1 0 0,-1 0 1 0 0,1-1-1 0 0,1-1 0 0 0,20 8 1 0 0,10-3-31 0 0,1-2 1 0 0,0-2 0 0 0,79 2-1 0 0,-75-9 3 0 0,0-1-1 0 0,0-2 0 0 0,88-21 1 0 0,-113 19 48 0 0,-1 0 1 0 0,0-2-1 0 0,-1 0 1 0 0,0-1 0 0 0,0-1-1 0 0,-1-1 1 0 0,0-1 0 0 0,-1-1-1 0 0,-1 0 1 0 0,26-25-1 0 0,-41 36-41 0 0,0 1 33 0 0,0-1 0 0 0,1 0 0 0 0,-1 0 0 0 0,0 0 0 0 0,0-1 0 0 0,0 1 0 0 0,-1 0 0 0 0,1-1 0 0 0,0 1 0 0 0,-1-1 0 0 0,0 0 0 0 0,1 1 0 0 0,-1-1 0 0 0,0 0 0 0 0,0 0 0 0 0,-1 0 0 0 0,1 0 0 0 0,-1 0 0 0 0,1 0 0 0 0,-1 0 0 0 0,0 0 0 0 0,0 0 0 0 0,0 0 0 0 0,-1 0 0 0 0,1 0 0 0 0,-1 1 0 0 0,0-5 0 0 0,-11-21 578 0 0,0 1 0 0 0,-24-37 0 0 0,31 57-584 0 0,1 1-1 0 0,-1-1 1 0 0,-1 1 0 0 0,1 0 0 0 0,-1 0 0 0 0,0 1 0 0 0,0 0 0 0 0,-1 0 0 0 0,1 0 0 0 0,-10-4 0 0 0,2 2-58 0 0,0 1 0 0 0,0 0 1 0 0,-1 1-1 0 0,-28-6 0 0 0,-2 4-365 0 0,-1 2 1 0 0,-70 2-1 0 0,109 3 320 0 0,-185 7-4868 0 0,85-3-82 0 0,-18-2-365 0 0</inkml:trace>
</inkml:ink>
</file>

<file path=ppt/ink/ink4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06T18:34:17.49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28 104 400 0 0,'-1'1'56'0'0,"1"-1"-1"0"0,0 0 0 0 0,0 1 1 0 0,-1-1-1 0 0,1 1 0 0 0,0-1 1 0 0,0 0-1 0 0,-1 1 0 0 0,1-1 1 0 0,0 0-1 0 0,-1 1 0 0 0,1-1 1 0 0,-1 0-1 0 0,1 0 0 0 0,0 1 1 0 0,-1-1-1 0 0,1 0 0 0 0,-1 0 1 0 0,1 0-1 0 0,-1 1 0 0 0,1-1 1 0 0,-1 0-1 0 0,1 0 0 0 0,0 0 1 0 0,-1 0-1 0 0,1 0 1 0 0,-1 0-1 0 0,1 0 0 0 0,-2 0 1 0 0,-13-1 2165 0 0,37 1-1687 0 0,-16 0 106 0 0,-6 0-493 0 0,0 0 0 0 0,0-1 0 0 0,0 1 0 0 0,1-1 0 0 0,-1 1 1 0 0,0 0-1 0 0,0-1 0 0 0,1 1 0 0 0,-1 0 0 0 0,0-1 0 0 0,1 1 0 0 0,-1 0 0 0 0,0-1 0 0 0,1 1 1 0 0,-1 0-1 0 0,0 0 0 0 0,1-1 0 0 0,-1 1 0 0 0,1 0 0 0 0,-1 0 0 0 0,0 0 0 0 0,1 0 1 0 0,-1-1-1 0 0,1 1 0 0 0,-1 0 0 0 0,1 0 0 0 0,-1 0 0 0 0,0 0 0 0 0,1 0 0 0 0,-1 0 0 0 0,2 0 1 0 0,12 1-254 0 0,-13-1 439 0 0,185 1 5897 0 0,78 3-4202 0 0,141-16-533 0 0,-92-2-763 0 0,144 21 95 0 0,-276 1-422 0 0,-75-1-330 0 0,319 18 312 0 0,-385-23-343 0 0,272 18 326 0 0,-205-12-188 0 0,0-5 0 0 0,136-14 1 0 0,-41-2 70 0 0,275-61 1406 0 0,-188 23-770 0 0,-255 44-831 0 0,3 0-249 0 0,-38 16-2511 0 0,0-8 2420 0 0,0 1 1 0 0,0-1-1 0 0,0 1 1 0 0,-1-1-1 0 0,1 0 1 0 0,0 1-1 0 0,-1-1 1 0 0,1 0-1 0 0,0 0 1 0 0,-1 0-1 0 0,0 0 1 0 0,1 0-1 0 0,-3 1 1 0 0,-105 40-11752 0 0</inkml:trace>
</inkml:ink>
</file>

<file path=ppt/ink/ink4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06T18:34:18.40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98 225 1681 0 0,'282'-181'8177'0'0,"-273"176"-7977"0"0,0 0 1 0 0,1 0-1 0 0,-1 1 1 0 0,1 1-1 0 0,11-4 1 0 0,9-3 90 0 0,-26 9-271 0 0,0 0 0 0 0,0 0 1 0 0,0 0-1 0 0,0 1 0 0 0,0-1 1 0 0,0 1-1 0 0,0 0 0 0 0,0 0 0 0 0,0 0 1 0 0,0 1-1 0 0,0 0 0 0 0,0-1 0 0 0,0 1 1 0 0,0 1-1 0 0,0-1 0 0 0,0 0 1 0 0,-1 1-1 0 0,1 0 0 0 0,-1 0 0 0 0,1 0 1 0 0,-1 0-1 0 0,1 1 0 0 0,-1-1 0 0 0,3 4 1 0 0,-2 0 7 0 0,0-1 0 0 0,-1 1 1 0 0,0 0-1 0 0,0 0 0 0 0,0 0 1 0 0,-1 0-1 0 0,3 11 1 0 0,-14 13 70 0 0,2-10-38 0 0,-4 34 125 0 0,4-37-48 0 0,-1 0-1 0 0,-15 23 0 0 0,7-11-162 0 0,5 1-1 0 0,-11-3-14 0 0,11-8 46 0 0,10-16 1 0 0,-1 0-1 0 0,1 0 1 0 0,-1 0 0 0 0,0 0-1 0 0,0 0 1 0 0,0 0 0 0 0,-1-1-1 0 0,1 1 1 0 0,-1-1 0 0 0,-4 4 0 0 0,-3 2 19 0 0,1-1 1 0 0,-2-1 0 0 0,1 0-1 0 0,0 0 1 0 0,-1-1 0 0 0,0 0-1 0 0,-1-1 1 0 0,1 0 0 0 0,-1-1-1 0 0,1 0 1 0 0,-1-1 0 0 0,-21 2-1 0 0,-9-6 101 0 0,-68-10 0 0 0,73 7 360 0 0,-62-2 0 0 0,105 12-141 0 0,20 2-28 0 0,0 1-1 0 0,0 1 1 0 0,0 1-1 0 0,27 16 1 0 0,-35-16-130 0 0,-1 0 1 0 0,-1 2 0 0 0,0 0-1 0 0,-1 0 1 0 0,0 2 0 0 0,23 27-1 0 0,-28-32-251 0 0,0-1 1 0 0,0 1-1 0 0,0-2 0 0 0,1 1 0 0 0,0-2 0 0 0,0 1 0 0 0,1-2 0 0 0,0 1 0 0 0,0-2 0 0 0,0 1 0 0 0,16 2 0 0 0,-9-3-869 0 0,1-1-1 0 0,0 0 0 0 0,0-1 1 0 0,0-2-1 0 0,0 0 1 0 0,28-4-1 0 0,50-15-3682 0 0,0-7 213 0 0</inkml:trace>
</inkml:ink>
</file>

<file path=ppt/ink/ink4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06T18:34:18.81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745 0 1201 0 0,'-5'3'1133'0'0,"-33"12"717"0"0,-70 16 0 0 0,4-1 400 0 0,-97 58 2592 0 0,172-78-4404 0 0,-3 1 193 0 0,1 1 0 0 0,0 2 0 0 0,-36 22-1 0 0,53-28-404 0 0,4-2 156 0 0,-1 0 0 0 0,1 1-1 0 0,-17 16 1 0 0,24-20-249 0 0,1 0-1 0 0,-1 0 0 0 0,1 0 0 0 0,0 0 1 0 0,0 1-1 0 0,0-1 0 0 0,0 1 1 0 0,0-1-1 0 0,1 1 0 0 0,0 0 0 0 0,0-1 1 0 0,0 1-1 0 0,0 0 0 0 0,0 0 1 0 0,1 0-1 0 0,0 5 0 0 0,0-7-83 0 0,0 0 1 0 0,0 0-1 0 0,0 0 0 0 0,0 0 0 0 0,1 1 1 0 0,-1-1-1 0 0,1 0 0 0 0,-1 0 0 0 0,1 0 1 0 0,0-1-1 0 0,0 1 0 0 0,0 0 0 0 0,0 0 1 0 0,0 0-1 0 0,0 0 0 0 0,0-1 0 0 0,1 1 1 0 0,-1-1-1 0 0,3 3 0 0 0,1-1-16 0 0,-1 0 1 0 0,1 0-1 0 0,0-1 0 0 0,0 1 1 0 0,9 2-1 0 0,-4-2 23 0 0,15 5-22 0 0,-1-1 0 0 0,1-2 1 0 0,1 0-1 0 0,-1-2 1 0 0,1 0-1 0 0,0-2 0 0 0,-1-1 1 0 0,1-1-1 0 0,0-2 0 0 0,-1 0 1 0 0,1-1-1 0 0,24-9 0 0 0,-13 3 84 0 0,0-2 0 0 0,-1-2-1 0 0,0-1 1 0 0,-1-2-1 0 0,-1-1 1 0 0,-1-2 0 0 0,32-25-1 0 0,-57 38-81 0 0,0 1 0 0 0,0-1 0 0 0,-1 0 0 0 0,0 0-1 0 0,0-1 1 0 0,5-9 0 0 0,-9 12-40 0 0,0 1 0 0 0,-1-2-1 0 0,0 1 1 0 0,0 0 0 0 0,0 0 0 0 0,0-1-1 0 0,-1 1 1 0 0,0 0 0 0 0,0-1 0 0 0,-1 0-1 0 0,0-6 1 0 0,0 9-73 0 0,0 0 0 0 0,0 0 0 0 0,-1 0 0 0 0,1 0 0 0 0,-1 0 0 0 0,0 0 0 0 0,0 0 0 0 0,0 0 0 0 0,0 0 0 0 0,0 1 0 0 0,-1-1 0 0 0,1 0 0 0 0,-1 1-1 0 0,0-1 1 0 0,0 1 0 0 0,0 0 0 0 0,0 0 0 0 0,0-1 0 0 0,0 1 0 0 0,0 1 0 0 0,-1-1 0 0 0,1 0 0 0 0,-4-1 0 0 0,-7-4-895 0 0,-1 1 0 0 0,1 1 0 0 0,-28-7 1 0 0,23 7-309 0 0,-9-3-2042 0 0,-38-4 1 0 0,-33 4-4256 0 0</inkml:trace>
</inkml:ink>
</file>

<file path=ppt/ink/ink4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06T18:34:19.37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1071 31 320 0 0,'0'-1'183'0'0,"1"0"0"0"0,-1-1 0 0 0,0 1 0 0 0,-1-1 1 0 0,1 1-1 0 0,0-1 0 0 0,0 1 0 0 0,-1-1 0 0 0,1 1 0 0 0,0-1 0 0 0,-1 1 0 0 0,0 0 0 0 0,1-1 0 0 0,-1 1 0 0 0,0 0 1 0 0,1 0-1 0 0,-1-1 0 0 0,-1 0 0 0 0,0 1-98 0 0,1 1 0 0 0,0-1 0 0 0,0 1 0 0 0,0 0 0 0 0,-1-1 0 0 0,1 1 0 0 0,0 0 0 0 0,-1 0 0 0 0,1-1 0 0 0,0 1 0 0 0,0 0 0 0 0,-1 0 0 0 0,1 1 0 0 0,0-1 0 0 0,-1 0 0 0 0,1 0 0 0 0,0 1 0 0 0,0-1 0 0 0,-1 0 0 0 0,1 1 0 0 0,-2 0 0 0 0,-10 5 368 0 0,1 0 0 0 0,0 0 0 0 0,-22 16 0 0 0,2-1 230 0 0,24-16-544 0 0,-34 21 1033 0 0,1 3 0 0 0,-59 52 0 0 0,-48 41 917 0 0,-24 21-577 0 0,-51 96-458 0 0,155-183-1067 0 0,16-13-681 0 0,37-23-856 0 0,15-19 1321 0 0,-1 1 1 0 0,0-1-1 0 0,0 1 0 0 0,0-1 1 0 0,0 0-1 0 0,0 0 0 0 0,0 1 0 0 0,0-1 1 0 0,-1 0-1 0 0,1 0 0 0 0,-2 1 1 0 0,-17 2-5762 0 0,-7-9 907 0 0</inkml:trace>
</inkml:ink>
</file>

<file path=ppt/ink/ink4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06T18:34:20.16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1104 60 1281 0 0,'-158'57'1280'0'0,"93"-31"-1373"0"0,59-26 39 0 0,6-3 93 0 0,0 1 0 0 0,0 0-1 0 0,0-1 1 0 0,0 1-1 0 0,1 0 1 0 0,-1 0-1 0 0,1-1 1 0 0,-1 1 0 0 0,1 0-1 0 0,0 0 1 0 0,1-3-1 0 0,12-3 640 0 0,-6 5-605 0 0,-7 2 78 0 0,-1-1-1 0 0,1 1 0 0 0,0-1 1 0 0,0 1-1 0 0,0-1 1 0 0,-1 0-1 0 0,1 0 0 0 0,-1 1 1 0 0,1-1-1 0 0,-1 0 0 0 0,0 0 1 0 0,0 1-1 0 0,0-1 0 0 0,0 0 1 0 0,0 0-1 0 0,0 0 1 0 0,0 1-1 0 0,-1-1 0 0 0,0-2 1 0 0,1-2 483 0 0,0-53 1714 0 0,0 58-2041 0 0,-5 9 119 0 0,-88 48 519 0 0,49-32-629 0 0,2 3-1 0 0,1 1 0 0 0,1 2 0 0 0,-49 47 1 0 0,-294 255 1531 0 0,316-277-1360 0 0,60-50-518 0 0,-10 8 151 0 0,1 1-1 0 0,-17 19 1 0 0,30-30-291 0 0,0 1 1 0 0,0 0 0 0 0,0 0-1 0 0,0 0 1 0 0,1 0 0 0 0,0 0-1 0 0,0 1 1 0 0,0-1-1 0 0,0 1 1 0 0,1 0 0 0 0,-1-1-1 0 0,1 1 1 0 0,0 0 0 0 0,0 7-1 0 0,1-4-2969 0 0</inkml:trace>
</inkml:ink>
</file>

<file path=ppt/ink/ink4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06T18:34:20.98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50 160 0 0,'0'-14'1841'0'0,"0"7"80"0"0,0-7-160 0 0,0 8-241 0 0,0-3 2082 0 0,33 9-1601 0 0,-33 9-1121 0 0,0-3-159 0 0,0 0-241 0 0,33 9-720 0 0,-1-9-1121 0 0,1 8-1200 0 0,0-1-1041 0 0,-33-5-320 0 0,0-2 801 0 0</inkml:trace>
</inkml:ink>
</file>

<file path=ppt/ink/ink4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06T18:34:21.37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13 480 0 0,'32'-6'1841'0'0,"27"6"-320"0"0,-26-6-641 0 0,-1 12-960 0 0,1 7-2801 0 0</inkml:trace>
</inkml:ink>
</file>

<file path=ppt/ink/ink4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06T18:34:22.75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745 118 880 0 0,'0'0'46'0'0,"0"0"0"0"0,0 1-1 0 0,-1-1 1 0 0,1 1 0 0 0,0-1-1 0 0,0 0 1 0 0,0 1-1 0 0,-1-1 1 0 0,1 0 0 0 0,0 1-1 0 0,0-1 1 0 0,-1 0 0 0 0,1 0-1 0 0,0 1 1 0 0,-1-1 0 0 0,1 0-1 0 0,0 0 1 0 0,-1 0-1 0 0,1 1 1 0 0,-1-1 0 0 0,1 0-1 0 0,0 0 1 0 0,-1 0 0 0 0,1 0-1 0 0,-1 0 1 0 0,1 0-1 0 0,0 0 1 0 0,-1 0 0 0 0,1 0-1 0 0,-1 0 1 0 0,1 0 0 0 0,0 0-1 0 0,-1 0 1 0 0,-14-1 705 0 0,14 1-132 0 0,23-4-19 0 0,-22 4-549 0 0,0-1 0 0 0,1 1 0 0 0,-1 0-1 0 0,1 0 1 0 0,-1 0 0 0 0,0-1 0 0 0,1 1 0 0 0,-1 0-1 0 0,0-1 1 0 0,1 1 0 0 0,-1 0 0 0 0,0-1 0 0 0,1 1 0 0 0,-1 0-1 0 0,0-1 1 0 0,0 1 0 0 0,0 0 0 0 0,1-1 0 0 0,-1 1 0 0 0,0-1-1 0 0,0 1 1 0 0,0-1 0 0 0,0 1 0 0 0,0 0 0 0 0,0-1 0 0 0,0 1-1 0 0,1-1 1 0 0,-1 1 0 0 0,-1-1 0 0 0,5-9 492 0 0,24-8 938 0 0,0 1 1 0 0,59-24-1 0 0,-75 36-1311 0 0,1 1 0 0 0,-1 1 0 0 0,1 0 0 0 0,0 1 0 0 0,0 0-1 0 0,0 1 1 0 0,0 0 0 0 0,0 1 0 0 0,0 0 0 0 0,0 1 0 0 0,18 4 0 0 0,-25-4-150 0 0,0 0 1 0 0,0 1-1 0 0,-1 0 1 0 0,1-1-1 0 0,0 2 1 0 0,-1-1-1 0 0,1 1 1 0 0,-1 0-1 0 0,0 0 1 0 0,0 0-1 0 0,9 8 1 0 0,-12-7 2 0 0,1 0 0 0 0,0 0 0 0 0,-1 0 0 0 0,0 1-1 0 0,0-1 1 0 0,0 0 0 0 0,0 1 0 0 0,-1 0 0 0 0,0-1 0 0 0,0 1 0 0 0,0 0 0 0 0,0-1 0 0 0,-1 1 0 0 0,0 0 0 0 0,0 7 0 0 0,0-5-5 0 0,1 0 0 0 0,-1 0 0 0 0,-1 0 0 0 0,0-1 0 0 0,0 1 0 0 0,0 0 0 0 0,0 0 0 0 0,-1 0 0 0 0,-1-1 0 0 0,1 1 0 0 0,-1-1 0 0 0,0 0 0 0 0,0 1 0 0 0,-1-1 0 0 0,0-1 0 0 0,0 1 0 0 0,0-1 0 0 0,0 1 0 0 0,-1-1 0 0 0,0 0 0 0 0,0-1 0 0 0,-11 8 0 0 0,-49 36 78 0 0,-60 48 181 0 0,106-80-246 0 0,0-1-1 0 0,-2-1 1 0 0,1 0-1 0 0,-2-1 1 0 0,1-2-1 0 0,-26 11 1 0 0,-420 138 195 0 0,408-142-124 0 0,40-12-74 0 0,0 0-1 0 0,0-1 1 0 0,-1-1-1 0 0,0-1 1 0 0,-30 2-1 0 0,46-5-41 0 0,-32-4-117 0 0,35 4 125 0 0,0-1 0 0 0,0 1 0 0 0,0-1 0 0 0,0 1 1 0 0,-1-1-1 0 0,1 1 0 0 0,1-1 0 0 0,-1 0 0 0 0,0 0 0 0 0,0 1 1 0 0,0-1-1 0 0,0 0 0 0 0,0 0 0 0 0,1 0 0 0 0,-1 0 1 0 0,0 0-1 0 0,1 0 0 0 0,-1 0 0 0 0,1 0 0 0 0,-1 0 0 0 0,1 0 1 0 0,0 0-1 0 0,-1 0 0 0 0,1 0 0 0 0,0-1 0 0 0,0 1 1 0 0,0 0-1 0 0,0 0 0 0 0,0-2 0 0 0,0-1-9 0 0,0-1 1 0 0,1 1-1 0 0,-1-1 0 0 0,1 1 0 0 0,0 0 1 0 0,1 0-1 0 0,-1-1 0 0 0,1 1 1 0 0,-1 0-1 0 0,1 0 0 0 0,1 0 0 0 0,-1 0 1 0 0,1 1-1 0 0,4-7 0 0 0,4-1-94 0 0,0 1-1 0 0,0 0 1 0 0,14-9-1 0 0,20-18-58 0 0,-39 34 161 0 0,0-1 0 0 0,-1 1-1 0 0,2 0 1 0 0,-1 1 0 0 0,0-1 0 0 0,0 1-1 0 0,1 0 1 0 0,0 1 0 0 0,11-2 0 0 0,-5 1-1 0 0,2-2-11 0 0,1 2 1 0 0,-1 0-1 0 0,1 0 0 0 0,0 2 1 0 0,-1 0-1 0 0,17 2 0 0 0,-22-1 26 0 0,0 2-1 0 0,0-1 1 0 0,0 1-1 0 0,-1 0 0 0 0,0 1 1 0 0,1 0-1 0 0,-1 1 1 0 0,0 0-1 0 0,14 11 0 0 0,40 41-164 0 0,-48-42 209 0 0,0 0 1 0 0,0-2-1 0 0,2 0 0 0 0,22 14 1 0 0,-32-24-393 0 0,-1 1 0 0 0,1-2 0 0 0,0 1 0 0 0,0-1 0 0 0,0 0 0 0 0,12 2 0 0 0,-12-4-376 0 0,0 1-1 0 0,0-1 0 0 0,1 0 0 0 0,-1-1 0 0 0,0 0 1 0 0,0 0-1 0 0,13-5 0 0 0,7-6-1937 0 0,-26 11 2545 0 0,-1 1-1 0 0,1-1 0 0 0,-1 1 0 0 0,0 0 0 0 0,1-1 0 0 0,-1 1 0 0 0,1-1 1 0 0,-1 1-1 0 0,0-1 0 0 0,0 0 0 0 0,1 1 0 0 0,-1-1 0 0 0,0 1 0 0 0,0-1 1 0 0,0 1-1 0 0,1-1 0 0 0,-1 0 0 0 0,0 1 0 0 0,0-1 0 0 0,0 1 0 0 0,0-2 1 0 0,0 2 107 0 0</inkml:trace>
</inkml:ink>
</file>

<file path=ppt/ink/ink5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06T18:34:23.33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493 128 2001 0 0,'-52'-2'940'0'0,"-125"-4"2282"0"0,163 6-2953 0 0,0 0 0 0 0,-1 0-1 0 0,1 2 1 0 0,0 0 0 0 0,0 0 0 0 0,0 1 0 0 0,0 1 0 0 0,1 0-1 0 0,-1 1 1 0 0,1 1 0 0 0,0 0 0 0 0,-17 11 0 0 0,24-13-226 0 0,0 1 1 0 0,0 0-1 0 0,0 0 1 0 0,1 0-1 0 0,0 1 1 0 0,0 0-1 0 0,0 0 1 0 0,1 0-1 0 0,-5 9 1 0 0,7-10-8 0 0,0-1 1 0 0,1 1-1 0 0,-1-1 0 0 0,1 1 1 0 0,0 0-1 0 0,1 0 1 0 0,-1-1-1 0 0,1 1 0 0 0,0 0 1 0 0,0 0-1 0 0,0 0 1 0 0,1 0-1 0 0,0-1 0 0 0,0 1 1 0 0,0 0-1 0 0,2 5 1 0 0,19 39 309 0 0,-18-33-224 0 0,-3-12-92 0 0,0 0 0 0 0,0-1 0 0 0,0 1-1 0 0,0-1 1 0 0,1 1 0 0 0,0-1 0 0 0,2 4 0 0 0,4 4 49 0 0,1-1 0 0 0,17 14 1 0 0,18 19 95 0 0,-39-37-158 0 0,1 0 1 0 0,0-1-1 0 0,0 0 1 0 0,0-1-1 0 0,0 1 0 0 0,1-1 1 0 0,0-1-1 0 0,0 1 1 0 0,0-1-1 0 0,0 0 0 0 0,15 3 1 0 0,-1-1 1 0 0,0-2 1 0 0,41 2-1 0 0,-36-5 17 0 0,1 0 1 0 0,0-2-1 0 0,-1-1 0 0 0,1-1 1 0 0,-1-1-1 0 0,0-2 1 0 0,0 0-1 0 0,-1-2 0 0 0,0-1 1 0 0,35-19-1 0 0,-30 15 32 0 0,0-3 0 0 0,44-32-1 0 0,-64 41-57 0 0,0 0-1 0 0,-1-1 1 0 0,0-1-1 0 0,0 1 0 0 0,-1-2 1 0 0,-1 1-1 0 0,0-1 1 0 0,0 0-1 0 0,-1 0 0 0 0,5-13 1 0 0,-5 9-12 0 0,0 2-8 0 0,-1 0 1 0 0,7-24-1 0 0,-11 32 8 0 0,-1 1 1 0 0,1 0-1 0 0,-1 0 0 0 0,0-1 1 0 0,0 1-1 0 0,0 0 1 0 0,0 0-1 0 0,-1-1 0 0 0,0 1 1 0 0,0 0-1 0 0,0 0 1 0 0,0 0-1 0 0,-3-7 1 0 0,-2 2-18 0 0,0 1 0 0 0,0-1 0 0 0,-1 1 0 0 0,0 0 0 0 0,-1 1 0 0 0,0 0 0 0 0,0 0 0 0 0,0 0 0 0 0,-1 1 0 0 0,0 0 0 0 0,0 1 0 0 0,0 0 0 0 0,-1 1 0 0 0,0 0 0 0 0,-19-6 0 0 0,-8 0-162 0 0,0 1 0 0 0,0 2 0 0 0,-41-2 0 0 0,44 6-610 0 0,-1 1-1 0 0,0 2 1 0 0,0 2-1 0 0,0 1 1 0 0,-51 11 0 0 0,83-13 465 0 0,-1-1 1 0 0,1 1 0 0 0,-1 0 0 0 0,1 0 0 0 0,0 1 0 0 0,-1-1-1 0 0,-4 4 1 0 0,7-4 200 0 0,1-1 0 0 0,-1 1-1 0 0,1-1 1 0 0,-1 1 0 0 0,1-1-1 0 0,0 1 1 0 0,-1-1 0 0 0,1 1-1 0 0,0-1 1 0 0,-1 1 0 0 0,1 0-1 0 0,0-1 1 0 0,0 1-1 0 0,-1 0 1 0 0,1-1 0 0 0,0 1-1 0 0,0 0 1 0 0,0-1 0 0 0,0 1-1 0 0,0 0 1 0 0,0 0 0 0 0,0-1 108 0 0</inkml:trace>
</inkml:ink>
</file>

<file path=ppt/ink/ink5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06T18:34:23.98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743 11 800 0 0,'1'-10'2436'0'0,"-8"15"1358"0"0,-216 49-1500 0 0,213-52-2226 0 0,-146 36 1254 0 0,129-29-1050 0 0,0 0-1 0 0,1 2 1 0 0,0 1 0 0 0,-27 17-1 0 0,0-1-73 0 0,32-17-71 0 0,-35 22 0 0 0,50-30-73 0 0,1 1 1 0 0,0 0-1 0 0,0 1 1 0 0,0-1 0 0 0,1 1-1 0 0,0 0 1 0 0,0 0 0 0 0,0 1-1 0 0,0-1 1 0 0,1 1 0 0 0,-3 6-1 0 0,5-8-27 0 0,0-1 1 0 0,0 0-1 0 0,1 1 0 0 0,0-1 0 0 0,-1 1 0 0 0,1-1 0 0 0,0 1 0 0 0,1-1 0 0 0,-1 1 0 0 0,1-1 0 0 0,-1 1 1 0 0,1-1-1 0 0,0 0 0 0 0,0 1 0 0 0,1-1 0 0 0,-1 0 0 0 0,1 0 0 0 0,-1 0 0 0 0,4 4 0 0 0,0 1 34 0 0,1 1 0 0 0,1-2 0 0 0,-1 1 0 0 0,1-1 0 0 0,15 13-1 0 0,-9-11-16 0 0,1-1-1 0 0,-1 0 0 0 0,1-1 0 0 0,1 0 0 0 0,-1-2 0 0 0,1 1 0 0 0,0-2 1 0 0,1 0-1 0 0,-1 0 0 0 0,1-2 0 0 0,-1 0 0 0 0,1-1 0 0 0,0 0 0 0 0,27-3 0 0 0,-3-2-25 0 0,0-2-1 0 0,-1-2 0 0 0,0-1 1 0 0,54-21-1 0 0,-83 27-3 0 0,0-1 0 0 0,-1 0 0 0 0,1-1 0 0 0,-1 0 0 0 0,0 0 0 0 0,0-1 0 0 0,-1 0 1 0 0,0-1-1 0 0,0 1 0 0 0,9-11 0 0 0,-13 12 16 0 0,0 0 1 0 0,-1-1-1 0 0,0 0 1 0 0,1 0 0 0 0,-2 0-1 0 0,1 0 1 0 0,-1 0-1 0 0,0 0 1 0 0,0-1 0 0 0,-1 1-1 0 0,1-1 1 0 0,-2 0 0 0 0,1 1-1 0 0,-1-10 1 0 0,0 9 4 0 0,0-1 0 0 0,-1 1 0 0 0,0 0-1 0 0,0 0 1 0 0,0 0 0 0 0,-1 0 0 0 0,0 0 0 0 0,-1 0 0 0 0,1 0 0 0 0,-1 1 0 0 0,-1-1 0 0 0,1 1 0 0 0,-1 0 0 0 0,0 0 0 0 0,-1 0 0 0 0,1 1 0 0 0,-1-1 0 0 0,0 1 0 0 0,-1 0-1 0 0,-9-7 1 0 0,3 3-36 0 0,0 0 0 0 0,-1 1 0 0 0,0 0 0 0 0,-1 1-1 0 0,1 1 1 0 0,-16-5 0 0 0,-87-23-490 0 0,95 29 323 0 0,4 1-19 0 0,-3-2-403 0 0,0 1 0 0 0,-1 1 0 0 0,-32-2 0 0 0,45 6-327 0 0,1 2 1 0 0,-1-1-1 0 0,1 1 0 0 0,-13 4 1 0 0,10-4-1224 0 0,27 2-8 0 0,-12-1 94 0 0,-5 2 106 0 0</inkml:trace>
</inkml:ink>
</file>

<file path=ppt/ink/ink5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06T18:34:24.56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911 0 80 0 0,'0'0'1174'0'0,"-5"0"-120"0"0,-26 3-292 0 0,1 2 0 0 0,-1 0 0 0 0,1 2 0 0 0,-48 18 0 0 0,23-8-10 0 0,-128 51 1619 0 0,78-27-1234 0 0,-5 10 48 0 0,56-24-783 0 0,34-16-303 0 0,1 1 0 0 0,0 1-1 0 0,-24 20 1 0 0,8-6 27 0 0,35-27-126 0 0,-7 5 30 0 0,0 0-1 0 0,1 1 1 0 0,-1 0-1 0 0,1 0 1 0 0,0 0-1 0 0,-6 9 0 0 0,11-11-2 0 0,-1-1-1 0 0,0 0 1 0 0,1 0-1 0 0,0 0 0 0 0,0 1 1 0 0,0-1-1 0 0,0 1 0 0 0,0-1 1 0 0,1 1-1 0 0,0-1 1 0 0,-1 1-1 0 0,1-1 0 0 0,1 1 1 0 0,-1-1-1 0 0,0 1 0 0 0,1-1 1 0 0,0 1-1 0 0,-1-1 1 0 0,1 0-1 0 0,1 1 0 0 0,1 3 1 0 0,-1-2-5 0 0,0-1 0 0 0,1 0 0 0 0,0 0 1 0 0,0 0-1 0 0,0 0 0 0 0,0 0 0 0 0,0 0 1 0 0,1-1-1 0 0,-1 0 0 0 0,1 0 0 0 0,0 0 1 0 0,0 0-1 0 0,1 0 0 0 0,-1-1 0 0 0,0 0 0 0 0,1 0 1 0 0,7 3-1 0 0,11 1-11 0 0,1-1 1 0 0,0-1-1 0 0,0-1 1 0 0,0-1-1 0 0,26-1 1 0 0,129-15 186 0 0,18-22 307 0 0,-170 29-326 0 0,0-1-1 0 0,-1-1 0 0 0,0-2 0 0 0,-1 0 0 0 0,27-17 0 0 0,-47 25-137 0 0,0 0 1 0 0,0 0-1 0 0,-1-1 1 0 0,1 0 0 0 0,-1 0-1 0 0,0 0 1 0 0,0 0-1 0 0,0-1 1 0 0,0 1-1 0 0,-1-1 1 0 0,0 0-1 0 0,0 0 1 0 0,0 0-1 0 0,0-1 1 0 0,2-9 0 0 0,-4 10-29 0 0,0 1 0 0 0,-1 0 1 0 0,0-1-1 0 0,0 1 1 0 0,0 0-1 0 0,-1-1 1 0 0,0 1-1 0 0,1 0 0 0 0,-2-1 1 0 0,1 1-1 0 0,0 0 1 0 0,-1 0-1 0 0,0 0 1 0 0,1 0-1 0 0,-2 0 1 0 0,1 1-1 0 0,0-1 0 0 0,-1 0 1 0 0,0 1-1 0 0,0 0 1 0 0,-4-4-1 0 0,-9-7-32 0 0,-1 0 0 0 0,0 2 0 0 0,-1 0 0 0 0,0 0 0 0 0,-1 2 0 0 0,-28-11 0 0 0,15 7-667 0 0,-2 1 0 0 0,1 1 0 0 0,-46-9 0 0 0,41 15-1512 0 0,0 1 0 0 0,-66 0 0 0 0,6 5-2484 0 0</inkml:trace>
</inkml:ink>
</file>

<file path=ppt/ink/ink5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06T18:34:26.52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196 169 1441 0 0,'0'-4'156'0'0,"0"0"1"0"0,0 0 0 0 0,1 0 0 0 0,0 0-1 0 0,-1 1 1 0 0,1-1 0 0 0,1 0-1 0 0,-1 1 1 0 0,0-1 0 0 0,1 1 0 0 0,0-1-1 0 0,0 1 1 0 0,0 0 0 0 0,0-1-1 0 0,0 1 1 0 0,6-5 0 0 0,-8 7-153 0 0,7-17 393 0 0,-8 17-263 0 0,1 13-79 0 0,-2 1-308 0 0,1 0-1 0 0,-2 0 0 0 0,1 0 0 0 0,-2 0 0 0 0,0 0 0 0 0,0-1 1 0 0,-1 1-1 0 0,-1-1 0 0 0,0-1 0 0 0,-11 17 0 0 0,-22 47-595 0 0,32-56 855 0 0,5-14 25 0 0,1 1 1 0 0,-1-1-1 0 0,-1 0 1 0 0,1 0-1 0 0,-1-1 0 0 0,0 1 1 0 0,0 0-1 0 0,0-1 1 0 0,-6 6-1 0 0,-36 29 460 0 0,35-31-148 0 0,0 0 0 0 0,-17 18 1 0 0,26-25-299 0 0,0 0 0 0 0,1 0 1 0 0,-1 0-1 0 0,0 0 0 0 0,1 1 1 0 0,0-1-1 0 0,-1 0 0 0 0,1 0 1 0 0,0 0-1 0 0,-1 0 1 0 0,1 1-1 0 0,0-1 0 0 0,0 0 1 0 0,0 2-1 0 0,0-3-24 0 0,0 0 1 0 0,0 1 0 0 0,0-1-1 0 0,0 0 1 0 0,1 0-1 0 0,-1 0 1 0 0,0 0-1 0 0,0 0 1 0 0,0 1-1 0 0,0-1 1 0 0,0 0-1 0 0,0 0 1 0 0,1 0-1 0 0,-1 0 1 0 0,0 0-1 0 0,0 0 1 0 0,0 0-1 0 0,0 0 1 0 0,1 1-1 0 0,-1-1 1 0 0,0 0-1 0 0,0 0 1 0 0,0 0-1 0 0,1 0 1 0 0,-1 0-1 0 0,0 0 1 0 0,0 0-1 0 0,0 0 1 0 0,0 0-1 0 0,1 0 1 0 0,-1 0-1 0 0,0 0 1 0 0,0 0-1 0 0,0 0 1 0 0,1 0-1 0 0,-1 0 1 0 0,0-1-1 0 0,0 1 1 0 0,0 0-1 0 0,0 0 1 0 0,1 0-1 0 0,-1 0 1 0 0,0 0-1 0 0,0 0 1 0 0,0 0-1 0 0,0-1 1 0 0,0 1-1 0 0,1 0 1 0 0,-1 0-1 0 0,0 0 1 0 0,0 0-1 0 0,0 0 1 0 0,0-1-1 0 0,0 1 1 0 0,19-15 527 0 0,14-22 0 0 0,-27 25-411 0 0,1 1 1 0 0,0 0-1 0 0,1 1 0 0 0,0 0 1 0 0,0 0-1 0 0,1 0 0 0 0,19-14 0 0 0,0-1 130 0 0,-25 22-237 0 0,211-183 1912 0 0,-188 166-1643 0 0,-18 14-124 0 0,0 1-1 0 0,0-1 1 0 0,0-1 0 0 0,-1 0-1 0 0,0 0 1 0 0,-1 0 0 0 0,0-1-1 0 0,8-12 1 0 0,-13 18-104 0 0,0 0-1 0 0,-1-1 1 0 0,1 1 0 0 0,0 0-1 0 0,0 0 1 0 0,0 0 0 0 0,1 0-1 0 0,-1 0 1 0 0,0 1 0 0 0,1-1-1 0 0,-1 0 1 0 0,1 1 0 0 0,-1-1-1 0 0,1 0 1 0 0,0 1 0 0 0,0 0-1 0 0,0 0 1 0 0,0-1 0 0 0,0 1-1 0 0,2-1 1 0 0,3-1 184 0 0,-7 38 37 0 0,-2-25-266 0 0,1 1 0 0 0,-1-1 0 0 0,-1 1 0 0 0,1-1 0 0 0,-2 0 0 0 0,0 0 0 0 0,0-1 0 0 0,-9 17 0 0 0,-12 31 91 0 0,24-52-111 0 0,0 0 0 0 0,-1 0 0 0 0,1 0 0 0 0,-1 0 0 0 0,0 0 1 0 0,0-1-1 0 0,0 1 0 0 0,-1-1 0 0 0,1 1 0 0 0,-1-1 1 0 0,0 0-1 0 0,-6 6 0 0 0,8-10-6 0 0,1 1 0 0 0,-1 0 0 0 0,1-1-1 0 0,-1 1 1 0 0,1 0 0 0 0,0-1 0 0 0,-1 1 0 0 0,1 0 0 0 0,0 0 0 0 0,-1-1 0 0 0,1 1-1 0 0,0 0 1 0 0,0 0 0 0 0,0 0 0 0 0,-1-1 0 0 0,1 1 0 0 0,0 0 0 0 0,0 1 0 0 0,1-1-2 0 0,-1-1 1 0 0,0 1 0 0 0,0-1 0 0 0,0 1 0 0 0,0-1 0 0 0,0 1 0 0 0,-1-1 0 0 0,1 1-1 0 0,0-1 1 0 0,0 1 0 0 0,0-1 0 0 0,0 0 0 0 0,0 1 0 0 0,-1-1 0 0 0,1 1-1 0 0,0-1 1 0 0,0 1 0 0 0,-1-1 0 0 0,1 0 0 0 0,0 1 0 0 0,-1-1 0 0 0,1 0 0 0 0,0 1-1 0 0,-1-1 1 0 0,0 1 0 0 0,-21 4 0 0 0,22-5-2 0 0,1 0 0 0 0,-1 0 0 0 0,0 0 0 0 0,0 0 0 0 0,0 0 0 0 0,0 0 0 0 0,0 0 0 0 0,0-1 0 0 0,0 1 0 0 0,0 0 0 0 0,0 0 0 0 0,0 0 0 0 0,0 0-1 0 0,0 0 1 0 0,1-1 0 0 0,-1 1 0 0 0,0 0 0 0 0,0 0 0 0 0,0 0 0 0 0,0 0 0 0 0,0 0 0 0 0,0-1 0 0 0,0 1 0 0 0,0 0 0 0 0,-1 0 0 0 0,1 0 0 0 0,0 0 0 0 0,0 0 0 0 0,0-1 0 0 0,0 1 0 0 0,0 0 0 0 0,0 0-1 0 0,0 0 1 0 0,0 0 0 0 0,0 0 0 0 0,0 0 0 0 0,0-1 0 0 0,-1 1 0 0 0,23-4-51 0 0,-21 4 55 0 0,-1 0 1 0 0,1 0 0 0 0,-1-1-1 0 0,0 1 1 0 0,1 0-1 0 0,-1 0 1 0 0,1-1 0 0 0,-1 1-1 0 0,0 0 1 0 0,1-1-1 0 0,-1 1 1 0 0,1 0 0 0 0,-1-1-1 0 0,0 1 1 0 0,0-1-1 0 0,1 1 1 0 0,-1 0-1 0 0,0-1 1 0 0,0 1 0 0 0,1-1-1 0 0,-1 1 1 0 0,0-1-1 0 0,0 1 1 0 0,0-1 0 0 0,0 0-1 0 0,3-5 78 0 0,32-19 85 0 0,-23 17-129 0 0,0-1-1 0 0,-1 0 0 0 0,12-11 0 0 0,-7 5 23 0 0,31-25-1 0 0,-29 26-1 0 0,30-30 0 0 0,-43 39-49 0 0,0 0 0 0 0,1 0 0 0 0,-1 0 0 0 0,1 1 0 0 0,0 0 0 0 0,0 0 0 0 0,0 1 0 0 0,1-1 0 0 0,13-4 0 0 0,28-15 17 0 0,-22 11 72 0 0,-26 12-91 0 0,1 0-1 0 0,-1 0 0 0 0,0 0 0 0 0,1 0 1 0 0,-1 0-1 0 0,0 0 0 0 0,1 0 0 0 0,-1 0 1 0 0,0 0-1 0 0,1 0 0 0 0,-1 0 1 0 0,0 0-1 0 0,1 0 0 0 0,-1 0 0 0 0,0 0 1 0 0,1 0-1 0 0,-1 1 0 0 0,0-1 1 0 0,0 0-1 0 0,1 0 0 0 0,-1 0 0 0 0,0 1 1 0 0,0-1-1 0 0,1 0 0 0 0,-1 0 0 0 0,0 0 1 0 0,0 1-1 0 0,0-1 0 0 0,1 0 1 0 0,-4 17 183 0 0,-10 12 96 0 0,-2-1-1 0 0,-1-1 0 0 0,-31 41 1 0 0,25-44-166 0 0,19-21-113 0 0,-1 0-1 0 0,1 0 1 0 0,0 1-1 0 0,0-1 1 0 0,1 1-1 0 0,-1-1 1 0 0,1 1 0 0 0,-1 0-1 0 0,1 0 1 0 0,1 0-1 0 0,-1 0 1 0 0,0 0-1 0 0,1 0 1 0 0,0 1-1 0 0,0-1 1 0 0,0 0-1 0 0,0 9 1 0 0,1-6-63 0 0,0 35-1891 0 0,0-18-3434 0 0</inkml:trace>
</inkml:ink>
</file>

<file path=ppt/ink/ink5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06T18:34:26.98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941 0 4002 0 0,'-33'6'1360'0'0,"0"9"-1440"0"0,-32-3 160 0 0,32 18 721 0 0,-97 51 1120 0 0,38 16-160 0 0,-6-1-481 0 0,0 0-239 0 0,33 8-81 0 0,-33 6-160 0 0,33-21-79 0 0,-33-12-321 0 0,65-17-400 0 0,33 9-640 0 0,0-13-1521 0 0,0-21-1521 0 0,33-22-640 0 0</inkml:trace>
</inkml:ink>
</file>

<file path=ppt/ink/ink5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06T18:34:27.51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777 29 320 0 0,'-74'-12'2515'0'0,"0"3"-1"0"0,0 3 1 0 0,-85 5-1 0 0,88 3-380 0 0,93 4-1200 0 0,-4 1-853 0 0,8-1-68 0 0,126 29 53 0 0,-147-33-66 0 0,21 8 3 0 0,-25-9-3 0 0,-1 0-1 0 0,1-1 1 0 0,-1 1-1 0 0,1 0 1 0 0,-1 0-1 0 0,1-1 1 0 0,-1 1-1 0 0,1 0 1 0 0,-1 0-1 0 0,0 0 1 0 0,0-1-1 0 0,1 1 1 0 0,-1 0-1 0 0,0 0 0 0 0,0 0 1 0 0,0 0-1 0 0,0 0 1 0 0,0 0-1 0 0,0-1 1 0 0,0 1-1 0 0,0 0 1 0 0,-1 0-1 0 0,1 0 1 0 0,0 0-1 0 0,0-1 1 0 0,-1 1-1 0 0,1 0 0 0 0,0 0 1 0 0,-1 0-1 0 0,0 1 1 0 0,-4 6 11 0 0,0 1-1 0 0,0-1 1 0 0,-1 0 0 0 0,0-1 0 0 0,0 1-1 0 0,-1-1 1 0 0,0-1 0 0 0,0 1-1 0 0,-1-1 1 0 0,0 0 0 0 0,0-1 0 0 0,-10 6-1 0 0,-6 1 91 0 0,0-1-1 0 0,-49 14 0 0 0,35-13-308 0 0,0-1 0 0 0,-1-2 0 0 0,0-2 0 0 0,-63 3 0 0 0,93-10-266 0 0,0 0 1 0 0,0-1-1 0 0,0 0 0 0 0,0-1 1 0 0,-11-2-1 0 0,15 2-164 0 0,1 0 0 0 0,-1 0-1 0 0,1-1 1 0 0,0 1-1 0 0,-1-1 1 0 0,-6-7 0 0 0</inkml:trace>
</inkml:ink>
</file>

<file path=ppt/ink/ink5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06T18:34:28.08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64 173 320 0 0,'56'-43'4080'0'0,"-45"33"-3456"0"0,-1 2 0 0 0,1-1 0 0 0,0 1 0 0 0,1 1-1 0 0,0 0 1 0 0,0 1 0 0 0,15-6 0 0 0,183-40 3723 0 0,-202 50-4212 0 0,4 0 96 0 0,1-1 0 0 0,-1 2 1 0 0,1-1-1 0 0,-1 2 0 0 0,24 1 0 0 0,-34-1-207 0 0,-1 0-1 0 0,1 0 1 0 0,0 0 0 0 0,0 0-1 0 0,0 0 1 0 0,-1 0-1 0 0,1 1 1 0 0,0-1-1 0 0,0 1 1 0 0,-1 0 0 0 0,1-1-1 0 0,0 1 1 0 0,-1 0-1 0 0,1 0 1 0 0,-1 0-1 0 0,1 0 1 0 0,1 2-1 0 0,-2-1 18 0 0,0 2-1 0 0,0-1 0 0 0,0 0 1 0 0,0 0-1 0 0,0 0 0 0 0,-1 0 0 0 0,0 0 1 0 0,0 1-1 0 0,1-1 0 0 0,-2 6 0 0 0,1-2 18 0 0,0 1-1 0 0,0-1 0 0 0,-1 0 1 0 0,0 1-1 0 0,0-1 1 0 0,-1 0-1 0 0,0 0 0 0 0,0 1 1 0 0,-5 10-1 0 0,-2-6 9 0 0,0 0 0 0 0,-1 0 0 0 0,0-1 0 0 0,0 0 0 0 0,-1-1 0 0 0,-1-1-1 0 0,0 1 1 0 0,-25 14 0 0 0,-121 58 181 0 0,155-81-241 0 0,-118 50 115 0 0,105-46-88 0 0,0 0-1 0 0,-1-1 0 0 0,0-1 0 0 0,0 0 0 0 0,-25 0 1 0 0,15-7 109 0 0,26 4-132 0 0,1 0-1 0 0,0 0 1 0 0,-1 0-1 0 0,1 0 0 0 0,0 0 1 0 0,-1 0-1 0 0,1 0 0 0 0,0 0 1 0 0,-1 0-1 0 0,1 0 1 0 0,0 0-1 0 0,-1 0 0 0 0,1-1 1 0 0,0 1-1 0 0,-1 0 0 0 0,1 0 1 0 0,0 0-1 0 0,-1 0 1 0 0,1-1-1 0 0,0 1 0 0 0,0 0 1 0 0,-1 0-1 0 0,1-1 1 0 0,0 1-1 0 0,0 0 0 0 0,0 0 1 0 0,-1-1-1 0 0,1 1 0 0 0,0 0 1 0 0,0-1-1 0 0,0 1 1 0 0,0 0-1 0 0,0 0 0 0 0,0-1 1 0 0,-1 1-1 0 0,1 0 0 0 0,0-1 1 0 0,0 1-1 0 0,0 0 1 0 0,0-1-1 0 0,0 1 0 0 0,0 0 1 0 0,0-1-1 0 0,0 1 0 0 0,1 0 1 0 0,-1-1-1 0 0,0 1 1 0 0,0 0-1 0 0,0-1 0 0 0,0 1 1 0 0,0 0-1 0 0,0-1 0 0 0,1 1 1 0 0,-1 0-1 0 0,0 0 1 0 0,0-1-1 0 0,0 1 0 0 0,1 0 1 0 0,-1 0-1 0 0,0-1 0 0 0,0 1 1 0 0,1 0-1 0 0,8-7 203 0 0,-1 1-1 0 0,1 0 1 0 0,0 1-1 0 0,1 0 1 0 0,-1 0-1 0 0,20-6 1 0 0,4 2 155 0 0,57-8 0 0 0,100-8-7 0 0,151-7-690 0 0,-216 25-2180 0 0,2 5-3321 0 0,-24 2-3787 0 0</inkml:trace>
</inkml:ink>
</file>

<file path=ppt/ink/ink5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06T18:32:54.34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262 90 1761 0 0,'1'0'34'0'0,"-1"0"0"0"0,1-1 0 0 0,0 1 0 0 0,0 0 0 0 0,-1-1 0 0 0,1 1 0 0 0,0 0 1 0 0,0 0-1 0 0,-1 0 0 0 0,1 0 0 0 0,0 0 0 0 0,0 0 0 0 0,-1 0 0 0 0,1 0 0 0 0,0 0 0 0 0,0 0 0 0 0,0 0 0 0 0,-1 0 1 0 0,1 1-1 0 0,0-1 0 0 0,0 0 0 0 0,-1 1 0 0 0,1-1 0 0 0,0 0 0 0 0,-1 1 0 0 0,1-1 0 0 0,0 1 0 0 0,-1-1 0 0 0,1 1 0 0 0,-1-1 1 0 0,1 1-1 0 0,-1 0 0 0 0,1-1 0 0 0,-1 1 0 0 0,1-1 0 0 0,-1 1 0 0 0,0 0 0 0 0,1 0 0 0 0,-1-1 0 0 0,0 1 0 0 0,1 0 1 0 0,-1 0-1 0 0,0-1 0 0 0,0 2 0 0 0,6 74 1622 0 0,-6-74-500 0 0,0-4 567 0 0,-1-40-1020 0 0,1 28-587 0 0,0 1-1 0 0,0-1 1 0 0,2 1-1 0 0,2-16 1 0 0,-4 27-93 0 0,1 0 0 0 0,-1 1-1 0 0,1-1 1 0 0,-1 0 0 0 0,1 0 0 0 0,-1 1 0 0 0,1-1 0 0 0,0 0-1 0 0,0 1 1 0 0,0-1 0 0 0,0 1 0 0 0,0-1 0 0 0,1 1 0 0 0,-1-1-1 0 0,0 1 1 0 0,0 0 0 0 0,3-2 0 0 0,-3 3 15 0 0,-1-1 0 0 0,1 1 0 0 0,0-1 0 0 0,-1 1 0 0 0,1-1 0 0 0,-1 1 0 0 0,1-1 0 0 0,-1 1 0 0 0,1-1 0 0 0,-1 0 0 0 0,1 1 0 0 0,-1-1 0 0 0,0 0 0 0 0,1 1 0 0 0,-1-1 0 0 0,0 0 0 0 0,1 1 0 0 0,-1-1 0 0 0,0 0 0 0 0,0 0 0 0 0,0 1 0 0 0,0-1-1 0 0,0 0 1 0 0,0-1 0 0 0,6 0 296 0 0,1 0-228 0 0,0 1 0 0 0,0 0 1 0 0,0 0-1 0 0,0 0 0 0 0,0 1 0 0 0,0 0 1 0 0,0 1-1 0 0,0 0 0 0 0,1 0 0 0 0,-1 0 1 0 0,0 1-1 0 0,-1 0 0 0 0,1 0 0 0 0,0 0 1 0 0,-1 1-1 0 0,1 0 0 0 0,-1 1 0 0 0,0 0 0 0 0,0-1 1 0 0,0 2-1 0 0,0-1 0 0 0,-1 1 0 0 0,0 0 1 0 0,0 0-1 0 0,0 0 0 0 0,-1 1 0 0 0,8 10 1 0 0,1 6 170 0 0,-6-13-183 0 0,-1 1 0 0 0,0-1-1 0 0,0 1 1 0 0,-1 1-1 0 0,-1-1 1 0 0,1 1 0 0 0,-2 0-1 0 0,0 0 1 0 0,4 21 0 0 0,-6-22 14 0 0,-1-8-98 0 0,0-1 1 0 0,1 1-1 0 0,-1 0 0 0 0,0 0 1 0 0,0 0-1 0 0,0 0 0 0 0,0-1 0 0 0,0 1 1 0 0,-1 0-1 0 0,1 0 0 0 0,-1 0 0 0 0,1-1 1 0 0,-1 1-1 0 0,1 0 0 0 0,-1-1 0 0 0,0 1 1 0 0,-2 2-1 0 0,-18 14-10 0 0,20-17 0 0 0,1-1 0 0 0,0 0 0 0 0,0 1 0 0 0,-1-1 1 0 0,1 0-1 0 0,0 1 0 0 0,0-1 0 0 0,-1 0 0 0 0,1 1 0 0 0,0-1 0 0 0,0 0 0 0 0,0 1 1 0 0,0-1-1 0 0,0 0 0 0 0,0 1 0 0 0,-1-1 0 0 0,1 1 0 0 0,0-1 0 0 0,0 0 0 0 0,0 1 1 0 0,0-1-1 0 0,0 1 0 0 0,0-1 0 0 0,1 0 0 0 0,-1 1 0 0 0,0-1 0 0 0,0 1 0 0 0,0-1 1 0 0,0 0-1 0 0,0 1 0 0 0,0-1 0 0 0,1 0 0 0 0,-1 1 0 0 0,0-1 0 0 0,0 0 0 0 0,1 1 1 0 0,-1-1-1 0 0,0 0 0 0 0,0 0 0 0 0,1 1 0 0 0,-1-1 0 0 0,0 0 0 0 0,1 0 0 0 0,-1 1 1 0 0,0-1-1 0 0,1 0 0 0 0,-1 0 0 0 0,1 0 0 0 0,-1 0 0 0 0,0 0 0 0 0,1 1 0 0 0,-1-1 1 0 0,1 0-1 0 0,15 4-34 0 0,-15-4 34 0 0,-1 0-1 0 0,1-1 0 0 0,-1 1 0 0 0,1 0 0 0 0,-1 0 0 0 0,0-1 1 0 0,1 1-1 0 0,-1-1 0 0 0,0 1 0 0 0,1 0 0 0 0,-1-1 1 0 0,0 1-1 0 0,0-1 0 0 0,1 1 0 0 0,-1-1 0 0 0,0 1 0 0 0,0-1 1 0 0,0 1-1 0 0,1-1 0 0 0,-1 1 0 0 0,0-1 0 0 0,0 1 1 0 0,0-1-1 0 0,0 1 0 0 0,0-1 0 0 0,0 1 0 0 0,0-1 0 0 0,0 1 1 0 0,0-1-1 0 0,-1 1 0 0 0,1-1 0 0 0,0 1 0 0 0,0-1 1 0 0,0 1-1 0 0,0 0 0 0 0,-1-1 0 0 0,1 1 0 0 0,0-1 0 0 0,-1 1 1 0 0,1-1-1 0 0,0 1 0 0 0,-1 0 0 0 0,1-1 0 0 0,0 1 1 0 0,-1 0-1 0 0,1-1 0 0 0,-1 1 0 0 0,0-1 0 0 0,-1 0 9 0 0,0 0 1 0 0,0 0-1 0 0,0-1 0 0 0,0 1 0 0 0,0-1 0 0 0,1 1 0 0 0,-1-1 1 0 0,0 0-1 0 0,-2-3 0 0 0,3 2 0 0 0,0 0 0 0 0,0-1-1 0 0,0 1 1 0 0,0 0 0 0 0,1 0 0 0 0,-1-1 0 0 0,1 1 0 0 0,0 0 0 0 0,0-5-1 0 0,1 2 0 0 0,-1 1-1 0 0,-1 0 0 0 0,1-1 0 0 0,-1 1 0 0 0,0 0 1 0 0,-1-6-1 0 0,0 8-4 0 0,1 0 0 0 0,-1 0 0 0 0,1 1 0 0 0,-1-1-1 0 0,0 1 1 0 0,0-1 0 0 0,0 1 0 0 0,-1 0 0 0 0,1 0 0 0 0,-1 0 0 0 0,-3-3 0 0 0,-6-3 1 0 0,8 3 1 0 0,-2 0-1 0 0,1 1 1 0 0,-1 0-1 0 0,1 1 1 0 0,-1-1-1 0 0,0 1 1 0 0,0 0-1 0 0,0 0 1 0 0,-1 1-1 0 0,1 0 1 0 0,-1 0 0 0 0,0 0-1 0 0,1 1 1 0 0,-1 0-1 0 0,0 0 1 0 0,0 1-1 0 0,-8 0 1 0 0,-18 9 41 0 0,0 1 0 0 0,1 1 1 0 0,0 2-1 0 0,-55 30 1 0 0,66-31-48 0 0,-1 1 0 0 0,2 1 1 0 0,-27 23-1 0 0,42-33-1 0 0,0 0 0 0 0,0 1 1 0 0,1 0-1 0 0,-1 0 0 0 0,1 0 0 0 0,0 1 1 0 0,1-1-1 0 0,-1 1 0 0 0,1 0 0 0 0,0 0 1 0 0,0 0-1 0 0,1 0 0 0 0,0 0 0 0 0,0 1 1 0 0,1-1-1 0 0,-2 12 0 0 0,3-15 11 0 0,0 0 0 0 0,0 0 0 0 0,0 0 0 0 0,0 0 0 0 0,1 0 0 0 0,-1 0 0 0 0,1 0-1 0 0,0 0 1 0 0,0 0 0 0 0,0 0 0 0 0,1 0 0 0 0,-1-1 0 0 0,1 1 0 0 0,-1 0 0 0 0,1-1 0 0 0,0 1 0 0 0,0-1-1 0 0,0 0 1 0 0,0 0 0 0 0,0 1 0 0 0,1-1 0 0 0,-1-1 0 0 0,1 1 0 0 0,-1 0 0 0 0,1 0 0 0 0,3 1 0 0 0,6 1 45 0 0,0 0 0 0 0,0-1 1 0 0,0 0-1 0 0,0-1 0 0 0,1-1 1 0 0,13 1-1 0 0,73 3 281 0 0,134-11-1 0 0,-145-10-263 0 0,-30 5-980 0 0,127-30-8588 0 0,-114 21 3135 0 0</inkml:trace>
</inkml:ink>
</file>

<file path=ppt/ink/ink5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06T18:32:55.26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255 105 1361 0 0,'0'0'1027'0'0,"6"-1"-387"0"0,15-4-160 0 0,-14 1 135 0 0,-3 1-509 0 0,2 0-99 0 0,10-7 420 0 0,-15 8-347 0 0,0 0-1 0 0,0-1 0 0 0,-1 1 1 0 0,1 0-1 0 0,0 0 0 0 0,-1-1 1 0 0,0 1-1 0 0,1 0 0 0 0,-1-1 1 0 0,-1-4-1 0 0,1 0 121 0 0,1 4-128 0 0,-1 1 0 0 0,0 0-1 0 0,0-1 1 0 0,0 1 0 0 0,0 0 0 0 0,-1 0-1 0 0,1-1 1 0 0,-1 1 0 0 0,1 0 0 0 0,-3-4 0 0 0,2 4-27 0 0,0 1 0 0 0,0 0 1 0 0,0 0-1 0 0,-1 0 0 0 0,1 0 1 0 0,0 0-1 0 0,-1 1 0 0 0,1-1 1 0 0,-1 0-1 0 0,1 1 0 0 0,-1-1 1 0 0,1 1-1 0 0,-1-1 1 0 0,1 1-1 0 0,-1 0 0 0 0,1-1 1 0 0,-1 1-1 0 0,0 0 0 0 0,1 0 1 0 0,-1 0-1 0 0,-2 1 0 0 0,-7 0 104 0 0,0 0 0 0 0,0 2-1 0 0,0-1 1 0 0,0 1 0 0 0,0 1-1 0 0,1 0 1 0 0,-1 0 0 0 0,-13 9-1 0 0,-76 49 262 0 0,97-60-393 0 0,0 0-1 0 0,1 0 1 0 0,-1 0 0 0 0,1 1 0 0 0,-1-1-1 0 0,1 1 1 0 0,0 0 0 0 0,-1-1-1 0 0,2 1 1 0 0,-1 0 0 0 0,0 0 0 0 0,0 0-1 0 0,-1 5 1 0 0,-7 13 149 0 0,-1-6-75 0 0,9-13-58 0 0,1 0 1 0 0,-1 1 0 0 0,0-1 0 0 0,1 0 0 0 0,0 1 0 0 0,-1-1 0 0 0,1 1 0 0 0,0-1 0 0 0,0 1 0 0 0,1 0 0 0 0,-1-1 0 0 0,0 1-1 0 0,1 0 1 0 0,0 0 0 0 0,-1-1 0 0 0,1 4 0 0 0,1-4-14 0 0,0 0 1 0 0,0 0-1 0 0,1-1 1 0 0,-1 1-1 0 0,0-1 0 0 0,1 1 1 0 0,-1-1-1 0 0,0 0 0 0 0,1 1 1 0 0,0-1-1 0 0,-1 0 0 0 0,1 0 1 0 0,0 0-1 0 0,-1 0 0 0 0,1 0 1 0 0,0-1-1 0 0,0 1 1 0 0,0 0-1 0 0,0-1 0 0 0,0 0 1 0 0,0 1-1 0 0,3-1 0 0 0,53 9 59 0 0,-42-8-207 0 0,0 0 1 0 0,0-2-1 0 0,-1 0 1 0 0,1-1-1 0 0,17-4 0 0 0,-13 1-1674 0 0,0-1-1 0 0,-1 0 0 0 0,32-17 0 0 0,-18 4-785 0 0</inkml:trace>
</inkml:ink>
</file>

<file path=ppt/ink/ink5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06T18:32:55.88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41 320 0 0,'0'-34'9991'0'0,"5"32"-9124"0"0,10 0-479 0 0,0 0-1 0 0,0 1 0 0 0,0 1 1 0 0,1 1-1 0 0,-1 0 0 0 0,0 1 0 0 0,19 5 1 0 0,12 6-1880 0 0,-3 4-3276 0 0,-21-12 1660 0 0,-17-4 40 0 0</inkml:trace>
</inkml:ink>
</file>

<file path=ppt/ink/ink5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06T18:32:56.29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1 1281 0 0,'0'0'1360'0'0,"33"0"801"0"0,-1 0-1280 0 0,1 0-161 0 0,-7 0-80 0 0,7 0-160 0 0,-1 6-239 0 0,1-6-482 0 0,0 6-1119 0 0,-1-6-721 0 0</inkml:trace>
</inkml:ink>
</file>

<file path=ppt/ink/ink5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06T18:34:31.88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811 65 2481 0 0,'0'-1'25'0'0,"-1"1"-1"0"0,1-1 1 0 0,0 1-1 0 0,0-1 1 0 0,-1 1-1 0 0,1-1 1 0 0,0 1-1 0 0,0-1 1 0 0,-1 1-1 0 0,1-1 1 0 0,-1 1-1 0 0,1 0 1 0 0,0-1-1 0 0,-1 1 1 0 0,1 0-1 0 0,-1-1 1 0 0,1 1-1 0 0,-1 0 1 0 0,1 0-1 0 0,-1-1 1 0 0,1 1-1 0 0,-1 0 1 0 0,1 0-1 0 0,-1 0 1 0 0,1 0 0 0 0,-1 0-1 0 0,1 0 1 0 0,-1 0-1 0 0,0 0 1 0 0,-13-1 293 0 0,35-3-91 0 0,-15 3 26 0 0,-6 0-180 0 0,0 0 0 0 0,0-1-1 0 0,1 1 1 0 0,-1 0 0 0 0,0 0-1 0 0,0 0 1 0 0,-1-1 0 0 0,1 1-1 0 0,0 0 1 0 0,0 0 0 0 0,0 0-1 0 0,-1-1 1 0 0,1 1 0 0 0,-1 0-1 0 0,1 0 1 0 0,-1 0 0 0 0,1 0-1 0 0,-1 0 1 0 0,0 0 0 0 0,1 0 0 0 0,-1 0-1 0 0,0 0 1 0 0,0 0 0 0 0,0 1-1 0 0,0-1 1 0 0,0 0 0 0 0,0 0-1 0 0,0 1 1 0 0,0-1 0 0 0,0 0-1 0 0,0 1 1 0 0,0-1 0 0 0,0 1-1 0 0,0 0 1 0 0,0-1 0 0 0,-1 1-1 0 0,1 0 1 0 0,0 0 0 0 0,0 0 0 0 0,0 0-1 0 0,-3 0 1 0 0,1-1-111 0 0,-14-3 385 0 0,6 1-147 0 0,-1 1 0 0 0,0 0 0 0 0,0 0 0 0 0,0 1 0 0 0,0 1 0 0 0,0 0 0 0 0,-24 3 0 0 0,-17 4 103 0 0,0 2-1 0 0,0 2 1 0 0,1 3-1 0 0,1 2 0 0 0,-61 27 1 0 0,8 6-357 0 0,93-45 38 0 0,6-3 70 0 0,0 0 0 0 0,-1 1 1 0 0,1 0-1 0 0,0 0 0 0 0,0 1 1 0 0,0-1-1 0 0,0 1 0 0 0,1 0 1 0 0,-1 0-1 0 0,1 1 0 0 0,0 0 1 0 0,0-1-1 0 0,0 1 0 0 0,0 0 1 0 0,0 1-1 0 0,-3 6 0 0 0,-2 11 409 0 0,7-18-414 0 0,1 1 1 0 0,-1-1 0 0 0,0 0 0 0 0,0 1 0 0 0,-1-1-1 0 0,1 0 1 0 0,-1-1 0 0 0,0 1 0 0 0,-6 7 0 0 0,6-9-47 0 0,0 1 1 0 0,0 0 0 0 0,0 0-1 0 0,1 0 1 0 0,-1 1 0 0 0,1-1-1 0 0,0 1 1 0 0,0-1 0 0 0,0 1-1 0 0,1 0 1 0 0,-2 3 0 0 0,1 2 11 0 0,1 0 1 0 0,0-1 0 0 0,1 1 0 0 0,0 9-1 0 0,0-10 10 0 0,1 4 52 0 0,0 0 1 0 0,1 0 0 0 0,0 0-1 0 0,1 0 1 0 0,4 13 0 0 0,-3-13-14 0 0,0-1 1 0 0,-2 1-1 0 0,1 0 1 0 0,-1 1 0 0 0,0 13-1 0 0,-2 10 64 0 0,1-12 34 0 0,-1 0 0 0 0,-7 44 0 0 0,-14 17 118 0 0,17-53-110 0 0,1 0 0 0 0,3 47 0 0 0,1-34 14 0 0,-1-34-136 0 0,0 0 0 0 0,1 0 1 0 0,0-1-1 0 0,1 1 1 0 0,0 0-1 0 0,7 19 1 0 0,-6-22-29 0 0,1-1 1 0 0,0 1 0 0 0,1-1 0 0 0,-1 0 0 0 0,2-1-1 0 0,-1 1 1 0 0,1-1 0 0 0,-1 0 0 0 0,14 10 0 0 0,27 15 5 0 0,1-3 1 0 0,1-1 0 0 0,56 22-1 0 0,-63-32-20 0 0,0-1 1 0 0,1-2-1 0 0,0-2 0 0 0,1-2 0 0 0,1-2 0 0 0,44 3 1 0 0,-27-8 18 0 0,0-3 1 0 0,0-2 0 0 0,100-17 0 0 0,-25-5 14 0 0,211-67 0 0 0,12-27 560 0 0,-340 113-508 0 0,0-1 0 0 0,0-1 0 0 0,-1-1 0 0 0,0 0 1 0 0,-1-1-1 0 0,0-1 0 0 0,0 0 0 0 0,-1-2 0 0 0,19-16 0 0 0,-20 14-6 0 0,-1-1 0 0 0,0-1-1 0 0,-2 0 1 0 0,0 0 0 0 0,0-1 0 0 0,9-20 0 0 0,-16 28-69 0 0,-1-1 0 0 0,-1 1-1 0 0,1-1 1 0 0,-2 0 0 0 0,1 1 0 0 0,-1-1 0 0 0,-1 0 0 0 0,0 0-1 0 0,0 0 1 0 0,-1-1 0 0 0,0 1 0 0 0,0 0 0 0 0,-2 0 0 0 0,-2-15-1 0 0,-1 10 20 0 0,-1 0 0 0 0,0 0-1 0 0,-1 0 1 0 0,-1 1 0 0 0,0 0-1 0 0,-1 1 1 0 0,0 0 0 0 0,-1 0-1 0 0,-1 1 1 0 0,-22-21 0 0 0,10 13-94 0 0,-2 0 1 0 0,-1 2 0 0 0,0 0 0 0 0,-50-23 0 0 0,-174-76 177 0 0,-70-29-1154 0 0,260 125 666 0 0,0 2-1 0 0,-2 2 1 0 0,-88-11-1 0 0,108 24-165 0 0,-1 2-1 0 0,1 1 1 0 0,-1 3 0 0 0,-51 8-1 0 0,26 2-1884 0 0,-121 38 0 0 0,163-41 1486 0 0,0 0-1 0 0,-38 21 0 0 0,50-21 10 0 0,1 1 1 0 0,-1 0-1 0 0,-20 21 0 0 0</inkml:trace>
</inkml:ink>
</file>

<file path=ppt/ink/ink5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06T18:35:00.84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458 251 1921 0 0,'0'37'1192'0'0,"-1"-27"-1120"0"0,1 0 1 0 0,0 0 0 0 0,1 1-1 0 0,0-1 1 0 0,4 11-1 0 0,-5-20-70 0 0,0 1 0 0 0,0-1 0 0 0,1 0 1 0 0,-1 0-1 0 0,1 0 0 0 0,-1 0 0 0 0,1 0 0 0 0,-1 0 0 0 0,1 0 0 0 0,-1 0 0 0 0,1 0 0 0 0,0 0 0 0 0,0-1 0 0 0,0 1 0 0 0,-1 0 0 0 0,1 0 0 0 0,0-1 0 0 0,0 1 0 0 0,0 0 1 0 0,0-1-1 0 0,0 1 0 0 0,0-1 0 0 0,2 1 0 0 0,26 0-58 0 0,-11-2-44 0 0,140 6 713 0 0,-104-10 1828 0 0,-50 2-1975 0 0,-4-17-11 0 0,0-102 1065 0 0,1 121-1486 0 0,-1 0 0 0 0,0 0 0 0 0,0 0 0 0 0,1 0 0 0 0,-1 0 0 0 0,1 0 0 0 0,-1 0 0 0 0,1 0 0 0 0,-1 0 0 0 0,1 0 0 0 0,-1 0 0 0 0,1 0 0 0 0,0 0 0 0 0,-1 0 0 0 0,1 0 0 0 0,0 1 0 0 0,0-1 0 0 0,0 0 0 0 0,0 1-1 0 0,0-1 1 0 0,0 1 0 0 0,0-1 0 0 0,0 1 0 0 0,1-1 0 0 0,8-5 145 0 0,22-36 314 0 0,-21 26-411 0 0,-10 12-73 0 0,1 1 0 0 0,0 0 0 0 0,0 0 0 0 0,1 0 1 0 0,-1 0-1 0 0,1 1 0 0 0,-1-1 0 0 0,1 1 0 0 0,4-4 1 0 0,-4 5-9 0 0,-1-1 1 0 0,1 0-1 0 0,-1 0 1 0 0,0 0-1 0 0,0 0 1 0 0,0-1 0 0 0,0 1-1 0 0,0 0 1 0 0,0-1-1 0 0,0 0 1 0 0,-1 1 0 0 0,3-6-1 0 0,-3 2 14 0 0,0-1-1 0 0,0 0 0 0 0,0 1 1 0 0,-1-1-1 0 0,0-8 0 0 0,0 14-9 0 0,-1 0 0 0 0,1-1 0 0 0,-1 1 0 0 0,0 0 0 0 0,1 0 0 0 0,-1-1 0 0 0,0 1 0 0 0,0 0 0 0 0,1 0 0 0 0,-1 0 0 0 0,0 0 0 0 0,0 0 0 0 0,0 0 0 0 0,-1 0 0 0 0,1 0 0 0 0,0 0 0 0 0,0 1 0 0 0,0-1 0 0 0,-1 0-1 0 0,1 1 1 0 0,0-1 0 0 0,-1 1 0 0 0,1-1 0 0 0,0 1 0 0 0,-1 0 0 0 0,-2-1 0 0 0,-4-2 21 0 0,2 1-16 0 0,0 0 0 0 0,0 1 0 0 0,0-1 0 0 0,0 1 0 0 0,0 0 0 0 0,0 1 0 0 0,0-1 0 0 0,0 1 0 0 0,0 1 0 0 0,0-1 0 0 0,0 1 0 0 0,-7 2 0 0 0,-33 2 7 0 0,-20 3-596 0 0,0 3 0 0 0,1 3 0 0 0,0 3 0 0 0,-91 36 0 0 0,-61 22-2595 0 0,151-48 2600 0 0,60-21 467 0 0,7-12 374 0 0,0 5-237 0 0,0 0 0 0 0,0 0 0 0 0,1 0-1 0 0,-1 0 1 0 0,0 0 0 0 0,1 0 0 0 0,-1 0 0 0 0,0 1-1 0 0,1-1 1 0 0,-1 1 0 0 0,1-1 0 0 0,-1 1 0 0 0,1-1 0 0 0,-1 1-1 0 0,4 0 1 0 0,-3-1 67 0 0,52-25 1138 0 0,-30 14-732 0 0,1 1-1 0 0,0 0 1 0 0,0 2-1 0 0,29-6 1 0 0,98-11 604 0 0,-84 13-682 0 0,-40 7-331 0 0,-1 2 0 0 0,1 1 0 0 0,55 0 0 0 0,-79 3-91 0 0,0 0 1 0 0,-1 0-1 0 0,1 1 0 0 0,-1-1 1 0 0,1 1-1 0 0,-1 0 1 0 0,1 0-1 0 0,-1 0 1 0 0,0 0-1 0 0,1 0 1 0 0,2 3-1 0 0,-4-3 9 0 0,0 0-1 0 0,-1 1 1 0 0,1-1-1 0 0,-1 1 0 0 0,1-1 1 0 0,-1 1-1 0 0,0 0 1 0 0,0 0-1 0 0,0-1 1 0 0,0 1-1 0 0,0 0 1 0 0,0 0-1 0 0,0 0 1 0 0,0 0-1 0 0,-1 0 0 0 0,1 0 1 0 0,-1 0-1 0 0,1 1 1 0 0,-1-1-1 0 0,0 0 1 0 0,0 4-1 0 0,0 4 69 0 0,1 0-1 0 0,1-1 0 0 0,0 1 1 0 0,0 0-1 0 0,6 15 1 0 0,-4-15 9 0 0,-1 1 1 0 0,0-1-1 0 0,0 1 1 0 0,-2 0-1 0 0,2 20 1 0 0,-2-2 148 0 0,0-20-206 0 0,0-1 0 0 0,-1 1 0 0 0,0 0-1 0 0,-1-1 1 0 0,0 1 0 0 0,0-1 0 0 0,-4 13 0 0 0,-6-1 32 0 0,9-18-32 0 0,0 1 0 0 0,0 0-1 0 0,1-1 1 0 0,-1 1 0 0 0,1 0-1 0 0,0 0 1 0 0,0 0-1 0 0,0 0 1 0 0,0 0 0 0 0,0 0-1 0 0,0 0 1 0 0,1 0 0 0 0,0 4-1 0 0,0 46 490 0 0,0-52-161 0 0,-1-9-200 0 0,1 8-161 0 0,0-1-1 0 0,0 1 0 0 0,1 0 1 0 0,-1-1-1 0 0,0 1 0 0 0,0-1 1 0 0,0 1-1 0 0,0-1 1 0 0,0 1-1 0 0,0-1 0 0 0,0 1 1 0 0,0-1-1 0 0,0 1 0 0 0,0-1 1 0 0,0 1-1 0 0,-1 0 1 0 0,1-1-1 0 0,0 1 0 0 0,0-1 1 0 0,0 1-1 0 0,-1-1 0 0 0,1 1 1 0 0,0 0-1 0 0,0-1 0 0 0,-1 1 1 0 0,1 0-1 0 0,0-1 1 0 0,-1 1-1 0 0,1 0 0 0 0,0-1 1 0 0,-1 1-1 0 0,0-1 0 0 0,-6-2 2 0 0,6 2 0 0 0,0 1 0 0 0,0-1 0 0 0,0 1 0 0 0,0-1 0 0 0,0 0 0 0 0,-1 1 0 0 0,1-1 0 0 0,0 0 0 0 0,0 0 0 0 0,1 1 0 0 0,-1-1 0 0 0,0 0 0 0 0,0 0 0 0 0,0 0 0 0 0,1 0 0 0 0,-1 0 0 0 0,0-1 0 0 0,1 1 0 0 0,-1 0 0 0 0,1 0 0 0 0,-1 0 0 0 0,1 0 0 0 0,0-1 0 0 0,-1 1 0 0 0,1 0 0 0 0,0 0 0 0 0,0-3 0 0 0,-1 1-6 0 0,1 1 0 0 0,-1 0-1 0 0,0-1 1 0 0,0 1-1 0 0,0 0 1 0 0,0 0-1 0 0,0 0 1 0 0,-1-1 0 0 0,1 1-1 0 0,-1 0 1 0 0,1 1-1 0 0,-1-1 1 0 0,0 0-1 0 0,0 0 1 0 0,0 1-1 0 0,0-1 1 0 0,0 1 0 0 0,0 0-1 0 0,0-1 1 0 0,0 1-1 0 0,-4-1 1 0 0,-1-2-58 0 0,0 1 1 0 0,0 0-1 0 0,-1 1 0 0 0,0-1 1 0 0,1 2-1 0 0,-10-2 1 0 0,10 2 5 0 0,0 1 0 0 0,0 0 0 0 0,0 1 0 0 0,1-1 1 0 0,-1 1-1 0 0,0 1 0 0 0,0-1 0 0 0,1 1 1 0 0,-1 1-1 0 0,-10 4 0 0 0,-1 3-20 0 0,1 0-1 0 0,-20 16 0 0 0,31-21 57 0 0,-5 3 6 0 0,4-3 15 0 0,0-1-1 0 0,0 2 0 0 0,1-1 0 0 0,-8 9 0 0 0,13-13 9 0 0,0 0-1 0 0,0 1 0 0 0,0 0 1 0 0,0-1-1 0 0,0 1 0 0 0,0-1 1 0 0,0 1-1 0 0,0 0 0 0 0,1 0 0 0 0,-1 0 1 0 0,1-1-1 0 0,-1 1 0 0 0,1 0 1 0 0,0 0-1 0 0,-1 0 0 0 0,1 0 1 0 0,0 0-1 0 0,1-1 0 0 0,-1 1 1 0 0,0 0-1 0 0,0 0 0 0 0,1 0 1 0 0,-1 0-1 0 0,2 2 0 0 0,4 7 97 0 0,0-1 0 0 0,1 1 1 0 0,15 16-1 0 0,-3-2 164 0 0,-9-13-84 0 0,0 0-1 0 0,1-1 1 0 0,1 0-1 0 0,0-1 1 0 0,0 0-1 0 0,20 11 1 0 0,27 23 220 0 0,-36-19-239 0 0,-20-21-139 0 0,0 0 0 0 0,1-1 1 0 0,-1 1-1 0 0,1 0 0 0 0,0-1 0 0 0,0 0 1 0 0,0 0-1 0 0,0 0 0 0 0,1 0 1 0 0,-1-1-1 0 0,7 3 0 0 0,-3-3-188 0 0,1-1 0 0 0,-1 1-1 0 0,1-1 1 0 0,-1-1 0 0 0,1 0 0 0 0,-1 0-1 0 0,1 0 1 0 0,14-4 0 0 0,-10 2-1326 0 0,1-1 1 0 0,-1-1 0 0 0,0 0 0 0 0,21-10-1 0 0,-27 10 238 0 0,-1 0 0 0 0,0 0 0 0 0,0-1-1 0 0,7-6 1 0 0</inkml:trace>
</inkml:ink>
</file>

<file path=ppt/ink/ink5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06T18:35:01.74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0 167 800 0 0,'31'-26'2214'0'0,"-28"23"-1884"0"0,1 0 0 0 0,-1 0-1 0 0,0 0 1 0 0,1 0 0 0 0,0 1 0 0 0,4-3-1 0 0,-5 3-181 0 0,1 1 1625 0 0,-4 2-1734 0 0,0-1-1 0 0,-1 0 1 0 0,1 0 0 0 0,0 1 0 0 0,0-1 0 0 0,-1 0-1 0 0,1 0 1 0 0,0 1 0 0 0,0-1 0 0 0,-1 0 0 0 0,1 1 0 0 0,0-1-1 0 0,0 0 1 0 0,0 1 0 0 0,0-1 0 0 0,0 0 0 0 0,0 1-1 0 0,-1-1 1 0 0,1 0 0 0 0,0 1 0 0 0,0-1 0 0 0,0 0 0 0 0,0 1-1 0 0,0-1 1 0 0,0 1 0 0 0,0-1 0 0 0,1 0 0 0 0,-1 1-1 0 0,0-1 1 0 0,0 0 0 0 0,0 1 0 0 0,0-1 0 0 0,0 0-1 0 0,0 1 1 0 0,1-1 0 0 0,-1 0 0 0 0,0 1 0 0 0,0-1 0 0 0,1 0-1 0 0,-1 0 1 0 0,0 1 0 0 0,0-1 0 0 0,1 0 0 0 0,-1 0-1 0 0,0 1 1 0 0,1-1 0 0 0,-1 0 0 0 0,0 0 0 0 0,1 0 0 0 0,-1 0-1 0 0,0 1 1 0 0,1-1 0 0 0,-1 0 0 0 0,1 0 0 0 0,3 2 72 0 0,-1 0-1 0 0,1 1 1 0 0,-1-1 0 0 0,0 1 0 0 0,0 0 0 0 0,0-1 0 0 0,0 2 0 0 0,0-1 0 0 0,4 6 0 0 0,22 26 554 0 0,-5-9-7 0 0,-2 2 0 0 0,25 39 0 0 0,-38-53-552 0 0,0 0 0 0 0,1-1-1 0 0,1 0 1 0 0,0-1 0 0 0,1 0 0 0 0,0-1-1 0 0,0 0 1 0 0,2-1 0 0 0,-1 0 0 0 0,1-1-1 0 0,0-1 1 0 0,1 0 0 0 0,18 6 0 0 0,-28-12-29 0 0,0-1 0 0 0,-1 0 0 0 0,1 0 0 0 0,0-1 0 0 0,0 1 0 0 0,0-1 0 0 0,0 0 0 0 0,0-1 0 0 0,-1 1 0 0 0,1-1 0 0 0,0 0-1 0 0,0 0 1 0 0,-1 0 0 0 0,1-1 0 0 0,7-3 0 0 0,8-4 243 0 0,-1-1 0 0 0,20-14-1 0 0,-38 23-308 0 0,29-20 410 0 0,-1-1-1 0 0,-1-2 1 0 0,40-43 0 0 0,-32 30-157 0 0,-7 9-57 0 0,34-46 0 0 0,-59 70-197 0 0,-1 0 0 0 0,0 0 1 0 0,0-1-1 0 0,-1 1 1 0 0,1-1-1 0 0,-1 0 0 0 0,0 1 1 0 0,0-1-1 0 0,-1 0 0 0 0,1 0 1 0 0,-1 0-1 0 0,0-1 0 0 0,0 1 1 0 0,-1 0-1 0 0,0-7 0 0 0,-1 8-62 0 0,0 1 0 0 0,0-1-1 0 0,0 1 1 0 0,-1-1 0 0 0,1 1-1 0 0,-1-1 1 0 0,0 1 0 0 0,0 0-1 0 0,0 0 1 0 0,-1 0 0 0 0,1 0-1 0 0,-1 0 1 0 0,1 1-1 0 0,-1-1 1 0 0,0 1 0 0 0,0 0-1 0 0,0-1 1 0 0,0 1 0 0 0,-1 1-1 0 0,-3-3 1 0 0,3 2-466 0 0,0 0 1 0 0,0 1-1 0 0,0-1 1 0 0,0 1-1 0 0,0 0 1 0 0,0 0-1 0 0,0 1 0 0 0,0-1 1 0 0,0 1-1 0 0,0 0 1 0 0,0 0-1 0 0,-1 0 1 0 0,1 0-1 0 0,-5 2 0 0 0,-23 10-5231 0 0</inkml:trace>
</inkml:ink>
</file>

<file path=ppt/ink/ink5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06T18:35:03.01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483 1 880 0 0,'15'0'584'0'0,"-1"0"-1"0"0,29 6 0 0 0,-39-6-502 0 0,0 2 0 0 0,1-1 0 0 0,-1 0 0 0 0,0 1-1 0 0,0 0 1 0 0,-1 0 0 0 0,1 0 0 0 0,0 0 0 0 0,-1 0 0 0 0,1 1 0 0 0,-1 0 0 0 0,4 3 0 0 0,-6-4-46 0 0,0 0 0 0 0,0 0 0 0 0,0 0 0 0 0,0 0 0 0 0,0 0 1 0 0,-1 1-1 0 0,1-1 0 0 0,-1 0 0 0 0,0 0 0 0 0,0 0 0 0 0,0 1 0 0 0,0-1 0 0 0,0 0 1 0 0,0 0-1 0 0,-1 3 0 0 0,1 7 150 0 0,-1-4-79 0 0,1 0-1 0 0,-2 0 1 0 0,1-1 0 0 0,-1 1 0 0 0,0-1 0 0 0,0 1-1 0 0,-1-1 1 0 0,0 0 0 0 0,0 0 0 0 0,-1 0 0 0 0,0 0-1 0 0,0-1 1 0 0,-5 7 0 0 0,2-4-4 0 0,-1-1 0 0 0,0 0 1 0 0,0 0-1 0 0,-1-1 0 0 0,0 0 0 0 0,0 0 0 0 0,0-1 1 0 0,-20 10-1 0 0,-29 7 422 0 0,-1-2 1 0 0,-75 16 0 0 0,111-32-254 0 0,0 0-1 0 0,-32 1 1 0 0,47-6-222 0 0,0 0-1 0 0,0-1 1 0 0,1 0 0 0 0,-1 0-1 0 0,0-1 1 0 0,0 1 0 0 0,1-2-1 0 0,-1 1 1 0 0,1-1-1 0 0,-9-5 1 0 0,-9-10-85 0 0,24 17 37 0 0,0 1 0 0 0,1-1 0 0 0,-1 0 1 0 0,1 1-1 0 0,-1-1 0 0 0,1 0 0 0 0,-1 0 0 0 0,1 1 0 0 0,-1-1 0 0 0,1 0 0 0 0,0 0 1 0 0,0 0-1 0 0,-1 0 0 0 0,1 0 0 0 0,0 0 0 0 0,0 1 0 0 0,0-1 0 0 0,0 0 0 0 0,0 0 1 0 0,0 0-1 0 0,0 0 0 0 0,0 0 0 0 0,1 0 0 0 0,-1 0 0 0 0,0 0 0 0 0,0 1 0 0 0,1-1 1 0 0,-1 0-1 0 0,0 0 0 0 0,1 0 0 0 0,0-1 0 0 0,8-9 20 0 0,1 1 0 0 0,0 0 0 0 0,1 0 1 0 0,0 1-1 0 0,0 1 0 0 0,1-1 0 0 0,0 2 0 0 0,0 0 0 0 0,1 0 0 0 0,0 1 0 0 0,15-4 1 0 0,-20 7-22 0 0,0 0 1 0 0,0 1-1 0 0,1 0 1 0 0,0 0 0 0 0,-1 1-1 0 0,18 0 1 0 0,-4 0 8 0 0,4 0 29 0 0,1 2 1 0 0,0 0-1 0 0,0 2 0 0 0,-1 1 1 0 0,0 0-1 0 0,0 2 0 0 0,33 13 1 0 0,14 5 474 0 0,127 62 1 0 0,-186-78-462 0 0,-7-5-46 0 0,-1 0 0 0 0,1 0 0 0 0,-1 1 0 0 0,0 0 0 0 0,-1 0 1 0 0,1 1-1 0 0,-1 0 0 0 0,9 9 0 0 0,-11-12-259 0 0,0 0 1 0 0,0-1-1 0 0,1 1 1 0 0,-1-1-1 0 0,0 1 1 0 0,1-1 0 0 0,-1 0-1 0 0,1-1 1 0 0,0 1-1 0 0,-1-1 1 0 0,1 1 0 0 0,4-1-1 0 0,-4-1-3415 0 0,-4-4-521 0 0</inkml:trace>
</inkml:ink>
</file>

<file path=ppt/ink/ink5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06T18:35:05.59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0 137 1521 0 0,'0'0'3921'0'0,"0"-6"-2480"0"0,33 6-320 0 0,0-8-81 0 0,-1-5-159 0 0,34-1-1 0 0,-1-1 0 0 0,66-6-159 0 0,-33 9-161 0 0,0-9-240 0 0,-40 15 0 0 0,8-2-320 0 0,-34 1-320 0 0,1 1-800 0 0,0 6-1121 0 0,-66 0-4402 0 0</inkml:trace>
</inkml:ink>
</file>

<file path=ppt/ink/ink5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06T18:35:06.21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55 1281 0 0,'33'0'1680'0'0,"-1"-7"-79"0"0,1 7-80 0 0,0-8-161 0 0,32 2-159 0 0,0 0-161 0 0,33-9-79 0 0,-32 9-161 0 0,32 0-159 0 0,-33 6-161 0 0,0 0-240 0 0,-39 0-400 0 0,40 0-1121 0 0,-34 6-1680 0 0,1 0-401 0 0</inkml:trace>
</inkml:ink>
</file>

<file path=ppt/ink/ink5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06T18:35:16.48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55 108 1921 0 0,'1'-1'72'0'0,"7"-4"485"0"0,1 0 0 0 0,-1-1 1 0 0,0 0-1 0 0,-1 0 0 0 0,11-12 0 0 0,-11 9 147 0 0,-6 7-586 0 0,0 0 0 0 0,0 0 0 0 0,1 0 0 0 0,-1 0 0 0 0,0 1-1 0 0,1-1 1 0 0,-1 1 0 0 0,1-1 0 0 0,0 1 0 0 0,0-1 0 0 0,0 1-1 0 0,-1 0 1 0 0,1 0 0 0 0,0 0 0 0 0,0 0 0 0 0,5-2 0 0 0,-1 1 34 0 0,1-2 54 0 0,0 1 0 0 0,0 0 0 0 0,1 0 0 0 0,-1 1 0 0 0,1 0 0 0 0,0 0 0 0 0,-1 1 0 0 0,1 0 0 0 0,0 0 0 0 0,0 1-1 0 0,0 0 1 0 0,0 0 0 0 0,0 1 0 0 0,15 3 0 0 0,15 5 187 0 0,-1 2 0 0 0,55 22 0 0 0,-72-24-185 0 0,1 1 0 0 0,-2 1 0 0 0,0 0 0 0 0,0 1 1 0 0,26 23-1 0 0,-40-30-128 0 0,0 0 1 0 0,-1 0-1 0 0,0 0 0 0 0,1 0 1 0 0,-2 1-1 0 0,7 10 0 0 0,-9-13-56 0 0,0-1-1 0 0,0 0 1 0 0,0 1 0 0 0,-1 0-1 0 0,1-1 1 0 0,0 1-1 0 0,-1-1 1 0 0,0 1 0 0 0,0 0-1 0 0,0-1 1 0 0,0 1-1 0 0,0-1 1 0 0,0 1 0 0 0,-1 0-1 0 0,1-1 1 0 0,-1 1-1 0 0,-1 3 1 0 0,-9 14 82 0 0,9-17-94 0 0,0-1-1 0 0,0 1 0 0 0,1 0 1 0 0,-1-1-1 0 0,1 1 0 0 0,0 0 1 0 0,-1 0-1 0 0,2 0 0 0 0,-1 0 1 0 0,0 0-1 0 0,0 0 0 0 0,1 6 1 0 0,0-8-12 0 0,-1-1 1 0 0,1 1-1 0 0,0 0 1 0 0,0 0-1 0 0,0 0 1 0 0,1 0-1 0 0,-1-1 1 0 0,0 1 0 0 0,0 0-1 0 0,0 0 1 0 0,1 0-1 0 0,-1 0 1 0 0,0-1-1 0 0,1 1 1 0 0,-1 0-1 0 0,0 0 1 0 0,1-1 0 0 0,-1 1-1 0 0,1 0 1 0 0,-1-1-1 0 0,1 1 1 0 0,0-1-1 0 0,-1 1 1 0 0,1-1-1 0 0,0 1 1 0 0,-1-1 0 0 0,1 1-1 0 0,0-1 1 0 0,0 1-1 0 0,-1-1 1 0 0,1 0-1 0 0,0 1 1 0 0,0-1-1 0 0,0 0 1 0 0,-1 0 0 0 0,1 0-1 0 0,0 0 1 0 0,0 0-1 0 0,0 0 1 0 0,0 0-1 0 0,-1 0 1 0 0,1 0-1 0 0,0 0 1 0 0,0 0 0 0 0,0 0-1 0 0,0-1 1 0 0,1 1-1 0 0,-2 0 1 0 0,0-1 1 0 0,0 1-1 0 0,-1 0 0 0 0,1 0 0 0 0,0 0 1 0 0,0 0-1 0 0,0 0 0 0 0,0 0 1 0 0,0 0-1 0 0,0 0 0 0 0,0 0 0 0 0,0 0 1 0 0,-1-1-1 0 0,1 1 0 0 0,0 0 0 0 0,0 0 1 0 0,0 0-1 0 0,0 0 0 0 0,0 0 0 0 0,0 0 1 0 0,0-1-1 0 0,0 1 0 0 0,0 0 0 0 0,0 0 1 0 0,0 0-1 0 0,0 0 0 0 0,0 0 0 0 0,0 0 1 0 0,0-1-1 0 0,0 1 0 0 0,0 0 0 0 0,0 0 1 0 0,0 0-1 0 0,0 0 0 0 0,0 0 1 0 0,0 0-1 0 0,0-1 0 0 0,0 1 0 0 0,0 0 1 0 0,1 0-1 0 0,-1 0 0 0 0,0 0 0 0 0,0 0 1 0 0,0 0-1 0 0,0 0 0 0 0,0 0 0 0 0,0-1 1 0 0,0 1-1 0 0,0 0 0 0 0,0 0 0 0 0,1 0 1 0 0,-1 0-1 0 0,-22-7 52 0 0,17 6-119 0 0,4 0 42 0 0,0 0 0 0 0,0 1 0 0 0,0-1 1 0 0,0 0-1 0 0,0 1 0 0 0,0-1 0 0 0,0 1 0 0 0,0-1 1 0 0,0 1-1 0 0,0-1 0 0 0,0 1 0 0 0,-1 0 1 0 0,1-1-1 0 0,0 1 0 0 0,0 0 0 0 0,0 0 1 0 0,0 0-1 0 0,-1 0 0 0 0,1 0 0 0 0,0 0 1 0 0,0 0-1 0 0,-2 1 0 0 0,-3-1-70 0 0,-43-3-201 0 0,0 2 0 0 0,-1 3 0 0 0,1 2 0 0 0,0 2 1 0 0,1 2-1 0 0,-1 2 0 0 0,2 2 0 0 0,-47 18 0 0 0,80-24 315 0 0,1 0 1 0 0,-20 12-1 0 0,31-17-4 0 0,-1 1-1 0 0,1-1 1 0 0,-1 0-1 0 0,1 1 1 0 0,0 0-1 0 0,-1 0 1 0 0,1 0-1 0 0,0 0 1 0 0,0 0-1 0 0,1 0 0 0 0,-1 0 1 0 0,0 0-1 0 0,1 1 1 0 0,-3 4-1 0 0,4-7-11 0 0,0 1 1 0 0,1-1-1 0 0,-1 1 0 0 0,0-1 0 0 0,0 1 0 0 0,0-1 1 0 0,1 0-1 0 0,-1 1 0 0 0,0-1 0 0 0,0 1 0 0 0,1-1 0 0 0,-1 0 1 0 0,0 1-1 0 0,1-1 0 0 0,-1 0 0 0 0,0 1 0 0 0,1-1 1 0 0,-1 0-1 0 0,1 1 0 0 0,-1-1 0 0 0,1 0 0 0 0,-1 0 1 0 0,1 0-1 0 0,0 1 0 0 0,-1-1 6 0 0,1 0 1 0 0,0 1-1 0 0,0-1 1 0 0,-1 0-1 0 0,1 1 1 0 0,0-1-1 0 0,-1 1 1 0 0,1-1-1 0 0,0 1 0 0 0,-1-1 1 0 0,1 1-1 0 0,-1 0 1 0 0,1-1-1 0 0,-1 1 1 0 0,1 0-1 0 0,-1-1 1 0 0,1 1-1 0 0,-1 0 0 0 0,0 0 1 0 0,1-1-1 0 0,-1 1 1 0 0,0 0-1 0 0,0 0 1 0 0,1 0-1 0 0,-1-1 1 0 0,0 3-1 0 0,1-2 8 0 0,-1 0 1 0 0,1 0-1 0 0,0 0 1 0 0,0 0-1 0 0,-1 0 0 0 0,1 0 1 0 0,0-1-1 0 0,0 1 1 0 0,0 0-1 0 0,0 0 1 0 0,0-1-1 0 0,0 1 0 0 0,0 0 1 0 0,1-1-1 0 0,-1 1 1 0 0,0-1-1 0 0,0 0 0 0 0,0 1 1 0 0,1-1-1 0 0,-1 0 1 0 0,0 0-1 0 0,0 0 0 0 0,0 0 1 0 0,3 0-1 0 0,1 1 56 0 0,10 2 44 0 0,2 1 136 0 0,1 0 0 0 0,30 12 0 0 0,-37-10-181 0 0,1-2 0 0 0,0 0 1 0 0,0 0-1 0 0,1-1 0 0 0,13 1 0 0 0,24 5-58 0 0,102 10-3911 0 0,-146-18 3285 0 0,0 0 1 0 0,1-1-1 0 0,-1 0 0 0 0,0 0 0 0 0,0-1 0 0 0,0 0 0 0 0,0 0 0 0 0,0 0 0 0 0,10-4 0 0 0,16-14-2390 0 0</inkml:trace>
</inkml:ink>
</file>

<file path=ppt/ink/ink5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06T18:35:17.22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65 2 1761 0 0,'0'-2'5954'0'0,"0"5"-4278"0"0,0 173 2112 0 0,0-169-3682 0 0,0 0 0 0 0,0 1 0 0 0,-1-1-1 0 0,0 0 1 0 0,0 0 0 0 0,-1 1 0 0 0,0-1-1 0 0,0 0 1 0 0,-1-1 0 0 0,1 1 0 0 0,-2 0 0 0 0,1-1-1 0 0,-8 12 1 0 0,1-7 94 0 0,-9 18 318 0 0,19-28-491 0 0,-1 0 1 0 0,1 0-1 0 0,-1 1 1 0 0,1-1-1 0 0,0 0 0 0 0,-1 1 1 0 0,1-1-1 0 0,0 0 1 0 0,0 1-1 0 0,0-1 0 0 0,0 0 1 0 0,0 1-1 0 0,0-1 0 0 0,0 0 1 0 0,1 0-1 0 0,-1 1 1 0 0,0-1-1 0 0,1 0 0 0 0,-1 1 1 0 0,1-1-1 0 0,0 2 1 0 0,21 17 399 0 0,-21-19-422 0 0,0-1 0 0 0,0 1 0 0 0,0-1 1 0 0,0 1-1 0 0,0-1 0 0 0,0 1 0 0 0,0-1 1 0 0,0 0-1 0 0,0 1 0 0 0,0-1 1 0 0,0 0-1 0 0,0 0 0 0 0,0 0 0 0 0,1 0 1 0 0,-1 0-1 0 0,0 0 0 0 0,0 0 0 0 0,0 0 1 0 0,0 0-1 0 0,0-1 0 0 0,0 1 1 0 0,0 0-1 0 0,0-1 0 0 0,0 1 0 0 0,0-1 1 0 0,0 1-1 0 0,0-1 0 0 0,0 1 0 0 0,1-2 1 0 0,10-3 62 0 0,-8 3-50 0 0,6-1 77 0 0,0-1 0 0 0,0 0 0 0 0,-1-1 1 0 0,1 0-1 0 0,-1-1 0 0 0,0 0 0 0 0,0 0 1 0 0,-1-1-1 0 0,0 0 0 0 0,0 0 1 0 0,13-16-1 0 0,76-103 716 0 0,-74 99-688 0 0,-17 19-61 0 0,1 0 0 0 0,-1-1 0 0 0,8-14 0 0 0,-12 19-177 0 0,0-1 0 0 0,-1 1 0 0 0,1-1 0 0 0,-1 0 0 0 0,0 1 0 0 0,-1-1 0 0 0,1 0 0 0 0,-1-8 0 0 0,1 8-948 0 0,-1 8-380 0 0,0-3 1171 0 0,0 1 0 0 0,0-1 0 0 0,0 1 0 0 0,0 0 0 0 0,0-1 0 0 0,-1 1 0 0 0,1-1 0 0 0,0 1 0 0 0,0-1 0 0 0,-1 1 0 0 0,1 0 0 0 0,0-1 0 0 0,-1 1 0 0 0,1-1 0 0 0,0 1 0 0 0,-1-1 0 0 0,1 0 0 0 0,-1 1 0 0 0,1-1 0 0 0,-1 1 0 0 0,-27 15-4156 0 0,-4 14-68 0 0</inkml:trace>
</inkml:ink>
</file>

<file path=ppt/ink/ink5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06T18:35:18.61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4 139 240 0 0,'0'-2'141'0'0,"0"0"0"0"0,1 0 1 0 0,-1 0-1 0 0,1 0 0 0 0,-1 0 0 0 0,1 0 0 0 0,0 0 0 0 0,0 0 1 0 0,-1 1-1 0 0,2-1 0 0 0,-1 0 0 0 0,0 1 0 0 0,0-1 0 0 0,0 0 1 0 0,1 1-1 0 0,-1-1 0 0 0,1 1 0 0 0,-1 0 0 0 0,1 0 0 0 0,0-1 1 0 0,-1 1-1 0 0,1 0 0 0 0,0 0 0 0 0,0 0 0 0 0,0 1 0 0 0,0-1 1 0 0,0 0-1 0 0,2 0 0 0 0,18-10 941 0 0,-9-2 73 0 0,-11 11-1060 0 0,0 1 0 0 0,0-1 1 0 0,0 0-1 0 0,0 1 0 0 0,1-1 0 0 0,-1 1 1 0 0,0 0-1 0 0,1-1 0 0 0,2 0 0 0 0,0 0 53 0 0,16-7 332 0 0,0 0 0 0 0,1 1 0 0 0,1 2 0 0 0,-1 0 0 0 0,27-3 0 0 0,-32 7-297 0 0,-6 0-112 0 0,-1 1 1 0 0,0 0 0 0 0,0 1-1 0 0,1 0 1 0 0,-1 0 0 0 0,0 1-1 0 0,0 0 1 0 0,16 5 0 0 0,-22-5 5 0 0,-1 0 0 0 0,0 1 0 0 0,0-1 0 0 0,1 1 0 0 0,-1 0 0 0 0,0 0 0 0 0,0 0 0 0 0,-1 1 0 0 0,1-1 0 0 0,0 1 0 0 0,-1 0 0 0 0,1-1 0 0 0,-1 1 1 0 0,0 0-1 0 0,0 0 0 0 0,0 0 0 0 0,0 1 0 0 0,-1-1 0 0 0,2 5 0 0 0,-3-5-11 0 0,1 0-1 0 0,-1 1 1 0 0,0-1 0 0 0,0 1 0 0 0,-1-1-1 0 0,1 0 1 0 0,-1 1 0 0 0,0-1 0 0 0,0 0-1 0 0,0 0 1 0 0,0 1 0 0 0,0-1 0 0 0,-1 0 0 0 0,1 0-1 0 0,-1 0 1 0 0,0 0 0 0 0,0-1 0 0 0,0 1-1 0 0,0 0 1 0 0,-1-1 0 0 0,-2 3 0 0 0,-11 10 114 0 0,-1-1 0 0 0,-1-1 0 0 0,0 0 0 0 0,-26 14 0 0 0,-92 42-90 0 0,109-56-53 0 0,23-11-49 0 0,0 0 1 0 0,1 0-1 0 0,-1 0 1 0 0,0-1 0 0 0,0 1-1 0 0,0-1 1 0 0,0 0-1 0 0,0 0 1 0 0,-1-1-1 0 0,1 1 1 0 0,0-1 0 0 0,0 0-1 0 0,0 0 1 0 0,-1 0-1 0 0,1-1 1 0 0,0 1-1 0 0,0-1 1 0 0,0 0-1 0 0,0 0 1 0 0,0-1 0 0 0,-5-1-1 0 0,-1 0-123 0 0,8 2 81 0 0,-24-10-241 0 0,25 10 289 0 0,1 1 0 0 0,-1 0 0 0 0,1-1 0 0 0,-1 1 0 0 0,1 0 0 0 0,0-1 0 0 0,-1 1-1 0 0,1-1 1 0 0,-1 1 0 0 0,1 0 0 0 0,0-1 0 0 0,0 1 0 0 0,-1-1 0 0 0,1 1 0 0 0,0-1 0 0 0,0 1 0 0 0,-1-1-1 0 0,1 0 1 0 0,0 1 0 0 0,0-1 0 0 0,0 1 0 0 0,0-1 0 0 0,0 1 0 0 0,0-1 0 0 0,0 1 0 0 0,0-1 0 0 0,0 0-1 0 0,0 1 1 0 0,0-1 0 0 0,0 1 0 0 0,1-1 0 0 0,-1 1 0 0 0,0-1 0 0 0,0 1 0 0 0,1-1 0 0 0,-1 1 0 0 0,0-1-1 0 0,0 1 1 0 0,1-1 0 0 0,-1 1 0 0 0,1 0 0 0 0,-1-1 0 0 0,0 1 0 0 0,1-1 0 0 0,-1 1 0 0 0,1 0 0 0 0,-1 0-1 0 0,1-1 1 0 0,0 1 0 0 0,8-8 16 0 0,0 1-1 0 0,1 0 1 0 0,-1 1-1 0 0,1 0 1 0 0,0 0-1 0 0,1 1 1 0 0,0 1-1 0 0,0 0 1 0 0,0 0 0 0 0,0 1-1 0 0,0 1 1 0 0,0-1-1 0 0,18 0 1 0 0,1 3 86 0 0,0 0 0 0 0,0 2 0 0 0,-1 2 0 0 0,45 9 0 0 0,-16 2 104 0 0,67 28 0 0 0,-94-31-1083 0 0,0 1 0 0 0,-2 2 0 0 0,1 0 0 0 0,44 34 0 0 0,-36-19-6307 0 0</inkml:trace>
</inkml:ink>
</file>

<file path=ppt/ink/ink5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06T18:35:19.46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99 16 80 0 0,'-27'-6'1694'0'0,"8"0"4894"0"0,5 4-5852 0 0,8 2 2385 0 0,5-1-2958 0 0,0 1 1 0 0,-1 0 0 0 0,1-1-1 0 0,0 1 1 0 0,-1 0-1 0 0,1 0 1 0 0,-1 0-1 0 0,1 0 1 0 0,-1 0-1 0 0,1 0 1 0 0,0 1 0 0 0,-1-1-1 0 0,1 0 1 0 0,-1 1-1 0 0,1-1 1 0 0,0 1-1 0 0,0-1 1 0 0,-1 1-1 0 0,1 0 1 0 0,0-1 0 0 0,0 1-1 0 0,-2 1 1 0 0,3-1-97 0 0,1 0 0 0 0,-1 0 0 0 0,1 0 0 0 0,0 0 1 0 0,-1 0-1 0 0,1 0 0 0 0,0-1 0 0 0,0 1 0 0 0,-1 0 0 0 0,1-1 1 0 0,0 1-1 0 0,0 0 0 0 0,0-1 0 0 0,0 1 0 0 0,0-1 0 0 0,0 1 1 0 0,0-1-1 0 0,0 0 0 0 0,0 1 0 0 0,0-1 0 0 0,0 0 0 0 0,0 0 1 0 0,0 0-1 0 0,0 0 0 0 0,2 0 0 0 0,5 2 294 0 0,1 1-115 0 0,150 55 2270 0 0,-101-37-2030 0 0,121 28 1 0 0,-106-31-1247 0 0,-68-17 145 0 0,1 0 0 0 0,-1-1 0 0 0,0 1 0 0 0,1-1 0 0 0,-1 0-1 0 0,0 0 1 0 0,1-1 0 0 0,-1 0 0 0 0,0 0 0 0 0,9-3 0 0 0,-12 4 278 0 0,0-1 0 0 0,0 0 0 0 0,0 1 0 0 0,0-1 0 0 0,0 0 0 0 0,-1 0 0 0 0,1 0 0 0 0,0 0 0 0 0,-1 0 0 0 0,1 0 0 0 0,0 0 0 0 0,-1-1 0 0 0,0 1 0 0 0,1-1 1 0 0,-1 1-1 0 0,0-1 0 0 0,0 1 0 0 0,1-1 0 0 0,-1 0 0 0 0,-1 1 0 0 0,1-1 0 0 0,0 0 0 0 0,0 0 0 0 0,-1 0 0 0 0,2-3 0 0 0,-2-21-3438 0 0</inkml:trace>
</inkml:ink>
</file>

<file path=ppt/ink/ink5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06T18:35:20.11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12 2401 0 0,'0'-6'2561'0'0,"32"6"-240"0"0,-32-6-240 0 0,33 6-240 0 0,0 6-320 0 0,-7 0-481 0 0,39 3-399 0 0,33 3-962 0 0,0 9-2240 0 0,-33-6-960 0 0,1-1-481 0 0,-66-8 640 0 0</inkml:trace>
</inkml:ink>
</file>

<file path=ppt/ink/ink5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06T18:35:34.76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90 117 560 0 0,'0'0'1268'0'0,"5"0"-68"0"0,17 0-66 0 0,-22 0-1088 0 0,0 0 0 0 0,0 0 0 0 0,-1 0 1 0 0,1 1-1 0 0,0-1 0 0 0,0 0 0 0 0,0 0 0 0 0,0 0 0 0 0,0 0 0 0 0,0 0 1 0 0,0 0-1 0 0,0 0 0 0 0,-1 1 0 0 0,1-1 0 0 0,0 0 0 0 0,0 0 1 0 0,0 0-1 0 0,0 0 0 0 0,0 0 0 0 0,0 1 0 0 0,0-1 0 0 0,0 0 0 0 0,0 0 1 0 0,0 0-1 0 0,0 0 0 0 0,0 1 0 0 0,0-1 0 0 0,0 0 0 0 0,0 0 1 0 0,0 0-1 0 0,0 0 0 0 0,0 0 0 0 0,0 1 0 0 0,0-1 0 0 0,0 0 0 0 0,0 0 1 0 0,0 0-1 0 0,1 0 0 0 0,-1 0 0 0 0,0 1 0 0 0,0-1 0 0 0,0 0 1 0 0,0 0-1 0 0,0 0 0 0 0,0 0 0 0 0,0 0 0 0 0,1 0 0 0 0,-1 0 0 0 0,0 1 1 0 0,-6 1 66 0 0,4-1-1 0 0,1-1 1 0 0,0 0-1 0 0,0 1 1 0 0,0-1 0 0 0,0 1-1 0 0,0-1 1 0 0,0 1 0 0 0,0-1-1 0 0,0 1 1 0 0,0 0 0 0 0,0-1-1 0 0,0 1 1 0 0,1 0-1 0 0,-1 0 1 0 0,0 0 0 0 0,0 0-1 0 0,1 0 1 0 0,-1 0 0 0 0,0 0-1 0 0,1 0 1 0 0,-1 0 0 0 0,1 0-1 0 0,0 0 1 0 0,-1 0-1 0 0,1 0 1 0 0,0 0 0 0 0,0 0-1 0 0,-1 1 1 0 0,1-1 0 0 0,0 0-1 0 0,0 0 1 0 0,0 0 0 0 0,0 0-1 0 0,1 2 1 0 0,4-2 247 0 0,6-2-265 0 0,-1 0 0 0 0,0-1 1 0 0,1 0-1 0 0,-1-1 0 0 0,0 0 0 0 0,18-8 0 0 0,7-2-41 0 0,65-22 79 0 0,-52 17 87 0 0,98-23 1 0 0,-127 37-177 0 0,136-18 488 0 0,-137 20-397 0 0,0 1 0 0 0,0 1 0 0 0,0 1 0 0 0,-1 1 0 0 0,1 0 0 0 0,28 8 0 0 0,-39-8-59 0 0,0 1 1 0 0,-1 1 0 0 0,1-1 0 0 0,-1 1 0 0 0,0 1 0 0 0,0-1 0 0 0,0 1 0 0 0,0 0-1 0 0,-1 0 1 0 0,0 0 0 0 0,0 1 0 0 0,0 0 0 0 0,-1 0 0 0 0,5 9 0 0 0,-4-7-5 0 0,0 1 1 0 0,-1 0 0 0 0,0 0 0 0 0,-1 0 0 0 0,0 1-1 0 0,0-1 1 0 0,-1 1 0 0 0,0 0 0 0 0,1 18-1 0 0,-3-21-67 0 0,-1 0-1 0 0,0-1 0 0 0,0 1 0 0 0,-1-1 0 0 0,0 1 0 0 0,0-1 0 0 0,0 0 0 0 0,-1 0 0 0 0,0 0 0 0 0,0 0 0 0 0,0 0 0 0 0,-1-1 0 0 0,-8 11 0 0 0,-13 22 73 0 0,16-24-19 0 0,-1-1 0 0 0,0 0 0 0 0,0 0 0 0 0,-1-1 0 0 0,-1 0 0 0 0,0-1 0 0 0,-1 0 0 0 0,0-1-1 0 0,-25 14 1 0 0,-9 2 344 0 0,-80 31 0 0 0,90-42-104 0 0,-2 0 190 0 0,-1-2 0 0 0,0-2 0 0 0,-78 11 1 0 0,62-12-255 0 0,12-1-51 0 0,-49 7 271 0 0,84-15-374 0 0,1-1 1 0 0,0 1-1 0 0,-1-1 1 0 0,1-1-1 0 0,0 1 1 0 0,0-2-1 0 0,-15-3 1 0 0,12-4 145 0 0,7 4-172 0 0,-3 0-33 0 0,6 4-23 0 0,0 0-1 0 0,0 1 1 0 0,0-1-1 0 0,0 0 1 0 0,-1 1 0 0 0,1-1-1 0 0,1 0 1 0 0,-1 0-1 0 0,0 0 1 0 0,0 0-1 0 0,0 0 1 0 0,0 0-1 0 0,1 0 1 0 0,-1 0 0 0 0,0 0-1 0 0,1 0 1 0 0,-1-1-1 0 0,1 1 1 0 0,-1 0-1 0 0,1 0 1 0 0,0 0 0 0 0,-1-1-1 0 0,1 1 1 0 0,0 0-1 0 0,0-1 1 0 0,0 1-1 0 0,0 0 1 0 0,0 0-1 0 0,0-1 1 0 0,0 1 0 0 0,1 0-1 0 0,-1-1 1 0 0,0 1-1 0 0,1 0 1 0 0,0-2-1 0 0,1 0 9 0 0,1 0 0 0 0,0 0 0 0 0,0 0 0 0 0,0 0 0 0 0,0 0 0 0 0,1 1 0 0 0,-1-1 0 0 0,1 1 0 0 0,0 0 0 0 0,-1 0 0 0 0,9-3 0 0 0,-2 2-17 0 0,1 0 0 0 0,-1 1 0 0 0,1-1 0 0 0,15 1 0 0 0,0 0-20 0 0,0 3 0 0 0,0 0 0 0 0,30 5 1 0 0,-23 2 56 0 0,0 1 1 0 0,-1 1 0 0 0,0 2-1 0 0,-1 1 1 0 0,-1 2 0 0 0,0 1-1 0 0,32 22 1 0 0,-57-35-20 0 0,6 3-1 0 0,-1 1 1 0 0,-1 0-1 0 0,12 11 1 0 0,-19-16 2 0 0,0 0 0 0 0,0 0 0 0 0,0 0 0 0 0,-1 1 0 0 0,1-1 0 0 0,-1 1 0 0 0,1-1 0 0 0,-1 1 0 0 0,0 0 0 0 0,0 0 0 0 0,0-1 0 0 0,-1 1 1 0 0,1 0-1 0 0,0 0 0 0 0,-1 0 0 0 0,0 5 0 0 0,0-7-12 0 0,0 0 0 0 0,0 0 1 0 0,0 1-1 0 0,0-1 0 0 0,0 0 0 0 0,1 0 1 0 0,-1 1-1 0 0,0-1 0 0 0,0 0 0 0 0,1 0 0 0 0,-1 0 1 0 0,1 0-1 0 0,-1 1 0 0 0,1-1 0 0 0,0 0 1 0 0,-1 0-1 0 0,1 0 0 0 0,0 0 0 0 0,0 0 1 0 0,0 0-1 0 0,0-1 0 0 0,-1 1 0 0 0,1 0 1 0 0,0 0-1 0 0,1-1 0 0 0,-1 1 0 0 0,0 0 1 0 0,2 0-1 0 0,5 5-264 0 0,-5-5-104 0 0,-1 1 0 0 0,0-1 1 0 0,0 0-1 0 0,1 0 0 0 0,-1 0 0 0 0,0 0 0 0 0,1 0 1 0 0,-1 0-1 0 0,1 0 0 0 0,-1-1 0 0 0,1 1 0 0 0,0-1 1 0 0,-1 0-1 0 0,1 0 0 0 0,-1 0 0 0 0,4 0 0 0 0,46-12-7556 0 0,-45 10 7084 0 0,26-9-2945 0 0</inkml:trace>
</inkml:ink>
</file>

<file path=ppt/ink/ink5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06T18:35:35.30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584 79 2241 0 0,'-31'-5'1636'0'0,"0"1"0"0"0,0 1 0 0 0,0 2 0 0 0,-60 6-1 0 0,77-4-1317 0 0,-22 2 306 0 0,-1 2-1 0 0,1 1 1 0 0,0 2 0 0 0,0 2-1 0 0,1 1 1 0 0,1 2 0 0 0,-37 18-1 0 0,69-31-592 0 0,0 1-1 0 0,1 0 1 0 0,-1 0-1 0 0,0 0 1 0 0,0 0-1 0 0,0 0 1 0 0,1 0-1 0 0,-1 0 1 0 0,1 1-1 0 0,-1-1 1 0 0,1 0-1 0 0,-1 1 1 0 0,1-1-1 0 0,0 1 1 0 0,0 0-1 0 0,-1-1 0 0 0,1 1 1 0 0,0 0-1 0 0,1 0 1 0 0,-1 0-1 0 0,0 0 1 0 0,0 0-1 0 0,1 0 1 0 0,-1-1-1 0 0,1 2 1 0 0,0-1-1 0 0,0 0 1 0 0,0 0-1 0 0,0 0 1 0 0,0 0-1 0 0,0 0 1 0 0,0 0-1 0 0,0 0 1 0 0,1 0-1 0 0,-1 0 1 0 0,2 2-1 0 0,2 6 107 0 0,1-1 0 0 0,0 0 0 0 0,1-1-1 0 0,0 1 1 0 0,13 14 0 0 0,-6-9 75 0 0,-6-6-150 0 0,0 0-1 0 0,1-1 1 0 0,0 0 0 0 0,1 0-1 0 0,0-1 1 0 0,0 0-1 0 0,0 0 1 0 0,11 4 0 0 0,-9-4-43 0 0,5 2-17 0 0,0 0 0 0 0,0-1 0 0 0,0-1 1 0 0,1 0-1 0 0,0-1 0 0 0,0-1 0 0 0,0-1 1 0 0,0-1-1 0 0,1 0 0 0 0,-1-1 0 0 0,33-2 0 0 0,-30 0 14 0 0,0-1 0 0 0,-1 0 0 0 0,0-1 0 0 0,21-7 0 0 0,-31 7 4 0 0,-1 0-1 0 0,0 0 1 0 0,0-1-1 0 0,0 0 1 0 0,0 0-1 0 0,-1-1 1 0 0,1 0-1 0 0,-1 0 1 0 0,-1-1-1 0 0,1 1 1 0 0,-1-2-1 0 0,10-10 1 0 0,2-8 3 0 0,-1 0 1 0 0,-1-1-1 0 0,20-42 0 0 0,-35 64-21 0 0,1 0 0 0 0,0 0-1 0 0,-1 0 1 0 0,0-1 0 0 0,0 1-1 0 0,-1 0 1 0 0,1-1 0 0 0,-1 1-1 0 0,0-1 1 0 0,0 1 0 0 0,0-1-1 0 0,0 1 1 0 0,-1 0 0 0 0,0-1-1 0 0,0 1 1 0 0,0 0 0 0 0,-1 0-1 0 0,1-1 1 0 0,-1 1 0 0 0,0 0-1 0 0,-3-5 1 0 0,0 4-11 0 0,0-1 1 0 0,0 1-1 0 0,0 0 1 0 0,0 1-1 0 0,-1-1 0 0 0,0 1 1 0 0,0 0-1 0 0,0 1 0 0 0,0-1 1 0 0,-1 1-1 0 0,-11-4 1 0 0,-11-2-413 0 0,1 2 1 0 0,-1 0 0 0 0,0 2 0 0 0,-1 1 0 0 0,-43 0-1 0 0,41 3-1221 0 0,25 1 810 0 0,-1-1 0 0 0,1 1 0 0 0,-1 1 0 0 0,1-1 1 0 0,-1 1-1 0 0,1 1 0 0 0,-12 2 0 0 0,18-3 740 0 0,1-1 0 0 0,0 0 0 0 0,-1 0 0 0 0,1 0 0 0 0,0 0 0 0 0,0 0 0 0 0,-1 0 0 0 0,1 1 0 0 0,0-1-1 0 0,0 0 1 0 0,-1 0 0 0 0,1 0 0 0 0,0 1 0 0 0,0-1 0 0 0,-1 0 0 0 0,1 0 0 0 0,0 1 0 0 0,0-1 0 0 0,0 0 0 0 0,0 0 0 0 0,0 1-1 0 0,-1-1 1 0 0,1 0 0 0 0,0 1 0 0 0,0-1 0 0 0,0 0 0 0 0,0 1 0 0 0,0-1 0 0 0,0 0 0 0 0,0 1 0 0 0,0-1 92 0 0,0 7-2935 0 0</inkml:trace>
</inkml:ink>
</file>

<file path=ppt/ink/ink5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06T18:35:35.86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331 51 880 0 0,'-1'-2'203'0'0,"1"0"-1"0"0,-1 1 1 0 0,0-1-1 0 0,0 0 1 0 0,0 0-1 0 0,0 1 1 0 0,0-1-1 0 0,0 0 1 0 0,-1 1-1 0 0,1-1 1 0 0,0 1-1 0 0,-1 0 1 0 0,1 0-1 0 0,-1-1 0 0 0,0 1 1 0 0,1 0-1 0 0,-4-1 1 0 0,-30-16 2475 0 0,32 17-2491 0 0,1 0 0 0 0,-1 0-1 0 0,0 1 1 0 0,0-1 0 0 0,0 1 0 0 0,0-1-1 0 0,0 1 1 0 0,0 0 0 0 0,0 0-1 0 0,0 1 1 0 0,0-1 0 0 0,0 0-1 0 0,0 1 1 0 0,0 0 0 0 0,0 0 0 0 0,0 0-1 0 0,1 0 1 0 0,-1 0 0 0 0,0 0-1 0 0,1 1 1 0 0,-1-1 0 0 0,1 1 0 0 0,-1 0-1 0 0,1 0 1 0 0,0 0 0 0 0,-1 0-1 0 0,-1 3 1 0 0,-20 14 308 0 0,3 0-143 0 0,-2 5 83 0 0,2-7-235 0 0,12-11-139 0 0,0 1-1 0 0,0 0 1 0 0,1 0 0 0 0,-1 1-1 0 0,2 0 1 0 0,-1 0 0 0 0,1 1-1 0 0,0 0 1 0 0,1 0-1 0 0,-8 16 1 0 0,11-14-40 0 0,1 0-1 0 0,0 0 1 0 0,1 0 0 0 0,0 0-1 0 0,1 1 1 0 0,0-1-1 0 0,2 13 1 0 0,0 11 41 0 0,-3-16-27 0 0,0-14-29 0 0,1 0 0 0 0,0 0 0 0 0,0 0 0 0 0,0 0-1 0 0,0 1 1 0 0,1-1 0 0 0,0 0 0 0 0,0 0-1 0 0,3 7 1 0 0,18 15 48 0 0,-16-18-45 0 0,-6-8-5 0 0,1 1-1 0 0,0-1 0 0 0,0 0 0 0 0,-1 0 1 0 0,1 0-1 0 0,0 0 0 0 0,0 1 0 0 0,0-1 1 0 0,0-1-1 0 0,1 1 0 0 0,-1 0 0 0 0,0 0 0 0 0,0 0 1 0 0,1-1-1 0 0,-1 1 0 0 0,0 0 0 0 0,1-1 1 0 0,-1 1-1 0 0,0-1 0 0 0,1 0 0 0 0,-1 1 0 0 0,1-1 1 0 0,-1 0-1 0 0,0 0 0 0 0,1 0 0 0 0,-1 0 1 0 0,1 0-1 0 0,-1 0 0 0 0,2-1 0 0 0,16 2 30 0 0,-1-1 0 0 0,0-1 0 0 0,28-5 0 0 0,-39 6-21 0 0,-1-2 0 0 0,0 1 0 0 0,0-1-1 0 0,0 0 1 0 0,0 0 0 0 0,0 0 0 0 0,0-1-1 0 0,-1 0 1 0 0,1 0 0 0 0,-1-1 0 0 0,0 1-1 0 0,0-1 1 0 0,0 0 0 0 0,0-1 0 0 0,5-6-1 0 0,6-8 89 0 0,-11 14-46 0 0,0-1 1 0 0,0 1-1 0 0,-1-1 0 0 0,0 0 0 0 0,0 0 0 0 0,-1 0 1 0 0,6-12-1 0 0,-7 9 25 0 0,0-1 0 0 0,0 1 0 0 0,-1 0 0 0 0,0-1 0 0 0,0 1 0 0 0,-1-1-1 0 0,-1 1 1 0 0,1 0 0 0 0,-2-1 0 0 0,1 1 0 0 0,-1 0 0 0 0,-1-1 0 0 0,1 1 0 0 0,-2 0 0 0 0,1 1 0 0 0,-1-1 0 0 0,0 1 0 0 0,-1-1 0 0 0,0 1-1 0 0,0 1 1 0 0,-1-1 0 0 0,0 1 0 0 0,-10-10 0 0 0,11 13-138 0 0,0 0 0 0 0,0 1 1 0 0,0-1-1 0 0,-1 1 0 0 0,1 0 0 0 0,-1 0 0 0 0,1 1 0 0 0,-1 0 1 0 0,0 0-1 0 0,0 0 0 0 0,0 1 0 0 0,0 0 0 0 0,-1 0 0 0 0,1 0 0 0 0,0 1 1 0 0,0 0-1 0 0,-12 1 0 0 0,8-1-296 0 0,9 1 93 0 0,1-1-1 0 0,-1 0 1 0 0,1 0-1 0 0,0 1 0 0 0,-1-1 1 0 0,1 0-1 0 0,0 0 1 0 0,-1 1-1 0 0,1-1 1 0 0,0 1-1 0 0,-1-1 1 0 0,1 0-1 0 0,0 1 0 0 0,0-1 1 0 0,-1 0-1 0 0,1 1 1 0 0,0-1-1 0 0,0 1 1 0 0,0-1-1 0 0,0 1 1 0 0,-1-1-1 0 0,1 1 1 0 0,0-1-1 0 0,0 1 0 0 0,0-1 1 0 0,0 0-1 0 0,0 1 1 0 0,0-1-1 0 0,1 2 1 0 0,-1 12-3698 0 0,0-1 42 0 0</inkml:trace>
</inkml:ink>
</file>

<file path=ppt/ink/ink5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06T18:35:36.28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745 6 1121 0 0,'-11'-2'727'0'0,"0"1"1"0"0,0-1 0 0 0,0 2-1 0 0,0 0 1 0 0,0 0 0 0 0,0 1 0 0 0,1 0-1 0 0,-12 3 1 0 0,-16 3 365 0 0,0 2-1 0 0,1 1 1 0 0,1 1-1 0 0,-1 2 1 0 0,2 2-1 0 0,-43 25 1 0 0,58-29-820 0 0,1 2 0 0 0,0 1 1 0 0,1 0-1 0 0,1 1 0 0 0,-18 20 1 0 0,24-23-154 0 0,2 1-1 0 0,-1-1 1 0 0,2 1 0 0 0,0 1-1 0 0,0 0 1 0 0,2 0 0 0 0,-1 0-1 0 0,-5 22 1 0 0,11-31-86 0 0,0 1 0 0 0,0-1-1 0 0,0 1 1 0 0,1-1 0 0 0,0 1 0 0 0,0-1 0 0 0,1 1 0 0 0,-1-1-1 0 0,1 1 1 0 0,1-1 0 0 0,-1 0 0 0 0,1 1 0 0 0,-1-1-1 0 0,5 8 1 0 0,3 2 46 0 0,-1 0 0 0 0,2 0 0 0 0,13 15 0 0 0,-18-25-77 0 0,0 0 0 0 0,0 0-1 0 0,0-1 1 0 0,1 0 0 0 0,0 0 0 0 0,0 0-1 0 0,0 0 1 0 0,0-1 0 0 0,1 0 0 0 0,-1 0 0 0 0,1-1-1 0 0,0 0 1 0 0,-1 0 0 0 0,1 0 0 0 0,0-1 0 0 0,0 0-1 0 0,12 0 1 0 0,-4-1 4 0 0,0-1 0 0 0,0 0 0 0 0,0 0 0 0 0,-1-2 0 0 0,1 1 1 0 0,-1-2-1 0 0,15-5 0 0 0,-9 0 33 0 0,-2 0 0 0 0,1-1 0 0 0,-1-1 0 0 0,-1 0 0 0 0,22-19 0 0 0,-35 26-23 0 0,0-1 0 0 0,0 1 1 0 0,0-1-1 0 0,-1 1 0 0 0,0-1 1 0 0,0 0-1 0 0,0 0 0 0 0,-1-1 1 0 0,0 1-1 0 0,1-1 0 0 0,-2 1 0 0 0,1-1 1 0 0,-1 1-1 0 0,0-1 0 0 0,0 0 1 0 0,-1 0-1 0 0,1 0 0 0 0,-1 1 1 0 0,-1-11-1 0 0,0 7 13 0 0,0-1 1 0 0,-1 0-1 0 0,0 0 0 0 0,-1 1 1 0 0,0-1-1 0 0,0 1 1 0 0,-1 0-1 0 0,0 0 0 0 0,-1 0 1 0 0,-8-12-1 0 0,4 11-176 0 0,0-1 0 0 0,-1 2 0 0 0,0-1 0 0 0,0 1 0 0 0,-1 1 0 0 0,0 0 1 0 0,-1 0-1 0 0,0 1 0 0 0,0 1 0 0 0,0 0 0 0 0,-1 1 0 0 0,0 0 0 0 0,-17-4 0 0 0,-12 0-1894 0 0,-1 1-1 0 0,0 2 1 0 0,-51 0-1 0 0,-86 4-5722 0 0</inkml:trace>
</inkml:ink>
</file>

<file path=ppt/ink/ink5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06T18:35:37.13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717 150 3041 0 0,'-2'-1'74'0'0,"0"1"0"0"0,1 0 0 0 0,-1-1-1 0 0,1 1 1 0 0,-1-1 0 0 0,0 1 0 0 0,1-1 0 0 0,-1 0-1 0 0,1 0 1 0 0,-1 0 0 0 0,1 0 0 0 0,0 0-1 0 0,-1 0 1 0 0,1 0 0 0 0,0 0 0 0 0,0 0-1 0 0,0-1 1 0 0,0 1 0 0 0,-2-3 0 0 0,2 0 169 0 0,0 0 1 0 0,1 1 0 0 0,-1-1-1 0 0,1 0 1 0 0,-1 0 0 0 0,1 0 0 0 0,1-5-1 0 0,-1-6 788 0 0,0-52 3598 0 0,0 66-4588 0 0,0 1 0 0 0,0-1 1 0 0,0 1-1 0 0,-1-1 1 0 0,1 1-1 0 0,0-1 1 0 0,0 1-1 0 0,-1-1 1 0 0,1 1-1 0 0,0-1 1 0 0,-1 1-1 0 0,1-1 1 0 0,0 1-1 0 0,-1 0 1 0 0,1-1-1 0 0,-1 1 1 0 0,1-1-1 0 0,-1 1 0 0 0,1 0 1 0 0,0 0-1 0 0,-1-1 1 0 0,1 1-1 0 0,-1 0 1 0 0,1 0-1 0 0,-1 0 1 0 0,0-1-1 0 0,1 1 1 0 0,-1 0-1 0 0,1 0 1 0 0,-1 0-1 0 0,1 0 1 0 0,-2 0-1 0 0,-21 0 467 0 0,22 0-464 0 0,-7 1 171 0 0,-1 0-1 0 0,1 1 1 0 0,0 0-1 0 0,0 0 0 0 0,0 1 1 0 0,0 0-1 0 0,1 1 1 0 0,-12 6-1 0 0,-56 42 1804 0 0,75-52-2017 0 0,-30 25 469 0 0,2 2 0 0 0,0 0 1 0 0,2 2-1 0 0,-27 37 0 0 0,10-5-445 0 0,-43 83 0 0 0,45-70-8 0 0,-49 96-23 0 0,77-141 40 0 0,1 1 0 0 0,1 0 0 0 0,-12 61 0 0 0,21-79-36 0 0,1 0-1 0 0,1-1 1 0 0,0 1 0 0 0,0 0 0 0 0,1 0 0 0 0,1 0 0 0 0,0-1 0 0 0,0 1-1 0 0,2-1 1 0 0,-1 0 0 0 0,8 16 0 0 0,-7-18-270 0 0,1 0 0 0 0,0 0 0 0 0,1 0 0 0 0,0-1 1 0 0,12 14-1 0 0,-13-17-281 0 0,1 1 1 0 0,0-1-1 0 0,0-1 1 0 0,0 1-1 0 0,1-1 1 0 0,0 0-1 0 0,0 0 1 0 0,7 2-1 0 0,5 0-2164 0 0,1-1 0 0 0,34 4 1 0 0</inkml:trace>
</inkml:ink>
</file>

<file path=ppt/ink/ink5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06T18:35:38.43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288 8 1281 0 0,'0'0'54'0'0,"-1"-1"0"0"0,1 1 0 0 0,0-1 0 0 0,-1 1 0 0 0,1-1 0 0 0,0 1 0 0 0,-1 0 0 0 0,1-1 0 0 0,-1 1 0 0 0,1-1 0 0 0,0 1 0 0 0,-1 0 0 0 0,1 0 0 0 0,-1-1 0 0 0,1 1 0 0 0,-1 0 0 0 0,1 0 0 0 0,-1-1 0 0 0,0 1 0 0 0,1 0 0 0 0,-1 0 0 0 0,1 0 0 0 0,-1 0 0 0 0,1 0 0 0 0,-1 0 0 0 0,1 0 0 0 0,-1 0 0 0 0,0 0 0 0 0,1 0 0 0 0,-1 0 0 0 0,1 0 0 0 0,-1 1 0 0 0,0-1 0 0 0,-4 0 337 0 0,9 0-13 0 0,-4 0-346 0 0,1 0-1 0 0,0 0 0 0 0,-1 0 1 0 0,1 0-1 0 0,-1 0 1 0 0,1 0-1 0 0,0 0 0 0 0,-1 0 1 0 0,1 0-1 0 0,0 0 1 0 0,-1 0-1 0 0,1 0 0 0 0,-1 0 1 0 0,1 1-1 0 0,0-1 1 0 0,-1 0-1 0 0,1 0 1 0 0,-1 1-1 0 0,1-1 0 0 0,-1 0 1 0 0,1 1-1 0 0,-1-1 1 0 0,1 0-1 0 0,-1 1 0 0 0,1-1 1 0 0,-1 1-1 0 0,0-1 1 0 0,1 1-1 0 0,-1-1 0 0 0,0 1 1 0 0,1-1-1 0 0,-1 1 1 0 0,0-1-1 0 0,1 1 1 0 0,-1 0-1 0 0,0-1 0 0 0,0 1 1 0 0,0-1-1 0 0,0 1 1 0 0,0 0-1 0 0,0-1 0 0 0,0 1 1 0 0,0 0-1 0 0,0-1 1 0 0,0 1-1 0 0,0 1 0 0 0,0 5 132 0 0,1 1 0 0 0,0 0 0 0 0,0-1 0 0 0,1 1 0 0 0,0 0 0 0 0,0-1 0 0 0,4 8 0 0 0,6 23 241 0 0,-1 41 196 0 0,11 16-120 0 0,-18-63-335 0 0,-2 0-1 0 0,-1 0 0 0 0,-1 0 1 0 0,-2 1-1 0 0,-1-1 0 0 0,-9 36 1 0 0,-59 187 1405 0 0,28-115-522 0 0,35-114-981 0 0,-1-2 1 0 0,-1 1-1 0 0,-1-1 0 0 0,-1 0 1 0 0,-1-1-1 0 0,-1-1 1 0 0,-1 0-1 0 0,-18 20 1 0 0,31-40-161 0 0,1 0 1 0 0,0 0 0 0 0,-1-1-1 0 0,1 1 1 0 0,-1 0 0 0 0,0-1-1 0 0,1 1 1 0 0,-1-1 0 0 0,0 0-1 0 0,0 0 1 0 0,0 1 0 0 0,0-1-1 0 0,0-1 1 0 0,0 1 0 0 0,0 0-1 0 0,0 0 1 0 0,-1-1 0 0 0,-3 1-1 0 0,-2-1-545 0 0,0-1 0 0 0,0-1 0 0 0,0 1 0 0 0,0-1 0 0 0,-11-5 0 0 0</inkml:trace>
</inkml:ink>
</file>

<file path=ppt/ink/ink5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06T18:35:39.05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65 62 240 0 0,'0'-1'77'0'0,"0"0"0"0"0,0 0 0 0 0,0 0 0 0 0,0 0 0 0 0,1 0 1 0 0,-1 1-1 0 0,0-1 0 0 0,1 0 0 0 0,-1 0 0 0 0,1 0 0 0 0,-1 0 0 0 0,1 0 0 0 0,0 0 0 0 0,-1 1 0 0 0,1-1 0 0 0,0 0 0 0 0,-1 1 0 0 0,1-1 1 0 0,0 0-1 0 0,0 1 0 0 0,0-1 0 0 0,1 0 0 0 0,27-11 693 0 0,-1 1 342 0 0,-18 7-972 0 0,-1 1 0 0 0,1 0 0 0 0,0 0 0 0 0,0 1 0 0 0,0 0 0 0 0,0 1 1 0 0,0 0-1 0 0,1 1 0 0 0,-1 0 0 0 0,0 0 0 0 0,0 1 0 0 0,0 1 0 0 0,0 0 0 0 0,0 0 0 0 0,0 1 0 0 0,0 0 0 0 0,11 5 0 0 0,-19-6-93 0 0,1-1 1 0 0,-1 1-1 0 0,0 0 0 0 0,0 0 0 0 0,1-1 1 0 0,-1 2-1 0 0,-1-1 0 0 0,1 0 0 0 0,0 0 0 0 0,0 1 1 0 0,-1-1-1 0 0,0 1 0 0 0,1-1 0 0 0,-1 1 1 0 0,0-1-1 0 0,0 1 0 0 0,0 0 0 0 0,-1 0 0 0 0,1-1 1 0 0,0 1-1 0 0,-1 0 0 0 0,0 0 0 0 0,0 0 1 0 0,0 0-1 0 0,0-1 0 0 0,0 1 0 0 0,-1 0 0 0 0,1 0 1 0 0,-2 3-1 0 0,0 4 119 0 0,-1 0 1 0 0,0-1-1 0 0,0 1 1 0 0,-1-1-1 0 0,-1 0 0 0 0,1 0 1 0 0,-8 9-1 0 0,5-6 45 0 0,-2-1-1 0 0,0-1 0 0 0,0 1 1 0 0,-1-2-1 0 0,0 1 0 0 0,-1-1 1 0 0,0-1-1 0 0,0 0 0 0 0,-1 0 1 0 0,0-1-1 0 0,0-1 0 0 0,-22 9 1 0 0,19-11-8 0 0,-1-1-1 0 0,1 0 1 0 0,0 0 0 0 0,-22-1 0 0 0,33-2-194 0 0,0-1 0 0 0,0 0 1 0 0,1 0-1 0 0,-1 0 1 0 0,0-1-1 0 0,1 1 1 0 0,-1-1-1 0 0,1 0 0 0 0,-1 0 1 0 0,1 0-1 0 0,0 0 1 0 0,0-1-1 0 0,-5-5 0 0 0,2 3-7 0 0,6 5-2 0 0,-1 0 0 0 0,1 0 0 0 0,0 0 0 0 0,-1-1 0 0 0,1 1 0 0 0,0 0 0 0 0,0 0 0 0 0,0 0 0 0 0,-1-1 0 0 0,1 1 0 0 0,0 0 0 0 0,0 0 0 0 0,0-1 0 0 0,-1 1 0 0 0,1 0 0 0 0,0-1 0 0 0,0 1 0 0 0,0 0 0 0 0,0-1 0 0 0,0 1 0 0 0,0 0 0 0 0,0 0 0 0 0,0-1 0 0 0,0 1 0 0 0,0 0 0 0 0,0-1 0 0 0,0 1 0 0 0,0 0 0 0 0,0-1 0 0 0,0 1 0 0 0,0 0 0 0 0,0-1 0 0 0,0 1 0 0 0,0 0 0 0 0,0-1 0 0 0,1 1 0 0 0,-1 0 0 0 0,0 0 0 0 0,0-1 0 0 0,0 1 0 0 0,1 0 0 0 0,-1 0 0 0 0,0-1 0 0 0,0 1 0 0 0,0 0 0 0 0,1 0 0 0 0,-1 0 0 0 0,1-1 0 0 0,7-4-15 0 0,-7 5 13 0 0,0 0 0 0 0,0-1-1 0 0,0 1 1 0 0,0 0 0 0 0,0-1-1 0 0,0 0 1 0 0,0 1 0 0 0,0-1-1 0 0,0 1 1 0 0,0-1 0 0 0,-1 0-1 0 0,1 0 1 0 0,0 0 0 0 0,0 1-1 0 0,-1-1 1 0 0,1 0 0 0 0,0 0-1 0 0,-1 0 1 0 0,1 0 0 0 0,-1 0-1 0 0,0 0 1 0 0,1 0 0 0 0,-1 0-1 0 0,0 0 1 0 0,1 0 0 0 0,-1 0-1 0 0,0-2 1 0 0,0 3 2 0 0,0-1 1 0 0,0 1-1 0 0,0 0 0 0 0,0 0 1 0 0,0-1-1 0 0,0 1 0 0 0,0 0 1 0 0,0 0-1 0 0,0 0 0 0 0,0-1 1 0 0,0 1-1 0 0,0 0 0 0 0,0 0 0 0 0,1 0 1 0 0,-1-1-1 0 0,0 1 0 0 0,0 0 1 0 0,0 0-1 0 0,0 0 0 0 0,0 0 1 0 0,0-1-1 0 0,1 1 0 0 0,-1 0 1 0 0,0 0-1 0 0,0 0 0 0 0,0 0 1 0 0,0 0-1 0 0,1 0 0 0 0,-1 0 1 0 0,0-1-1 0 0,0 1 0 0 0,0 0 1 0 0,1 0-1 0 0,-1 0 0 0 0,0 0 1 0 0,0 0-1 0 0,1 0 0 0 0,-1 0 1 0 0,0 0-1 0 0,0 0 0 0 0,1 0 5 0 0,0 0 1 0 0,0-1-1 0 0,-1 1 0 0 0,1 0 0 0 0,0 0 0 0 0,0 0 0 0 0,-1 0 1 0 0,1 0-1 0 0,0 0 0 0 0,0 0 0 0 0,-1 0 0 0 0,1 0 0 0 0,0 0 1 0 0,-1 0-1 0 0,1 0 0 0 0,0 1 0 0 0,0-1 0 0 0,-1 0 0 0 0,1 1 1 0 0,0-1-1 0 0,-1 0 0 0 0,1 1 0 0 0,0-1 0 0 0,-1 1 0 0 0,1-1 0 0 0,-1 1 1 0 0,1-1-1 0 0,-1 1 0 0 0,1 0 0 0 0,17 14 334 0 0,36 18 261 0 0,17 28 267 0 0,54 39-120 0 0,-121-97-1175 0 0,1 0-1 0 0,-1 0 0 0 0,1-1 1 0 0,0 1-1 0 0,0-1 1 0 0,0 0-1 0 0,0-1 0 0 0,0 1 1 0 0,1-1-1 0 0,-1 0 1 0 0,0 0-1 0 0,1-1 1 0 0,9 0-1 0 0,3 1-1268 0 0,47 6-5333 0 0</inkml:trace>
</inkml:ink>
</file>

<file path=ppt/ink/ink5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06T18:35:39.73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131 84 4482 0 0,'-33'0'3041'0'0,"1"-6"-1760"0"0,-1-9-641 0 0,0-6 321 0 0,66 7 479 0 0,-33 7-399 0 0,0 1-241 0 0,33-2-159 0 0,-1 2 159 0 0,66 6 80 0 0,98 0 561 0 0,157 14-80 0 0,-125 7-881 0 0,-64-9-800 0 0,-66 3-1841 0 0,0-15-3202 0 0,-1-15-2160 0 0</inkml:trace>
</inkml:ink>
</file>

<file path=ppt/ink/ink5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06T18:35:40.18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451 0 80 0 0,'-98'48'6243'0'0,"65"21"-3282"0"0,33 20-2080 0 0,33 7 159 0 0,-66 28 81 0 0,0-1-161 0 0,1-13-480 0 0,-1-6-240 0 0,-26 13-400 0 0,-6-7-1360 0 0,32-12-2242 0 0,-32-30-2561 0 0</inkml:trace>
</inkml:ink>
</file>

<file path=ppt/ink/ink5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06T18:35:53.03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24 385 1040 0 0,'0'0'1575'0'0,"-5"1"-1055"0"0,-13 4 264 0 0,36-5 633 0 0,-13 0-604 0 0,2-8 2609 0 0,11 4-3306 0 0,-16 4 295 0 0,32-16 1261 0 0,-1-1 0 0 0,58-41 0 0 0,-59 35-954 0 0,38-21 391 0 0,-34 22-379 0 0,38-29-1 0 0,-46 31-310 0 0,0 0 0 0 0,1 2 0 0 0,38-17 0 0 0,-22 13-52 0 0,-33 16-299 0 0,-1 0 0 0 0,1 1 0 0 0,0 0 0 0 0,21-4 0 0 0,-28 8-122 0 0,-5 2-26 0 0,0 4 36 0 0,0-4 44 0 0,0 0 0 0 0,0 0 0 0 0,0 0 0 0 0,0 0 1 0 0,0 1-1 0 0,0-1 0 0 0,0 0 0 0 0,0 0 0 0 0,-1 0 0 0 0,1 0 0 0 0,-1 0 1 0 0,1 0-1 0 0,-1 0 0 0 0,1 0 0 0 0,-1 1 0 0 0,0 0 2 0 0,-40 62 282 0 0,27-44-139 0 0,-18 36 0 0 0,-12 52 82 0 0,23-61-203 0 0,-1 0-17 0 0,1 0 1 0 0,3 1-1 0 0,-20 84 0 0 0,35-108-121 0 0,1 1 1 0 0,2 32-1 0 0,0-35-399 0 0,0-21 409 0 0,0 0 0 0 0,0-1 0 0 0,-1 1-1 0 0,1-1 1 0 0,0 1 0 0 0,0-1-1 0 0,0 1 1 0 0,0 0 0 0 0,0-1-1 0 0,1 1 1 0 0,-1-1 0 0 0,0 1-1 0 0,0-1 1 0 0,0 1 0 0 0,0-1-1 0 0,1 1 1 0 0,-1-1 0 0 0,0 1 0 0 0,0-1-1 0 0,1 1 1 0 0,-1-1 0 0 0,0 1-1 0 0,1-1 1 0 0,-1 1 0 0 0,1-1-1 0 0,-1 0 1 0 0,1 1 0 0 0,-1-1-1 0 0,0 0 1 0 0,1 1 0 0 0,-1-1-1 0 0,1 0 1 0 0,-1 0 0 0 0,1 1 0 0 0,0-1-1 0 0,0 0 1 0 0,18-5-3837 0 0,-15 3 2817 0 0,28-16-8080 0 0</inkml:trace>
</inkml:ink>
</file>

<file path=ppt/ink/ink5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06T18:35:53.76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743 152 1521 0 0,'0'-2'347'0'0,"0"0"0"0"0,0 0 0 0 0,0-1 0 0 0,0 1 0 0 0,0 0 0 0 0,-1 0 0 0 0,1-1 0 0 0,-1 1 0 0 0,1 0 0 0 0,-1 0 0 0 0,0 0 0 0 0,-1-2 0 0 0,1 3-242 0 0,0 0 1 0 0,0 0 0 0 0,0 0 0 0 0,0 0-1 0 0,-1 0 1 0 0,1 1 0 0 0,0-1 0 0 0,0 0-1 0 0,-1 1 1 0 0,1-1 0 0 0,0 1 0 0 0,-1 0-1 0 0,1-1 1 0 0,0 1 0 0 0,-2 0 0 0 0,3 0-76 0 0,-1 0 0 0 0,1 0 0 0 0,0 0 0 0 0,0 0 0 0 0,0 0 0 0 0,0 0 0 0 0,-1 0 0 0 0,1 0 0 0 0,0 0 0 0 0,0 0 0 0 0,0 0 0 0 0,0 0 0 0 0,-1 0 0 0 0,1 0 0 0 0,0 0 1 0 0,0 0-1 0 0,0 0 0 0 0,0 0 0 0 0,-1 0 0 0 0,1 0 0 0 0,0 0 0 0 0,0 0 0 0 0,0 0 0 0 0,0 0 0 0 0,0 0 0 0 0,-1-1 0 0 0,1 1 0 0 0,0 0 0 0 0,0 0 0 0 0,0 0 0 0 0,0 0 1 0 0,0 0-1 0 0,0 0 0 0 0,0-1 0 0 0,-1 1 0 0 0,1 0 0 0 0,0 0 0 0 0,0 0 0 0 0,0 0 0 0 0,0 0 0 0 0,0-1 0 0 0,0 1 0 0 0,0 0 0 0 0,0 0 0 0 0,0 0 0 0 0,0 0 0 0 0,0-1 0 0 0,0 1 1 0 0,0 0-1 0 0,0 0 0 0 0,0 0 0 0 0,0 0 0 0 0,0-1 0 0 0,0 1-11 0 0,0 0 1 0 0,0 0 0 0 0,0 0-1 0 0,0 0 1 0 0,0-1 0 0 0,0 1-1 0 0,0 0 1 0 0,0 0 0 0 0,0 0-1 0 0,0 0 1 0 0,0 0 0 0 0,0-1-1 0 0,0 1 1 0 0,0 0 0 0 0,0 0-1 0 0,0 0 1 0 0,0 0-1 0 0,0 0 1 0 0,0 0 0 0 0,0 0-1 0 0,0-1 1 0 0,0 1 0 0 0,-1 0-1 0 0,1 0 1 0 0,0 0 0 0 0,0 0-1 0 0,0 0 1 0 0,0 0 0 0 0,0 0-1 0 0,0 0 1 0 0,0 0-1 0 0,-1 0 1 0 0,1 0 0 0 0,0-1-1 0 0,0 1 1 0 0,0 0 0 0 0,0 0-1 0 0,0 0 1 0 0,0 0 0 0 0,-1 0-1 0 0,1 0 1 0 0,0 0 0 0 0,0 0-1 0 0,0 0 1 0 0,0 0 0 0 0,0 0-1 0 0,0 0 1 0 0,-1 0-1 0 0,1 1 1 0 0,0-1 0 0 0,0 0-1 0 0,0 0 1 0 0,0 0 0 0 0,0 0-1 0 0,0 0 1 0 0,-1 0 0 0 0,1 0-1 0 0,0 0 1 0 0,0 0 0 0 0,0 0-1 0 0,0 1 1 0 0,-153 0 3408 0 0,20 11-1492 0 0,130-12-1884 0 0,-3 2 40 0 0,0-1 1 0 0,0 1-1 0 0,0 0 0 0 0,0 0 1 0 0,0 0-1 0 0,-10 7 1 0 0,-2 0 60 0 0,10-5-111 0 0,-9 3-5 0 0,1 1 0 0 0,-1 1 0 0 0,2 0 0 0 0,-1 1-1 0 0,2 1 1 0 0,-1 1 0 0 0,1 0 0 0 0,-12 14 0 0 0,-58 87 126 0 0,44-55-220 0 0,35-51 20 0 0,0 0-1 0 0,1 0 0 0 0,0 1 1 0 0,1 0-1 0 0,-5 14 0 0 0,-1 3-83 0 0,-1-5 63 0 0,8-18 57 0 0,0 0 0 0 0,1 0 0 0 0,-1 1 0 0 0,1-1 0 0 0,0 1 0 0 0,-1-1 0 0 0,1 1 0 0 0,1 0 0 0 0,-1-1 0 0 0,0 1 0 0 0,1 0 0 0 0,-1 0 0 0 0,1-1 0 0 0,0 1 0 0 0,0 0 0 0 0,0 0 0 0 0,0 0 0 0 0,0-1 0 0 0,1 1 0 0 0,-1 0 0 0 0,2 3 0 0 0,4 2 45 0 0,0-1 0 0 0,1 1 0 0 0,0-1 0 0 0,0 0 0 0 0,0-1 0 0 0,1 0 0 0 0,0 0 0 0 0,1 0 0 0 0,8 4 0 0 0,-7-4-17 0 0,-1-1 9 0 0,1 0-1 0 0,-1 0 1 0 0,1-1-1 0 0,0-1 1 0 0,0 0-1 0 0,0 0 1 0 0,0-1-1 0 0,0 0 1 0 0,1 0-1 0 0,-1-1 1 0 0,0-1-1 0 0,13 0 1 0 0,7-3 179 0 0,1-1 0 0 0,54-15 0 0 0,-52 9 41 0 0,-1-1-1 0 0,0-2 0 0 0,59-33 0 0 0,74-60 965 0 0,-150 97-1030 0 0,-1-1-1 0 0,0 0 1 0 0,-1-1-1 0 0,0 0 1 0 0,0-1-1 0 0,-2-1 0 0 0,1 1 1 0 0,-2-2-1 0 0,11-16 1 0 0,-16 23-94 0 0,-1 0 0 0 0,0 0 0 0 0,-1 0 0 0 0,1 0 1 0 0,-1 0-1 0 0,-1-1 0 0 0,0 0 0 0 0,0 1 0 0 0,0-1 1 0 0,-1 0-1 0 0,0 0 0 0 0,0 0 0 0 0,-1 0 0 0 0,0 0 0 0 0,-1 0 1 0 0,0 1-1 0 0,0-1 0 0 0,-2-8 0 0 0,-6-4-216 0 0,-1 0 0 0 0,-1 1 0 0 0,0 1 0 0 0,-2 0 0 0 0,-26-30 0 0 0,35 43-90 0 0,-1-1 0 0 0,0 1 1 0 0,-1 0-1 0 0,1 0 0 0 0,-1 1 0 0 0,0 0 1 0 0,0 0-1 0 0,0 0 0 0 0,-1 1 1 0 0,1 0-1 0 0,-1 0 0 0 0,1 1 0 0 0,-1-1 1 0 0,0 2-1 0 0,0-1 0 0 0,0 1 0 0 0,-15-1 1 0 0,-31 1-3895 0 0,35 1-7186 0 0</inkml:trace>
</inkml:ink>
</file>

<file path=ppt/ink/ink5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06T18:35:54.35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973 1 160 0 0,'-5'0'2268'0'0,"-29"1"2639"0"0,-60 10 1 0 0,64-5-4243 0 0,0 0 0 0 0,0 2-1 0 0,1 2 1 0 0,-34 15 0 0 0,46-10-425 0 0,10-7-178 0 0,-1-1 1 0 0,1 0-1 0 0,-2 0 0 0 0,1-1 0 0 0,-13 7 1 0 0,10-7 45 0 0,-1 1 1 0 0,1 0 0 0 0,0 1-1 0 0,0 0 1 0 0,1 1-1 0 0,-16 16 1 0 0,20-16-2 0 0,1 0 0 0 0,-1 0-1 0 0,-4 13 1 0 0,18 1 77 0 0,-6-19-145 0 0,0-1 0 0 0,0 1 0 0 0,-1 0-1 0 0,1 0 1 0 0,-1 0 0 0 0,0 0 0 0 0,0 0 0 0 0,0 8 0 0 0,0-7-19 0 0,-1-1 0 0 0,1 0 1 0 0,0 0-1 0 0,-1 0 0 0 0,2 0 1 0 0,-1 0-1 0 0,0 0 1 0 0,1 0-1 0 0,0 0 0 0 0,0 0 1 0 0,0-1-1 0 0,0 1 0 0 0,1-1 1 0 0,0 1-1 0 0,3 3 1 0 0,6 5 15 0 0,0-1 0 0 0,23 15 0 0 0,-25-19-30 0 0,-1-1-4 0 0,1 0 1 0 0,-1-1 0 0 0,1-1-1 0 0,0 0 1 0 0,0 0-1 0 0,0-1 1 0 0,1 0 0 0 0,-1 0-1 0 0,1-1 1 0 0,-1-1-1 0 0,1 0 1 0 0,0 0 0 0 0,19-2-1 0 0,-8-2 112 0 0,1 0 0 0 0,-1-1 0 0 0,0-1 0 0 0,0-1 0 0 0,32-13 0 0 0,-49 17-33 0 0,0 0 0 0 0,0 0 1 0 0,0 0-1 0 0,0-1 0 0 0,-1 1 0 0 0,1-1 0 0 0,-1 0 0 0 0,0-1 0 0 0,0 1 1 0 0,0-1-1 0 0,6-6 0 0 0,-7 4 55 0 0,0 0 1 0 0,0 0-1 0 0,0 0 1 0 0,-1 0 0 0 0,0 0-1 0 0,0 0 1 0 0,-1-1-1 0 0,0 1 1 0 0,0-1-1 0 0,0 1 1 0 0,-1-1-1 0 0,0 1 1 0 0,0-1-1 0 0,-2-9 1 0 0,0 7-38 0 0,0 1 0 0 0,-1 0 0 0 0,0 0 0 0 0,0 0 0 0 0,-1 0 0 0 0,0 1 0 0 0,0 0 0 0 0,-1-1 0 0 0,0 2 0 0 0,-1-1 0 0 0,1 0 0 0 0,-7-5 0 0 0,1 3-72 0 0,0 0 0 0 0,0 0 0 0 0,-1 1 0 0 0,0 1 0 0 0,-1 0 0 0 0,1 1 0 0 0,-1 0 0 0 0,-1 1 0 0 0,1 0 0 0 0,-25-4 0 0 0,-9 0-483 0 0,-95-5 1 0 0,-146 11-4667 0 0,93 12-3402 0 0,97-2 2695 0 0</inkml:trace>
</inkml:ink>
</file>

<file path=ppt/ink/ink5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06T18:35:55.29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539 195 800 0 0,'37'-25'1795'0'0,"-18"11"-370"0"0,0 2 0 0 0,42-20 0 0 0,-43 25-932 0 0,-15 6-364 0 0,0 0 0 0 0,1 0 1 0 0,-1-1-1 0 0,0 1 0 0 0,0-1 0 0 0,0 0 1 0 0,0 0-1 0 0,0 0 0 0 0,0 0 0 0 0,-1-1 1 0 0,1 1-1 0 0,-1-1 0 0 0,1 1 0 0 0,-1-1 1 0 0,2-3-1 0 0,0 3 80 0 0,0 0-1 0 0,1 0 1 0 0,-1 0-1 0 0,1 0 1 0 0,0 1-1 0 0,8-3 1 0 0,23-13 826 0 0,-35 17-971 0 0,0 1-1 0 0,0-1 1 0 0,0 1-1 0 0,0-1 1 0 0,0 0-1 0 0,0 0 1 0 0,0 0-1 0 0,0 1 1 0 0,0-1-1 0 0,-1 0 1 0 0,1 0-1 0 0,0 0 1 0 0,0 0-1 0 0,-1 0 1 0 0,1-1-1 0 0,-1 1 0 0 0,1 0 1 0 0,-1 0-1 0 0,1 0 1 0 0,-1-2-1 0 0,0 3-35 0 0,0-1 0 0 0,0 1 0 0 0,0-1 0 0 0,0 1-1 0 0,-1 0 1 0 0,1-1 0 0 0,0 1 0 0 0,0-1 0 0 0,-1 1 0 0 0,1 0-1 0 0,0-1 1 0 0,-1 1 0 0 0,1 0 0 0 0,0-1 0 0 0,-1 1 0 0 0,1 0-1 0 0,0 0 1 0 0,-1-1 0 0 0,1 1 0 0 0,-1 0 0 0 0,1 0-1 0 0,-1 0 1 0 0,1-1 0 0 0,0 1 0 0 0,-1 0 0 0 0,1 0 0 0 0,-1 0-1 0 0,1 0 1 0 0,-1 0 0 0 0,1 0 0 0 0,-1 0 0 0 0,0 0-1 0 0,-13 0 174 0 0,13 1-132 0 0,-3-1-10 0 0,-1 0 1 0 0,1 0 0 0 0,-1 1-1 0 0,1 0 1 0 0,0 0 0 0 0,-1 0-1 0 0,1 0 1 0 0,0 1 0 0 0,0 0-1 0 0,0 0 1 0 0,0 0 0 0 0,0 0-1 0 0,0 1 1 0 0,1-1 0 0 0,-1 1-1 0 0,-4 5 1 0 0,6-7-34 0 0,-129 96 847 0 0,-81 66-390 0 0,185-138-471 0 0,0 0 0 0 0,2 2 0 0 0,1 1 0 0 0,1 1-1 0 0,-24 41 1 0 0,3 2 20 0 0,19-34 20 0 0,2 1 0 0 0,2 1 0 0 0,-24 62 1 0 0,32-64 23 0 0,4-16 15 0 0,1 0 1 0 0,2 0 0 0 0,0 1 0 0 0,1 0 0 0 0,-2 30-1 0 0,7-41-41 0 0,1 1 0 0 0,1-1-1 0 0,0 1 1 0 0,1-1-1 0 0,0 0 1 0 0,1 0 0 0 0,0 0-1 0 0,10 18 1 0 0,-11-23-202 0 0,2 1 1 0 0,-1-1-1 0 0,1 0 0 0 0,0 0 1 0 0,0-1-1 0 0,1 1 1 0 0,0-1-1 0 0,0 0 0 0 0,0-1 1 0 0,1 0-1 0 0,0 0 1 0 0,0 0-1 0 0,0 0 1 0 0,10 3-1 0 0,-1-2-864 0 0,1-2-1 0 0,-1 0 1 0 0,1-1-1 0 0,33 2 1 0 0,77-7-7088 0 0,-125 2 7977 0 0</inkml:trace>
</inkml:ink>
</file>

<file path=ppt/ink/ink5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06T18:35:56.16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67 36 640 0 0,'-5'-5'352'0'0,"-1"1"0"0"0,-1-1 0 0 0,1 1 0 0 0,0 1-1 0 0,-1-1 1 0 0,0 1 0 0 0,-8-3 0 0 0,9 5 235 0 0,6 1-572 0 0,0 0 0 0 0,0 0 1 0 0,-1 1-1 0 0,1-1 0 0 0,0 0 1 0 0,0 0-1 0 0,0 0 0 0 0,0 1 0 0 0,0-1 1 0 0,0 0-1 0 0,0 0 0 0 0,0 1 0 0 0,0-1 1 0 0,0 0-1 0 0,0 0 0 0 0,0 1 1 0 0,0-1-1 0 0,0 0 0 0 0,0 0 0 0 0,0 1 1 0 0,0-1-1 0 0,0 0 0 0 0,0 0 1 0 0,0 1-1 0 0,0-1 0 0 0,0 0 0 0 0,0 0 1 0 0,1 0-1 0 0,-1 1 0 0 0,0-1 1 0 0,0 0-1 0 0,0 0 0 0 0,0 0 0 0 0,1 1 1 0 0,-1-1-1 0 0,0 0 0 0 0,0 0 0 0 0,0 0 1 0 0,1 0-1 0 0,-1 1 0 0 0,0-1 1 0 0,0 0-1 0 0,0 0 0 0 0,1 0 0 0 0,-1 0 1 0 0,0 0-1 0 0,0 0 0 0 0,1 0 1 0 0,-1 0-1 0 0,0 0 0 0 0,0 0 0 0 0,1 0 1 0 0,-1 0-1 0 0,1 0 0 0 0,22 4 133 0 0,0 1 1 0 0,0 0-1 0 0,0 2 0 0 0,0 1 0 0 0,-1 1 1 0 0,0 0-1 0 0,-1 2 0 0 0,26 17 0 0 0,-31-16 71 0 0,0 1 0 0 0,20 22 0 0 0,-31-29-157 0 0,1 1 1 0 0,-1-1-1 0 0,-1 1 1 0 0,1 0-1 0 0,-1 1 0 0 0,0-1 1 0 0,-1 1-1 0 0,1 0 0 0 0,2 13 1 0 0,-3-2 99 0 0,0-1 1 0 0,-2 1-1 0 0,-2 36 1 0 0,1-20 121 0 0,-2-11 34 0 0,0-1 1 0 0,-2 0 0 0 0,-1 0 0 0 0,0 0 0 0 0,-2 0-1 0 0,-14 33 1 0 0,2-4 358 0 0,9-26-265 0 0,-2 1 0 0 0,-2-2 1 0 0,0 0-1 0 0,-1 0 1 0 0,-32 37-1 0 0,7-8 182 0 0,36-49-548 0 0,-1 1 1 0 0,1 1 0 0 0,1-1-1 0 0,-1 0 1 0 0,1 1 0 0 0,0 0-1 0 0,0 0 1 0 0,1 0 0 0 0,0 0-1 0 0,1 0 1 0 0,-1 0 0 0 0,1 0 0 0 0,0 11-1 0 0,1-17-92 0 0,0 0 1 0 0,0 0-1 0 0,0 0 0 0 0,0 0 0 0 0,0 0 1 0 0,0 0-1 0 0,0 0 0 0 0,0 0 0 0 0,0 0 1 0 0,0 0-1 0 0,1 0 0 0 0,-1 0 0 0 0,0 0 1 0 0,1 0-1 0 0,-1-1 0 0 0,1 1 0 0 0,-1 0 1 0 0,1 0-1 0 0,-1 0 0 0 0,1 0 0 0 0,0-1 1 0 0,0 1-1 0 0,-1 0 0 0 0,2 0 0 0 0,0 0-134 0 0,-1-1 0 0 0,1 0-1 0 0,-1 0 1 0 0,1 1 0 0 0,-1-1-1 0 0,1 0 1 0 0,-1 0 0 0 0,1-1-1 0 0,-1 1 1 0 0,1 0 0 0 0,-1-1 0 0 0,1 1-1 0 0,2-2 1 0 0,28-15-4809 0 0</inkml:trace>
</inkml:ink>
</file>

<file path=ppt/ink/ink5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06T18:35:56.80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33 233 2561 0 0,'28'-37'1801'0'0,"-27"34"-1622"0"0,1-1 0 0 0,0 1 0 0 0,0 0 0 0 0,1 0 0 0 0,-1 0 1 0 0,1 0-1 0 0,5-5 0 0 0,1-1 229 0 0,7-10 721 0 0,12-9 703 0 0,-17 18-1411 0 0,0 0 60 0 0,0 1 1 0 0,0 1-1 0 0,1 0 1 0 0,18-9-1 0 0,0 5 196 0 0,1 1 0 0 0,0 2 0 0 0,35-6 0 0 0,-62 14-628 0 0,0 1 1 0 0,0 0-1 0 0,0 1 1 0 0,0-1-1 0 0,0 1 0 0 0,0-1 1 0 0,0 1-1 0 0,0 0 1 0 0,0 1-1 0 0,0-1 0 0 0,0 1 1 0 0,0-1-1 0 0,-1 1 1 0 0,6 4-1 0 0,-3-2 64 0 0,-2-3-54 0 0,-1 1-1 0 0,1 0 1 0 0,-1 0 0 0 0,0 0 0 0 0,0 0-1 0 0,0 1 1 0 0,0-1 0 0 0,0 1 0 0 0,0 0-1 0 0,-1-1 1 0 0,0 1 0 0 0,1 1 0 0 0,-1-1 0 0 0,0 0-1 0 0,0 0 1 0 0,-1 1 0 0 0,1-1 0 0 0,-1 1-1 0 0,0 0 1 0 0,1-1 0 0 0,-2 1 0 0 0,1 0 0 0 0,0 0-1 0 0,-1-1 1 0 0,0 1 0 0 0,0 0 0 0 0,0 0-1 0 0,0 0 1 0 0,0 0 0 0 0,-1-1 0 0 0,0 1-1 0 0,0 0 1 0 0,-1 4 0 0 0,-2 2 52 0 0,-1 0-1 0 0,0 0 1 0 0,0-1-1 0 0,-1 1 1 0 0,0-1 0 0 0,0-1-1 0 0,-1 1 1 0 0,-1-1-1 0 0,1-1 1 0 0,-15 13 0 0 0,-27 16 249 0 0,30-23 89 0 0,1 2 0 0 0,-21 19 0 0 0,19-14 346 0 0,-36 31 0 0 0,47-44-719 0 0,-1 0 0 0 0,0-1 0 0 0,0-1-1 0 0,0 0 1 0 0,-1 0 0 0 0,-11 3 0 0 0,19-7-96 0 0,0 0 1 0 0,-1 0-1 0 0,1 0 0 0 0,0-1 1 0 0,0 1-1 0 0,0-1 0 0 0,-1 0 1 0 0,1 0-1 0 0,0 0 0 0 0,0 0 1 0 0,0-1-1 0 0,-1 1 0 0 0,1-1 1 0 0,0 0-1 0 0,0 0 0 0 0,0 0 1 0 0,0 0-1 0 0,-4-3 1 0 0,-6-9-407 0 0,12 11 400 0 0,-1 0 0 0 0,0 1 1 0 0,1-1-1 0 0,-1 0 0 0 0,0 1 1 0 0,0-1-1 0 0,0 1 0 0 0,0 0 1 0 0,0-1-1 0 0,-1 1 0 0 0,-2-1 1 0 0,4 2 30 0 0,-1 0 1 0 0,0-1-1 0 0,1 1 0 0 0,-1-1 1 0 0,1 0-1 0 0,-1 1 0 0 0,0-1 1 0 0,1 0-1 0 0,0 0 0 0 0,-1 0 1 0 0,1 0-1 0 0,-1 0 0 0 0,1 0 1 0 0,0 0-1 0 0,0-1 0 0 0,0 1 1 0 0,0 0-1 0 0,0-1 0 0 0,0 1 1 0 0,0-1-1 0 0,0 1 0 0 0,0-1 1 0 0,1 0-1 0 0,-1 1 0 0 0,1-1 1 0 0,-1 1-1 0 0,1-1 0 0 0,0 0 1 0 0,-1 0-1 0 0,1 1 0 0 0,0-1 1 0 0,0 0-1 0 0,0 1 0 0 0,1-4 1 0 0,0 6-15 0 0,-1 0 1 0 0,1 1 0 0 0,0-1 0 0 0,0 0-1 0 0,0 0 1 0 0,0 0 0 0 0,0 0 0 0 0,1 0-1 0 0,-1 0 1 0 0,0 0 0 0 0,0 0 0 0 0,1 0 0 0 0,-1-1-1 0 0,0 1 1 0 0,1-1 0 0 0,1 2 0 0 0,8 4 14 0 0,3 5 45 0 0,-1 0-1 0 0,18 20 1 0 0,14 13 37 0 0,-31-31-274 0 0,1-2-1 0 0,0 0 0 0 0,0-1 0 0 0,1-1 1 0 0,1 0-1 0 0,-1-1 0 0 0,1-1 0 0 0,1 0 1 0 0,-1-2-1 0 0,1 0 0 0 0,27 4 0 0 0,10-4-4728 0 0,75-3-1 0 0,-59-8-3434 0 0</inkml:trace>
</inkml:ink>
</file>

<file path=ppt/ink/ink5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06T18:36:02.39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57 78 2401 0 0,'-3'6'9133'0'0,"-10"-3"-6134"0"0,12-3-3002 0 0,0 0 1 0 0,0 0-1 0 0,1 0 1 0 0,-1 0 0 0 0,0 0-1 0 0,1 0 1 0 0,-1 0 0 0 0,0-1-1 0 0,0 1 1 0 0,1 0 0 0 0,-1 0-1 0 0,0-1 1 0 0,1 1-1 0 0,-1 0 1 0 0,0-1 0 0 0,1 1-1 0 0,-1 0 1 0 0,1-1 0 0 0,-1 1-1 0 0,1-1 1 0 0,-1 1-1 0 0,1-1 1 0 0,-1 0 0 0 0,0 0-1 0 0,-4 0 403 0 0,-13 1 89 0 0,36 0-231 0 0,-13 0 596 0 0,-5 0-841 0 0,0-1 0 0 0,0 1-1 0 0,0 0 1 0 0,0 0 0 0 0,0 0-1 0 0,-1 0 1 0 0,1-1 0 0 0,0 1 0 0 0,0 0-1 0 0,0 0 1 0 0,0 0 0 0 0,0-1-1 0 0,0 1 1 0 0,0 0 0 0 0,0 0 0 0 0,0 0-1 0 0,0-1 1 0 0,0 1 0 0 0,0 0-1 0 0,0 0 1 0 0,0 0 0 0 0,0-1 0 0 0,0 1-1 0 0,0 0 1 0 0,0 0 0 0 0,0 0-1 0 0,0 0 1 0 0,0-1 0 0 0,0 1 0 0 0,1 0-1 0 0,-1 0 1 0 0,0 0 0 0 0,0-1 0 0 0,0 1-1 0 0,0 0 1 0 0,0 0 0 0 0,1 0-1 0 0,-1 0 1 0 0,0 0 0 0 0,0 0 0 0 0,0-1-1 0 0,0 1 1 0 0,1 0 0 0 0,-1 0-1 0 0,0 0 1 0 0,0 0 0 0 0,0 0 0 0 0,0 0-1 0 0,1 0 1 0 0,-1 0 0 0 0,0 0-1 0 0,0 0 1 0 0,0 0 0 0 0,1 0 0 0 0,-1 0-1 0 0,0 0 1 0 0,0 0 0 0 0,0 0-1 0 0,1 0 1 0 0,-1 0 0 0 0,0 0 0 0 0,0 0-1 0 0,1 0 1 0 0,33-12 426 0 0,-22 6-305 0 0,1 1-1 0 0,-1 1 1 0 0,15-4 0 0 0,125-18 653 0 0,-126 22-611 0 0,0 2 0 0 0,0 0 0 0 0,1 1 0 0 0,37 5 0 0 0,-58-4-116 0 0,0 1 0 0 0,1 0 0 0 0,-1 1 0 0 0,0-1 0 0 0,0 1 1 0 0,0 0-1 0 0,0 1 0 0 0,6 3 0 0 0,-10-5-13 0 0,0 0 0 0 0,1 1 1 0 0,-1 0-1 0 0,0-1 0 0 0,-1 1 0 0 0,1 0 1 0 0,0 0-1 0 0,0 0 0 0 0,-1 0 0 0 0,1 0 1 0 0,-1 0-1 0 0,0 0 0 0 0,0 1 0 0 0,0-1 1 0 0,0 0-1 0 0,0 1 0 0 0,0-1 0 0 0,0 1 1 0 0,-1-1-1 0 0,1 1 0 0 0,-1 0 0 0 0,0 4 1 0 0,0 161 432 0 0,1-169-484 0 0,0 0-1 0 0,-1 0 1 0 0,1 1 0 0 0,0-1 0 0 0,0 0 0 0 0,-1 1-1 0 0,1-1 1 0 0,0 1 0 0 0,0-1 0 0 0,0 1 0 0 0,0-1-1 0 0,0 1 1 0 0,0 0 0 0 0,0-1 0 0 0,0 1 0 0 0,0 0 0 0 0,0 0-1 0 0,0 0 1 0 0,0 0 0 0 0,0 0 0 0 0,0 0 0 0 0,1 0-1 0 0,3 0 8 0 0,6-11 51 0 0,-4 7-42 0 0,-6 4-9 0 0,1-1 0 0 0,-1 1 0 0 0,0 0 0 0 0,0-1 0 0 0,0 1 0 0 0,0-1-1 0 0,0 0 1 0 0,0 1 0 0 0,0-1 0 0 0,-1 0 0 0 0,1 1 0 0 0,0-1 0 0 0,0 0 0 0 0,0 0 0 0 0,-1 0-1 0 0,1 0 1 0 0,0 0 0 0 0,-1 0 0 0 0,1 0 0 0 0,-1 0 0 0 0,1 0 0 0 0,-1 0 0 0 0,0 0 0 0 0,1 0-1 0 0,-1 0 1 0 0,0 0 0 0 0,0-2 0 0 0,0 1 2 0 0,1 1 1 0 0,-1-1-1 0 0,0 1 0 0 0,0-1 0 0 0,0 1 0 0 0,1 0 1 0 0,-1-1-1 0 0,1 1 0 0 0,-1-1 0 0 0,1 1 0 0 0,0 0 1 0 0,-1 0-1 0 0,1-1 0 0 0,0 1 0 0 0,0 0 1 0 0,0 0-1 0 0,0 0 0 0 0,0 0 0 0 0,0 0 0 0 0,0 0 1 0 0,0 0-1 0 0,2-1 0 0 0,-2 1 3 0 0,0 0 0 0 0,0 1 0 0 0,1-1 0 0 0,-1 0 1 0 0,0-1-1 0 0,0 1 0 0 0,0 0 0 0 0,0 0 0 0 0,-1 0 0 0 0,1 0 0 0 0,0-1 1 0 0,0 1-1 0 0,-1 0 0 0 0,1-1 0 0 0,-1 1 0 0 0,1-1 0 0 0,-1 1 0 0 0,1-1 0 0 0,-1 1 1 0 0,0-1-1 0 0,0 1 0 0 0,0-2 0 0 0,0 1 0 0 0,0 1 0 0 0,1-1 0 0 0,-1 1 0 0 0,0 0 0 0 0,1-1 0 0 0,-1 1-1 0 0,1-1 1 0 0,-1 1 0 0 0,1 0 0 0 0,0-1 0 0 0,-1 1 0 0 0,1 0 0 0 0,0 0 0 0 0,0 0 0 0 0,0-1 0 0 0,0 1 0 0 0,0 0 0 0 0,0 0 0 0 0,0 0 0 0 0,0 1 0 0 0,1-1-1 0 0,-1 0 1 0 0,0 0 0 0 0,2 0 0 0 0,3-3 34 0 0,-5 4-39 0 0,-1 0 0 0 0,0 0 0 0 0,1-1 0 0 0,-1 1-1 0 0,0 0 1 0 0,1 0 0 0 0,-1 0 0 0 0,0 0 0 0 0,0-1 0 0 0,1 1 0 0 0,-1 0 0 0 0,0 0 0 0 0,0 0 0 0 0,1-1-1 0 0,-1 1 1 0 0,0 0 0 0 0,0-1 0 0 0,0 1 0 0 0,1 0 0 0 0,-1 0 0 0 0,0-1 0 0 0,0 1 0 0 0,0 0-1 0 0,0-1 1 0 0,0 1 0 0 0,0 0 0 0 0,0-1 0 0 0,0 1 0 0 0,0 0 0 0 0,0-1 0 0 0,0 1 0 0 0,0 0-1 0 0,0-1 1 0 0,0 1 0 0 0,0 0 0 0 0,0-1 0 0 0,0 1 0 0 0,0 0 0 0 0,0-1 0 0 0,0 1 0 0 0,0 0-1 0 0,-1-1 1 0 0,1 1 0 0 0,0 0 0 0 0,0 0 0 0 0,0-1 0 0 0,-1 1 0 0 0,1 0 0 0 0,0 0 0 0 0,0-1-1 0 0,-1 1 1 0 0,1 0 0 0 0,0 0 0 0 0,0-1 0 0 0,-1 1 0 0 0,1 0 0 0 0,0 0 0 0 0,-1 0 0 0 0,0 0-1 0 0,-20-6 52 0 0,15 9-229 0 0,6 9-115 0 0,0 6 208 0 0,2-16 97 0 0,-2-2-13 0 0,-29 12-6 0 0,24-5-35 0 0,5-7 38 0 0,0 0 0 0 0,0 1 0 0 0,0-1 0 0 0,0 0 0 0 0,0 0 0 0 0,-1 0 0 0 0,1 1 0 0 0,0-1-1 0 0,0 0 1 0 0,0 0 0 0 0,0 0 0 0 0,0 1 0 0 0,0-1 0 0 0,0 0 0 0 0,0 0 0 0 0,-1 0-1 0 0,1 0 1 0 0,0 1 0 0 0,0-1 0 0 0,0 0 0 0 0,0 0 0 0 0,-1 0 0 0 0,1 0 0 0 0,0 0 0 0 0,0 1-1 0 0,0-1 1 0 0,-1 0 0 0 0,1 0 0 0 0,0 0 0 0 0,0 0 0 0 0,0 0 0 0 0,-1 0 0 0 0,1 0 0 0 0,0 0-1 0 0,0 0 1 0 0,-1 0 0 0 0,-21 1 15 0 0,17-1 26 0 0,-1 0-227 0 0,1-1 54 0 0,-1 1 0 0 0,1-1 0 0 0,-1-1 0 0 0,-6-1 0 0 0,-3-1-269 0 0,15 4 387 0 0,0 0 1 0 0,0 0-1 0 0,0 0 1 0 0,0 0-1 0 0,-1 0 1 0 0,1 0-1 0 0,0 0 1 0 0,0 0-1 0 0,0 0 1 0 0,0-1-1 0 0,-1 1 1 0 0,1 0-1 0 0,0 0 1 0 0,0 0-1 0 0,0 0 1 0 0,0 0-1 0 0,-1 0 1 0 0,1 0-1 0 0,0 0 1 0 0,0 0-1 0 0,0 0 1 0 0,0-1-1 0 0,0 1 1 0 0,0 0-1 0 0,-1 0 1 0 0,1 0-1 0 0,0 0 1 0 0,0 0-1 0 0,0-1 1 0 0,0 1-1 0 0,0 0 1 0 0,0 0-1 0 0,0 0 1 0 0,0 0-1 0 0,0-1 1 0 0,0 1-1 0 0,0 0 1 0 0,0 0-1 0 0,0 0 1 0 0,0 0-1 0 0,0-1 1 0 0,0 1-1 0 0,0 0 1 0 0,0 0-1 0 0,0 0 1 0 0,0 0-1 0 0,0-1 1 0 0,0 1-3 0 0,0 0 1 0 0,0 0 0 0 0,0-1-1 0 0,0 1 1 0 0,0 0-1 0 0,0 0 1 0 0,0 0-1 0 0,0 0 1 0 0,0 0 0 0 0,0-1-1 0 0,0 1 1 0 0,0 0-1 0 0,0 0 1 0 0,0 0 0 0 0,0 0-1 0 0,0 0 1 0 0,0-1-1 0 0,0 1 1 0 0,0 0-1 0 0,0 0 1 0 0,0 0 0 0 0,0 0-1 0 0,0 0 1 0 0,0 0-1 0 0,-1-1 1 0 0,1 1 0 0 0,0 0-1 0 0,0 0 1 0 0,0 0-1 0 0,0 0 1 0 0,0 0 0 0 0,0 0-1 0 0,-1 0 1 0 0,1 0-1 0 0,0 0 1 0 0,0 0-1 0 0,0-1 1 0 0,0 1 0 0 0,0 0-1 0 0,-1 0 1 0 0,1 0-1 0 0,0 0 1 0 0,0 0 0 0 0,0 0-1 0 0,0 0 1 0 0,0 0-1 0 0,-1 0 1 0 0,1 0-1 0 0,0 0 1 0 0,0 0 0 0 0,0 1-1 0 0,0-1 1 0 0,0 0-1 0 0,-1 0 1 0 0,1 0 0 0 0,0 0-1 0 0,0 0 1 0 0,0 0-1 0 0,0 0 1 0 0,-1 0-40 0 0,0 1 4 0 0,-1-1-1 0 0,1 0 1 0 0,-1 0-1 0 0,1 0 1 0 0,0 0-1 0 0,-1 0 1 0 0,1 0-1 0 0,-1 0 1 0 0,1-1-1 0 0,-1 1 1 0 0,1 0-1 0 0,0-1 1 0 0,-1 1-1 0 0,1-1 1 0 0,0 1-1 0 0,-1-1 1 0 0,-1-1-1 0 0,3 1-840 0 0,-5 9-6071 0 0,-22 4 3336 0 0,-6 1-934 0 0</inkml:trace>
</inkml:ink>
</file>

<file path=ppt/ink/ink5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06T18:36:02.97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195 137 640 0 0,'39'-4'1801'0'0,"-1"1"0"0"0,76 6 0 0 0,-111-2-1665 0 0,1-1 1 0 0,-1 1 0 0 0,1 0 0 0 0,-1 0-1 0 0,1 1 1 0 0,-1-1 0 0 0,0 1 0 0 0,0 0-1 0 0,0 0 1 0 0,0 0 0 0 0,4 3 0 0 0,-3-2-21 0 0,-1 0 1 0 0,1 0 0 0 0,-1 0 0 0 0,0 0 0 0 0,0 0 0 0 0,0 1 0 0 0,-1 0-1 0 0,1-1 1 0 0,-1 1 0 0 0,0 0 0 0 0,0 0 0 0 0,0 0 0 0 0,0 0 0 0 0,-1 1 0 0 0,0-1-1 0 0,1 5 1 0 0,-1-3-7 0 0,-1 1 0 0 0,0-1 0 0 0,-1 0 0 0 0,0 0 0 0 0,0 1-1 0 0,0-1 1 0 0,0 0 0 0 0,-1 0 0 0 0,0 0 0 0 0,0 0 0 0 0,-1-1 0 0 0,-4 8-1 0 0,0-1-23 0 0,0-1-1 0 0,-1 0 1 0 0,-1 0-1 0 0,1-1 0 0 0,-2 0 1 0 0,1-1-1 0 0,-1 0 0 0 0,-1 0 1 0 0,-15 9-1 0 0,-11 4 140 0 0,-58 27 1 0 0,82-43-143 0 0,-6 3 133 0 0,0-1 0 0 0,-1-1 0 0 0,1-1 0 0 0,-35 7 0 0 0,50-13-199 0 0,1 1 1 0 0,-1-1-1 0 0,0 1 0 0 0,0-1 0 0 0,1 0 0 0 0,-1-1 1 0 0,0 1-1 0 0,0-1 0 0 0,1 1 0 0 0,-1-1 0 0 0,0 0 0 0 0,-6-3 1 0 0,9 3-16 0 0,0 0 1 0 0,-1 0-1 0 0,1 0 1 0 0,0 0-1 0 0,0 0 1 0 0,0 0-1 0 0,1 0 1 0 0,-1-1-1 0 0,0 1 1 0 0,0 0-1 0 0,1 0 1 0 0,-1-1-1 0 0,0 1 1 0 0,1 0 0 0 0,0-1-1 0 0,-1 1 1 0 0,1-1-1 0 0,0 1 1 0 0,-1 0-1 0 0,1-1 1 0 0,0 1-1 0 0,0-1 1 0 0,0 1-1 0 0,0-1 1 0 0,1 1-1 0 0,-1-1 1 0 0,0 1-1 0 0,1 0 1 0 0,-1-1-1 0 0,0 1 1 0 0,1 0-1 0 0,1-3 1 0 0,10-23 65 0 0,0 0 1 0 0,3 0-1 0 0,0 1 0 0 0,1 1 1 0 0,23-26-1 0 0,108-110 362 0 0,-133 146-423 0 0,2 1-1 0 0,0 0 0 0 0,1 2 0 0 0,0 0 0 0 0,1 1 0 0 0,0 0 1 0 0,0 2-1 0 0,1 0 0 0 0,1 1 0 0 0,-1 1 0 0 0,1 0 0 0 0,23-3 0 0 0,-36 9-21 0 0,-1 1 0 0 0,1 0 0 0 0,-1 0-1 0 0,1 0 1 0 0,-1 1 0 0 0,1 0 0 0 0,-1 0-1 0 0,0 1 1 0 0,1 0 0 0 0,-1 0 0 0 0,0 0 0 0 0,0 1-1 0 0,9 5 1 0 0,-14-7 25 0 0,0 0 1 0 0,0 1-1 0 0,-1-1 1 0 0,1 0-1 0 0,0 1 0 0 0,-1-1 1 0 0,0 1-1 0 0,1-1 0 0 0,-1 0 1 0 0,0 1-1 0 0,1-1 1 0 0,-1 1-1 0 0,0-1 0 0 0,0 1 1 0 0,0-1-1 0 0,-1 1 0 0 0,1 2 1 0 0,-1 14 74 0 0,0 0 1 0 0,-1 0-1 0 0,-1-1 0 0 0,0 1 1 0 0,-1 0-1 0 0,-1-1 0 0 0,-1 0 1 0 0,-1 0-1 0 0,0-1 0 0 0,-1 1 1 0 0,-1-2-1 0 0,0 1 1 0 0,-1-1-1 0 0,-1-1 0 0 0,0 0 1 0 0,-1 0-1 0 0,0-1 0 0 0,-1 0 1 0 0,-22 15-1 0 0,-12 4 100 0 0,23-16-24 0 0,-30 25 0 0 0,51-38-162 0 0,1-1 0 0 0,-1 0 0 0 0,0 0 0 0 0,0 0 0 0 0,0 0 0 0 0,0-1 0 0 0,0 1 0 0 0,0-1 0 0 0,0 0 0 0 0,-1 1 0 0 0,1-2 0 0 0,0 1 0 0 0,-1 0 0 0 0,1-1 0 0 0,-1 1 0 0 0,1-1 0 0 0,-1 0 0 0 0,1 0 0 0 0,-1-1 0 0 0,1 1 0 0 0,-1-1 0 0 0,-5-1 0 0 0,7 1-170 0 0,-1 0 0 0 0,1 0 0 0 0,-1-1 0 0 0,1 1 0 0 0,0-1 0 0 0,-1 0 0 0 0,1 1 0 0 0,0-1 0 0 0,0 0 0 0 0,1 0-1 0 0,-1 0 1 0 0,0-1 0 0 0,1 1 0 0 0,-1 0 0 0 0,1-1 0 0 0,-1 1 0 0 0,1-1 0 0 0,0 1 0 0 0,0-1 0 0 0,1 1 0 0 0,-1-1-1 0 0,0 0 1 0 0,1 0 0 0 0,-1 1 0 0 0,1-1 0 0 0,0-4 0 0 0,1-1-661 0 0,1 1 0 0 0,0 0 0 0 0,0-1 0 0 0,0 1 0 0 0,1 0 0 0 0,0 0 0 0 0,4-6 0 0 0</inkml:trace>
</inkml:ink>
</file>

<file path=ppt/ink/ink5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06T18:36:03.97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223 55 3362 0 0,'52'-18'2109'0'0,"-37"11"-1401"0"0,0 1 1 0 0,1 0-1 0 0,0 2 0 0 0,0 0 0 0 0,1 0 1 0 0,-1 2-1 0 0,1 0 0 0 0,32 0 0 0 0,-38 4-644 0 0,1 0 0 0 0,-1 1 0 0 0,0 1 0 0 0,0-1 0 0 0,0 1 0 0 0,0 1-1 0 0,-1 0 1 0 0,0 1 0 0 0,0 0 0 0 0,0 0 0 0 0,-1 1 0 0 0,13 12 0 0 0,-18-15-42 0 0,0 0 0 0 0,0 0 0 0 0,0 0 0 0 0,-1 1 0 0 0,0-1 0 0 0,0 1 0 0 0,0 0 0 0 0,0 0 1 0 0,-1 0-1 0 0,0 0 0 0 0,0 1 0 0 0,0-1 0 0 0,0 1 0 0 0,-1-1 0 0 0,0 1 0 0 0,0 0 1 0 0,-1-1-1 0 0,0 1 0 0 0,0 0 0 0 0,0-1 0 0 0,0 1 0 0 0,-1 0 0 0 0,0-1 0 0 0,0 1 1 0 0,-1-1-1 0 0,-1 6 0 0 0,-6 7 39 0 0,0-1 0 0 0,-15 22 0 0 0,10-18 107 0 0,-17 38 1 0 0,23-42-22 0 0,1 1-1 0 0,-6 21 1 0 0,2 30 213 0 0,0-33-256 0 0,8-29-65 0 0,0 1-1 0 0,0-1 1 0 0,1 1-1 0 0,1 0 1 0 0,-1 0-1 0 0,0 13 1 0 0,2 20 247 0 0,0-26-204 0 0,0-20-263 0 0,0-95 1835 0 0,0 98-1645 0 0,0 1-1 0 0,0-1 1 0 0,-1 1 0 0 0,1-1 0 0 0,-1 1 0 0 0,1-1 0 0 0,-1 1 0 0 0,0-1 0 0 0,1 1-1 0 0,-1 0 1 0 0,0-1 0 0 0,0 1 0 0 0,0 0 0 0 0,0 0 0 0 0,0 0 0 0 0,0 0 0 0 0,0 0-1 0 0,0 0 1 0 0,0 0 0 0 0,-1 0 0 0 0,1 0 0 0 0,0 0 0 0 0,-1 1 0 0 0,1-1 0 0 0,-2 0-1 0 0,-4-2 13 0 0,1 1 0 0 0,-1 0-1 0 0,0 0 1 0 0,-12-1-1 0 0,-4 1 14 0 0,0 1 1 0 0,0 1-1 0 0,1 1 0 0 0,-1 0 0 0 0,0 2 0 0 0,-39 10 0 0 0,44-8-7 0 0,0 1 0 0 0,1 1 0 0 0,-1 0-1 0 0,1 1 1 0 0,1 1 0 0 0,0 0 0 0 0,0 1 0 0 0,-24 21-1 0 0,37-28-4 0 0,-1 0 0 0 0,1 0 0 0 0,0 0 0 0 0,0 0 0 0 0,1 1 0 0 0,-1-1 0 0 0,1 1 0 0 0,0 0 0 0 0,0 0 1 0 0,0 0-1 0 0,0 0 0 0 0,0 0 0 0 0,1 0 0 0 0,0 0 0 0 0,0 0 0 0 0,0 1 0 0 0,0-1 0 0 0,1 0 0 0 0,0 1 0 0 0,0-1 0 0 0,0 0 0 0 0,0 1 0 0 0,1-1 0 0 0,-1 1 0 0 0,1-1 0 0 0,0 0 0 0 0,1 0 0 0 0,-1 0 0 0 0,1 0 0 0 0,-1 0 0 0 0,1 0 0 0 0,1 0 0 0 0,-1 0 0 0 0,0-1 0 0 0,1 1 0 0 0,0-1 0 0 0,0 1 0 0 0,0-1 0 0 0,5 4 0 0 0,7 3 40 0 0,0 0 0 0 0,0-2 0 0 0,1 0 0 0 0,0 0 0 0 0,0-2 0 0 0,1 0 0 0 0,0 0 0 0 0,22 3 1 0 0,3-2 128 0 0,0-1 1 0 0,50 0 0 0 0,-33-6-172 0 0,105-14 0 0 0,-136 10-468 0 0,0-1 0 0 0,47-15 1 0 0,1-14-4400 0 0,-11-5-2876 0 0</inkml:trace>
</inkml:ink>
</file>

<file path=ppt/ink/ink5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06T18:36:05.54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35 140 160 0 0,'0'-24'15445'0'0,"0"40"-15923"0"0,0-16 473 0 0,0 1 1 0 0,0-1 0 0 0,0 1-1 0 0,0-1 1 0 0,0 1-1 0 0,1-1 1 0 0,-1 1-1 0 0,0-1 1 0 0,0 1-1 0 0,1-1 1 0 0,-1 1-1 0 0,0-1 1 0 0,1 1 0 0 0,-1-1-1 0 0,0 1 1 0 0,1-1-1 0 0,-1 0 1 0 0,1 1-1 0 0,-1-1 1 0 0,1 0-1 0 0,-1 1 1 0 0,0-1-1 0 0,1 0 1 0 0,-1 0 0 0 0,1 0-1 0 0,0 1 1 0 0,-1-1-1 0 0,1 0 1 0 0,-1 0-1 0 0,1 0 1 0 0,-1 0-1 0 0,1 0 1 0 0,-1 0-1 0 0,1 0 1 0 0,-1 0 0 0 0,1 0-1 0 0,0 0 1 0 0,0 0 1 0 0,0 0-1 0 0,-1 0 0 0 0,1 0 0 0 0,0 0 1 0 0,-1 0-1 0 0,1 0 0 0 0,0 0 0 0 0,-1 1 1 0 0,1-1-1 0 0,0 0 0 0 0,-1 0 1 0 0,1 1-1 0 0,-1-1 0 0 0,1 0 0 0 0,0 1 1 0 0,-1-1-1 0 0,1 0 0 0 0,-1 1 0 0 0,1-1 1 0 0,-1 1-1 0 0,1-1 0 0 0,-1 1 0 0 0,0-1 1 0 0,1 1-1 0 0,-1 0 0 0 0,1-1 0 0 0,-1 1 1 0 0,0-1-1 0 0,0 1 0 0 0,1 0 1 0 0,-1-1-1 0 0,0 1 0 0 0,0 0 0 0 0,0-1 1 0 0,0 1-1 0 0,0 1 0 0 0,0-1 7 0 0,0 0-1 0 0,0 0 1 0 0,1 0 0 0 0,-1 0-1 0 0,0 0 1 0 0,0 0 0 0 0,0 0-1 0 0,1 0 1 0 0,-1-1-1 0 0,0 1 1 0 0,1 0 0 0 0,-1 0-1 0 0,1 0 1 0 0,-1 0 0 0 0,1 0-1 0 0,0-1 1 0 0,-1 1-1 0 0,1 0 1 0 0,0-1 0 0 0,-1 1-1 0 0,1 0 1 0 0,0-1 0 0 0,0 1-1 0 0,0-1 1 0 0,0 1-1 0 0,-1-1 1 0 0,3 1 0 0 0,-2 0 7 0 0,0-1 1 0 0,0 1 0 0 0,0-1 0 0 0,0 1-1 0 0,0-1 1 0 0,0 1 0 0 0,0 0-1 0 0,0 0 1 0 0,-1-1 0 0 0,1 1 0 0 0,0 0-1 0 0,0 0 1 0 0,-1 0 0 0 0,1 0-1 0 0,0 0 1 0 0,-1 0 0 0 0,1 0-1 0 0,-1 0 1 0 0,0 0 0 0 0,1 0 0 0 0,-1 0-1 0 0,0 0 1 0 0,1 0 0 0 0,-1 0-1 0 0,0 1 1 0 0,0-1 0 0 0,0 2 0 0 0,0 1 7 0 0,0-4-18 0 0,-1 1-1 0 0,1-1 1 0 0,0 1 0 0 0,0 0 0 0 0,0-1 0 0 0,0 1 0 0 0,0-1 0 0 0,0 1-1 0 0,0-1 1 0 0,0 1 0 0 0,0-1 0 0 0,0 1 0 0 0,0-1 0 0 0,0 1 0 0 0,0-1-1 0 0,0 1 1 0 0,1-1 0 0 0,-1 1 0 0 0,0-1 0 0 0,0 1 0 0 0,1-1 0 0 0,-1 1-1 0 0,0-1 1 0 0,1 1 0 0 0,-1-1 0 0 0,0 0 0 0 0,1 1 0 0 0,-1-1 0 0 0,1 1-1 0 0,-1-1 1 0 0,0 0 0 0 0,1 1 0 0 0,21 0-80 0 0,-16-2 13 0 0,-6-74 601 0 0,-6 73-588 0 0,-23-6 41 0 0,26 4 13 0 0,1 4 0 0 0,0 0 0 0 0,1 0 0 0 0,0 0 0 0 0,-1-1 0 0 0,1 1 0 0 0,-1 0 0 0 0,1-1 0 0 0,0 1 0 0 0,-1-1 0 0 0,1 1 0 0 0,0-1 0 0 0,0 0 0 0 0,0 0 0 0 0,-1 1 0 0 0,1-1 0 0 0,0 0 0 0 0,0 0 0 0 0,0 0 0 0 0,0 0 0 0 0,-1-2 0 0 0,2 3 0 0 0,0-1 0 0 0,0 0 0 0 0,0 1 0 0 0,-1-1 0 0 0,1 1 1 0 0,0-1-1 0 0,-1 1 0 0 0,1-1 0 0 0,0 1 0 0 0,-1-1 0 0 0,1 1 0 0 0,-1-1 0 0 0,1 1 0 0 0,-1 0 0 0 0,1-1 0 0 0,-1 1 0 0 0,1 0 0 0 0,-1-1 0 0 0,1 1 0 0 0,-1 0 1 0 0,1-1-1 0 0,-1 1 0 0 0,1 0 0 0 0,-1 0 0 0 0,0 0 0 0 0,1 0 0 0 0,-1 0 0 0 0,1 0 0 0 0,-1 0 0 0 0,0 0 0 0 0,1 0 0 0 0,-2 0 0 0 0,1 0-2 0 0,1 0 0 0 0,-1 0 0 0 0,1 0 0 0 0,-1 0 0 0 0,0 0 0 0 0,1 0 0 0 0,-1 0 0 0 0,1 0 0 0 0,-1 0-1 0 0,0-1 1 0 0,1 1 0 0 0,-1 0 0 0 0,1 0 0 0 0,-1 0 0 0 0,1-1 0 0 0,-1 1 0 0 0,0 0 0 0 0,1-1 0 0 0,-1 1 0 0 0,1-1-1 0 0,0 1 1 0 0,-1 0 0 0 0,1-1 0 0 0,-1 1 0 0 0,1-1 0 0 0,0 1 0 0 0,-1-1 0 0 0,1 1 0 0 0,0-1 0 0 0,-1 1 0 0 0,1-1 0 0 0,0-1-1 0 0,0 1 1 0 0,0 0-1 0 0,0 0 1 0 0,0 0-1 0 0,0 0 1 0 0,0-1-1 0 0,0 1 1 0 0,0 0-1 0 0,0 0 1 0 0,0 0-1 0 0,0 0 1 0 0,-1 0-1 0 0,1-1 0 0 0,0 1 1 0 0,-1 0-1 0 0,1 0 1 0 0,-1 0-1 0 0,1 0 1 0 0,-1 0-1 0 0,0 0 1 0 0,0 0-1 0 0,1 1 1 0 0,-1-1-1 0 0,0 0 1 0 0,0 0-1 0 0,0 0 1 0 0,0 1-1 0 0,0-1 0 0 0,1 0 1 0 0,-1 1-1 0 0,-1-1 1 0 0,1 1-1 0 0,0-1 1 0 0,0 1-1 0 0,-2-1 1 0 0,-4-2-3 0 0,7 2 20 0 0,-1 0 0 0 0,0-1 0 0 0,0 1 0 0 0,1-1 0 0 0,-1 0 0 0 0,1 1 0 0 0,-1-1 0 0 0,1 1 0 0 0,0-1 0 0 0,-1 0 0 0 0,1 1 0 0 0,0-1 0 0 0,0 0 0 0 0,0 1 0 0 0,1-4 0 0 0,-1 14 276 0 0,-1 3-112 0 0,1 1 0 0 0,0-1 0 0 0,0 1 0 0 0,2-1 1 0 0,-1 0-1 0 0,2 1 0 0 0,0-1 0 0 0,0 0 1 0 0,1-1-1 0 0,0 1 0 0 0,10 17 0 0 0,-9-19-79 0 0,1 0-1 0 0,-1 0 1 0 0,6 21 0 0 0,0-1 168 0 0,11 10 26 0 0,-14-18-204 0 0,-6-18-69 0 0,-1 0-1 0 0,0-1 0 0 0,1 1 0 0 0,0 0 1 0 0,0-1-1 0 0,0 1 0 0 0,1-1 0 0 0,-1 1 1 0 0,1-1-1 0 0,0 0 0 0 0,4 4 0 0 0,20 15 60 0 0,-26-20-66 0 0,1-1-1 0 0,-1 1 1 0 0,1-1-1 0 0,-1 1 1 0 0,1-1-1 0 0,0 0 1 0 0,-1 0-1 0 0,1 1 1 0 0,0-1 0 0 0,0 0-1 0 0,0-1 1 0 0,0 1-1 0 0,0 0 1 0 0,0 0-1 0 0,0-1 1 0 0,0 0-1 0 0,0 1 1 0 0,1-1-1 0 0,-1 0 1 0 0,0 0-1 0 0,0 0 1 0 0,0 0-1 0 0,0 0 1 0 0,0 0 0 0 0,1-1-1 0 0,-1 1 1 0 0,0-1-1 0 0,0 0 1 0 0,0 1-1 0 0,3-3 1 0 0,7-4 152 0 0,-1-1 0 0 0,0 0 0 0 0,-1-1 0 0 0,16-15 1 0 0,-12 11-17 0 0,165-189 1984 0 0,-119 123-1494 0 0,-58 76-627 0 0,0 0-1 0 0,-1 0 1 0 0,1-1-1 0 0,-1 1 0 0 0,0 0 1 0 0,0-1-1 0 0,0 1 0 0 0,-1-1 1 0 0,1 1-1 0 0,-1-1 0 0 0,0 0 1 0 0,0 1-1 0 0,0-8 0 0 0,-1 1 2 0 0,1 9-13 0 0,0 0-1 0 0,0 0 0 0 0,0 0 0 0 0,0 0 1 0 0,0 0-1 0 0,-1 1 0 0 0,1-1 1 0 0,0 0-1 0 0,-1 0 0 0 0,1 0 1 0 0,0 1-1 0 0,-1-1 0 0 0,1 0 0 0 0,-1 0 1 0 0,1 1-1 0 0,-1-1 0 0 0,1 0 1 0 0,-1 1-1 0 0,0-1 0 0 0,1 1 1 0 0,-1-1-1 0 0,0 1 0 0 0,1-1 0 0 0,-1 1 1 0 0,0-1-1 0 0,0 1 0 0 0,0 0 1 0 0,1-1-1 0 0,-3 1 0 0 0,-27-4-402 0 0,16 3-152 0 0,-1-3-3490 0 0,-2 1 1552 0 0,11 3-1630 0 0</inkml:trace>
</inkml:ink>
</file>

<file path=ppt/ink/ink5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06T18:36:06.58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33 53 80 0 0,'0'-1'121'0'0,"0"1"-1"0"0,0-1 1 0 0,0 1-1 0 0,0-1 1 0 0,0 1-1 0 0,0-1 1 0 0,-1 1-1 0 0,1-1 1 0 0,0 1-1 0 0,0-1 1 0 0,-1 1-1 0 0,1 0 1 0 0,0-1-1 0 0,0 1 1 0 0,-1-1-1 0 0,1 1 1 0 0,0 0-1 0 0,-1-1 1 0 0,1 1-1 0 0,-1 0 1 0 0,1-1-1 0 0,-1 1 1 0 0,1 0-1 0 0,0-1 1 0 0,-1 1-1 0 0,1 0 1 0 0,-1 0 0 0 0,1 0-1 0 0,-1 0 1 0 0,1-1-1 0 0,-1 1 1 0 0,1 0-1 0 0,-1 0 1 0 0,0 0-1 0 0,1 0 1 0 0,-1 0-1 0 0,1 0 1 0 0,-1 0-1 0 0,0 1 25 0 0,0-1 0 0 0,1 0 0 0 0,-1 0 0 0 0,0 0 0 0 0,1 0 0 0 0,-1-1 0 0 0,0 1 0 0 0,1 0 0 0 0,-1 0 0 0 0,0 0 0 0 0,1 0 0 0 0,-1-1 0 0 0,0 1 0 0 0,1 0-1 0 0,-1-1 1 0 0,0 1 0 0 0,1 0 0 0 0,-1-1 0 0 0,1 1 0 0 0,-1-1 0 0 0,1 1 0 0 0,-1-1 0 0 0,1 1 0 0 0,0-1 0 0 0,-1 1 0 0 0,1-1 0 0 0,-1 0 0 0 0,1 1 0 0 0,0-1 0 0 0,0 1 0 0 0,-1-1 0 0 0,1 0 0 0 0,0 1-1 0 0,0-1 1 0 0,0 0 0 0 0,0 1 0 0 0,0-1 0 0 0,-1 0 0 0 0,2-1 0 0 0,-1 1 12 0 0,0 0 0 0 0,0 1 0 0 0,0-1 0 0 0,0 0 0 0 0,0 0 0 0 0,1 0 0 0 0,-1 0 0 0 0,0 0 0 0 0,1 1 0 0 0,-1-1 0 0 0,1 0 0 0 0,-1 0 0 0 0,1 1 0 0 0,-1-1 1 0 0,1 0-1 0 0,-1 1 0 0 0,1-1 0 0 0,0 0 0 0 0,-1 1 0 0 0,1-1 0 0 0,0 1 0 0 0,0-1 0 0 0,-1 1 0 0 0,1 0 0 0 0,0-1 0 0 0,0 1 0 0 0,0 0 0 0 0,0-1 0 0 0,4 0-8 0 0,-1 0 0 0 0,1 0 0 0 0,0 0 0 0 0,-1 1 0 0 0,1 0 1 0 0,5 0-1 0 0,8 1-152 0 0,1 1 0 0 0,21 5 0 0 0,10 1 103 0 0,-41-7-103 0 0,-1 0 1 0 0,0 1 0 0 0,0 0 0 0 0,0 0 0 0 0,0 0 0 0 0,0 1 0 0 0,0 0 0 0 0,8 6-1 0 0,-3-3-615 0 0,1 0 0 0 0,-1 0 0 0 0,27 5 0 0 0,-32-8-330 0 0,1-2 0 0 0,-1 1-1 0 0,1-1 1 0 0,-1-1 0 0 0,1 1 0 0 0,0-2 0 0 0,9 0 0 0 0,-18 1 861 0 0,0 0 0 0 0,0 0 0 0 0,0 0 1 0 0,1 0-1 0 0,-1 0 0 0 0,0 0 1 0 0,0 0-1 0 0,0 0 0 0 0,1 0 0 0 0,-1 0 1 0 0,0 0-1 0 0,0 0 0 0 0,0-1 1 0 0,1 1-1 0 0,-1 0 0 0 0,0 0 0 0 0,0 0 1 0 0,0 0-1 0 0,0 0 0 0 0,1 0 1 0 0,-1 0-1 0 0,0-1 0 0 0,0 1 1 0 0,0 0-1 0 0,0 0 0 0 0,0 0 0 0 0,0-1 1 0 0,1 1-1 0 0,-1 0 0 0 0,0 0 1 0 0,0 0-1 0 0,0 0 0 0 0,0-1 0 0 0,0 1 1 0 0,0 0-1 0 0,0 0 0 0 0,0 0 1 0 0,0-1-1 0 0,0 1 0 0 0</inkml:trace>
</inkml:ink>
</file>

<file path=ppt/ink/ink5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06T18:36:06.95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29 3041 0 0,'0'0'2882'0'0,"0"-8"-961"0"0,0 2-241 0 0,33-1 882 0 0,0-1-1602 0 0,-1 8-240 0 0,1 0-159 0 0,32 8-241 0 0,-32-1-640 0 0,32 7-1841 0 0,-32-8-2081 0 0,32 7-240 0 0</inkml:trace>
</inkml:ink>
</file>

<file path=ppt/ink/ink5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06T18:36:17.46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33 1046 1441 0 0,'0'0'1494'0'0,"-5"1"-160"0"0,0 0-923 0 0,-17 3 2286 0 0,22 25-696 0 0,0-26-1947 0 0,0 0 1 0 0,0 0 0 0 0,1 0 0 0 0,-1-1-1 0 0,1 1 1 0 0,0 0 0 0 0,0-1-1 0 0,0 1 1 0 0,0 0 0 0 0,1-1 0 0 0,-1 1-1 0 0,1-1 1 0 0,2 4 0 0 0,-2-4-19 0 0,0 1-1 0 0,0 0 1 0 0,-1 0 0 0 0,1-1 0 0 0,-1 1 0 0 0,1 0-1 0 0,-1 1 1 0 0,0-1 0 0 0,0 0 0 0 0,0 0 0 0 0,-1 0-1 0 0,1 0 1 0 0,-1 7 0 0 0,1-5 7 0 0,-1 1 0 0 0,1-1 0 0 0,0 1 0 0 0,0-1 0 0 0,1 0 0 0 0,-1 0 0 0 0,1 0 0 0 0,5 9-1 0 0,-4-8-30 0 0,-1-1 0 0 0,1 0 0 0 0,-1 1 0 0 0,-1 0 0 0 0,1-1 0 0 0,-1 1 0 0 0,0 0 0 0 0,1 11-1 0 0,-2-7 16 0 0,2 0 0 0 0,-1 1 0 0 0,1-1 0 0 0,0 0-1 0 0,7 17 1 0 0,-5-17 7 0 0,-1-1-1 0 0,0 1 0 0 0,-1 0 0 0 0,0 0 0 0 0,1 19 1 0 0,-3-22-31 0 0,0 0 1 0 0,1 1-1 0 0,1-1 1 0 0,-1 0-1 0 0,1 1 1 0 0,0-1-1 0 0,1 0 1 0 0,5 11-1 0 0,0 0 19 0 0,3 20 85 0 0,0-23-82 0 0,-10-13-16 0 0,1 0-1 0 0,-1 0 1 0 0,1 0-1 0 0,-1 0 0 0 0,0 0 1 0 0,1 0-1 0 0,-1 1 1 0 0,0-1-1 0 0,0 0 0 0 0,-1 0 1 0 0,1 1-1 0 0,0-1 1 0 0,-1 1-1 0 0,0-1 0 0 0,1 4 1 0 0,-1-4-5 0 0,0 0-1 0 0,0 0 1 0 0,1 0 0 0 0,-1 0 0 0 0,1 0-1 0 0,0 0 1 0 0,-1 0 0 0 0,1 0 0 0 0,0 0 0 0 0,0-1-1 0 0,0 1 1 0 0,0 0 0 0 0,0-1 0 0 0,1 1 0 0 0,-1 0-1 0 0,1-1 1 0 0,-1 0 0 0 0,1 1 0 0 0,-1-1 0 0 0,1 0-1 0 0,-1 0 1 0 0,1 1 0 0 0,0-1 0 0 0,0-1 0 0 0,0 1-1 0 0,0 0 1 0 0,0 0 0 0 0,0-1 0 0 0,0 1-1 0 0,0-1 1 0 0,0 0 0 0 0,0 1 0 0 0,0-1 0 0 0,3 0-1 0 0,5 0-18 0 0,-1 0 1 0 0,0 0-1 0 0,1-1 0 0 0,-1 0 0 0 0,0 0 0 0 0,0-1 0 0 0,12-4 0 0 0,-4 0 48 0 0,-5 3 27 0 0,-1-1 0 0 0,1-1 0 0 0,-1 0 0 0 0,0-1 0 0 0,-1 0 0 0 0,14-10 1 0 0,281-199 529 0 0,-228 154-385 0 0,134-139 0 0 0,-102 81-205 0 0,-60 71-11 0 0,87-95-138 0 0,-93 95 50 0 0,-21 23-42 0 0,37-52 0 0 0,-54 69 147 0 0,0 0 0 0 0,0 0 0 0 0,-1-1 0 0 0,0 0 1 0 0,-1 0-1 0 0,0 0 0 0 0,-1 0 0 0 0,0-1 1 0 0,0 1-1 0 0,-1 0 0 0 0,1-12 0 0 0,-2 19 12 0 0,0-1 0 0 0,0 0-1 0 0,-1 0 1 0 0,1 1 0 0 0,-1-1 0 0 0,1 0-1 0 0,-1 1 1 0 0,0-1 0 0 0,0 1-1 0 0,0-1 1 0 0,0 1 0 0 0,0-1 0 0 0,-1 1-1 0 0,1 0 1 0 0,-1 0 0 0 0,0-1-1 0 0,1 1 1 0 0,-1 0 0 0 0,0 1 0 0 0,0-1-1 0 0,0 0 1 0 0,-1 0 0 0 0,1 1 0 0 0,0-1-1 0 0,-4 0 1 0 0,-17-16 68 0 0,22 17-80 0 0,1 0 0 0 0,-1 0 0 0 0,1 1 0 0 0,-1-1 0 0 0,1 0 0 0 0,0 0 0 0 0,-1 0 0 0 0,1 0 0 0 0,0 0 0 0 0,-1 0 0 0 0,1 0 0 0 0,0 0 0 0 0,0 0 0 0 0,0 1 0 0 0,0-1 0 0 0,0 0 0 0 0,0 0 1 0 0,1-2-1 0 0,-1 3 4 0 0,0-1 0 0 0,0 0 0 0 0,0 1 0 0 0,0-1 0 0 0,0 1 0 0 0,0-1 0 0 0,0 0 0 0 0,0 1 0 0 0,0-1 0 0 0,0 1 0 0 0,0-1 0 0 0,0 0 1 0 0,0 1-1 0 0,0-1 0 0 0,-1 1 0 0 0,1-1 0 0 0,0 1 0 0 0,0-1 0 0 0,-1 1 0 0 0,1-1 0 0 0,0 1 0 0 0,-1-1 0 0 0,1 1 0 0 0,0-1 1 0 0,-1 1-1 0 0,1-1 0 0 0,-1 1 0 0 0,1 0 0 0 0,-1-1 0 0 0,0 1 0 0 0,-21-7 243 0 0,-10-1 41 0 0,26 7-241 0 0,10-31 143 0 0,9 22-85 0 0,-3 4-84 0 0,3-3 52 0 0,-11 7-69 0 0,-1 1 1 0 0,1 0-1 0 0,0 0 1 0 0,0 0-1 0 0,0 0 1 0 0,0 0 0 0 0,0 0-1 0 0,0 1 1 0 0,0-1-1 0 0,0 1 1 0 0,0-1-1 0 0,0 1 1 0 0,4 0 0 0 0,54-15 175 0 0,-29 11-25 0 0,-19 1-108 0 0,0 2 0 0 0,0 0 0 0 0,19 0 1 0 0,2 4 12 0 0,0 2 1 0 0,-1 1 0 0 0,33 11 0 0 0,-52-12-39 0 0,1-1 0 0 0,0-1 0 0 0,0 0 1 0 0,0-1-1 0 0,23 0 0 0 0,-7 0 29 0 0,234 0 305 0 0,-83-15-163 0 0,-131 8-199 0 0,102-5 0 0 0,38 10 226 0 0,-71 0-10 0 0,436 13 1262 0 0,-440-11-1322 0 0,-62-3-58 0 0,84-7 702 0 0,79 2-173 0 0,13 12-133 0 0,-104-13-254 0 0,-118 6-198 0 0,0 0 0 0 0,-1 0 0 0 0,1 0 0 0 0,12-5 1 0 0,11-3 133 0 0,188-34 611 0 0,178-16 455 0 0,-309 50-883 0 0,32-8 166 0 0,-54 7-194 0 0,105-3 0 0 0,-160 14-395 0 0,-1 0 1 0 0,1 0-1 0 0,0 1 1 0 0,11 3-1 0 0,-17-4 22 0 0,2 2-11 0 0,-7-2 43 0 0,2 2 33 0 0,26 3-10 0 0,-20-1-128 0 0,-4-2 83 0 0,4-2-13 0 0,19 6 10 0 0,0 4 96 0 0,-17-8 6 0 0,16 5-35 0 0,-5 0 20 0 0,-15-6 3 0 0,1 0 0 0 0,-1 0 1 0 0,0 0-1 0 0,1-1 0 0 0,-1 0 0 0 0,1 0 1 0 0,7 0-1 0 0,75 5 419 0 0,280 7 559 0 0,-266-19-850 0 0,-35 1-31 0 0,0 2 1 0 0,105 10-1 0 0,-129 0-85 0 0,12-6-54 0 0,48 5 228 0 0,33 1 239 0 0,-5-7 0 0 0,298-12 54 0 0,-82-15-254 0 0,-155 13-19 0 0,89-8 91 0 0,-145 9-32 0 0,-28 11-714 0 0,-90 2 295 0 0,-13 0-101 0 0,0 2-147 0 0,17 3 134 0 0,2 3-322 0 0,38 17 1 0 0,-24-9 282 0 0,-17-9 148 0 0,-1-1 1 0 0,1-1 0 0 0,0-1-1 0 0,40 2 1 0 0,90-5 213 0 0,-81-3-90 0 0,113 0 267 0 0,188-28 0 0 0,-83 15-61 0 0,-190 21-372 0 0,-93-6 140 0 0,9 1-47 0 0,38 11-48 0 0,-30-11 114 0 0,-11 5 134 0 0,31 0-33 0 0,0-2 0 0 0,83-3 0 0 0,101-18 168 0 0,-211 16-253 0 0,562-60 532 0 0,-398 43-416 0 0,189-14-56 0 0,-264 27-173 0 0,152 13 0 0 0,-246-6 24 0 0,1-1 0 0 0,0 1 0 0 0,17 6 0 0 0,-22 2-99 0 0,-7-8 151 0 0,1-6 108 0 0,0 3 501 0 0,5 1-801 0 0,17 0 200 0 0,-22 0 10 0 0,1 0 0 0 0,-1 0 0 0 0,0 0 0 0 0,1 0 0 0 0,-1 0 0 0 0,0 0 1 0 0,0 0-1 0 0,1 0 0 0 0,-1-1 0 0 0,0 1 0 0 0,0 0 0 0 0,1 0 0 0 0,-1 0 0 0 0,0 0 1 0 0,0 0-1 0 0,0-1 0 0 0,1 1 0 0 0,-1 0 0 0 0,0 0 0 0 0,0 0 0 0 0,0-1 1 0 0,0 1-1 0 0,1 0 0 0 0,-1 0 0 0 0,0-1 0 0 0,0 1 0 0 0,0 0 0 0 0,0 0 0 0 0,0-1 1 0 0,0 1-1 0 0,0 0 0 0 0,0 0 0 0 0,0-1 0 0 0,0 1 0 0 0,0 0 0 0 0,0 0 0 0 0,0-1 1 0 0,0 1-1 0 0,0 0 0 0 0,0-1 0 0 0,0 1 0 0 0,0 0 0 0 0,0 0 0 0 0,0-1 0 0 0,0 1 6 0 0,0-1-1 0 0,-1 1 1 0 0,1 0-1 0 0,0-1 1 0 0,0 1-1 0 0,0 0 1 0 0,0-1-1 0 0,0 1 0 0 0,0 0 1 0 0,0-1-1 0 0,0 1 1 0 0,0 0-1 0 0,0-1 1 0 0,0 1-1 0 0,1 0 1 0 0,-1-1-1 0 0,0 1 0 0 0,0 0 1 0 0,0-1-1 0 0,0 1 1 0 0,0 0-1 0 0,1-1 1 0 0,-1 1-1 0 0,0 0 1 0 0,0 0-1 0 0,1-1 0 0 0,-1 1 1 0 0,0 0-1 0 0,0 0 1 0 0,1-1-1 0 0,-1 1 1 0 0,0 0-1 0 0,1 0 1 0 0,-1 0-1 0 0,0 0 0 0 0,1-1 1 0 0,21 0 224 0 0,-17-1 84 0 0,-5 2-320 0 0,0-1 1 0 0,0 1 0 0 0,0 0-1 0 0,0 0 1 0 0,0 0 0 0 0,0 0-1 0 0,0-1 1 0 0,0 1-1 0 0,0 0 1 0 0,0 0 0 0 0,0 0-1 0 0,0-1 1 0 0,0 1 0 0 0,0 0-1 0 0,0 0 1 0 0,0 0 0 0 0,1 0-1 0 0,-1-1 1 0 0,0 1-1 0 0,0 0 1 0 0,0 0 0 0 0,0 0-1 0 0,0 0 1 0 0,0 0 0 0 0,0-1-1 0 0,1 1 1 0 0,-1 0 0 0 0,0 0-1 0 0,0 0 1 0 0,0 0-1 0 0,0 0 1 0 0,0 0 0 0 0,1 0-1 0 0,-1 0 1 0 0,0 0 0 0 0,0 0-1 0 0,0-1 1 0 0,0 1 0 0 0,1 0-1 0 0,-1 0 1 0 0,0 0-1 0 0,0 0 1 0 0,0 0 0 0 0,0 0-1 0 0,1 0 1 0 0,-1 0 0 0 0,0 0-1 0 0,0 0 1 0 0,0 1 0 0 0,1-1-1 0 0,22-6-4 0 0,1 1 0 0 0,0 1 0 0 0,0 1 0 0 0,44 1 0 0 0,-34 2 44 0 0,0-2 1 0 0,0-1-1 0 0,0-2 0 0 0,0-1 1 0 0,-1-2-1 0 0,0-1 0 0 0,54-23 1 0 0,-3 1 160 0 0,14-4-138 0 0,-92 30-251 0 0,-7 9 61 0 0,1-3 30 0 0,-5-1-40 0 0,5 0 119 0 0,-2 0 5 0 0,1 0-1 0 0,-1 0 0 0 0,1-1 1 0 0,-1 1-1 0 0,1 0 0 0 0,-1 0 1 0 0,1 1-1 0 0,0-1 0 0 0,-1 0 1 0 0,1 0-1 0 0,-1 1 1 0 0,1-1-1 0 0,0 1 0 0 0,-1-1 1 0 0,1 1-1 0 0,0 0 0 0 0,-2 0 1 0 0,3 0-138 0 0,0 2-255 0 0,0-3 376 0 0,0 1 1 0 0,0-1-1 0 0,0 1 1 0 0,0-1-1 0 0,1 0 0 0 0,-1 1 1 0 0,0-1-1 0 0,0 1 1 0 0,0-1-1 0 0,0 0 1 0 0,0 1-1 0 0,0-1 1 0 0,0 1-1 0 0,0-1 1 0 0,-1 0-1 0 0,1 1 1 0 0,0-1-1 0 0,0 1 0 0 0,0-1 1 0 0,0 0-1 0 0,0 1 1 0 0,-1-1-1 0 0,1 0 1 0 0,0 1-1 0 0,0-1 1 0 0,-1 0-1 0 0,1 1 1 0 0,0-1-1 0 0,-1 0 1 0 0,1 1-1 0 0,0-1 0 0 0,0 0 1 0 0,-1 0-1 0 0,1 0 1 0 0,-1 1-1 0 0,0-1 1 0 0,-4 1-26 0 0,5-1 40 0 0,-1-1 1 0 0,0 1 0 0 0,0 0 0 0 0,0 0 0 0 0,0 0 0 0 0,0 1 0 0 0,1-1-1 0 0,-1 0 1 0 0,0 0 0 0 0,0 0 0 0 0,0 1 0 0 0,1-1 0 0 0,-1 0 0 0 0,0 1 0 0 0,0-1-1 0 0,1 1 1 0 0,-1-1 0 0 0,0 1 0 0 0,1-1 0 0 0,-1 1 0 0 0,0-1 0 0 0,1 1-1 0 0,-1 0 1 0 0,1-1 0 0 0,-1 1 0 0 0,1 0 0 0 0,-1-1 0 0 0,1 1 0 0 0,0 0-1 0 0,-1 0 1 0 0,1-1 0 0 0,0 1 0 0 0,0 0 0 0 0,-1 0 0 0 0,1 0 0 0 0,0 0-1 0 0,0-1 1 0 0,0 1 0 0 0,0 0 0 0 0,0 1 0 0 0,-1 2 40 0 0,0 1 1 0 0,0-1-1 0 0,-1 1 0 0 0,1-1 0 0 0,-1 0 1 0 0,0 0-1 0 0,0 0 0 0 0,-1 0 1 0 0,1 0-1 0 0,-1-1 0 0 0,0 1 1 0 0,-6 6-1 0 0,5-6 0 0 0,0 1 0 0 0,0 0 0 0 0,0 0 0 0 0,1 1 0 0 0,-6 10 0 0 0,1 14-10 0 0,6-25-56 0 0,1 1 0 0 0,-1 0-1 0 0,0-1 1 0 0,0 1 0 0 0,0-1 0 0 0,-1 0 0 0 0,1 0 0 0 0,-2 0-1 0 0,1 0 1 0 0,0 0 0 0 0,-5 4 0 0 0,-12 11-221 0 0,7-7-332 0 0,0 1-1 0 0,1 1 1 0 0,-17 26-1 0 0,21-28-789 0 0,-1-1 1 0 0,0 0-1 0 0,0 0 0 0 0,-1 0 0 0 0,-1-2 0 0 0,0 1 0 0 0,-20 14 0 0 0,-35 19-9573 0 0</inkml:trace>
</inkml:ink>
</file>

<file path=ppt/ink/ink5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06T18:36:22.46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100 165 400 0 0,'0'0'19'0'0,"0"1"-1"0"0,0-1 1 0 0,0 0-1 0 0,1 1 1 0 0,-1-1-1 0 0,0 1 1 0 0,0-1-1 0 0,0 0 1 0 0,1 0 0 0 0,-1 1-1 0 0,0-1 1 0 0,1 0-1 0 0,-1 1 1 0 0,0-1-1 0 0,1 0 1 0 0,-1 0-1 0 0,0 1 1 0 0,1-1-1 0 0,-1 0 1 0 0,0 0-1 0 0,1 0 1 0 0,-1 0-1 0 0,1 0 1 0 0,-1 0 0 0 0,0 1-1 0 0,1-1 1 0 0,-1 0-1 0 0,1 0 1 0 0,-1 0-1 0 0,0 0 1 0 0,1 0-1 0 0,-1 0 1 0 0,1-1-1 0 0,15 0 9410 0 0,-17 1-9347 0 0,0 0-46 0 0,0 0 1 0 0,0 0 0 0 0,0 0 0 0 0,0 0-1 0 0,-1 0 1 0 0,1 0 0 0 0,0 0-1 0 0,0-1 1 0 0,0 1 0 0 0,0 0 0 0 0,0-1-1 0 0,0 1 1 0 0,0-1 0 0 0,0 1 0 0 0,0-1-1 0 0,0 1 1 0 0,0-1 0 0 0,0 0 0 0 0,0 0-1 0 0,0 1 1 0 0,0-1 0 0 0,0 0-1 0 0,1 0 1 0 0,-2-2 0 0 0,2 3-19 0 0,0-1 0 0 0,0 0 0 0 0,0 1 0 0 0,0-1 0 0 0,-1 0 0 0 0,1 1 0 0 0,0-1 0 0 0,0 0 0 0 0,0 1 0 0 0,-1-1 0 0 0,1 1 0 0 0,0-1 0 0 0,-1 0 0 0 0,1 1 0 0 0,0-1 0 0 0,-1 1 0 0 0,1-1 0 0 0,-1 1 0 0 0,1-1 0 0 0,-1 1 0 0 0,1-1 0 0 0,-1 1 1 0 0,1 0-1 0 0,-1-1 0 0 0,1 1 0 0 0,-1 0 0 0 0,0-1 0 0 0,1 1 0 0 0,-1 0 0 0 0,0 0 0 0 0,1 0 0 0 0,-1-1 0 0 0,0 1 0 0 0,1 0 0 0 0,-2 0 0 0 0,1 0-5 0 0,0 0 0 0 0,1 0 1 0 0,-1 0-1 0 0,0 0 0 0 0,1 0 1 0 0,-1 0-1 0 0,0-1 0 0 0,1 1 0 0 0,-1 0 1 0 0,0 0-1 0 0,1-1 0 0 0,-1 1 0 0 0,0-1 1 0 0,1 1-1 0 0,-1 0 0 0 0,1-1 1 0 0,-1 1-1 0 0,1-1 0 0 0,-1 1 0 0 0,1-1 1 0 0,-1 1-1 0 0,1-1 0 0 0,-1 0 0 0 0,1 1 1 0 0,0-1-1 0 0,-1 0 0 0 0,1 1 1 0 0,0-1-1 0 0,0 0 0 0 0,0 1 0 0 0,-1-1 1 0 0,1 0-1 0 0,0 1 0 0 0,0-1 1 0 0,0 0-1 0 0,0 0 0 0 0,0-1 14 0 0,0 1 0 0 0,0-1 0 0 0,0 1 0 0 0,0-1 0 0 0,0 1 0 0 0,0-1 0 0 0,0 1-1 0 0,-1-1 1 0 0,1 1 0 0 0,0 0 0 0 0,-1-1 0 0 0,0 1 0 0 0,1-1 0 0 0,-1 1 0 0 0,0 0 0 0 0,1 0 0 0 0,-1-1 0 0 0,0 1 0 0 0,0 0 0 0 0,0 0-1 0 0,0 0 1 0 0,0 0 0 0 0,0 0 0 0 0,-1 0 0 0 0,1 0 0 0 0,-2-1 0 0 0,-6-4 61 0 0,8 4-42 0 0,-1-1 0 0 0,1 0 0 0 0,0 0 0 0 0,0 1 1 0 0,1-1-1 0 0,-1 0 0 0 0,0 0 0 0 0,1 0 0 0 0,0 0 0 0 0,0 0 0 0 0,0 0 0 0 0,0 0 0 0 0,0 0 0 0 0,0 0 1 0 0,2-3-1 0 0,-2-6 113 0 0,0 9-125 0 0,0 3-29 0 0,0-1 0 0 0,0 1 0 0 0,0-1 0 0 0,-1 1 0 0 0,1-1 0 0 0,0 1 0 0 0,0-1 0 0 0,0 0 0 0 0,0 1 0 0 0,0-1 0 0 0,0 1 0 0 0,0-1 0 0 0,0 1 0 0 0,1-1 0 0 0,-1 0 0 0 0,0 1 0 0 0,0-1 0 0 0,0 1 0 0 0,1-1 0 0 0,-1 1 0 0 0,0-1 0 0 0,0 1 0 0 0,1-1 0 0 0,-1 1 0 0 0,0 0 0 0 0,1-1 0 0 0,-1 1 0 0 0,1-1 0 0 0,-1 1 0 0 0,1 0 0 0 0,0-1 0 0 0,21 0-18 0 0,-17 2-39 0 0,-5 3 26 0 0,0-3-40 0 0,-6-1-68 0 0,5-1 134 0 0,0 1 1 0 0,0 0-1 0 0,-1 0 1 0 0,1 0-1 0 0,0 0 1 0 0,0 0-1 0 0,-1 0 1 0 0,1 0-1 0 0,0 0 1 0 0,0 0-1 0 0,-1 0 1 0 0,1 1-1 0 0,0-1 0 0 0,0 0 1 0 0,0 1-1 0 0,-1-1 1 0 0,1 1-1 0 0,0 0 1 0 0,0-1-1 0 0,-2 2 1 0 0,3-1 66 0 0,0 27 495 0 0,0 104 719 0 0,0-132-1273 0 0,0 1-1 0 0,0 0 1 0 0,0-1-1 0 0,0 1 0 0 0,0 0 1 0 0,-1 0-1 0 0,1-1 1 0 0,0 1-1 0 0,0 0 0 0 0,-1-1 1 0 0,1 1-1 0 0,-1-1 1 0 0,1 1-1 0 0,-1 0 1 0 0,1-1-1 0 0,-1 1 0 0 0,1-1 1 0 0,-1 1-1 0 0,1-1 1 0 0,-1 1-1 0 0,1-1 1 0 0,-1 0-1 0 0,0 1 0 0 0,1-1 1 0 0,-1 0-1 0 0,0 1 1 0 0,0-1-1 0 0,1 0 0 0 0,-1 0 1 0 0,0 0-1 0 0,1 0 1 0 0,-1 0-1 0 0,0 1 1 0 0,-1-2-1 0 0,2 1 6 0 0,-1 0 0 0 0,1 0-1 0 0,-1 0 1 0 0,0 0 0 0 0,1 0 0 0 0,-1 1 0 0 0,1-1-1 0 0,-1 0 1 0 0,1 0 0 0 0,-1 0 0 0 0,1 0-1 0 0,-1 1 1 0 0,1-1 0 0 0,-1 0 0 0 0,1 0 0 0 0,-1 1-1 0 0,1-1 1 0 0,-1 0 0 0 0,1 1 0 0 0,-1-1-1 0 0,1 1 1 0 0,0-1 0 0 0,-1 1 0 0 0,1-1 0 0 0,0 0-1 0 0,-1 1 1 0 0,1-1 0 0 0,0 1 0 0 0,0-1 0 0 0,-1 1-1 0 0,1 0 1 0 0,0 0 0 0 0,0 0 348 0 0,0 6 458 0 0,0-7-806 0 0,-1 1 0 0 0,1 0 1 0 0,0-1-1 0 0,0 1 0 0 0,0 0 1 0 0,-1 0-1 0 0,1-1 0 0 0,0 1 1 0 0,0 0-1 0 0,0-1 0 0 0,0 1 1 0 0,0 0-1 0 0,1 0 1 0 0,-1-1-1 0 0,0 1 0 0 0,0 0 1 0 0,0-1-1 0 0,1 1 0 0 0,-1 0 1 0 0,0-1-1 0 0,0 1 0 0 0,1 0 1 0 0,-1-1-1 0 0,1 1 0 0 0,-1-1 1 0 0,1 1-1 0 0,-1-1 1 0 0,1 1-1 0 0,-1-1 0 0 0,1 1 1 0 0,21-1-13 0 0,-11 6 66 0 0,16 1-75 0 0,-17-3-5 0 0,0-1 0 0 0,0-1 0 0 0,1 0-1 0 0,13 1 1 0 0,6 1-88 0 0,-26-3 84 0 0,0 0 0 0 0,0 0 0 0 0,0-1 1 0 0,1 1-1 0 0,-1-1 0 0 0,7-1 1 0 0,49-9 8 0 0,-40 2 44 0 0,-2-1 5 0 0,-7 3 3 0 0,1-1-1 0 0,-1 0 1 0 0,0 0-1 0 0,0-1 1 0 0,-1 0-1 0 0,0-1 1 0 0,-1 0-1 0 0,0-1 0 0 0,0 0 1 0 0,9-14-1 0 0,-14 18-29 0 0,27-26 79 0 0,-29 31-90 0 0,-1-2 8 0 0,0 1 0 0 0,0-1 0 0 0,0 1 1 0 0,0-1-1 0 0,-1 0 0 0 0,1 1 0 0 0,0-1 0 0 0,-1 0 1 0 0,0 1-1 0 0,0-1 0 0 0,0 0 0 0 0,0 0 0 0 0,0 1 0 0 0,-1-6 1 0 0,0-2 49 0 0,1 9-126 0 0,0 18-241 0 0,0-8 370 0 0,0 21 178 0 0,-4 34 0 0 0,3-55-199 0 0,-1 1 0 0 0,0-1 0 0 0,-1 1 0 0 0,0-1 0 0 0,0 0-1 0 0,-1 0 1 0 0,-7 11 0 0 0,-15 19 172 0 0,19-30-161 0 0,1-1 0 0 0,0 2 1 0 0,-9 16-1 0 0,5 14 227 0 0,-12-6-13 0 0,20-30-254 0 0,1-1-5 0 0,-1 0 1 0 0,1 0 0 0 0,-1-1-1 0 0,1 1 1 0 0,-1 0-1 0 0,0-1 1 0 0,0 1 0 0 0,0-1-1 0 0,0 1 1 0 0,-1-1-1 0 0,1 0 1 0 0,0 0 0 0 0,-5 2-1 0 0,10-5-976 0 0,0 0-1 0 0,0 0 1 0 0,0 0 0 0 0,0-1-1 0 0,0 0 1 0 0,0 1-1 0 0,0-1 1 0 0,-1 0-1 0 0,5-4 1 0 0,20-8-3141 0 0,6 1 134 0 0</inkml:trace>
</inkml:ink>
</file>

<file path=ppt/ink/ink5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06T18:36:23.50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251 41 240 0 0,'0'0'3829'0'0,"0"-1"-3562"0"0,0 0 0 0 0,1 0 1 0 0,-1 0-1 0 0,0-1 0 0 0,0 1 1 0 0,0 0-1 0 0,0 0 0 0 0,0 0 1 0 0,0-1-1 0 0,0 1 1 0 0,0 0-1 0 0,0 0 0 0 0,-1 0 1 0 0,1-1-1 0 0,-1 1 0 0 0,1 0 1 0 0,0 0-1 0 0,-1 0 1 0 0,0 0-1 0 0,1 0 0 0 0,-1 0 1 0 0,-1-1-1 0 0,-19-5 293 0 0,3 2 791 0 0,3 4-1408 0 0,15 1 58 0 0,-1 0 0 0 0,1 0 0 0 0,-1 1 0 0 0,1-1 0 0 0,0 0 0 0 0,-1 0-1 0 0,1 1 1 0 0,0-1 0 0 0,-1 0 0 0 0,1 1 0 0 0,0-1 0 0 0,-1 0 0 0 0,1 1 0 0 0,0-1 0 0 0,0 0-1 0 0,-1 1 1 0 0,1-1 0 0 0,0 1 0 0 0,0-1 0 0 0,0 1 0 0 0,0-1 0 0 0,0 0 0 0 0,-1 1 0 0 0,1-1-1 0 0,0 1 1 0 0,0-1 0 0 0,0 1 0 0 0,0-1 0 0 0,0 1 0 0 0,0-1 0 0 0,1 1 0 0 0,-6 13 50 0 0,-3-6-49 0 0,0-1 0 0 0,0 1-1 0 0,1 1 1 0 0,0-1 0 0 0,1 1-1 0 0,0 1 1 0 0,-9 17 0 0 0,9-18 16 0 0,1-1 0 0 0,-1-1 1 0 0,-1 1-1 0 0,1-1 0 0 0,-1 0 1 0 0,-1-1-1 0 0,-7 6 0 0 0,13-10-17 0 0,-1-1-1 0 0,1 0 1 0 0,0 1-1 0 0,0-1 1 0 0,0 1-1 0 0,0 0 1 0 0,0 0-1 0 0,0 0 1 0 0,1 0-1 0 0,-1 0 1 0 0,1 0-1 0 0,-1 0 0 0 0,1 0 1 0 0,0 1-1 0 0,0-1 1 0 0,0 0-1 0 0,0 1 1 0 0,0-1-1 0 0,0 1 1 0 0,1-1-1 0 0,-1 1 1 0 0,1-1-1 0 0,0 1 1 0 0,-1 0-1 0 0,1-1 1 0 0,1 1-1 0 0,-1 3 1 0 0,0-4-5 0 0,0-1 0 0 0,0 1 1 0 0,-1 0-1 0 0,1-1 0 0 0,0 1 0 0 0,-1 0 1 0 0,0-1-1 0 0,1 1 0 0 0,-1-1 1 0 0,0 1-1 0 0,0-1 0 0 0,0 1 0 0 0,0-1 1 0 0,0 1-1 0 0,0-1 0 0 0,0 0 1 0 0,-2 2-1 0 0,-5 9-9 0 0,16 1 7 0 0,-6-11 7 0 0,-1-1 1 0 0,0 0 0 0 0,0 0 0 0 0,0 1 0 0 0,0-1-1 0 0,0 0 1 0 0,0 1 0 0 0,0-1 0 0 0,0 1 0 0 0,-1 0 0 0 0,1-1-1 0 0,0 1 1 0 0,-1-1 0 0 0,0 1 0 0 0,1 0 0 0 0,-1-1-1 0 0,0 3 1 0 0,1-2 11 0 0,-1 0-1 0 0,1 0 0 0 0,0 0 0 0 0,-1 0 1 0 0,1-1-1 0 0,0 1 0 0 0,0 0 0 0 0,0 0 1 0 0,1-1-1 0 0,-1 1 0 0 0,0-1 0 0 0,1 1 1 0 0,-1-1-1 0 0,1 1 0 0 0,-1-1 0 0 0,1 0 1 0 0,0 0-1 0 0,-1 0 0 0 0,1 0 0 0 0,0 0 1 0 0,0 0-1 0 0,0 0 0 0 0,0 0 1 0 0,3 0-1 0 0,9 3-57 0 0,0 0 1 0 0,25 4 0 0 0,-13-8 55 0 0,1-1 0 0 0,0-1 0 0 0,38-8 0 0 0,-25 4-2 0 0,-26 4 33 0 0,0 0-1 0 0,-1-2 1 0 0,1 0-1 0 0,-1 0 1 0 0,1-1-1 0 0,-1-1 1 0 0,-1 0-1 0 0,17-11 1 0 0,-26 15-27 0 0,0-1 0 0 0,0 1 1 0 0,-1-1-1 0 0,1 0 1 0 0,0 0-1 0 0,-1 0 1 0 0,0 0-1 0 0,0 0 1 0 0,0-1-1 0 0,0 1 1 0 0,0-1-1 0 0,-1 0 0 0 0,0 1 1 0 0,1-1-1 0 0,-1 0 1 0 0,-1 0-1 0 0,1 1 1 0 0,-1-1-1 0 0,1 0 1 0 0,-1 0-1 0 0,0 0 0 0 0,0 0 1 0 0,-1-5-1 0 0,0 2 7 0 0,0 0 0 0 0,-1 0 0 0 0,1 0-1 0 0,-1 0 1 0 0,0 0 0 0 0,-1 0 0 0 0,0 1-1 0 0,0-1 1 0 0,-1 1 0 0 0,1 0 0 0 0,-1 0-1 0 0,-8-9 1 0 0,1 4 3 0 0,0-1-1 0 0,-1 2 1 0 0,0 0-1 0 0,-1 0 0 0 0,-20-11 1 0 0,26 19-82 0 0,-1-1 1 0 0,1 1-1 0 0,0 1 1 0 0,-1 0-1 0 0,1 0 1 0 0,-1 0-1 0 0,1 1 1 0 0,-14 1-1 0 0,8-1-208 0 0,13 0 153 0 0,0 0 1 0 0,-1 1-1 0 0,1-1 0 0 0,0 0 0 0 0,-1 0 0 0 0,1 0 0 0 0,0 0 0 0 0,-1 0 0 0 0,1 1 1 0 0,0-1-1 0 0,0 0 0 0 0,-1 0 0 0 0,1 0 0 0 0,0 1 0 0 0,0-1 0 0 0,-1 0 1 0 0,1 0-1 0 0,0 1 0 0 0,0-1 0 0 0,0 0 0 0 0,-1 1 0 0 0,1-1 0 0 0,0 0 1 0 0,0 1-1 0 0,0-1 0 0 0,0 0 0 0 0,0 1 0 0 0,0-1 0 0 0,0 0 0 0 0,0 1 0 0 0,0-1 1 0 0,0 0-1 0 0,0 1 0 0 0,0-1 0 0 0,0 0 0 0 0,0 1 0 0 0,0-1 0 0 0,0 0 1 0 0,0 1-1 0 0,0-1 0 0 0,0 0 0 0 0,1 1 0 0 0</inkml:trace>
</inkml:ink>
</file>

<file path=ppt/ink/ink5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06T18:36:24.18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264 145 720 0 0,'0'-1'46'0'0,"0"0"-1"0"0,0 0 1 0 0,0 0 0 0 0,0 1-1 0 0,1-1 1 0 0,-1 0-1 0 0,0 0 1 0 0,1 0 0 0 0,-1 1-1 0 0,1-1 1 0 0,-1 0-1 0 0,1 0 1 0 0,-1 1-1 0 0,1-1 1 0 0,-1 0 0 0 0,1 1-1 0 0,0-1 1 0 0,-1 1-1 0 0,1-1 1 0 0,0 0 0 0 0,-1 1-1 0 0,1 0 1 0 0,0-1-1 0 0,0 1 1 0 0,0-1 0 0 0,-1 1-1 0 0,1 0 1 0 0,0 0-1 0 0,0-1 1 0 0,0 1-1 0 0,0 0 1 0 0,0 0 0 0 0,1 0-1 0 0,4-1 153 0 0,1-6 1266 0 0,-14 6 1887 0 0,-91 30-109 0 0,79-24-2942 0 0,0 0 0 0 0,0 1 0 0 0,1 1 1 0 0,-25 14-1 0 0,36-17-201 0 0,0 0 0 0 0,0 1 0 0 0,0 0 0 0 0,1 0 0 0 0,-11 12 1 0 0,14-15-88 0 0,1 1 0 0 0,0 0 1 0 0,0-1-1 0 0,0 1 0 0 0,1 0 1 0 0,-1 0-1 0 0,1 1 0 0 0,-1-1 1 0 0,1 0-1 0 0,0 0 0 0 0,0 1 1 0 0,1-1-1 0 0,-1 1 1 0 0,0 4-1 0 0,1 5 59 0 0,-1-9-62 0 0,1-1-1 0 0,0 0 1 0 0,0 1-1 0 0,0-1 1 0 0,0 0-1 0 0,1 1 1 0 0,-1-1-1 0 0,1 0 1 0 0,0 0-1 0 0,0 1 1 0 0,2 3-1 0 0,19 20 72 0 0,-13-10 11 0 0,-9-15-80 0 0,1 0 0 0 0,0 0 1 0 0,0 0-1 0 0,0 0 0 0 0,1-1 0 0 0,-1 1 1 0 0,0 0-1 0 0,1-1 0 0 0,-1 1 0 0 0,1-1 1 0 0,-1 1-1 0 0,1-1 0 0 0,0 0 1 0 0,0 1-1 0 0,-1-1 0 0 0,1 0 0 0 0,4 1 1 0 0,2 2-27 0 0,0-1 0 0 0,1 0 0 0 0,0 0 0 0 0,-1-1 0 0 0,1 0 0 0 0,0-1 0 0 0,0 0 0 0 0,0 0 0 0 0,0-1 0 0 0,0 0 0 0 0,0 0 0 0 0,1-1 0 0 0,-2 0 0 0 0,1-1 0 0 0,0 0 0 0 0,0-1 0 0 0,12-4 0 0 0,-12 2 33 0 0,0 0 1 0 0,0-1-1 0 0,0 0 1 0 0,0 0-1 0 0,-1-1 1 0 0,0 0-1 0 0,0 0 1 0 0,-1-1 0 0 0,0 0-1 0 0,0 0 1 0 0,-1-1-1 0 0,0 0 1 0 0,-1 0-1 0 0,0 0 1 0 0,6-14-1 0 0,23-62 216 0 0,-30 72-179 0 0,0 1 0 0 0,0-1-1 0 0,-1 0 1 0 0,2-24-1 0 0,-5 34-51 0 0,-1-1-1 0 0,1 1 0 0 0,-1-1 0 0 0,0 1 0 0 0,0 0 1 0 0,0-1-1 0 0,-1 1 0 0 0,1 0 0 0 0,-1 0 1 0 0,0 0-1 0 0,0 0 0 0 0,0 0 0 0 0,0 0 0 0 0,0 0 1 0 0,0 0-1 0 0,-1 1 0 0 0,1 0 0 0 0,-1-1 0 0 0,-3-1 1 0 0,-7-8-61 0 0,9 9 63 0 0,0 0-1 0 0,1 0 1 0 0,-1 1 0 0 0,-1-1-1 0 0,1 1 1 0 0,0 0 0 0 0,-1 0-1 0 0,1 1 1 0 0,-1-1 0 0 0,-9-1 0 0 0,-43-4 133 0 0,45 7-155 0 0,9-1-9 0 0,1 1 0 0 0,-1-1 0 0 0,1 1-1 0 0,-1 0 1 0 0,0 0 0 0 0,1 0 0 0 0,-1 0-1 0 0,1 1 1 0 0,-1-1 0 0 0,-4 2 0 0 0,-4 1-86 0 0,1-3-118 0 0,9 0 169 0 0,1 0-1 0 0,-1 0 0 0 0,0 0 0 0 0,0 0 0 0 0,0 0 0 0 0,1 0 0 0 0,-1 0 0 0 0,0 0 0 0 0,0 0 0 0 0,0 0 0 0 0,1 0 1 0 0,-1 0-1 0 0,0 1 0 0 0,0-1 0 0 0,1 0 0 0 0,-1 1 0 0 0,0-1 0 0 0,0 0 0 0 0,1 1 0 0 0,-1-1 0 0 0,0 1 0 0 0,1-1 1 0 0,-1 1-1 0 0,1-1 0 0 0,-1 1 0 0 0,1 0 0 0 0,-1-1 0 0 0,1 1 0 0 0,-1 0 0 0 0,1-1 0 0 0,-1 1 0 0 0,1 0 0 0 0,0-1 1 0 0,0 1-1 0 0,-1 0 0 0 0,1 0 0 0 0,0 0 0 0 0,0-1 0 0 0,0 1 0 0 0,0 0 0 0 0,0 0 0 0 0,0 0 0 0 0,0-1 0 0 0,0 1 1 0 0,0 0-1 0 0,0 0 0 0 0,1 1 0 0 0,-2 2-694 0 0,1-2 439 0 0,0-1 0 0 0,-1 1 1 0 0,1-1-1 0 0,0 1 0 0 0,0 0 1 0 0,0-1-1 0 0,0 1 0 0 0,1-1 1 0 0,-1 1-1 0 0,0-1 0 0 0,1 1 1 0 0,-1-1-1 0 0,1 1 0 0 0,-1-1 1 0 0,1 1-1 0 0,0-1 0 0 0,1 3 0 0 0,25 14-3191 0 0</inkml:trace>
</inkml:ink>
</file>

<file path=ppt/ink/ink5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06T18:36:24.77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324 75 800 0 0,'0'-2'518'0'0,"0"-1"0"0"0,0 1 0 0 0,0-1 0 0 0,0 1 0 0 0,-1-1 0 0 0,1 1 0 0 0,-1 0 0 0 0,0-1 0 0 0,-1-3 0 0 0,-12-4 1258 0 0,6 5-1328 0 0,6 3-163 0 0,2 0 0 0 0,-1 0 1 0 0,0 0-1 0 0,0-1 0 0 0,1 1 0 0 0,-1 0 1 0 0,1-1-1 0 0,0 1 0 0 0,0 0 0 0 0,0-1 1 0 0,0 1-1 0 0,0-3 0 0 0,-11 5-131 0 0,-1 1 1 0 0,1 0-1 0 0,0 0 1 0 0,-1 1-1 0 0,1 1 0 0 0,0 0 1 0 0,0 0-1 0 0,1 1 0 0 0,-1 0 1 0 0,1 1-1 0 0,0 1 0 0 0,0-1 1 0 0,-12 10-1 0 0,-3 3 126 0 0,2 1 0 0 0,-26 27 0 0 0,46-42-261 0 0,0 0 0 0 0,0 0 0 0 0,0 0 0 0 0,1 0 0 0 0,-1 0 0 0 0,1 1 0 0 0,0-1-1 0 0,1 1 1 0 0,-1 0 0 0 0,1-1 0 0 0,0 1 0 0 0,-1 8 0 0 0,0 5 3 0 0,2 0 0 0 0,1 22 0 0 0,1 0 80 0 0,-3-34-70 0 0,1 0 1 0 0,1 0-1 0 0,-1 0 1 0 0,1 0-1 0 0,0 0 1 0 0,0 0-1 0 0,0 0 1 0 0,1 0-1 0 0,0-1 1 0 0,0 1-1 0 0,1-1 1 0 0,0 1-1 0 0,0-1 1 0 0,0 0-1 0 0,0 0 1 0 0,1 0-1 0 0,0 0 1 0 0,0-1-1 0 0,0 0 1 0 0,0 1-1 0 0,1-1 1 0 0,9 6-1 0 0,-3-4-3 0 0,1-1-1 0 0,-1 0 0 0 0,1-1 1 0 0,0 0-1 0 0,0-1 1 0 0,1 0-1 0 0,-1-1 1 0 0,1 0-1 0 0,-1-1 1 0 0,1 0-1 0 0,0-1 1 0 0,-1-1-1 0 0,1 0 1 0 0,0-1-1 0 0,21-5 1 0 0,-15 2 54 0 0,0-2 1 0 0,0 0 0 0 0,-1-1 0 0 0,0-1 0 0 0,0-1 0 0 0,-1 0-1 0 0,-1-1 1 0 0,0-1 0 0 0,25-23 0 0 0,-38 33-55 0 0,0-1 1 0 0,0 0 0 0 0,-1-1-1 0 0,1 1 1 0 0,-1 0-1 0 0,0-1 1 0 0,0 1-1 0 0,0-1 1 0 0,0 1-1 0 0,-1-1 1 0 0,2-5-1 0 0,-1-1 123 0 0,-1 0-1 0 0,0 0 1 0 0,0-17-1 0 0,-2 23-120 0 0,1 0 0 0 0,-1-1 0 0 0,0 1 0 0 0,0 0 0 0 0,0 0 0 0 0,-1 0 0 0 0,1 0 0 0 0,-1 0 0 0 0,0 1 0 0 0,0-1 0 0 0,-1 0 0 0 0,1 1 0 0 0,-1 0 0 0 0,1-1 0 0 0,-1 1 0 0 0,0 0 0 0 0,0 0 0 0 0,-7-4 0 0 0,-4-3-186 0 0,-1 0 1 0 0,0 1-1 0 0,-17-7 1 0 0,25 13 23 0 0,-2-2-401 0 0,0 1 0 0 0,0-1 0 0 0,-1 2 0 0 0,0-1-1 0 0,0 1 1 0 0,0 1 0 0 0,0 0 0 0 0,-13-1 0 0 0,11 3-1392 0 0,0 1 0 0 0,-1 1 0 0 0,-18 4 0 0 0,-2 1-2238 0 0</inkml:trace>
</inkml:ink>
</file>

<file path=ppt/ink/ink5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06T18:36:26.13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323 191 560 0 0,'-35'-1'727'0'0,"25"0"-452"0"0,0 0 0 0 0,0 1 0 0 0,0 0 0 0 0,0 0 0 0 0,0 1 0 0 0,0 1 0 0 0,0 0 0 0 0,-11 3 0 0 0,0 1 151 0 0,16-5-317 0 0,-1 0-1 0 0,1 0 1 0 0,0 1 0 0 0,0 0-1 0 0,0 0 1 0 0,-8 5 0 0 0,-12 7 124 0 0,18-11-197 0 0,-1 1 1 0 0,1 0-1 0 0,0 0 0 0 0,0 1 1 0 0,1 0-1 0 0,0 0 0 0 0,0 1 1 0 0,-7 7-1 0 0,6-5-26 0 0,5-6-9 0 0,1 0 0 0 0,-1 0 0 0 0,0 0 0 0 0,0 0 0 0 0,1 0 0 0 0,0 1 0 0 0,-1-1 0 0 0,1 1 0 0 0,0-1 0 0 0,0 1 0 0 0,0-1 0 0 0,0 1 0 0 0,1-1 0 0 0,-1 1 0 0 0,1 0 0 0 0,-1 5 0 0 0,0 11 50 0 0,0-14-22 0 0,1 0 1 0 0,0 0-1 0 0,-1 0 0 0 0,2 0 1 0 0,-1 0-1 0 0,0 0 0 0 0,1 0 0 0 0,0 0 1 0 0,0 0-1 0 0,4 7 0 0 0,16 17 478 0 0,-13-15-179 0 0,-6-11-269 0 0,-1 0 0 0 0,1 0 1 0 0,0 0-1 0 0,0 0 1 0 0,0-1-1 0 0,0 1 1 0 0,0-1-1 0 0,1 1 0 0 0,-1-1 1 0 0,1 0-1 0 0,3 3 1 0 0,5 2 81 0 0,1 0-1 0 0,-1-1 1 0 0,1 0 0 0 0,0-1 0 0 0,0-1-1 0 0,0 0 1 0 0,1 0 0 0 0,0-1 0 0 0,20 2-1 0 0,-7-3 25 0 0,-1-1 0 0 0,1-1 0 0 0,39-6 0 0 0,-52 4-62 0 0,1 0-1 0 0,-2-1 0 0 0,1 0 1 0 0,23-9-1 0 0,-12 0 29 0 0,35-24 1 0 0,-45 27-80 0 0,3-2-5 0 0,95-63 245 0 0,-91 58-207 0 0,-1 0 1 0 0,0-1-1 0 0,24-29 1 0 0,-39 41-68 0 0,-1 0 0 0 0,0 0 1 0 0,-1-1-1 0 0,1 1 0 0 0,-1-1 1 0 0,0 0-1 0 0,-1 0 0 0 0,1 0 1 0 0,-1 0-1 0 0,0-1 0 0 0,-1 1 1 0 0,0-1-1 0 0,0 1 0 0 0,0-1 1 0 0,-1 1-1 0 0,1-1 0 0 0,-3-12 1 0 0,0 11-16 0 0,0 0 1 0 0,0 1 0 0 0,-1 0 0 0 0,1-1 0 0 0,-2 1-1 0 0,1 0 1 0 0,-1 1 0 0 0,0-1 0 0 0,-1 0 0 0 0,0 1-1 0 0,0 0 1 0 0,0 0 0 0 0,0 1 0 0 0,-9-7 0 0 0,5 5-74 0 0,-1 1 1 0 0,0 0-1 0 0,-1 0 1 0 0,1 1-1 0 0,-1 0 1 0 0,0 1-1 0 0,-1 0 1 0 0,1 1-1 0 0,0 0 1 0 0,-1 1-1 0 0,0 0 1 0 0,0 1-1 0 0,1 0 1 0 0,-24 2-1 0 0,5 1-450 0 0,0 1 1 0 0,1 2-1 0 0,-1 1 0 0 0,-49 18 0 0 0,53-14-861 0 0,-41 20 1 0 0,-3 17-2355 0 0</inkml:trace>
</inkml:ink>
</file>

<file path=ppt/ink/ink5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06T18:36:26.81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590 151 160 0 0,'-1'1'73'0'0,"1"0"1"0"0,-1 0-1 0 0,1 0 1 0 0,-1 0-1 0 0,0 0 0 0 0,1 0 1 0 0,-1 0-1 0 0,0 0 1 0 0,0 0-1 0 0,0 0 0 0 0,0 0 1 0 0,0-1-1 0 0,0 1 1 0 0,0 0-1 0 0,0-1 0 0 0,0 1 1 0 0,0 0-1 0 0,0-1 1 0 0,0 1-1 0 0,-1-1 0 0 0,1 0 1 0 0,-2 1-1 0 0,-1 1 240 0 0,-18 9 721 0 0,-1-2 0 0 0,1 0-1 0 0,-1-1 1 0 0,-1-1 0 0 0,-26 4 0 0 0,24-5-407 0 0,-52 17 0 0 0,41-10-334 0 0,-148 41 347 0 0,177-51-608 0 0,1 0 0 0 0,0 1-1 0 0,0 0 1 0 0,1 0-1 0 0,-1 0 1 0 0,1 1-1 0 0,-8 8 1 0 0,10-10-18 0 0,3-1 3 0 0,0 1 0 0 0,0 0-1 0 0,0 0 1 0 0,0 0 0 0 0,1-1-1 0 0,-1 1 1 0 0,1 0 0 0 0,-1 0-1 0 0,1 0 1 0 0,0 0 0 0 0,0 0-1 0 0,0 0 1 0 0,1 0 0 0 0,-1 0-1 0 0,1 0 1 0 0,0 0 0 0 0,-1-1-1 0 0,1 1 1 0 0,2 4 0 0 0,0-4 4 0 0,0 0 0 0 0,0 0 0 0 0,0 0 0 0 0,0-1 0 0 0,0 0 0 0 0,0 1 1 0 0,0-1-1 0 0,1 0 0 0 0,-1 0 0 0 0,6 2 0 0 0,44 13 87 0 0,-48-15-101 0 0,53 13 55 0 0,1-3 0 0 0,118 9 0 0 0,-156-22-8 0 0,0-1-1 0 0,-1 0 0 0 0,1-2 1 0 0,-1 0-1 0 0,30-10 0 0 0,-37 9-3 0 0,1-1 0 0 0,-1 0 0 0 0,1 0-1 0 0,-2-2 1 0 0,1 1 0 0 0,-1-2 0 0 0,0 1-1 0 0,18-20 1 0 0,-23 21-21 0 0,0-2 1 0 0,-1 1-1 0 0,0-1 1 0 0,0 0-1 0 0,-1 0 0 0 0,0 0 1 0 0,-1-1-1 0 0,0 0 1 0 0,0 0-1 0 0,-1 0 0 0 0,3-17 1 0 0,-5 19-5 0 0,0 0 1 0 0,0 0-1 0 0,-1-1 0 0 0,1 1 1 0 0,-2 0-1 0 0,1 0 1 0 0,-1-1-1 0 0,-1 1 0 0 0,0 0 1 0 0,-3-11-1 0 0,-1 6 22 0 0,0 0 0 0 0,-1 1 0 0 0,0-1-1 0 0,-1 2 1 0 0,-11-14 0 0 0,12 17-32 0 0,0 0-1 0 0,-1 1 1 0 0,0 0 0 0 0,0 1-1 0 0,0 0 1 0 0,-1 0 0 0 0,1 0 0 0 0,-2 1-1 0 0,-10-4 1 0 0,11 4-72 0 0,-1 1 0 0 0,0 0 1 0 0,0 1-1 0 0,0 0 0 0 0,0 0 1 0 0,0 1-1 0 0,-13-1 0 0 0,12 2-596 0 0,10 2-294 0 0,1 0 747 0 0,0 0 0 0 0,-1 0 0 0 0,1 0 0 0 0,0 0 0 0 0,0 0 0 0 0,0 0 0 0 0,-1 0 0 0 0,1 0 0 0 0,0 0 1 0 0,0 0-1 0 0,1 0 0 0 0,-1 0 0 0 0,0 0 0 0 0,0 0 0 0 0,0 0 0 0 0,1 0 0 0 0,-1 0 0 0 0,1 0 0 0 0,-1 0 0 0 0,0 0 0 0 0,1 0 0 0 0,0 0 1 0 0,-1 0-1 0 0,1 0 0 0 0,0-1 0 0 0,-1 1 0 0 0,1 0 0 0 0,1 1 0 0 0,23 14-2321 0 0,-25-16 2502 0 0,33 14-3022 0 0</inkml:trace>
</inkml:ink>
</file>

<file path=ppt/ink/ink5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06T18:36:27.35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428 153 880 0 0,'-1'-1'130'0'0,"0"0"0"0"0,0 0 0 0 0,0 0 0 0 0,0 0-1 0 0,0 0 1 0 0,0 0 0 0 0,0 0 0 0 0,0 0 0 0 0,0 1-1 0 0,0-1 1 0 0,-1 0 0 0 0,1 1 0 0 0,0-1 0 0 0,0 1-1 0 0,-1-1 1 0 0,1 1 0 0 0,0 0 0 0 0,-1 0 0 0 0,1-1-1 0 0,0 1 1 0 0,-3 0 0 0 0,-1 0 283 0 0,-15-5 533 0 0,-1 2 0 0 0,0 0 1 0 0,1 1-1 0 0,-1 2 0 0 0,0 0 1 0 0,-34 4-1 0 0,45-2-872 0 0,1 0 0 0 0,-1 0 0 0 0,1 0 0 0 0,0 1 0 0 0,0 1 0 0 0,0 0 0 0 0,1 0 0 0 0,-1 0 1 0 0,1 1-1 0 0,0 1 0 0 0,0-1 0 0 0,0 1 0 0 0,1 1 0 0 0,0-1 0 0 0,0 1 0 0 0,-5 8 0 0 0,-9 11 19 0 0,17-21-82 0 0,-1 0 1 0 0,1 0 0 0 0,0 0-1 0 0,1 0 1 0 0,-1 0-1 0 0,1 1 1 0 0,0 0 0 0 0,0 0-1 0 0,1-1 1 0 0,0 2-1 0 0,0-1 1 0 0,0 0 0 0 0,1 0-1 0 0,-2 13 1 0 0,2-7 7 0 0,1-9-16 0 0,-1-1 1 0 0,1 1-1 0 0,0-1 1 0 0,0 0-1 0 0,0 1 1 0 0,0-1 0 0 0,0 1-1 0 0,0-1 1 0 0,0 1-1 0 0,1-1 1 0 0,0 0-1 0 0,-1 1 1 0 0,1-1-1 0 0,0 0 1 0 0,0 0 0 0 0,0 1-1 0 0,0-1 1 0 0,0 0-1 0 0,1 0 1 0 0,1 2-1 0 0,9 3 7 0 0,0-2-1 0 0,0 1 1 0 0,0-1-1 0 0,0-1 1 0 0,21 5-1 0 0,-12-3 14 0 0,2 0-38 0 0,0-1 0 0 0,0 0 0 0 0,0-2 0 0 0,0-1 0 0 0,0 0 0 0 0,1-2 0 0 0,43-5 0 0 0,-54 2 62 0 0,0 0 0 0 0,0-1-1 0 0,0 0 1 0 0,0-1 0 0 0,20-11-1 0 0,-29 13-33 0 0,1 0-1 0 0,-1 0 1 0 0,0 0-1 0 0,0 0 0 0 0,0-1 1 0 0,0 0-1 0 0,-1 0 0 0 0,0 0 1 0 0,0 0-1 0 0,0 0 0 0 0,0-1 1 0 0,0 1-1 0 0,-1-1 0 0 0,0 0 1 0 0,0 0-1 0 0,0 0 0 0 0,-1 0 1 0 0,1 0-1 0 0,-1 0 0 0 0,-1 0 1 0 0,1 0-1 0 0,-1 0 1 0 0,1-1-1 0 0,-1 1 0 0 0,-1 0 1 0 0,0-6-1 0 0,-21-62 161 0 0,18 46-101 0 0,3 19-49 0 0,0 1 0 0 0,-1-1 0 0 0,1 1 0 0 0,-5-11 0 0 0,3 12-29 0 0,0 1-1 0 0,-1 0 1 0 0,1 0 0 0 0,-1 0-1 0 0,0 0 1 0 0,0 0 0 0 0,-1 1-1 0 0,0 0 1 0 0,1 0-1 0 0,-1 0 1 0 0,0 1 0 0 0,-8-5-1 0 0,-5-1-245 0 0,0 1-1 0 0,-26-8 1 0 0,-6-9-1221 0 0,44 21 921 0 0,-1 0-1 0 0,1 1 0 0 0,-1 0 0 0 0,0 0 1 0 0,-13-3-1 0 0,-7 0-2622 0 0,21 5-66 0 0</inkml:trace>
</inkml:ink>
</file>

<file path=ppt/ink/ink5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06T18:36:28.86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0 2001 0 0,'131'7'3441'0'0,"65"-1"81"0"0,-33 2-1441 0 0,-65-8-1441 0 0,-7 0-720 0 0,-58 0-480 0 0,0 0-1041 0 0,-33-8-3921 0 0,-33 8 2480 0 0</inkml:trace>
</inkml:ink>
</file>

<file path=ppt/ink/ink5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06T18:36:29.40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131 0 80 0 0,'-33'83'4642'0'0,"1"21"-1600"0"0,-1-14-1842 0 0,33-1-640 0 0,0-6-239 0 0,0-8-161 0 0,-33-13-80 0 0,66-20-240 0 0,-33-21-2482 0 0</inkml:trace>
</inkml:ink>
</file>

<file path=ppt/ink/ink5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06T18:36:32.91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1 263 80 0 0,'0'10'3039'0'0,"-1"-13"-1052"0"0,1 3-1902 0 0,0-1-1 0 0,0 0 1 0 0,0 1 0 0 0,0-1 0 0 0,0 0 0 0 0,0 1-1 0 0,1-1 1 0 0,-1 0 0 0 0,0 1 0 0 0,0-1 0 0 0,0 0 0 0 0,1 1-1 0 0,-1-1 1 0 0,0 1 0 0 0,1-1 0 0 0,-1 1 0 0 0,0-1-1 0 0,1 1 1 0 0,-1-1 0 0 0,1 1 0 0 0,-1-1 0 0 0,1 0 0 0 0,8 0-85 0 0,-9 1 46 0 0,1 0 0 0 0,0 0 0 0 0,0 0 1 0 0,0-1-1 0 0,0 1 0 0 0,0 0 0 0 0,-1 0 1 0 0,1-1-1 0 0,0 1 0 0 0,0 0 0 0 0,0-1 0 0 0,-1 1 1 0 0,1-1-1 0 0,0 1 0 0 0,-1-1 0 0 0,1 1 0 0 0,0-1 1 0 0,-1 1-1 0 0,1-1 0 0 0,0 0 0 0 0,-1 1 1 0 0,1-1-1 0 0,-1 0 0 0 0,0 0 0 0 0,1 1 0 0 0,-1-1 1 0 0,1 0-1 0 0,-1 0 0 0 0,0 0 0 0 0,0 1 1 0 0,1-1-1 0 0,-1 0 0 0 0,0 0 0 0 0,0 0 0 0 0,0 0 1 0 0,0 0-1 0 0,0 0 0 0 0,0 1 0 0 0,0-1 0 0 0,0 0 1 0 0,-1 0-1 0 0,1-1 0 0 0,0 1-17 0 0,0 0 1 0 0,0 0-1 0 0,0 0 0 0 0,0 1 0 0 0,0-1 0 0 0,0 0 1 0 0,0 0-1 0 0,1 0 0 0 0,-1 0 0 0 0,0 1 0 0 0,1-1 1 0 0,-1 0-1 0 0,0 0 0 0 0,1 1 0 0 0,-1-1 0 0 0,1 0 1 0 0,-1 1-1 0 0,1-1 0 0 0,0 0 0 0 0,-1 1 0 0 0,1-1 1 0 0,-1 1-1 0 0,1-1 0 0 0,0 1 0 0 0,0-1 1 0 0,-1 1-1 0 0,1 0 0 0 0,0-1 0 0 0,0 1 0 0 0,0 0 1 0 0,-1-1-1 0 0,2 1 0 0 0,-1 0 0 0 0,0 0 1 0 0,0-1-1 0 0,-1 1 1 0 0,1 0-1 0 0,0 0 1 0 0,0-1-1 0 0,-1 1 1 0 0,1-1-1 0 0,0 1 1 0 0,0-1-1 0 0,-1 1 1 0 0,1-1-1 0 0,-1 1 1 0 0,1-1-1 0 0,0 1 1 0 0,-1-1-1 0 0,1 0 1 0 0,-1 1-1 0 0,1-1 1 0 0,-1 0-1 0 0,0 0 1 0 0,1 1-1 0 0,-1-1 1 0 0,0 0-1 0 0,1 0 1 0 0,-1 0-1 0 0,0 1 1 0 0,0-1-1 0 0,0 0 1 0 0,0 0-1 0 0,0-1 1 0 0,0-1 40 0 0,0 1 1 0 0,0 0 0 0 0,0 0 0 0 0,0 0-1 0 0,1-1 1 0 0,-1 1 0 0 0,1 0 0 0 0,-1 0-1 0 0,1 0 1 0 0,0 0 0 0 0,-1 0 0 0 0,1 0-1 0 0,0 0 1 0 0,1 0 0 0 0,-1 0 0 0 0,0 0-1 0 0,0 0 1 0 0,1 1 0 0 0,-1-1-1 0 0,3-1 1 0 0,6-8 138 0 0,33-46 1138 0 0,-35 52-1209 0 0,-7 4-113 0 0,0 0 0 0 0,0 1 0 0 0,1-1 0 0 0,-1 0-1 0 0,0 0 1 0 0,0 1 0 0 0,0-1 0 0 0,0 0 0 0 0,0 0-1 0 0,0 0 1 0 0,0 0 0 0 0,0-1 0 0 0,-1 1 0 0 0,1 0-1 0 0,0 0 1 0 0,-1 0 0 0 0,1-1 0 0 0,-1 1 0 0 0,1 0 0 0 0,-1-1-1 0 0,1 1 1 0 0,-1 0 0 0 0,0-2 0 0 0,0 2-10 0 0,0 0 1 0 0,0 0-1 0 0,0 1 0 0 0,0-1 1 0 0,1 0-1 0 0,-1 1 0 0 0,0-1 1 0 0,0 0-1 0 0,0 1 1 0 0,1-1-1 0 0,-1 0 0 0 0,0 1 1 0 0,1-1-1 0 0,-1 0 0 0 0,0 1 1 0 0,1-1-1 0 0,-1 1 1 0 0,1-1-1 0 0,-1 1 0 0 0,1-1 1 0 0,-1 1-1 0 0,1-1 1 0 0,-1 1-1 0 0,1-1 0 0 0,0 1 1 0 0,-1 0-1 0 0,1-1 0 0 0,0 1 1 0 0,-1 0-1 0 0,1 0 1 0 0,0-1-1 0 0,-1 1 0 0 0,1 0 1 0 0,0 0-1 0 0,-1 0 0 0 0,2 0 1 0 0,-1 0-6 0 0,-1 0 1 0 0,1 0-1 0 0,0 0 1 0 0,-1 0-1 0 0,1 0 1 0 0,0-1-1 0 0,-1 1 1 0 0,1 0-1 0 0,0 0 1 0 0,-1 0-1 0 0,1-1 1 0 0,-1 1-1 0 0,1 0 1 0 0,-1-1-1 0 0,1 1 1 0 0,0-1-1 0 0,-1 1 1 0 0,0-1-1 0 0,1 1 1 0 0,-1-1-1 0 0,1 1 1 0 0,-1-1-1 0 0,1 1 1 0 0,-1-1-1 0 0,0 1 1 0 0,1-1-1 0 0,-1 0 1 0 0,0 1-1 0 0,0-1 1 0 0,0 0-1 0 0,1 1 1 0 0,-1-1-1 0 0,0 1 1 0 0,0-1-1 0 0,0-1 1 0 0,0 1-5 0 0,0 1 1 0 0,0 0-1 0 0,1-1 1 0 0,-1 1-1 0 0,0-1 0 0 0,0 1 1 0 0,0 0-1 0 0,1-1 1 0 0,-1 1-1 0 0,0-1 1 0 0,1 1-1 0 0,-1 0 0 0 0,0-1 1 0 0,1 1-1 0 0,-1 0 1 0 0,0 0-1 0 0,1-1 1 0 0,-1 1-1 0 0,1 0 0 0 0,-1 0 1 0 0,0-1-1 0 0,1 1 1 0 0,-1 0-1 0 0,1 0 1 0 0,-1 0-1 0 0,1 0 0 0 0,-1 0 1 0 0,1 0-1 0 0,-1 0 1 0 0,1 0-1 0 0,-1 0 1 0 0,1 0-1 0 0,14 0 21 0 0,-15 0-13 0 0,1 1-8 0 0,-1-1 0 0 0,1 1-1 0 0,-1-1 1 0 0,1 1 0 0 0,-1-1 0 0 0,1 1-1 0 0,-1-1 1 0 0,1 1 0 0 0,-1 0 0 0 0,0-1-1 0 0,1 1 1 0 0,-1-1 0 0 0,0 1-1 0 0,0 0 1 0 0,1-1 0 0 0,-1 1 0 0 0,0 0-1 0 0,0 0 1 0 0,0-1 0 0 0,0 1 0 0 0,0 0-1 0 0,0-1 1 0 0,0 1 0 0 0,0 0-1 0 0,0 0 1 0 0,0-1 0 0 0,0 1 0 0 0,-1 0-1 0 0,1 0 1 0 0,0 3-4 0 0,1 47 184 0 0,0-32-82 0 0,0 0 0 0 0,-2 0 1 0 0,0 0-1 0 0,-6 32 0 0 0,-5-14 51 0 0,9-29-118 0 0,0 0 0 0 0,1 0 0 0 0,0 0 0 0 0,0 0 0 0 0,1 0-1 0 0,-1 14 1 0 0,2-14 3 0 0,-1 1-1 0 0,0-1 1 0 0,-1 0 0 0 0,0 1-1 0 0,0-1 1 0 0,-7 15 0 0 0,6-15 40 0 0,0 0 0 0 0,1 0 1 0 0,0 0-1 0 0,0 0 1 0 0,0 0-1 0 0,0 16 1 0 0,2-19-120 0 0,0 0 1 0 0,0 0 0 0 0,-1 0 0 0 0,0 0-1 0 0,0 0 1 0 0,0 0 0 0 0,-1 0 0 0 0,1-1-1 0 0,-1 1 1 0 0,0 0 0 0 0,-1-1 0 0 0,1 1-1 0 0,-1-1 1 0 0,-5 7 0 0 0,2-4-1061 0 0,12-12-4245 0 0,21-13-579 0 0</inkml:trace>
</inkml:ink>
</file>

<file path=ppt/ink/ink5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06T18:36:33.48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420 2 960 0 0,'-28'2'4162'0'0,"-44"7"0"0"0,-18 9-1320 0 0,9 5-1257 0 0,70-19-1436 0 0,-60 30 704 0 0,63-30-704 0 0,0 0 0 0 0,0 1 0 0 0,0 0 0 0 0,-13 13 0 0 0,14-13-93 0 0,6-3-34 0 0,0-1 0 0 0,1 1-1 0 0,-1 0 1 0 0,0 0 0 0 0,0 0 0 0 0,1-1 0 0 0,-1 1 0 0 0,1 0 0 0 0,0 0 0 0 0,-1 0-1 0 0,1 0 1 0 0,0 0 0 0 0,0 0 0 0 0,0 0 0 0 0,1 0 0 0 0,-1 0 0 0 0,0 0 0 0 0,1-1-1 0 0,-1 1 1 0 0,1 0 0 0 0,0 0 0 0 0,-1 0 0 0 0,1-1 0 0 0,1 3 0 0 0,7 0-1 0 0,-8-3-21 0 0,0-1 1 0 0,0 0 0 0 0,0 1-1 0 0,0-1 1 0 0,0 1 0 0 0,0-1-1 0 0,-1 1 1 0 0,1 0 0 0 0,0-1 0 0 0,0 1-1 0 0,0 0 1 0 0,0-1 0 0 0,-1 1-1 0 0,1 0 1 0 0,0 0 0 0 0,-1 0-1 0 0,1 0 1 0 0,-1 0 0 0 0,1 0-1 0 0,-1 0 1 0 0,1 0 0 0 0,-1 0-1 0 0,1 0 1 0 0,-1 0 0 0 0,0 0-1 0 0,0 0 1 0 0,1 1 0 0 0,-1-1-1 0 0,0 0 1 0 0,0 0-1 0 0,0 0 1 0 0,0 0 0 0 0,0-1-1 0 0,1 1 1 0 0,-1 0-1 0 0,0 0 1 0 0,1 0-1 0 0,-1-1 1 0 0,0 1 0 0 0,1 0-1 0 0,-1-1 1 0 0,1 1-1 0 0,0 0 1 0 0,-1-1 0 0 0,1 1-1 0 0,-1 0 1 0 0,1-1-1 0 0,0 1 1 0 0,-1-1-1 0 0,1 1 1 0 0,0-1 0 0 0,0 0-1 0 0,-1 1 1 0 0,1-1-1 0 0,0 0 1 0 0,0 1-1 0 0,0-1 1 0 0,0 0 0 0 0,-1 0-1 0 0,2 0 1 0 0,7 3-20 0 0,3 6 5 0 0,-11-8 15 0 0,1 0 1 0 0,0 1-1 0 0,0-1 0 0 0,0 0 0 0 0,-1 0 0 0 0,1-1 0 0 0,0 1 0 0 0,0 0 0 0 0,0 0 0 0 0,1-1 1 0 0,2 1-1 0 0,64 17 65 0 0,78-9 94 0 0,-135-9-52 0 0,0 1-1 0 0,0-2 1 0 0,0 0-1 0 0,-1 0 0 0 0,1-1 1 0 0,0-1-1 0 0,-1 0 0 0 0,0 0 1 0 0,0-1-1 0 0,0-1 0 0 0,0 0 1 0 0,0 0-1 0 0,-1-1 0 0 0,0 0 1 0 0,0-1-1 0 0,-1 0 0 0 0,0 0 1 0 0,0-1-1 0 0,-1-1 0 0 0,12-14 1 0 0,-17 20-59 0 0,20-29 448 0 0,-22 31-470 0 0,0-1-1 0 0,0 1 1 0 0,-1-1 0 0 0,1 1-1 0 0,-1-1 1 0 0,1 0 0 0 0,-1 0 0 0 0,0 1-1 0 0,1-1 1 0 0,-1 0 0 0 0,0 0 0 0 0,0 1-1 0 0,0-1 1 0 0,-1 0 0 0 0,1 1-1 0 0,0-1 1 0 0,-1 0 0 0 0,1 0 0 0 0,-1 1-1 0 0,0-4 1 0 0,-21-23 440 0 0,14 14-249 0 0,7 12-199 0 0,0 0 1 0 0,0 1-1 0 0,0-1 1 0 0,0 0-1 0 0,0 0 0 0 0,-1 1 1 0 0,1-1-1 0 0,0 1 1 0 0,-1-1-1 0 0,0 1 1 0 0,1-1-1 0 0,-1 1 0 0 0,0 0 1 0 0,1 0-1 0 0,-1 0 1 0 0,0 0-1 0 0,0 0 0 0 0,-2 0 1 0 0,-10-5-537 0 0,0 1 0 0 0,0 0-1 0 0,0 1 1 0 0,-26-4 0 0 0,31 7-1239 0 0,0 1 0 0 0,0-1 0 0 0,0 2 1 0 0,-17 2-1 0 0,26-4 1621 0 0,0 1 1 0 0,-1 0-1 0 0,1 0 1 0 0,0 0 0 0 0,0 0-1 0 0,-1 1 1 0 0,1-1-1 0 0,0 0 1 0 0,0 0 0 0 0,0 0-1 0 0,-1 0 1 0 0,1 0-1 0 0,0 0 1 0 0,0 0 0 0 0,0 0-1 0 0,0 0 1 0 0,-1 0 0 0 0,1 1-1 0 0,0-1 1 0 0,0 0-1 0 0,0 0 1 0 0,0 0 0 0 0,0 0-1 0 0,-1 0 1 0 0,1 1-1 0 0,0-1 1 0 0,0 0 0 0 0,0 0-1 0 0,0 0 1 0 0,0 1-1 0 0,0-1 1 0 0,0 0 0 0 0,0 0-1 0 0,0 0 1 0 0,0 1-1 0 0,0-1 1 0 0,-1 0 0 0 0,1 0-1 0 0,1 1 1 0 0</inkml:trace>
</inkml:ink>
</file>

<file path=ppt/ink/ink5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06T18:36:34.76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643 1 400 0 0,'1'0'63'0'0,"-1"1"-1"0"0,1 0 0 0 0,0 0 1 0 0,0-1-1 0 0,0 1 0 0 0,0-1 1 0 0,0 1-1 0 0,0-1 1 0 0,0 1-1 0 0,0-1 0 0 0,0 0 1 0 0,0 1-1 0 0,0-1 1 0 0,0 0-1 0 0,0 0 0 0 0,0 0 1 0 0,0 1-1 0 0,0-1 0 0 0,0 0 1 0 0,0-1-1 0 0,0 1 1 0 0,0 0-1 0 0,0 0 0 0 0,2-1 1 0 0,4 1 2046 0 0,-7 1-896 0 0,0 0-1190 0 0,-1-1-1 0 0,1 0 1 0 0,0 0 0 0 0,0 0-1 0 0,0 0 1 0 0,0 0 0 0 0,0 0-1 0 0,0 1 1 0 0,0-1 0 0 0,0 0-1 0 0,0 0 1 0 0,0 0 0 0 0,0 0 0 0 0,0 0-1 0 0,0 1 1 0 0,0-1 0 0 0,0 0-1 0 0,0 0 1 0 0,0 0 0 0 0,0 0-1 0 0,0 0 1 0 0,0 1 0 0 0,0-1-1 0 0,0 0 1 0 0,1 0 0 0 0,-1 0-1 0 0,0 0 1 0 0,0 0 0 0 0,0 0-1 0 0,0 0 1 0 0,0 1 0 0 0,0-1 0 0 0,0 0-1 0 0,0 0 1 0 0,0 0 0 0 0,1 0-1 0 0,-1 0 1 0 0,0 0 0 0 0,0 0-1 0 0,0 0 1 0 0,0 0 0 0 0,0 0-1 0 0,1 0 1 0 0,-1 0 0 0 0,0 0-1 0 0,0 0 1 0 0,0 1 0 0 0,0-1-1 0 0,0 0 1 0 0,1 0 0 0 0,-1 0 0 0 0,0-1-1 0 0,0 1 1 0 0,0 0 0 0 0,0 0-1 0 0,0 0 1 0 0,0 0 0 0 0,1 0-1 0 0,-1 0 1 0 0,17 0 377 0 0,-12 0 321 0 0,-6-1-683 0 0,1 0 0 0 0,-1 1 0 0 0,1-1 1 0 0,-1 0-1 0 0,1 0 0 0 0,-1 1 1 0 0,0-1-1 0 0,1 0 0 0 0,-1 1 1 0 0,0-1-1 0 0,1 1 0 0 0,-1-1 0 0 0,0 1 1 0 0,0-1-1 0 0,0 1 0 0 0,0-1 1 0 0,1 1-1 0 0,-1 0 0 0 0,0 0 1 0 0,0-1-1 0 0,0 1 0 0 0,0 0 0 0 0,0 0 1 0 0,0 0-1 0 0,0 0 0 0 0,0 0 1 0 0,0 0-1 0 0,-1 0 0 0 0,-33 1 412 0 0,-74 18 964 0 0,51-10-889 0 0,-179 38 699 0 0,216-42-1101 0 0,0 1 0 0 0,1 1 0 0 0,0 1 0 0 0,1 1 0 0 0,0 0-1 0 0,0 2 1 0 0,1 0 0 0 0,-31 24 0 0 0,44-29-43 0 0,0 0 0 0 0,0 0 0 0 0,1 1 0 0 0,0-1 0 0 0,-5 12 0 0 0,12-11-47 0 0,1 0-1 0 0,0-1 1 0 0,0 0 0 0 0,0 0-1 0 0,1 0 1 0 0,0 0-1 0 0,0-1 1 0 0,10 8 0 0 0,-8-8-20 0 0,1 0 1 0 0,0-1 0 0 0,1 0 0 0 0,-1-1 0 0 0,1 0 0 0 0,-1 0 0 0 0,1-1 0 0 0,0 0-1 0 0,0-1 1 0 0,0 0 0 0 0,9 1 0 0 0,117-2 133 0 0,-87-1-167 0 0,-27-1 95 0 0,1 0 1 0 0,-1-2-1 0 0,0 0 1 0 0,0-1-1 0 0,0-2 1 0 0,-1 0-1 0 0,31-15 0 0 0,-48 20-64 0 0,10-3 27 0 0,-1-1 1 0 0,1-1 0 0 0,-1 0-1 0 0,-1-1 1 0 0,14-11 0 0 0,-21 15-39 0 0,0 1 1 0 0,-1-1-1 0 0,1 1 1 0 0,-1-1-1 0 0,0 0 1 0 0,0 0-1 0 0,0-1 0 0 0,0 1 1 0 0,-1-1-1 0 0,0 1 1 0 0,0-1-1 0 0,0 0 1 0 0,0 0-1 0 0,-1 1 0 0 0,0-1 1 0 0,0-1-1 0 0,1-6 1 0 0,-2 10-10 0 0,0 0 1 0 0,-1 0-1 0 0,1 0 1 0 0,0 0 0 0 0,0 0-1 0 0,-1 0 1 0 0,1 0-1 0 0,-1 0 1 0 0,0 1-1 0 0,1-1 1 0 0,-1 0-1 0 0,0 0 1 0 0,0 1 0 0 0,0-1-1 0 0,0 0 1 0 0,0 1-1 0 0,-1-1 1 0 0,1 1-1 0 0,-2-2 1 0 0,-2 0-10 0 0,1 0-1 0 0,-1 0 1 0 0,0 1 0 0 0,0-1 0 0 0,-7-1 0 0 0,-2-2-24 0 0,-8-2-103 0 0,-1 1 1 0 0,0 0-1 0 0,0 2 1 0 0,-1 1-1 0 0,0 1 1 0 0,0 1-1 0 0,1 1 1 0 0,-1 1-1 0 0,0 1 1 0 0,0 1-1 0 0,-33 7 0 0 0,38-5-429 0 0,1 1-1 0 0,-1 0 1 0 0,1 2-1 0 0,1 0 0 0 0,-24 13 1 0 0,-7 4-2221 0 0,-44 10-3462 0 0</inkml:trace>
</inkml:ink>
</file>

<file path=ppt/ink/ink5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06T18:36:35.51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537 149 560 0 0,'-5'0'667'0'0,"-21"-1"1141"0"0,-42-10-1 0 0,36 5-119 0 0,-59-3-1 0 0,80 9-1423 0 0,5 0-25 0 0,0 0 0 0 0,0 0 0 0 0,0 0 0 0 0,0 1 0 0 0,1 0 0 0 0,-1 0 0 0 0,0 0 0 0 0,-7 3 0 0 0,0 1 79 0 0,-17 5 263 0 0,29-9-568 0 0,0-1 0 0 0,0 1 0 0 0,0-1 1 0 0,0 0-1 0 0,0 1 0 0 0,0 0 0 0 0,0-1 0 0 0,0 1 0 0 0,1 0 0 0 0,-1-1 0 0 0,0 1 0 0 0,1 0 0 0 0,-1 0 0 0 0,0-1 1 0 0,1 1-1 0 0,-1 0 0 0 0,1 0 0 0 0,-1 0 0 0 0,1 0 0 0 0,0 0 0 0 0,-1 0 0 0 0,1 0 0 0 0,-1 1 0 0 0,1-1-2 0 0,0 1 0 0 0,0-1 0 0 0,0 1 0 0 0,-1-1 0 0 0,1 0-1 0 0,-1 1 1 0 0,1-1 0 0 0,-1 0 0 0 0,1 1 0 0 0,-1-1-1 0 0,0 0 1 0 0,0 0 0 0 0,1 0 0 0 0,-1 0 0 0 0,0 0 0 0 0,0 0-1 0 0,0 0 1 0 0,0 0 0 0 0,0 0 0 0 0,-1 0 0 0 0,1 0-1 0 0,-2 0 1 0 0,-6 7 47 0 0,9-7-55 0 0,-1-1 0 0 0,1 1 0 0 0,0-1-1 0 0,-1 1 1 0 0,1-1 0 0 0,0 1 0 0 0,-1-1-1 0 0,1 1 1 0 0,0-1 0 0 0,0 1 0 0 0,0-1 0 0 0,-1 1-1 0 0,1-1 1 0 0,0 1 0 0 0,0 0 0 0 0,0-1-1 0 0,0 1 1 0 0,0-1 0 0 0,0 1 0 0 0,0-1 0 0 0,0 1-1 0 0,0 0 1 0 0,0-1 0 0 0,1 1 0 0 0,-1-1-1 0 0,0 1 1 0 0,0-1 0 0 0,0 1 0 0 0,1-1-1 0 0,-1 1 1 0 0,0-1 0 0 0,1 1 0 0 0,0 0 0 0 0,15 10 50 0 0,-10-7-27 0 0,4 3 18 0 0,0 0 1 0 0,1-1 0 0 0,0 0 0 0 0,0-1 0 0 0,0 0-1 0 0,1 0 1 0 0,0-2 0 0 0,0 1 0 0 0,0-1-1 0 0,0-1 1 0 0,0 0 0 0 0,0-1 0 0 0,14 0 0 0 0,-17-1-29 0 0,13 2 63 0 0,1-1 0 0 0,43-4 0 0 0,-65 3-67 0 0,1-1 0 0 0,-1 1-1 0 0,1 0 1 0 0,-1-1 0 0 0,1 1 0 0 0,-1-1 0 0 0,1 1-1 0 0,-1-1 1 0 0,0 0 0 0 0,1 1 0 0 0,-1-1 0 0 0,0 0-1 0 0,1 0 1 0 0,-1 0 0 0 0,0 0 0 0 0,0 0 0 0 0,0 0-1 0 0,0 0 1 0 0,0-1 0 0 0,0 1 0 0 0,0 0-1 0 0,-1 0 1 0 0,2-3 0 0 0,-1 1 19 0 0,-1 0 0 0 0,1 0 0 0 0,-1 0 0 0 0,0 0-1 0 0,0 0 1 0 0,0 0 0 0 0,-1 1 0 0 0,1-1 0 0 0,-1 0 0 0 0,1 0 0 0 0,-3-5 0 0 0,0 1 8 0 0,1 0 1 0 0,-2 1-1 0 0,1-1 1 0 0,-1 1-1 0 0,0-1 1 0 0,0 1-1 0 0,-1 0 1 0 0,-7-7-1 0 0,-48-38 157 0 0,41 36-134 0 0,4 2-19 0 0,5 4-13 0 0,0 0 0 0 0,-1 0 0 0 0,0 2 0 0 0,0-1 1 0 0,-1 1-1 0 0,0 1 0 0 0,0 0 0 0 0,0 1 0 0 0,-1 0 0 0 0,-21-5 0 0 0,11 8-282 0 0,0 1 1 0 0,1 2-1 0 0,-1 0 1 0 0,0 1-1 0 0,0 1 1 0 0,-36 10-1 0 0,44-10-273 0 0,9-1 335 0 0,10-1-361 0 0,19 6-2558 0 0,9 0 281 0 0,28 0-254 0 0</inkml:trace>
</inkml:ink>
</file>

<file path=ppt/ink/ink5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06T18:36:36.15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588 119 480 0 0,'0'-1'294'0'0,"0"0"-1"0"0,0 0 1 0 0,0 1 0 0 0,0-1-1 0 0,0 0 1 0 0,-1 0-1 0 0,1 0 1 0 0,0 1 0 0 0,0-1-1 0 0,-1 0 1 0 0,1 0-1 0 0,-1 0 1 0 0,1 1 0 0 0,-1-1-1 0 0,1 0 1 0 0,-1 1-1 0 0,1-1 1 0 0,-1 1 0 0 0,0-1-1 0 0,1 0 1 0 0,-2 0-1 0 0,-22-7 2079 0 0,-40 4-298 0 0,58 4-1547 0 0,-44 0 1294 0 0,-58 9 0 0 0,102-8-1747 0 0,-30 4 526 0 0,-70 21 0 0 0,96-23-544 0 0,1 1 0 0 0,-1 0 0 0 0,1 0 0 0 0,-1 1 0 0 0,1 1 1 0 0,1 0-1 0 0,-1 0 0 0 0,1 0 0 0 0,0 1 0 0 0,0 0 0 0 0,-7 10 0 0 0,13-15-42 0 0,0 0-1 0 0,0 1 1 0 0,0-1-1 0 0,0 0 1 0 0,1 1-1 0 0,-1 0 1 0 0,1-1-1 0 0,-1 1 0 0 0,1 0 1 0 0,0 0-1 0 0,0-1 1 0 0,0 5-1 0 0,1-5-7 0 0,1 0 0 0 0,-1 1 0 0 0,1-1-1 0 0,0 0 1 0 0,0 0 0 0 0,0 0-1 0 0,0 0 1 0 0,0 0 0 0 0,0 0 0 0 0,1 0-1 0 0,-1 0 1 0 0,1 0 0 0 0,-1-1 0 0 0,1 1-1 0 0,2 2 1 0 0,7 6 32 0 0,1 0-1 0 0,0 0 1 0 0,0-1-1 0 0,17 9 1 0 0,-13-8 1 0 0,-2-2-23 0 0,0-1-1 0 0,0 0 1 0 0,0-1 0 0 0,1 0-1 0 0,0-2 1 0 0,0 0 0 0 0,0 0-1 0 0,1-1 1 0 0,-1-1 0 0 0,1-1-1 0 0,19 0 1 0 0,-15-2 106 0 0,0-1-1 0 0,0 0 1 0 0,0-1-1 0 0,0-2 1 0 0,-1 0-1 0 0,1-1 1 0 0,35-16-1 0 0,-48 18-2 0 0,0 0 0 0 0,0-1 0 0 0,-1 1 0 0 0,0-1 0 0 0,0-1 0 0 0,0 1-1 0 0,-1-1 1 0 0,1 0 0 0 0,-2 0 0 0 0,1-1 0 0 0,0 1 0 0 0,-1-1-1 0 0,-1 0 1 0 0,1 0 0 0 0,-1-1 0 0 0,0 1 0 0 0,2-12 0 0 0,-3 14-62 0 0,0-1 1 0 0,-1 0 0 0 0,0 0 0 0 0,-1 0 0 0 0,1-1-1 0 0,-1 1 1 0 0,-1 0 0 0 0,1 0 0 0 0,-1 0 0 0 0,0 0-1 0 0,0 0 1 0 0,0 0 0 0 0,-1 0 0 0 0,0 1-1 0 0,0-1 1 0 0,-1 0 0 0 0,0 1 0 0 0,0-1 0 0 0,0 1-1 0 0,0 0 1 0 0,-1 0 0 0 0,-6-6 0 0 0,2 4-138 0 0,-1 0 0 0 0,0 1 0 0 0,-1 1 0 0 0,1-1 1 0 0,-1 1-1 0 0,0 1 0 0 0,0 0 0 0 0,-15-4 0 0 0,-12-2-888 0 0,-43-5 0 0 0,9 7-3547 0 0,-119 0-1 0 0,60 8-2500 0 0</inkml:trace>
</inkml:ink>
</file>

<file path=ppt/ink/ink5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06T18:36:47.28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184 328 1761 0 0,'0'-3'1415'0'0,"1"-26"6322"0"0,3 6-3759 0 0,-3 19-3775 0 0,0 1 0 0 0,1-1 0 0 0,0 1 0 0 0,0-1 0 0 0,0 1 0 0 0,0 0 1 0 0,0 0-1 0 0,1 0 0 0 0,-1 0 0 0 0,1 0 0 0 0,3-2 0 0 0,62-68 2299 0 0,-5 4-255 0 0,-31 31-924 0 0,-30 34-1197 0 0,1 0 0 0 0,0 0 1 0 0,0 0-1 0 0,0 0 0 0 0,1 0 0 0 0,-1 1 0 0 0,1 0 0 0 0,0-1 0 0 0,0 1 0 0 0,0 1 0 0 0,0-1 0 0 0,0 1 0 0 0,1-1 1 0 0,5-1-1 0 0,-9 4-108 0 0,-1 0 1 0 0,0 0-1 0 0,0 0 1 0 0,0 0 0 0 0,1 0-1 0 0,-1 0 1 0 0,0-1-1 0 0,0 1 1 0 0,1 0 0 0 0,-1 1-1 0 0,0-1 1 0 0,0 0-1 0 0,1 0 1 0 0,-1 0 0 0 0,0 0-1 0 0,0 0 1 0 0,1 0-1 0 0,-1 0 1 0 0,0 0 0 0 0,0 0-1 0 0,1 0 1 0 0,-1 1-1 0 0,0-1 1 0 0,0 0 0 0 0,0 0-1 0 0,1 0 1 0 0,-1 0-1 0 0,0 1 1 0 0,0-1 0 0 0,0 0-1 0 0,0 0 1 0 0,1 0-1 0 0,-1 1 1 0 0,0-1 0 0 0,0 0-1 0 0,3 5 140 0 0,2-1-39 0 0,0 1-1 0 0,0 0 1 0 0,-1 0 0 0 0,0 1 0 0 0,0 0 0 0 0,0-1 0 0 0,-1 1 0 0 0,1 1 0 0 0,-2-1 0 0 0,1 0 0 0 0,-1 1 0 0 0,1-1 0 0 0,0 11-1 0 0,1 5 261 0 0,-1 0 0 0 0,-1 44 0 0 0,-2-49-277 0 0,0 0 0 0 0,-5 31 1 0 0,-7-5 32 0 0,8-30-74 0 0,1 0 0 0 0,0 0 0 0 0,1 1 0 0 0,-2 23 0 0 0,4-20-191 0 0,0 59 579 0 0,0-72-664 0 0,1 0 0 0 0,-1 0 1 0 0,-1 0-1 0 0,1 0 0 0 0,0 0 0 0 0,-1 0 0 0 0,0 0 1 0 0,-2 7-1 0 0,2-11 207 0 0,-1-1 10 0 0,1 1 0 0 0,0 0 0 0 0,-1-1 1 0 0,1 1-1 0 0,0 0 0 0 0,-1-1 0 0 0,1 0 0 0 0,0 1 0 0 0,-1-1 1 0 0,1 0-1 0 0,0 0 0 0 0,0 1 0 0 0,0-1 0 0 0,0 0 1 0 0,0 0-1 0 0,0 0 0 0 0,0 0 0 0 0,0-1 0 0 0,0 1 0 0 0,1 0 1 0 0,-2-3-1 0 0,1 3 7 0 0,1 0 0 0 0,-1-1 0 0 0,1 1 0 0 0,-1-1 0 0 0,0 1 1 0 0,0 0-1 0 0,0 0 0 0 0,0-1 0 0 0,0 1 0 0 0,0 0 0 0 0,0 0 0 0 0,0 0 0 0 0,0 0 1 0 0,0 0-1 0 0,0 0 0 0 0,-1 0 0 0 0,1 1 0 0 0,0-1 0 0 0,-1 0 0 0 0,1 1 0 0 0,-2-1 0 0 0,-36-14 102 0 0,36 14-102 0 0,-11-3-17 0 0,-1 1-1 0 0,0 0 1 0 0,0 1-1 0 0,0 1 1 0 0,0 0 0 0 0,0 1-1 0 0,0 0 1 0 0,0 2-1 0 0,0 0 1 0 0,0 0 0 0 0,1 1-1 0 0,-1 1 1 0 0,-24 10 0 0 0,25-8 77 0 0,0 0 1 0 0,0 1 0 0 0,1 1-1 0 0,0 1 1 0 0,1-1 0 0 0,-1 2-1 0 0,-15 16 1 0 0,25-24-46 0 0,1 0-1 0 0,-1 1 0 0 0,1-1 1 0 0,0 1-1 0 0,0-1 0 0 0,0 1 1 0 0,0 0-1 0 0,0 0 1 0 0,1 0-1 0 0,0 0 0 0 0,-1 0 1 0 0,1 0-1 0 0,-1 4 0 0 0,2-5-14 0 0,1 0-1 0 0,-1 0 0 0 0,1 0 0 0 0,-1 0 0 0 0,1 0 0 0 0,0-1 1 0 0,0 1-1 0 0,0 0 0 0 0,0 0 0 0 0,0 0 0 0 0,0-1 0 0 0,0 1 1 0 0,1-1-1 0 0,-1 1 0 0 0,1-1 0 0 0,-1 1 0 0 0,1-1 0 0 0,-1 0 1 0 0,1 0-1 0 0,0 0 0 0 0,2 2 0 0 0,32 24 56 0 0,-10-7-58 0 0,2 0-1 0 0,39 21 0 0 0,59 13-1032 0 0,-121-51 441 0 0,1-1 0 0 0,0 1-1 0 0,0-1 1 0 0,1 0 0 0 0,-1-1 0 0 0,0 0-1 0 0,0 1 1 0 0,1-2 0 0 0,-1 1 0 0 0,1-1 0 0 0,10-1-1 0 0,-10-1-1511 0 0,1 0-1 0 0,0 0 0 0 0,-1-1 1 0 0,14-7-1 0 0,11-4-5264 0 0</inkml:trace>
</inkml:ink>
</file>

<file path=ppt/ink/ink5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06T18:36:47.81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164 80 160 0 0,'-1'-3'297'0'0,"1"0"0"0"0,-1 0 1 0 0,1 0-1 0 0,-1 1 0 0 0,0-1 0 0 0,0 0 0 0 0,0 1 0 0 0,0-1 0 0 0,0 1 1 0 0,0-1-1 0 0,-1 1 0 0 0,0 0 0 0 0,1-1 0 0 0,-1 1 0 0 0,0 0 0 0 0,-2-2 1 0 0,-33-24 4829 0 0,36 27-5021 0 0,0 0 49 0 0,0 1 0 0 0,0-1 0 0 0,0 0 0 0 0,-1 1 0 0 0,1-1 0 0 0,0 1 0 0 0,0 0 0 0 0,0-1 1 0 0,0 1-1 0 0,-1 0 0 0 0,1-1 0 0 0,0 1 0 0 0,0 0 0 0 0,0 0 0 0 0,-1 0 0 0 0,1 0 0 0 0,0 0 0 0 0,0 0 0 0 0,-1 1 1 0 0,1-1-1 0 0,0 0 0 0 0,0 1 0 0 0,0-1 0 0 0,0 1 0 0 0,0-1 0 0 0,-1 1 0 0 0,1-1 0 0 0,0 1 0 0 0,0 0 0 0 0,0-1 1 0 0,1 1-1 0 0,-1 0 0 0 0,-1 1 0 0 0,-2 3 184 0 0,0 0 1 0 0,0 1-1 0 0,0-1 1 0 0,1 1-1 0 0,-3 7 1 0 0,-1 1 100 0 0,2-3-168 0 0,0 0 1 0 0,1 0-1 0 0,0 0 1 0 0,0 0-1 0 0,2 1 0 0 0,-1-1 1 0 0,0 14-1 0 0,0 88 1173 0 0,3-79-987 0 0,1-20-203 0 0,0-1 0 0 0,1 0 0 0 0,0 0 0 0 0,9 24 0 0 0,-7-24 16 0 0,-1-1-1 0 0,0 1 1 0 0,-1 0-1 0 0,2 24 1 0 0,-4-32-173 0 0,0-1 0 0 0,0 1 0 0 0,0-1 1 0 0,1 0-1 0 0,0 1 0 0 0,0-1 0 0 0,0 0 0 0 0,0 0 1 0 0,1 1-1 0 0,0-1 0 0 0,0 0 0 0 0,0 0 1 0 0,0-1-1 0 0,0 1 0 0 0,1 0 0 0 0,0-1 0 0 0,-1 0 1 0 0,1 1-1 0 0,6 4 0 0 0,-3-5 28 0 0,-1 1-1 0 0,1-1 1 0 0,0 0-1 0 0,0-1 1 0 0,0 1-1 0 0,0-1 1 0 0,1 0-1 0 0,-1-1 1 0 0,1 0-1 0 0,-1 0 1 0 0,1 0-1 0 0,-1 0 1 0 0,8-2-1 0 0,-3 0-32 0 0,0-1-1 0 0,-1 0 1 0 0,1-1-1 0 0,0 0 1 0 0,-1-1-1 0 0,1 0 0 0 0,15-9 1 0 0,63-38-299 0 0,-83 46 97 0 0,0 1 0 0 0,0-1 0 0 0,-1 0 0 0 0,0 0 1 0 0,0-1-1 0 0,0 1 0 0 0,-1-1 0 0 0,7-10 0 0 0,12-17-792 0 0,1 6-138 0 0,-3 3-1923 0 0,26-37 0 0 0,-43 55 1811 0 0,0 0 1 0 0,1 0-1 0 0,0 0 0 0 0,0 1 1 0 0,10-8-1 0 0,12-12-7779 0 0,0 5 4688 0 0</inkml:trace>
</inkml:ink>
</file>

<file path=ppt/ink/ink5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06T18:36:48.43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131 0 3362 0 0,'-130'0'22837'0'0,"135"0"-21570"0"0,39 2-237 0 0,58 10-1 0 0,14 1-940 0 0,-26-3-465 0 0,48 5-5476 0 0,-116-14 2180 0 0,-1 0 0 0 0,1-1-1 0 0,33-5 1 0 0,-50 4-1583 0 0</inkml:trace>
</inkml:ink>
</file>

<file path=ppt/ink/ink5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06T18:36:49.05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157 34 720 0 0,'-65'8'5283'0'0,"6"-8"-481"0"0,59-8-800 0 0,-33 8-1521 0 0,33-7-960 0 0,33 7-481 0 0,-1 0-79 0 0,-5 0-161 0 0,71 7-240 0 0,-33-7-880 0 0,65-13-3922 0 0,66-8-6323 0 0</inkml:trace>
</inkml:ink>
</file>

<file path=ppt/ink/ink5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06T18:35:07.16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391 10 960 0 0,'14'-4'1061'0'0,"9"-1"405"0"0,38 14-1098 0 0,-44-6-272 0 0,1 1 0 0 0,-1 1 0 0 0,0 0 0 0 0,-1 1 0 0 0,1 1 0 0 0,-1 1 0 0 0,-1 0 0 0 0,1 1 0 0 0,24 19 1 0 0,-25-15 328 0 0,24 28 0 0 0,-35-37-328 0 0,-1 0 0 0 0,0 1-1 0 0,1-1 1 0 0,-2 0 0 0 0,1 1-1 0 0,0 0 1 0 0,-1 0 0 0 0,0 0-1 0 0,0 0 1 0 0,0 0 0 0 0,-1 0 0 0 0,1 7-1 0 0,-3-8-14 0 0,0 0-1 0 0,0 1 1 0 0,0-1 0 0 0,-1 0-1 0 0,0 0 1 0 0,1-1 0 0 0,-2 1-1 0 0,1 0 1 0 0,0-1 0 0 0,-1 1-1 0 0,0-1 1 0 0,-3 4 0 0 0,-15 23 377 0 0,10 5-32 0 0,-1-14-200 0 0,10-19-110 0 0,0 0 0 0 0,0 1 0 0 0,1-1 0 0 0,-1 1 0 0 0,1 0 0 0 0,0-1 0 0 0,0 1 0 0 0,-2 5 0 0 0,4-18-102 0 0,-1-1-1 0 0,-1 1 1 0 0,0-1-1 0 0,0 1 1 0 0,-1 0-1 0 0,-4-14 0 0 0,4 19 19 0 0,0 1-1 0 0,-1-1 0 0 0,0 0 0 0 0,0 1 0 0 0,0 0 0 0 0,0 0 0 0 0,-1 0 0 0 0,0 0 0 0 0,1 0 0 0 0,-1 1 0 0 0,-1 0 0 0 0,1 0 0 0 0,0 0 0 0 0,-1 0 0 0 0,-8-3 0 0 0,-5-2 96 0 0,0 0-1 0 0,-1 2 1 0 0,0 0-1 0 0,0 1 1 0 0,-1 1-1 0 0,1 1 1 0 0,-1 0 0 0 0,0 2-1 0 0,0 0 1 0 0,0 2-1 0 0,1 0 1 0 0,-36 6-1 0 0,38-3-34 0 0,0 0 1 0 0,0 1-1 0 0,0 0 0 0 0,0 2 0 0 0,1 0 0 0 0,0 0 0 0 0,1 2 0 0 0,0 0 0 0 0,0 1 0 0 0,1 0 1 0 0,0 1-1 0 0,1 1 0 0 0,0 0 0 0 0,1 1 0 0 0,-13 16 0 0 0,12-11 47 0 0,4-7 7 0 0,0 1 1 0 0,-13 24-1 0 0,21-33-121 0 0,-1 0 0 0 0,1 1 1 0 0,-1-1-1 0 0,1 1 0 0 0,0-1 0 0 0,1 1 0 0 0,-1 0 0 0 0,0-1 1 0 0,1 1-1 0 0,0 0 0 0 0,0-1 0 0 0,0 1 0 0 0,0 0 1 0 0,1-1-1 0 0,0 1 0 0 0,1 4 0 0 0,3 4-16 0 0,1-1 0 0 0,0-1 0 0 0,0 1-1 0 0,1-1 1 0 0,1 0 0 0 0,0 0 0 0 0,0-1 0 0 0,1 0 0 0 0,0-1-1 0 0,1 0 1 0 0,0 0 0 0 0,0-1 0 0 0,0 0 0 0 0,1-1 0 0 0,0 0-1 0 0,0-1 1 0 0,1 0 0 0 0,21 6 0 0 0,-6-7-1366 0 0,1-1 0 0 0,48 0-1 0 0,-11-3-3858 0 0</inkml:trace>
</inkml:ink>
</file>

<file path=ppt/ink/ink5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06T18:35:07.97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298 63 720 0 0,'6'0'881'0'0,"-6"0"-772"0"0,1 1-17 0 0,1-1 1 0 0,-1 0-1 0 0,1 0 1 0 0,-1 0-1 0 0,1 0 1 0 0,-1 0-1 0 0,1 0 1 0 0,-1 0-1 0 0,0-1 1 0 0,1 1-1 0 0,-1 0 1 0 0,1-1-1 0 0,-1 1 1 0 0,0-1-1 0 0,1 1 1 0 0,-1-1-1 0 0,2-1 1 0 0,-3 1 854 0 0,21-4 598 0 0,-15 3-1263 0 0,27-7 1799 0 0,-33 9-2066 0 0,0 0-1 0 0,0 0 0 0 0,1 0 0 0 0,-1 0 1 0 0,0 0-1 0 0,0 0 0 0 0,1 0 0 0 0,-1 0 1 0 0,0 0-1 0 0,0 0 0 0 0,0 0 0 0 0,1 0 1 0 0,-1 0-1 0 0,0 0 0 0 0,0-1 0 0 0,0 1 0 0 0,1 0 1 0 0,-1 0-1 0 0,0 0 0 0 0,0 0 0 0 0,0-1 1 0 0,0 1-1 0 0,1 0 0 0 0,-1 0 0 0 0,0 0 1 0 0,0-1-1 0 0,0 1 0 0 0,0 0 0 0 0,0 0 1 0 0,0 0-1 0 0,0-1 0 0 0,0 1 0 0 0,0 0 1 0 0,0 0-1 0 0,0-1 0 0 0,0 1 0 0 0,0-1 0 0 0,6-6 326 0 0,48-7 474 0 0,-54 14-810 0 0,0 0 0 0 0,1 0 0 0 0,-1 0 0 0 0,0 0 0 0 0,0 0 0 0 0,1 0 0 0 0,-1 0 0 0 0,0 0 0 0 0,0 0 0 0 0,0 0 0 0 0,1 0 0 0 0,-1 0 0 0 0,0 0 0 0 0,0 0 0 0 0,0-1 0 0 0,1 1 0 0 0,-1 0 0 0 0,0 0 0 0 0,0 0 0 0 0,0 0 0 0 0,0 0 0 0 0,1-1 0 0 0,-1 1 0 0 0,0 0 0 0 0,0 0 0 0 0,0 0 0 0 0,0-1 0 0 0,0 1 0 0 0,0 0 0 0 0,0 0 0 0 0,1-1 0 0 0,-1 1 0 0 0,0 0 0 0 0,0 0 0 0 0,0 0 0 0 0,0-1 0 0 0,0 1 0 0 0,0 0 0 0 0,0-1 0 0 0,0 1-2 0 0,0 0 1 0 0,0 0-1 0 0,0-1 0 0 0,0 1 0 0 0,0 0 0 0 0,0 0 0 0 0,0 0 0 0 0,0-1 1 0 0,0 1-1 0 0,0 0 0 0 0,0 0 0 0 0,0-1 0 0 0,0 1 0 0 0,0 0 0 0 0,0 0 1 0 0,1 0-1 0 0,-1-1 0 0 0,0 1 0 0 0,0 0 0 0 0,0 0 0 0 0,0 0 0 0 0,0 0 1 0 0,1-1-1 0 0,-1 1 0 0 0,0 0 0 0 0,0 0 0 0 0,0 0 0 0 0,1 0 1 0 0,-1 0-1 0 0,0 0 0 0 0,0 0 0 0 0,1-1 0 0 0,-1 1 0 0 0,0 0 0 0 0,0 0 1 0 0,1 0-1 0 0,21-1 78 0 0,-17 1 0 0 0,-10 0 0 0 0,-37 3-51 0 0,0 2 0 0 0,1 2 1 0 0,0 2-1 0 0,-76 27 0 0 0,102-30 8 0 0,2 0-1 0 0,-1 0 0 0 0,1 2 0 0 0,0 0 0 0 0,0 0 0 0 0,-22 20 0 0 0,9-7 138 0 0,15-14-78 0 0,4-2-41 0 0,1-1 0 0 0,0 1-1 0 0,0 0 1 0 0,0 0 0 0 0,-5 7 0 0 0,10-11-33 0 0,-1 1 0 0 0,1-1 0 0 0,1 0 0 0 0,-1 1 1 0 0,0-1-1 0 0,0 1 0 0 0,0-1 0 0 0,1 1 0 0 0,-1-1 0 0 0,1 1 1 0 0,-1-1-1 0 0,1 1 0 0 0,0 0 0 0 0,0-1 0 0 0,-1 1 0 0 0,1 0 1 0 0,0-1-1 0 0,0 1 0 0 0,1 0 0 0 0,-1-1 0 0 0,0 1 1 0 0,0 0-1 0 0,1-1 0 0 0,-1 1 0 0 0,1-1 0 0 0,0 1 0 0 0,-1-1 1 0 0,1 1-1 0 0,0-1 0 0 0,0 1 0 0 0,2 1 0 0 0,-1-1-7 0 0,0 0-1 0 0,0 0 0 0 0,1-1 1 0 0,-1 1-1 0 0,1-1 0 0 0,-1 0 1 0 0,1 0-1 0 0,0 0 0 0 0,-1 0 1 0 0,1 0-1 0 0,0 0 1 0 0,5 0-1 0 0,117 25 13 0 0,-107-23-213 0 0,1 0 0 0 0,-1-2 0 0 0,1 0 1 0 0,0-1-1 0 0,-1-1 0 0 0,1-1 1 0 0,-1-1-1 0 0,0 0 0 0 0,1-1 0 0 0,-1-1 1 0 0,-1-1-1 0 0,24-10 0 0 0,19-6-2575 0 0,5-4-787 0 0</inkml:trace>
</inkml:ink>
</file>

<file path=ppt/ink/ink5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06T18:35:08.93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129 121 4642 0 0,'5'-7'235'0'0,"0"0"-1"0"0,1 0 1 0 0,-1 1 0 0 0,1 0-1 0 0,0 0 1 0 0,1 0-1 0 0,-1 1 1 0 0,1 0 0 0 0,0 0-1 0 0,1 1 1 0 0,-1-1 0 0 0,1 2-1 0 0,0-1 1 0 0,0 1-1 0 0,0 1 1 0 0,15-4 0 0 0,70-16 392 0 0,-81 19-598 0 0,0 0 1 0 0,1 1-1 0 0,-1 0 1 0 0,1 1-1 0 0,-1 0 1 0 0,16 2-1 0 0,-20-1-36 0 0,0 1 0 0 0,-1 0-1 0 0,1 0 1 0 0,-1 1 0 0 0,0 0 0 0 0,1 0 0 0 0,-1 1-1 0 0,0-1 1 0 0,0 2 0 0 0,0-1 0 0 0,11 9 0 0 0,-17-11 8 0 0,1 0 9 0 0,0 0-1 0 0,-1 0 1 0 0,1 1-1 0 0,0-1 1 0 0,-1 1-1 0 0,1-1 1 0 0,-1 1-1 0 0,1 0 1 0 0,-1 0-1 0 0,0-1 1 0 0,0 1 0 0 0,0 0-1 0 0,0 0 1 0 0,0 0-1 0 0,0 0 1 0 0,0 0-1 0 0,-1 0 1 0 0,1 1-1 0 0,-1-1 1 0 0,0 0-1 0 0,1 0 1 0 0,-1 0 0 0 0,0 0-1 0 0,0 1 1 0 0,0-1-1 0 0,-1 0 1 0 0,1 0-1 0 0,0 0 1 0 0,-1 1-1 0 0,0-1 1 0 0,0 2-1 0 0,-1 2 12 0 0,0 0-1 0 0,-1-1 0 0 0,1 0 0 0 0,-1 1 0 0 0,0-1 0 0 0,0 0 0 0 0,-1 0 0 0 0,1-1 0 0 0,-1 1 1 0 0,0-1-1 0 0,0 1 0 0 0,-9 6 0 0 0,-4 0 50 0 0,-1 0 0 0 0,-30 14 0 0 0,-14 7 259 0 0,-19 18 342 0 0,49-28-502 0 0,-1-2 0 0 0,0-1 0 0 0,-71 29 0 0 0,49-34-116 0 0,55-14-58 0 0,0 0 0 0 0,-1 0-1 0 0,1 0 1 0 0,-1 1 0 0 0,1-1-1 0 0,-1 0 1 0 0,1 0-1 0 0,0 0 1 0 0,-1 0 0 0 0,1 0-1 0 0,-1 0 1 0 0,1 0 0 0 0,-1 0-1 0 0,1 0 1 0 0,-1 0-1 0 0,1-1 1 0 0,0 1 0 0 0,-1 0-1 0 0,1 0 1 0 0,-1 0 0 0 0,1 0-1 0 0,0-1 1 0 0,-1 1-1 0 0,1 0 1 0 0,0 0 0 0 0,-1-1-1 0 0,1 1 1 0 0,0 0-1 0 0,-1-1 1 0 0,1 1 0 0 0,0 0-1 0 0,-1-1 1 0 0,1 1 0 0 0,0-1-1 0 0,0 1 1 0 0,0 0-1 0 0,-1-1 1 0 0,1 1 0 0 0,0-1-1 0 0,0 1 1 0 0,0-1 0 0 0,-2-3-36 0 0,-4 0 7 0 0,-10-8-52 0 0,15 11 80 0 0,1 1 0 0 0,0-1 0 0 0,-1 1 0 0 0,1-1 0 0 0,0 1 0 0 0,-1-1 0 0 0,1 1 0 0 0,0-1 1 0 0,0 1-1 0 0,0-1 0 0 0,0 1 0 0 0,-1-1 0 0 0,1 0 0 0 0,0 1 0 0 0,0-1 0 0 0,0 1 0 0 0,0-1 1 0 0,0 1-1 0 0,0-1 0 0 0,0 0 0 0 0,0 1 0 0 0,1-1 0 0 0,-1 1 0 0 0,0-1 0 0 0,0 1 1 0 0,0-1-1 0 0,1 0 0 0 0,-1 1 0 0 0,0-1 0 0 0,0 1 0 0 0,1-1 0 0 0,-1 1 0 0 0,1-1 0 0 0,21-18-140 0 0,1 2 210 0 0,-13 12-8 0 0,2-4 40 0 0,-11 8-81 0 0,1-1-1 0 0,0 1 0 0 0,0 0 0 0 0,0 0 1 0 0,1 0-1 0 0,-1 0 0 0 0,0 0 0 0 0,0 0 1 0 0,0 1-1 0 0,4-1 0 0 0,10-2 118 0 0,0 2 0 0 0,0 0 0 0 0,0 0 0 0 0,0 2 0 0 0,0 0 0 0 0,0 1 0 0 0,0 0 0 0 0,0 1 0 0 0,21 8 0 0 0,20 8 386 0 0,61 31 0 0 0,-62-25-513 0 0,-30-14-941 0 0,49 14-1 0 0,-63-22-635 0 0,1-1-1 0 0,-1-1 0 0 0,19 1 1 0 0,2-2-2070 0 0</inkml:trace>
</inkml:ink>
</file>

<file path=ppt/ink/ink5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06T18:35:09.81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95 2001 0 0,'6'-8'3903'0'0,"14"4"-3468"0"0,-15 3 136 0 0,15-3 201 0 0,0 1-1 0 0,23-1 1 0 0,5-1-233 0 0,255-22 1531 0 0,-301 27-2059 0 0,258-18 1510 0 0,-214 14-1243 0 0,207-8 1298 0 0,-170 10-1292 0 0,-53 0-712 0 0,-1 2 0 0 0,58 5 0 0 0,-87-5 359 0 0,0 0 1 0 0,1 1 0 0 0,-1-1-1 0 0,0 0 1 0 0,1 0 0 0 0,-1 0-1 0 0,0 0 1 0 0,0 0 0 0 0,1 1-1 0 0,-1-1 1 0 0,0 0-1 0 0,0 0 1 0 0,1 0 0 0 0,-1 1-1 0 0,0-1 1 0 0,0 0 0 0 0,1 0-1 0 0,-1 1 1 0 0,0-1-1 0 0,0 0 1 0 0,0 1 0 0 0,0-1-1 0 0,0 0 1 0 0,0 1 0 0 0,1-1-1 0 0,-1 0 1 0 0,0 0 0 0 0,0 1-1 0 0,0-1 1 0 0,0 0-1 0 0,0 1 1 0 0,0-1 0 0 0,0 0-1 0 0,0 1 1 0 0,0 0 0 0 0,-6 1-4448 0 0,-16-8 1528 0 0,17-1 14 0 0</inkml:trace>
</inkml:ink>
</file>

<file path=ppt/ink/ink5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06T18:35:10.36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98 15 720 0 0,'-33'-8'1521'0'0,"1"1"-160"0"0,32 14-1041 0 0,0 1 160 0 0,0 31 721 0 0,-33 38 479 0 0,33-8-639 0 0,0 6-481 0 0,0-7-160 0 0,0 3-160 0 0,0-11-160 0 0,0-4-80 0 0,0-14-880 0 0,33 0-2241 0 0</inkml:trace>
</inkml:ink>
</file>

<file path=ppt/ink/ink5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06T18:35:11.13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310 30 1281 0 0,'1'-1'60'0'0,"-1"0"1"0"0,1 0 0 0 0,-1 0-1 0 0,1 1 1 0 0,0-1-1 0 0,-1 0 1 0 0,1 0 0 0 0,0 0-1 0 0,0 1 1 0 0,-1-1 0 0 0,1 0-1 0 0,0 1 1 0 0,0-1 0 0 0,0 1-1 0 0,0-1 1 0 0,0 1-1 0 0,0 0 1 0 0,0-1 0 0 0,0 1-1 0 0,0 0 1 0 0,0-1 0 0 0,0 1-1 0 0,0 0 1 0 0,0 0 0 0 0,2 0-1 0 0,0 0 164 0 0,12-5 54 0 0,-1 2 0 0 0,1 0 0 0 0,0 1-1 0 0,0 0 1 0 0,29 1 0 0 0,-14 2 116 0 0,51 8 0 0 0,-75-8-291 0 0,0 0 0 0 0,0 1 0 0 0,0-1 1 0 0,-1 1-1 0 0,1 0 0 0 0,0 1 0 0 0,-1 0 0 0 0,0-1 0 0 0,1 2 0 0 0,-1-1 1 0 0,0 0-1 0 0,6 7 0 0 0,-8-6 5 0 0,0-1 0 0 0,-1 1 0 0 0,1 0 0 0 0,-1 0 0 0 0,0 0 0 0 0,0 0 0 0 0,0 0-1 0 0,-1 0 1 0 0,1 1 0 0 0,-1-1 0 0 0,0 1 0 0 0,-1-1 0 0 0,1 1 0 0 0,-1-1 0 0 0,0 9 0 0 0,1 9 268 0 0,0-15-277 0 0,0 1 0 0 0,-1-1 0 0 0,0 1 0 0 0,0-1 0 0 0,-1 1 0 0 0,0-1 0 0 0,-1 0 0 0 0,-2 11 0 0 0,-7 0-10 0 0,9-15-75 0 0,0-1 1 0 0,0 1 0 0 0,1 0-1 0 0,-1-1 1 0 0,1 1 0 0 0,0 0-1 0 0,0 0 1 0 0,0 0-1 0 0,0 0 1 0 0,0 0 0 0 0,1 1-1 0 0,-1-1 1 0 0,1 5 0 0 0,0-5-3 0 0,0-1 0 0 0,-1 1 0 0 0,1-1 0 0 0,0 1 0 0 0,-1 0 0 0 0,1-1 1 0 0,-1 1-1 0 0,0-1 0 0 0,0 0 0 0 0,0 1 0 0 0,0-1 0 0 0,-1 0 0 0 0,1 1 0 0 0,0-1 1 0 0,-1 0-1 0 0,0 0 0 0 0,1 0 0 0 0,-1 0 0 0 0,0 0 0 0 0,0-1 0 0 0,-4 3 0 0 0,6-4-4 0 0,0 1-1 0 0,0-1 0 0 0,0 0 1 0 0,0 0-1 0 0,0 0 0 0 0,0 0 1 0 0,0 0-1 0 0,0 0 0 0 0,0 0 1 0 0,-1 0-1 0 0,1 0 1 0 0,0 0-1 0 0,0 0 0 0 0,0 0 1 0 0,0 0-1 0 0,0 0 0 0 0,0 0 1 0 0,0 0-1 0 0,0 0 0 0 0,-1 0 1 0 0,1 0-1 0 0,0 0 0 0 0,0 0 1 0 0,0 0-1 0 0,0 0 0 0 0,0 0 1 0 0,0 0-1 0 0,0 0 0 0 0,0 0 1 0 0,0 0-1 0 0,-1 0 0 0 0,1 0 1 0 0,0 0-1 0 0,0-1 0 0 0,0 1 1 0 0,0 0-1 0 0,0 0 0 0 0,0 0 1 0 0,0 0-1 0 0,0 0 0 0 0,0 0 1 0 0,0 0-1 0 0,0 0 0 0 0,0 0 1 0 0,0 0-1 0 0,0-1 0 0 0,0 1 1 0 0,0 0-1 0 0,0 0 0 0 0,0 0 1 0 0,0 0-1 0 0,0 0 0 0 0,0 0 1 0 0,0 0-1 0 0,0 0 0 0 0,0 0 1 0 0,0-1-1 0 0,0 1 0 0 0,-2-12 204 0 0,2 10-183 0 0,0 0 0 0 0,0 0-1 0 0,0-1 1 0 0,0 1-1 0 0,-1 0 1 0 0,1 0-1 0 0,-1 0 1 0 0,0 0-1 0 0,1 0 1 0 0,-2-3 0 0 0,-8-3 33 0 0,0 0 0 0 0,0 0 0 0 0,0 1 0 0 0,-1 0 0 0 0,0 1 0 0 0,0 0 1 0 0,-1 0-1 0 0,-23-6 0 0 0,-96-21 389 0 0,104 28-507 0 0,0 1 1 0 0,0 1-1 0 0,-50 2 0 0 0,68 1 22 0 0,1 1 1 0 0,-1-1-1 0 0,0 2 0 0 0,0-1 0 0 0,1 1 0 0 0,-1 1 0 0 0,1 0 0 0 0,-1 0 1 0 0,-10 6-1 0 0,13-6 23 0 0,-3 2 34 0 0,0 0 0 0 0,1 1 0 0 0,-1 0 1 0 0,-12 13-1 0 0,18-16 8 0 0,1-1 1 0 0,-1 1-1 0 0,0 0 1 0 0,1-1-1 0 0,-1 1 1 0 0,1 1-1 0 0,0-1 1 0 0,0 0-1 0 0,0 0 1 0 0,1 1-1 0 0,-1-1 0 0 0,-1 8 1 0 0,3-9-2 0 0,1 0 0 0 0,-1 0 0 0 0,1 0 0 0 0,-1-1 0 0 0,1 1 0 0 0,0 0 0 0 0,0 0 0 0 0,0 0 1 0 0,0-1-1 0 0,2 3 0 0 0,3 8 158 0 0,4 23 360 0 0,8-1-14 0 0,-17-30-453 0 0,2 0-1 0 0,-1-1 0 0 0,0 1 0 0 0,1 0 1 0 0,0-1-1 0 0,-1 0 0 0 0,1 1 1 0 0,1-1-1 0 0,-1 0 0 0 0,0-1 0 0 0,1 1 1 0 0,0-1-1 0 0,-1 1 0 0 0,5 1 0 0 0,8 3 76 0 0,-1 0-1 0 0,24 5 0 0 0,-23-7-45 0 0,14 2-47 0 0,0-1 1 0 0,-1-1-1 0 0,1-2 0 0 0,1-1 1 0 0,-1-2-1 0 0,50-4 0 0 0,-51 2-58 0 0,22-3-736 0 0,0-3-1 0 0,62-16 0 0 0,-34 6-1777 0 0,-15 4-1986 0 0,-31 0-66 0 0</inkml:trace>
</inkml:ink>
</file>

<file path=ppt/ink/ink5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06T18:35:12.46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8 1441 0 0,'4'-5'3406'0'0,"-3"4"-3362"0"0,0 1 1 0 0,1 0-1 0 0,-1-1 0 0 0,0 1 0 0 0,1 0 0 0 0,-1 0 0 0 0,1 0 1 0 0,-1-1-1 0 0,0 2 0 0 0,1-1 0 0 0,-1 0 0 0 0,1 0 1 0 0,-1 0-1 0 0,0 1 0 0 0,3 0 0 0 0,1 5 3139 0 0,-4-5-3152 0 0,0-1 0 0 0,1 1 0 0 0,-1 0 0 0 0,1 0 0 0 0,-1-1-1 0 0,1 1 1 0 0,-1-1 0 0 0,0 0 0 0 0,1 1 0 0 0,0-1 0 0 0,-1 0-1 0 0,1 0 1 0 0,-1 0 0 0 0,1 0 0 0 0,1 0 0 0 0,-1 0 36 0 0,95 16 842 0 0,-63-12-711 0 0,-14-1-10 0 0,1 0 0 0 0,-1-1 0 0 0,23-2 0 0 0,-6 0 114 0 0,66-1 271 0 0,0 5 1 0 0,164 28-1 0 0,-202-13-826 0 0,-65-19 244 0 0,0 0 0 0 0,-1 0 1 0 0,1 0-1 0 0,0 0 0 0 0,0 0 0 0 0,0 0 1 0 0,0 0-1 0 0,0 1 0 0 0,0-1 0 0 0,-1 0 1 0 0,1 0-1 0 0,0 0 0 0 0,0 0 0 0 0,0 0 1 0 0,0 0-1 0 0,0 0 0 0 0,0 1 0 0 0,0-1 1 0 0,0 0-1 0 0,0 0 0 0 0,-1 0 0 0 0,1 0 1 0 0,0 0-1 0 0,0 0 0 0 0,0 1 1 0 0,0-1-1 0 0,0 0 0 0 0,0 0 0 0 0,0 0 1 0 0,0 0-1 0 0,0 0 0 0 0,0 1 0 0 0,0-1 1 0 0,0 0-1 0 0,0 0 0 0 0,0 0 0 0 0,0 0 1 0 0,0 0-1 0 0,0 1 0 0 0,1-1 0 0 0,-1 0 1 0 0,0 0-1 0 0,0 0 0 0 0,0 0 0 0 0,0 0 1 0 0,0 0-1 0 0,0 1 0 0 0,0-1 0 0 0,0 0 1 0 0,0 0-1 0 0,1 0 0 0 0,-1 0 0 0 0,0 0 1 0 0,0 0-1 0 0,0 0 0 0 0,0 0 0 0 0,0 0 1 0 0,0 0-1 0 0,1 1 0 0 0,-1-1 0 0 0,-6 2 5 0 0,0 1-919 0 0,0 0 0 0 0,-1-1-1 0 0,1 0 1 0 0,-1 0 0 0 0,1 0 0 0 0,-1-1 0 0 0,-7 1-1 0 0,-46-1-3038 0 0</inkml:trace>
</inkml:ink>
</file>

<file path=ppt/ink/ink5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06T18:35:12.91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196 0 560 0 0,'0'6'1201'0'0,"0"0"-161"0"0,-33 15 161 0 0,33 15 400 0 0,-32 11 319 0 0,32 7-639 0 0,-33-4-561 0 0,33 4-480 0 0,-33 3-159 0 0,1-16 79 0 0,32-8-320 0 0,0-12-641 0 0,-33-15-1280 0 0,33-12-800 0 0,33-15-641 0 0</inkml:trace>
</inkml:ink>
</file>

<file path=ppt/ink/ink5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06T18:35:13.86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1 213 80 0 0,'0'0'119'0'0,"0"-1"1"0"0,0 0-1 0 0,0 1 1 0 0,0-1-1 0 0,0 1 1 0 0,0-1-1 0 0,0 1 1 0 0,0-1-1 0 0,0 0 0 0 0,0 1 1 0 0,1-1-1 0 0,-1 1 1 0 0,0-1-1 0 0,0 1 1 0 0,1-1-1 0 0,-1 1 0 0 0,0-1 1 0 0,0 1-1 0 0,1-1 1 0 0,-1 1-1 0 0,1-1 1 0 0,-1 1-1 0 0,0 0 0 0 0,1-1 1 0 0,-1 1-1 0 0,1 0 1 0 0,-1-1-1 0 0,1 1 1 0 0,-1 0-1 0 0,1-1 0 0 0,-1 1 1 0 0,1 0-1 0 0,0 0 1 0 0,-1 0-1 0 0,1 0 1 0 0,-1 0-1 0 0,1-1 1 0 0,-1 1-1 0 0,1 0 0 0 0,0 0 1 0 0,-1 0-1 0 0,1 1 1 0 0,0-1-69 0 0,0 0-1 0 0,-1 0 1 0 0,1 0 0 0 0,0 0 0 0 0,0 0 0 0 0,-1 0 0 0 0,1-1 0 0 0,0 1 0 0 0,-1 0-1 0 0,1 0 1 0 0,-1 0 0 0 0,1-1 0 0 0,0 1 0 0 0,-1 0 0 0 0,1-1 0 0 0,-1 1 0 0 0,1 0-1 0 0,-1-1 1 0 0,1 1 0 0 0,0-1 0 0 0,-1 1 0 0 0,0-1 0 0 0,1 1 0 0 0,-1-1 0 0 0,1 1-1 0 0,-1-1 1 0 0,0 0 0 0 0,1 1 0 0 0,-1-1 0 0 0,0 1 0 0 0,0-1 0 0 0,1 0 0 0 0,-1 1-1 0 0,0-1 1 0 0,0 0 0 0 0,0 1 0 0 0,0-1 0 0 0,0 0 0 0 0,0 1 0 0 0,0-1 0 0 0,0 0 0 0 0,0 0-1 0 0,0-1-12 0 0,0 1 0 0 0,0 0 0 0 0,1-1 0 0 0,-1 1-1 0 0,0 0 1 0 0,1 0 0 0 0,-1-1 0 0 0,1 1 0 0 0,-1 0-1 0 0,1 0 1 0 0,0 0 0 0 0,0 0 0 0 0,-1 0 0 0 0,1 0-1 0 0,0 0 1 0 0,0 0 0 0 0,0 0 0 0 0,0 0 0 0 0,0 0-1 0 0,2-1 1 0 0,30-14 196 0 0,-16 9-48 0 0,18-14 33 0 0,-23 13-127 0 0,0 1 0 0 0,1 1 0 0 0,18-8 0 0 0,122-31 468 0 0,-97 31-335 0 0,-42 10-141 0 0,0 1 0 0 0,1 0 0 0 0,26-1 0 0 0,-5 2 156 0 0,48 4 0 0 0,-83-2-227 0 0,1 0 0 0 0,-1 0 0 0 0,1 1-1 0 0,-1-1 1 0 0,1 0 0 0 0,-1 1 0 0 0,0-1 0 0 0,1 1 0 0 0,-1-1-1 0 0,1 1 1 0 0,-1 0 0 0 0,0-1 0 0 0,0 1 0 0 0,1 0 0 0 0,-1 0 0 0 0,0 0-1 0 0,0 0 1 0 0,0 0 0 0 0,0 0 0 0 0,0 0 0 0 0,0 0 0 0 0,0 1 0 0 0,0 1-1 0 0,0-1 26 0 0,0 1 0 0 0,0 0-1 0 0,-1-1 1 0 0,1 1-1 0 0,-1 0 1 0 0,0-1-1 0 0,0 1 1 0 0,0 0-1 0 0,0-1 1 0 0,0 1-1 0 0,-1 0 1 0 0,0 3-1 0 0,-2 4 92 0 0,-1 0-1 0 0,1 0 0 0 0,-2 0 0 0 0,1-1 1 0 0,-1 1-1 0 0,-9 10 0 0 0,4-6 92 0 0,-1-1-1 0 0,-1 0 1 0 0,0-1 0 0 0,-1 0-1 0 0,-26 18 1 0 0,-78 39 939 0 0,17-11-675 0 0,78-44-404 0 0,11-5-2 0 0,-1-2 0 0 0,0 1 0 0 0,-1-1 1 0 0,1-1-1 0 0,-1-1 0 0 0,-17 6 0 0 0,34-13-191 0 0,1 0 0 0 0,0 0-1 0 0,-1 0 1 0 0,1-1-1 0 0,-1 0 1 0 0,0 0 0 0 0,0 0-1 0 0,0 0 1 0 0,-1 0 0 0 0,1-1-1 0 0,4-6 1 0 0,3-15-181 0 0,11 7 94 0 0,-11 4 21 0 0,-9 11 165 0 0,0 1 0 0 0,-1 0 0 0 0,1 0 0 0 0,0 0 0 0 0,0 1 0 0 0,0-1 1 0 0,0 0-1 0 0,0 1 0 0 0,0-1 0 0 0,1 1 0 0 0,-1 0 0 0 0,1 0 1 0 0,2-2-1 0 0,-3 3 15 0 0,0 0 5 0 0,-1 0-1 0 0,1-1 1 0 0,0 1-1 0 0,-1-1 0 0 0,1 1 1 0 0,-1-1-1 0 0,1 1 1 0 0,-1-1-1 0 0,0 0 0 0 0,1 1 1 0 0,-1-1-1 0 0,0 0 0 0 0,1 0 1 0 0,-1 0-1 0 0,0 0 1 0 0,2-2-1 0 0,2 3 222 0 0,58 20 501 0 0,-45-13-576 0 0,406 182 2503 0 0,-412-184-3186 0 0,1 0-1 0 0,0-1 1 0 0,0 0 0 0 0,0-1 0 0 0,1 0-1 0 0,-1-1 1 0 0,1-1 0 0 0,19 0 0 0 0,-8 0-1491 0 0,13 1-3688 0 0</inkml:trace>
</inkml:ink>
</file>

<file path=ppt/ink/ink5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06T18:37:33.87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224 585 1201 0 0,'-118'129'1666'0'0,"98"-105"-1079"0"0,0 2 0 0 0,2 0 1 0 0,-17 31-1 0 0,33-53-423 0 0,0 0 0 0 0,0 0 0 0 0,1 0 0 0 0,0 0 0 0 0,0 0 0 0 0,0 1 0 0 0,0-1 0 0 0,1 0 0 0 0,0 8 0 0 0,0-12-137 0 0,-1 0 0 0 0,1 1 0 0 0,0-1-1 0 0,0 1 1 0 0,0-1 0 0 0,0 0-1 0 0,0 1 1 0 0,0-1 0 0 0,0 1-1 0 0,-1-1 1 0 0,1 0 0 0 0,1 1-1 0 0,-1-1 1 0 0,0 1 0 0 0,0-1-1 0 0,0 1 1 0 0,0-1 0 0 0,0 0-1 0 0,0 1 1 0 0,0-1 0 0 0,0 1-1 0 0,1-1 1 0 0,-1 0 0 0 0,0 1-1 0 0,0-1 1 0 0,1 0 0 0 0,-1 1-1 0 0,0-1 1 0 0,0 0 0 0 0,1 1 0 0 0,-1-1-1 0 0,0 0 1 0 0,1 0 0 0 0,-1 1-1 0 0,0-1 1 0 0,1 0 0 0 0,-1 0-1 0 0,1 0 1 0 0,-1 1 0 0 0,0-1-1 0 0,1 0 1 0 0,-1 0 0 0 0,1 0-1 0 0,-1 0 1 0 0,1 0 0 0 0,-1 0-1 0 0,0 0 1 0 0,1 0 0 0 0,-1 0-1 0 0,1 0 1 0 0,0 0 0 0 0,19-6 89 0 0,0 0 0 0 0,0-1 1 0 0,0-1-1 0 0,-1-1 0 0 0,0 0 0 0 0,19-15 0 0 0,13-10 22 0 0,-1-2-1 0 0,72-69 0 0 0,47-37 359 0 0,20 17 55 0 0,-31 22-262 0 0,-90 56-200 0 0,132-87 606 0 0,-156 108-280 0 0,1 1-1 0 0,77-29 1 0 0,-96 44 230 0 0,-41 19 510 0 0,-1 14 313 0 0,-12 3-950 0 0,-2-2 0 0 0,-32 20 0 0 0,24-17-392 0 0,-369 252 1208 0 0,309-215-663 0 0,45-27-373 0 0,-117 58 1 0 0,159-90-514 0 0,-15 5-90 0 0,21-14-713 0 0,9-9-1299 0 0,61-118-7675 0 0,-5 42 4016 0 0</inkml:trace>
</inkml:ink>
</file>

<file path=ppt/ink/ink5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06T18:36:50.59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83 208 1040 0 0,'0'-1'31'0'0,"0"0"-1"0"0,1-1 0 0 0,-1 1 0 0 0,0 0 1 0 0,1 0-1 0 0,-1 0 0 0 0,1 0 0 0 0,-1 0 0 0 0,1 0 1 0 0,-1 0-1 0 0,1 0 0 0 0,0 0 0 0 0,0 0 0 0 0,-1 0 1 0 0,1 1-1 0 0,0-1 0 0 0,0 0 0 0 0,0 0 1 0 0,0 1-1 0 0,0-1 0 0 0,0 1 0 0 0,0-1 0 0 0,0 1 1 0 0,0-1-1 0 0,0 1 0 0 0,1-1 0 0 0,5-3 75 0 0,10-8 175 0 0,-1 0 0 0 0,2 1 0 0 0,-1 1 0 0 0,1 1 0 0 0,32-12 0 0 0,94-22 1453 0 0,-97 31-1158 0 0,11-5 369 0 0,-27 7-57 0 0,59-11-1 0 0,-80 20-683 0 0,0 0 0 0 0,0 0 0 0 0,0 1 0 0 0,0 0 0 0 0,0 1 0 0 0,-1 1 0 0 0,1-1 0 0 0,0 1-1 0 0,-1 1 1 0 0,13 4 0 0 0,-2 2 284 0 0,-1 0-1 0 0,0 2 1 0 0,31 21-1 0 0,-42-26-399 0 0,0 0 1 0 0,-1 1-1 0 0,0-1 1 0 0,0 2-1 0 0,0-1 1 0 0,-1 1-1 0 0,0 0 1 0 0,-1 0-1 0 0,1 1 1 0 0,3 9-1 0 0,-8-16-77 0 0,0 1-1 0 0,-1 0 1 0 0,1-1 0 0 0,-1 1-1 0 0,1 0 1 0 0,-1-1-1 0 0,0 1 1 0 0,0 0-1 0 0,0-1 1 0 0,-1 1-1 0 0,1 0 1 0 0,0-1-1 0 0,-1 1 1 0 0,0-1 0 0 0,0 1-1 0 0,0 0 1 0 0,0-1-1 0 0,0 0 1 0 0,0 1-1 0 0,-2 2 1 0 0,-4 4-13 0 0,0 0-1 0 0,0 0 1 0 0,-13 11 0 0 0,8-8 2 0 0,-28 39-59 0 0,30-36 89 0 0,-1-1 0 0 0,-25 24 0 0 0,2-12-3 0 0,-1-1-1 0 0,-1-2 1 0 0,-45 21 0 0 0,50-27-49 0 0,-6 4 49 0 0,0-3 1 0 0,-1 0 0 0 0,-1-3 0 0 0,-50 13-1 0 0,88-27-31 0 0,-36 9-72 0 0,-49 9 0 0 0,75-18 47 0 0,0 1 1 0 0,0-1-1 0 0,-1-1 1 0 0,1 0 0 0 0,0-1-1 0 0,0 0 1 0 0,0-1-1 0 0,0 0 1 0 0,-21-7 0 0 0,29 8-8 0 0,-1-1 1 0 0,1 0-1 0 0,0 0 1 0 0,0-1-1 0 0,0 1 1 0 0,0-1-1 0 0,0 1 1 0 0,0-1-1 0 0,0 0 1 0 0,1 0-1 0 0,-1 0 1 0 0,1 0-1 0 0,0-1 1 0 0,0 1-1 0 0,0-1 1 0 0,1 1-1 0 0,-1-1 1 0 0,-1-5-1 0 0,5 5 22 0 0,0 0 0 0 0,0 0 0 0 0,0 1 0 0 0,0-1-1 0 0,1 1 1 0 0,-1 0 0 0 0,1 0 0 0 0,0 0 0 0 0,0 0 0 0 0,0 0 0 0 0,0 0 0 0 0,7-3-1 0 0,-5 1 13 0 0,8-6 3 0 0,-12 9 0 0 0,1 0 0 0 0,-1 1 0 0 0,1-1 0 0 0,0 1 0 0 0,0 0 0 0 0,0 0 0 0 0,0-1 0 0 0,0 1 0 0 0,0 0 0 0 0,0 1 0 0 0,0-1 0 0 0,0 0 0 0 0,5 0 0 0 0,35-11 58 0 0,2 2 0 0 0,60-7-1 0 0,-100 17-35 0 0,13-1 122 0 0,-1 0 1 0 0,1 1-1 0 0,0 1 0 0 0,0 0 1 0 0,-1 2-1 0 0,1 0 0 0 0,-1 0 1 0 0,21 9-1 0 0,-35-12-124 0 0,13 4 217 0 0,-1 1-1 0 0,1 0 0 0 0,-1 1 1 0 0,0 1-1 0 0,0 0 0 0 0,-1 1 1 0 0,0 0-1 0 0,20 17 1 0 0,-18-9 105 0 0,0 2 0 0 0,20 34 1 0 0,-33-50-646 0 0,-1 0 1 0 0,1 1 0 0 0,-1-1-1 0 0,1 0 1 0 0,0 0-1 0 0,0 0 1 0 0,-1 0-1 0 0,1 0 1 0 0,1 0 0 0 0,-1-1-1 0 0,0 1 1 0 0,0-1-1 0 0,1 1 1 0 0,-1-1 0 0 0,1 0-1 0 0,-1 0 1 0 0,1 0-1 0 0,-1 0 1 0 0,1-1 0 0 0,0 1-1 0 0,-1-1 1 0 0,1 1-1 0 0,0-1 1 0 0,0 0 0 0 0,4 0-1 0 0,1 0-905 0 0,25 1-5275 0 0</inkml:trace>
</inkml:ink>
</file>

<file path=ppt/ink/ink5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06T18:36:51.14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508 158 1521 0 0,'-158'27'4473'0'0,"55"-7"-1770"0"0,68-15-1507 0 0,1 2 1 0 0,-55 18-1 0 0,85-24-1138 0 0,0 1 0 0 0,0 0 0 0 0,0 0 0 0 0,0 0-1 0 0,0 0 1 0 0,1 0 0 0 0,-1 1 0 0 0,1-1 0 0 0,-1 1 0 0 0,1 0 0 0 0,0 0 0 0 0,0 1 0 0 0,0-1 0 0 0,1 0 0 0 0,-1 1 0 0 0,1 0 0 0 0,0 0 0 0 0,0-1 0 0 0,0 1 0 0 0,1 0 0 0 0,-1 1 0 0 0,1-1 0 0 0,0 0 0 0 0,0 0 0 0 0,-1 6 0 0 0,2-5 15 0 0,0-1 0 0 0,0 1-1 0 0,-1-1 1 0 0,0 1 0 0 0,0-1 0 0 0,0 0 0 0 0,-1 1 0 0 0,-3 6-1 0 0,4-9-54 0 0,0 0-1 0 0,0-1 0 0 0,1 1 1 0 0,-1 0-1 0 0,0 0 0 0 0,1-1 1 0 0,-1 1-1 0 0,1 0 0 0 0,0 0 1 0 0,0 0-1 0 0,-1 0 0 0 0,1-1 1 0 0,1 1-1 0 0,-1 0 0 0 0,0 0 1 0 0,0 0-1 0 0,1 0 0 0 0,-1-1 1 0 0,0 1-1 0 0,1 0 0 0 0,0 0 1 0 0,0-1-1 0 0,-1 1 0 0 0,1 0 1 0 0,0-1-1 0 0,0 1 0 0 0,0-1 1 0 0,1 1-1 0 0,-1-1 0 0 0,0 1 1 0 0,0-1-1 0 0,3 2 0 0 0,13 14 162 0 0,0-1 1 0 0,0 0-1 0 0,2-2 0 0 0,0 0 0 0 0,0-1 1 0 0,1-1-1 0 0,1-1 0 0 0,39 16 0 0 0,-25-15-50 0 0,1 0-1 0 0,1-2 0 0 0,-1-2 0 0 0,67 6 1 0 0,-75-12-16 0 0,0-2 0 0 0,0-1 1 0 0,0-1-1 0 0,0-1 1 0 0,0-1-1 0 0,-1-2 0 0 0,34-11 1 0 0,-54 15-53 0 0,0 0 0 0 0,0-1 1 0 0,0 1-1 0 0,-1-1 0 0 0,1-1 1 0 0,-1 1-1 0 0,0-1 1 0 0,0 0-1 0 0,0 0 0 0 0,0-1 1 0 0,-1 0-1 0 0,0 0 0 0 0,0 0 1 0 0,0-1-1 0 0,0 1 0 0 0,-1-1 1 0 0,0 0-1 0 0,-1 0 1 0 0,1-1-1 0 0,-1 1 0 0 0,0-1 1 0 0,-1 0-1 0 0,1 0 0 0 0,0-7 1 0 0,1-8 158 0 0,-2-1 1 0 0,-1 1-1 0 0,-2-28 0 0 0,1 12-34 0 0,-1 22-149 0 0,0 1 1 0 0,-1-1-1 0 0,-1 1 0 0 0,0-1 1 0 0,-1 1-1 0 0,-1 0 0 0 0,0 0 1 0 0,-1 1-1 0 0,-1-1 0 0 0,0 2 1 0 0,-1-1-1 0 0,0 1 0 0 0,-1 0 1 0 0,-20-22-1 0 0,26 31-71 0 0,-1 0 1 0 0,0 1-1 0 0,0-1 1 0 0,1 1-1 0 0,-2 0 0 0 0,1 0 1 0 0,0 0-1 0 0,-1 1 0 0 0,1-1 1 0 0,-1 1-1 0 0,0 0 1 0 0,0 1-1 0 0,0-1 0 0 0,0 1 1 0 0,-8-2-1 0 0,-34-11-1482 0 0,41 9 203 0 0,12 3-5511 0 0,97-8-842 0 0,-87 9 6875 0 0,23 0-1824 0 0</inkml:trace>
</inkml:ink>
</file>

<file path=ppt/ink/ink5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06T18:36:51.71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482 0 1841 0 0,'-37'6'3023'0'0,"1"1"1"0"0,-49 16 0 0 0,29-8-1671 0 0,35-10-715 0 0,-37 13 1 0 0,52-16-514 0 0,0 1 0 0 0,0 0 1 0 0,0 1-1 0 0,0-1 0 0 0,0 1 0 0 0,1 0 0 0 0,0 1 0 0 0,-1-1 0 0 0,-7 11 0 0 0,-41 31 462 0 0,43-22-200 0 0,-10 4-60 0 0,-10 15 187 0 0,30-41-486 0 0,0-1 1 0 0,0 1 0 0 0,1 1-1 0 0,-1-1 1 0 0,0 0 0 0 0,1 0-1 0 0,-1 0 1 0 0,1 0 0 0 0,-1 0-1 0 0,1 1 1 0 0,0-1 0 0 0,0 0 0 0 0,0 0-1 0 0,0 1 1 0 0,1-1 0 0 0,-1 0-1 0 0,1 0 1 0 0,-1 0 0 0 0,2 4-1 0 0,1-1 31 0 0,0 0 1 0 0,1 0-1 0 0,-1-1 0 0 0,1 1 0 0 0,5 4 0 0 0,-5-5-18 0 0,0-1 0 0 0,-1 1-1 0 0,0 0 1 0 0,0 0 0 0 0,0 0-1 0 0,0 1 1 0 0,3 6 0 0 0,2 19 186 0 0,-7-26-200 0 0,0 1 0 0 0,0 0-1 0 0,1 0 1 0 0,-1-1-1 0 0,1 1 1 0 0,0-1 0 0 0,1 0-1 0 0,-1 1 1 0 0,1-1-1 0 0,-1 0 1 0 0,1 0 0 0 0,1 0-1 0 0,4 4 1 0 0,8 5 7 0 0,1-1 0 0 0,34 18 0 0 0,-15-10-43 0 0,-24-12-4 0 0,0 0-1 0 0,1-1 1 0 0,0-1 0 0 0,0 0-1 0 0,1-1 1 0 0,-1 0 0 0 0,1-1-1 0 0,0-1 1 0 0,0 0 0 0 0,1-1-1 0 0,-1 0 1 0 0,1-1 0 0 0,-1-1-1 0 0,29-3 1 0 0,-27 2 1 0 0,20-2-35 0 0,64-14-1 0 0,-96 16 40 0 0,0 0-1 0 0,0-1 0 0 0,0 0 1 0 0,-1 0-1 0 0,1 0 0 0 0,-1 0 0 0 0,1 0 1 0 0,-1-1-1 0 0,0 0 0 0 0,0 1 1 0 0,0-1-1 0 0,0 0 0 0 0,0 0 1 0 0,3-6-1 0 0,11-11 46 0 0,-10 12-6 0 0,0-1 0 0 0,-1 0 0 0 0,0-1-1 0 0,0 1 1 0 0,-1-1 0 0 0,0 0 0 0 0,-1 0 0 0 0,0-1 0 0 0,0 1-1 0 0,-1-1 1 0 0,-1 0 0 0 0,0 0 0 0 0,0 0 0 0 0,-1 0 0 0 0,-1 0 0 0 0,0 0-1 0 0,0 0 1 0 0,-1 0 0 0 0,0 0 0 0 0,-1 0 0 0 0,0 0 0 0 0,-1 0-1 0 0,0 1 1 0 0,-1-1 0 0 0,0 1 0 0 0,-1 0 0 0 0,0 0 0 0 0,0 0 0 0 0,-1 1-1 0 0,-1 0 1 0 0,-9-12 0 0 0,8 14-8 0 0,1 0 1 0 0,-1 0-1 0 0,-1 1 0 0 0,1 0 0 0 0,-1 1 0 0 0,0 0 1 0 0,-12-5-1 0 0,-31-18 58 0 0,47 25-165 0 0,-1-1 0 0 0,-1 1 1 0 0,1 0-1 0 0,0 0 0 0 0,-1 1 0 0 0,1 0 1 0 0,-11-2-1 0 0,11 3-714 0 0,1 0 0 0 0,0 1 0 0 0,-1 0 0 0 0,1 0 0 0 0,0 1 0 0 0,-6 0 0 0 0,-2 1-1685 0 0,26 4-3505 0 0,-13-6 5864 0 0,1 0 1 0 0,-1 0-1 0 0,0 1 0 0 0,0-1 0 0 0,1 0 0 0 0,-1 0 0 0 0,0 0 1 0 0,1 0-1 0 0,-1 1 0 0 0,0-1 0 0 0,0 0 0 0 0,0 0 1 0 0,1 0-1 0 0,-1 1 0 0 0,0-1 0 0 0,0 0 0 0 0,0 0 1 0 0,1 1-1 0 0,-1-1 0 0 0,0 0 0 0 0,0 1 0 0 0,0-1 1 0 0,0 0-1 0 0,0 0 0 0 0,0 1 0 0 0,0-1 0 0 0,0 0 1 0 0,0 1-1 0 0,0-1 0 0 0,0 0 0 0 0,0 1 0 0 0</inkml:trace>
</inkml:ink>
</file>

<file path=ppt/ink/ink5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06T18:37:36.70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612 9 480 0 0,'6'0'560'0'0,"21"0"721"0"0,-22-7 413 0 0,17 5-653 0 0,-17 2 1133 0 0,-4 1-1861 0 0,-1 0 0 0 0,0 0 0 0 0,0 0 1 0 0,0 0-1 0 0,-1 0 0 0 0,1 0 0 0 0,0 0 0 0 0,0-1 0 0 0,0 1 1 0 0,-1 0-1 0 0,1 0 0 0 0,0 0 0 0 0,-1 0 0 0 0,1 0 0 0 0,-1-1 0 0 0,1 1 1 0 0,-1 1-1 0 0,0-2-200 0 0,0 0 0 0 0,0 1 1 0 0,1-1-1 0 0,-1 0 0 0 0,0 0 1 0 0,0 1-1 0 0,0-1 0 0 0,0 0 1 0 0,0 0-1 0 0,1 0 0 0 0,-1 0 1 0 0,0 0-1 0 0,0 0 0 0 0,0 0 1 0 0,0-1-1 0 0,0 1 0 0 0,1 0 1 0 0,-3-1-1 0 0,-2 0-166 0 0,5 1 136 0 0,-1 0 1 0 0,1 1-1 0 0,0-1 1 0 0,-1 0-1 0 0,1 1 1 0 0,-1-1-1 0 0,1 0 1 0 0,0 1-1 0 0,0-1 1 0 0,-1 0-1 0 0,1 1 1 0 0,0-1-1 0 0,-1 0 1 0 0,1 1-1 0 0,0-1 1 0 0,0 1-1 0 0,0-1 1 0 0,-1 1-1 0 0,1-1 1 0 0,0 1-1 0 0,0-1 1 0 0,0 1-1 0 0,0-1 1 0 0,0 0-1 0 0,0 1 1 0 0,0-1-1 0 0,0 1 1 0 0,0-1 0 0 0,0 1-1 0 0,0-1 1 0 0,0 1-1 0 0,1-1 1 0 0,-1 1-1 0 0,0-1 1 0 0,0 1-1 0 0,0-1 1 0 0,1 0-1 0 0,-1 1 1 0 0,0-1-1 0 0,0 1 1 0 0,1-1-1 0 0,-1 0 1 0 0,0 1-1 0 0,1-1 1 0 0,-1 0-1 0 0,0 1 1 0 0,1-1-1 0 0,-1 0 1 0 0,1 1-1 0 0,86 39 531 0 0,-85-39-607 0 0,1 1 1 0 0,-1-1 0 0 0,0 0 0 0 0,0 1-1 0 0,1-1 1 0 0,-1-1 0 0 0,1 1 0 0 0,-1 0-1 0 0,6 0 1 0 0,7 2 8 0 0,12-1-29 0 0,6-2-214 0 0,-33-2 160 0 0,0-13 58 0 0,1 14 20 0 0,-1-1-1 0 0,1 1 1 0 0,-1-1 0 0 0,0 1-1 0 0,0-1 1 0 0,0 1 0 0 0,0 0 0 0 0,0-1-1 0 0,0 1 1 0 0,0-1 0 0 0,0 1 0 0 0,-1-1-1 0 0,1 1 1 0 0,0 0 0 0 0,-1-1 0 0 0,1 1-1 0 0,-1 0 1 0 0,0-1 0 0 0,1 1 0 0 0,-1 0-1 0 0,-2-3 1 0 0,1 4 11 0 0,1 0-15 0 0,-1 0 0 0 0,1 0 0 0 0,0-1 1 0 0,0 1-1 0 0,-1 0 0 0 0,1 0 0 0 0,0-1 1 0 0,0 1-1 0 0,-1-1 0 0 0,1 1 0 0 0,0-1 0 0 0,0 0 1 0 0,0 1-1 0 0,0-1 0 0 0,0 0 0 0 0,0 0 1 0 0,0 0-1 0 0,0 0 0 0 0,0 1 0 0 0,-1-3 0 0 0,1 2 5 0 0,0 0-1 0 0,0 0 1 0 0,0 0-1 0 0,-1 0 1 0 0,1 0-1 0 0,0 0 1 0 0,0 1-1 0 0,-1-1 0 0 0,1 0 1 0 0,-1 1-1 0 0,1-1 1 0 0,-1 1-1 0 0,1-1 1 0 0,-1 1-1 0 0,1 0 0 0 0,-1-1 1 0 0,1 1-1 0 0,-1 0 1 0 0,-1 0-1 0 0,-6-1 81 0 0,-6 0 10 0 0,0 1 1 0 0,-1 0 0 0 0,1 1 0 0 0,0 1 0 0 0,0 0-1 0 0,-17 5 1 0 0,-95 29 378 0 0,113-32-468 0 0,-48 17 767 0 0,-90 42 1 0 0,146-59-744 0 0,1 0-1 0 0,-1 0 0 0 0,1 1 1 0 0,0-1-1 0 0,1 1 0 0 0,-1 0 1 0 0,1 1-1 0 0,-6 7 0 0 0,0 1 51 0 0,10-14-83 0 0,-1 1 0 0 0,1-1 0 0 0,0 1 0 0 0,-1-1 1 0 0,1 1-1 0 0,0 0 0 0 0,-1-1 0 0 0,1 1 0 0 0,0 0 0 0 0,0-1 1 0 0,0 1-1 0 0,0 0 0 0 0,0 0 0 0 0,0-1 0 0 0,-1 1 0 0 0,2 0 1 0 0,-1-1-1 0 0,0 1 0 0 0,0 0 0 0 0,0 0 0 0 0,0-1 0 0 0,0 1 1 0 0,0 0-1 0 0,1-1 0 0 0,-1 1 0 0 0,0 0 0 0 0,1-1 0 0 0,-1 1 0 0 0,0-1 1 0 0,1 1-1 0 0,-1 0 0 0 0,1-1 0 0 0,0 1 0 0 0,2 2 6 0 0,-1-1-1 0 0,1 0 1 0 0,0 0-1 0 0,0 0 1 0 0,0 0-1 0 0,0 0 1 0 0,0-1-1 0 0,5 2 0 0 0,19 4 18 0 0,-16-4-11 0 0,23 1 23 0 0,-14-2-27 0 0,-8 0-12 0 0,42 1 0 0 0,-39-3 0 0 0,-8-1 0 0 0,0 1 0 0 0,1 0 0 0 0,-1 0 0 0 0,0 1 0 0 0,0 0 0 0 0,1 0 0 0 0,-1 1 0 0 0,0 0 0 0 0,0 0 0 0 0,8 4 0 0 0,34 8 80 0 0,-11 16 0 0 0,-35-28-80 0 0,-1 0 0 0 0,0 0 0 0 0,1 0 0 0 0,-1 0 0 0 0,0 1 0 0 0,0-1 0 0 0,0 1 0 0 0,-1-1 0 0 0,1 1 0 0 0,0 0 0 0 0,-1 0 0 0 0,0 0 0 0 0,0-1 0 0 0,2 7 0 0 0,-1 2 0 0 0,-1-1 0 0 0,0 1 0 0 0,-1 13 0 0 0,0-18 0 0 0,0-2 0 0 0,0-1 0 0 0,-1 1 0 0 0,1 0 0 0 0,-1-1 1 0 0,0 0-1 0 0,0 1 0 0 0,0-1 0 0 0,0 0 0 0 0,0 1 0 0 0,-1-1 0 0 0,0 0 1 0 0,1 0-1 0 0,-1 0 0 0 0,-4 4 0 0 0,-1 1 22 0 0,0-1-1 0 0,-1 0 1 0 0,-13 9-1 0 0,-13 11 144 0 0,23-17-103 0 0,-1-1-1 0 0,0 0 0 0 0,0-1 1 0 0,-1 0-1 0 0,0-1 1 0 0,0-1-1 0 0,0 0 0 0 0,-1-1 1 0 0,-25 7-1 0 0,26-9-64 0 0,1-1 1 0 0,-1 0-1 0 0,1 0 1 0 0,-1-1-1 0 0,0-1 1 0 0,1 0-1 0 0,-1-1 1 0 0,0 0-1 0 0,1-1 1 0 0,-1-1-1 0 0,1 0 1 0 0,0 0-1 0 0,0-1 0 0 0,-20-10 1 0 0,17 7-339 0 0,0-1 0 0 0,1-1 0 0 0,0 0 0 0 0,1-1 0 0 0,0 0 0 0 0,0-1 0 0 0,1-1 0 0 0,1 0 1 0 0,0-1-1 0 0,-11-14 0 0 0,18 20-198 0 0,-1 0 1 0 0,1-1 0 0 0,0 1-1 0 0,1-1 1 0 0,0 1 0 0 0,0-1 0 0 0,0 0-1 0 0,1 0 1 0 0,1-1 0 0 0,-1 1-1 0 0,1 0 1 0 0,0 0 0 0 0,1-1 0 0 0,0 1-1 0 0,1 0 1 0 0,2-16 0 0 0,1 10-1086 0 0,1 0 0 0 0,0 0 0 0 0,8-13-1 0 0</inkml:trace>
</inkml:ink>
</file>

<file path=ppt/ink/ink5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06T18:37:37.37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538 122 1921 0 0,'-6'0'1974'0'0,"-21"2"3248"0"0,27-2-5193 0 0,0 0 0 0 0,0 0 0 0 0,0 0 0 0 0,0 1 0 0 0,1-1 0 0 0,-1 0 0 0 0,0 0 0 0 0,0 0 0 0 0,0 0 0 0 0,0 1 0 0 0,0-1 0 0 0,0 0 0 0 0,0 0 0 0 0,0 0 0 0 0,0 1 0 0 0,0-1 0 0 0,0 0 0 0 0,0 0 0 0 0,-1 0 0 0 0,1 1 0 0 0,0-1 0 0 0,0 0 0 0 0,0 0 0 0 0,0 0 0 0 0,0 0 0 0 0,0 1 0 0 0,0-1 0 0 0,0 0 0 0 0,-1 0 0 0 0,1 0 0 0 0,0 0 0 0 0,0 0 0 0 0,0 1 0 0 0,0-1 0 0 0,0 0 0 0 0,-1 0 0 0 0,1 0 0 0 0,0 0 0 0 0,0 0 0 0 0,0 0 0 0 0,-1 0 0 0 0,1 0 0 0 0,0 0 0 0 0,0 0 0 0 0,0 0 0 0 0,0 0 0 0 0,-1 0 0 0 0,1 0 0 0 0,0 0 0 0 0,0 0 0 0 0,0 0 0 0 0,-1 0 0 0 0,1 0 0 0 0,0 0 0 0 0,-147 34 4920 0 0,45-7-2695 0 0,-29 8-493 0 0,121-33-1680 0 0,0 1 1 0 0,1 0-1 0 0,-1 1 1 0 0,1 0-1 0 0,0 0 1 0 0,0 1-1 0 0,1 0 1 0 0,-11 8-1 0 0,15-6-45 0 0,-1 0-1 0 0,1 0 1 0 0,1 0 0 0 0,-1 1-1 0 0,-3 12 1 0 0,17 5-60 0 0,-3-13 8 0 0,-6-7 7 0 0,1 0 1 0 0,1 0 0 0 0,-1 0 0 0 0,1 0-1 0 0,0-1 1 0 0,0 0 0 0 0,0 1-1 0 0,1-1 1 0 0,-1 0 0 0 0,1 0-1 0 0,0-1 1 0 0,0 1 0 0 0,1-1-1 0 0,6 4 1 0 0,-1 0-41 0 0,8 4-201 0 0,0-1-1 0 0,1 0 0 0 0,0-1 0 0 0,0-2 0 0 0,1 0 1 0 0,0-1-1 0 0,1-1 0 0 0,-1 0 0 0 0,39 2 1 0 0,-46-7 245 0 0,1 0 1 0 0,0-1 0 0 0,-1 0 0 0 0,1-1 0 0 0,-1-1 0 0 0,22-6 0 0 0,7-1 46 0 0,-24 6-19 0 0,0 0 1 0 0,35-14-1 0 0,-47 15 13 0 0,1-1 0 0 0,0 1 0 0 0,-1-1 1 0 0,0 0-1 0 0,0-1 0 0 0,0 0 0 0 0,0 0 0 0 0,-1 0 0 0 0,0 0 0 0 0,9-13 0 0 0,-7 7 95 0 0,0 0 1 0 0,0-1 0 0 0,-1 0 0 0 0,0-1-1 0 0,-2 1 1 0 0,1-1 0 0 0,5-25 0 0 0,-9 31-67 0 0,0-1 1 0 0,-1 1 0 0 0,0 0 0 0 0,0 0 0 0 0,0 0 0 0 0,-1-1 0 0 0,0 1-1 0 0,0 0 1 0 0,-1 0 0 0 0,1 0 0 0 0,-2 0 0 0 0,1 1 0 0 0,-1-1 0 0 0,0 0-1 0 0,-7-10 1 0 0,1 7 65 0 0,0-1-1 0 0,0 2 1 0 0,-1-1-1 0 0,0 1 1 0 0,-1 0-1 0 0,0 1 0 0 0,-1 1 1 0 0,1 0-1 0 0,-1 0 1 0 0,-26-9-1 0 0,7 4-118 0 0,0 2-1 0 0,-1 1 1 0 0,-42-6-1 0 0,67 14-179 0 0,-34-3-310 0 0,40 4 410 0 0,0 0 0 0 0,0 0 0 0 0,0 0 0 0 0,1 0 0 0 0,-1 0 0 0 0,0 0 0 0 0,0 0 0 0 0,0 0 0 0 0,1 0 0 0 0,-1 1 0 0 0,0-1 0 0 0,0 0 0 0 0,1 1 0 0 0,-1-1 0 0 0,0 0 0 0 0,0 1 0 0 0,1-1 0 0 0,-1 1 0 0 0,0-1 0 0 0,1 1 0 0 0,-1 0 0 0 0,1-1 0 0 0,-1 1 0 0 0,1-1 0 0 0,-1 1 1 0 0,1 0-1 0 0,-1 0 0 0 0,1-1 0 0 0,0 1 0 0 0,-1 0 0 0 0,1 0 0 0 0,0-1 0 0 0,0 1 0 0 0,-1 0 0 0 0,1 0 0 0 0,0 1 0 0 0,0 0-119 0 0,1-1 1 0 0,-1 1 0 0 0,1-1 0 0 0,-1 1 0 0 0,1-1 0 0 0,-1 1 0 0 0,1-1-1 0 0,0 1 1 0 0,0-1 0 0 0,-1 1 0 0 0,1-1 0 0 0,0 0 0 0 0,0 0-1 0 0,1 1 1 0 0,-1-1 0 0 0,0 0 0 0 0,0 0 0 0 0,0 0 0 0 0,1 0-1 0 0,-1 0 1 0 0,1-1 0 0 0,-1 1 0 0 0,1 0 0 0 0,-1-1 0 0 0,2 2-1 0 0,7 3-1069 0 0,45 26-5693 0 0</inkml:trace>
</inkml:ink>
</file>

<file path=ppt/ink/ink5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06T18:37:37.98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714 170 1040 0 0,'-1'-1'147'0'0,"1"0"0"0"0,-1 0 0 0 0,0 0 0 0 0,0 0 0 0 0,0 1 0 0 0,0-1-1 0 0,0 0 1 0 0,0 0 0 0 0,0 1 0 0 0,0-1 0 0 0,0 1 0 0 0,-1-1 0 0 0,1 1-1 0 0,0-1 1 0 0,0 1 0 0 0,0 0 0 0 0,-1-1 0 0 0,1 1 0 0 0,0 0 0 0 0,0 0-1 0 0,-2 0 1 0 0,-5-2 411 0 0,3 0-243 0 0,1 0 0 0 0,-1 0 0 0 0,0-1 1 0 0,0 0-1 0 0,1 0 0 0 0,0 0 0 0 0,-1-1 0 0 0,1 1 0 0 0,-5-7 1 0 0,-11-9 587 0 0,13 13-681 0 0,5 3-97 0 0,-1 1 1 0 0,0-1-1 0 0,0 1 0 0 0,0 0 1 0 0,0 0-1 0 0,0 0 0 0 0,0 0 1 0 0,-1 0-1 0 0,1 1 1 0 0,0-1-1 0 0,-1 1 0 0 0,1 0 1 0 0,-1 0-1 0 0,0 1 0 0 0,-7-2 1 0 0,5 2-2 0 0,0 1 0 0 0,0-1 0 0 0,0 1-1 0 0,0 0 1 0 0,0 1 0 0 0,0-1 0 0 0,0 1 0 0 0,-10 5 0 0 0,-50 35 1068 0 0,-38 20 215 0 0,23-15-559 0 0,66-37-706 0 0,1 1 0 0 0,0 1-1 0 0,1 0 1 0 0,0 1 0 0 0,1 0 0 0 0,-17 24 0 0 0,-52 95 153 0 0,77-125-289 0 0,-2 3 7 0 0,1 1 0 0 0,1-1 0 0 0,0 1 0 0 0,0 0 0 0 0,1 0 0 0 0,0 0 0 0 0,-1 15 0 0 0,3-22 3 0 0,1 0 0 0 0,-1 1-1 0 0,1-1 1 0 0,1 0 0 0 0,-1 1 0 0 0,1-1-1 0 0,-1 1 1 0 0,1-1 0 0 0,0 0 0 0 0,1 0-1 0 0,-1 0 1 0 0,1 0 0 0 0,0 0 0 0 0,0 0 0 0 0,0 0-1 0 0,0 0 1 0 0,1-1 0 0 0,-1 1 0 0 0,1-1-1 0 0,0 0 1 0 0,0 1 0 0 0,6 3 0 0 0,2 0-11 0 0,0-1 1 0 0,0 0-1 0 0,0 0 1 0 0,1-2-1 0 0,0 1 1 0 0,-1-2 0 0 0,2 1-1 0 0,14 1 1 0 0,7 0-31 0 0,68 0 0 0 0,-59-6 11 0 0,0-2 1 0 0,0-1-1 0 0,-1-3 1 0 0,76-21-1 0 0,-89 19 61 0 0,0-2 0 0 0,-1-1 0 0 0,0-1-1 0 0,-1-1 1 0 0,0-1 0 0 0,-1-2 0 0 0,41-34-1 0 0,-59 45-15 0 0,-1-1-1 0 0,1 0 1 0 0,-1 0-1 0 0,0 0 1 0 0,-1-1-1 0 0,0 0 1 0 0,0 0-1 0 0,0-1 1 0 0,-1 1-1 0 0,-1-1 1 0 0,1 0-1 0 0,-2-1 1 0 0,6-16-1 0 0,-7 13 214 0 0,0 0-1 0 0,-1-1 0 0 0,-1 1 0 0 0,0-1 0 0 0,-1 1 0 0 0,0-1 1 0 0,-1 1-1 0 0,0 0 0 0 0,-1-1 0 0 0,-1 1 0 0 0,0 1 1 0 0,-7-15-1 0 0,6 17-65 0 0,-1-5 70 0 0,-1 0 1 0 0,-1 1-1 0 0,0 0 0 0 0,-1 0 0 0 0,-18-20 0 0 0,-27-13 139 0 0,42 39-364 0 0,0 0-1 0 0,0 0 1 0 0,0 1 0 0 0,-1 1-1 0 0,0 0 1 0 0,-1 1-1 0 0,1 0 1 0 0,-1 1 0 0 0,0 1-1 0 0,0 0 1 0 0,0 0-1 0 0,-23 1 1 0 0,8 1-879 0 0,1 1-1 0 0,-1 2 1 0 0,1 0-1 0 0,-56 14 1 0 0,76-14 63 0 0,0 1 0 0 0,0-1 0 0 0,0 1 1 0 0,0 1-1 0 0,1 0 0 0 0,-11 7 0 0 0,11-6-838 0 0,1 0 0 0 0,0 1-1 0 0,1 0 1 0 0,-9 11 0 0 0,14-17 1544 0 0</inkml:trace>
</inkml:ink>
</file>

<file path=ppt/ink/ink5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06T18:37:40.00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67 421 2561 0 0,'-1'1'284'0'0,"1"0"0"0"0,-1 0 1 0 0,0 0-1 0 0,0 0 0 0 0,1 0 0 0 0,-1 0 0 0 0,0 0 0 0 0,0 0 1 0 0,0 0-1 0 0,0-1 0 0 0,0 1 0 0 0,0 0 0 0 0,0-1 0 0 0,0 1 0 0 0,0 0 1 0 0,-1-1-1 0 0,1 1 0 0 0,0-1 0 0 0,0 0 0 0 0,0 1 0 0 0,-1-1 0 0 0,1 0 1 0 0,-2 0-1 0 0,-31 5 2927 0 0,29-7-2370 0 0,4 1-834 0 0,1 1 1 0 0,0-1-1 0 0,0 0 0 0 0,0 0 1 0 0,0 0-1 0 0,0 1 1 0 0,0-1-1 0 0,0 0 0 0 0,0 0 1 0 0,0 0-1 0 0,0 1 1 0 0,0-1-1 0 0,0 0 0 0 0,1 0 1 0 0,-1 0-1 0 0,0 1 1 0 0,1-1-1 0 0,-1 0 0 0 0,0 0 1 0 0,1 1-1 0 0,-1-1 1 0 0,1 0-1 0 0,-1 1 0 0 0,1-1 1 0 0,-1 1-1 0 0,1-1 1 0 0,0 1-1 0 0,-1-1 1 0 0,1 1-1 0 0,0-1 0 0 0,-1 1 1 0 0,1-1-1 0 0,0 1 1 0 0,0 0-1 0 0,-1-1 0 0 0,1 1 1 0 0,0 0-1 0 0,0 0 1 0 0,0 0-1 0 0,-1 0 0 0 0,3-1 1 0 0,-3 2-5 0 0,1-1 0 0 0,-1 0 0 0 0,1 0 0 0 0,0 0 0 0 0,-1-1 0 0 0,1 1 0 0 0,-1 0 0 0 0,1 0 0 0 0,-1 0 1 0 0,1 0-1 0 0,-1 0 0 0 0,1-1 0 0 0,0 1 0 0 0,-1 0 0 0 0,1-1 0 0 0,-1 1 0 0 0,0 0 0 0 0,1-1 0 0 0,-1 1 0 0 0,1 0 0 0 0,-1-1 0 0 0,0 1 1 0 0,1-1-1 0 0,-1 1 0 0 0,0-1 0 0 0,1 1 0 0 0,-1-1 0 0 0,0 1 0 0 0,1-1 0 0 0,-1 1 0 0 0,0-1 0 0 0,0 1 0 0 0,0-1 0 0 0,0 1 0 0 0,0-1 1 0 0,0 0-1 0 0,0 1 0 0 0,0-1 0 0 0,0 1 0 0 0,0-1 0 0 0,0 0 0 0 0,0-1 12 0 0,1 1 0 0 0,-1 0 0 0 0,0 0 0 0 0,1 0 0 0 0,-1 0 0 0 0,1 0 1 0 0,-1-1-1 0 0,1 1 0 0 0,0 0 0 0 0,-1 0 0 0 0,1 0 0 0 0,0 0 0 0 0,0 1 0 0 0,0-1 0 0 0,0 0 0 0 0,0 0 0 0 0,0 0 0 0 0,0 1 0 0 0,1-2 0 0 0,29-15 113 0 0,-12 7-37 0 0,116-78 353 0 0,150-89 153 0 0,-255 161-554 0 0,-15 9-4 0 0,0-2 0 0 0,22-16 0 0 0,-34 24-33 0 0,-1 0 0 0 0,0 0 0 0 0,1 0 0 0 0,-1 0 1 0 0,0 1-1 0 0,1-1 0 0 0,-1 0 0 0 0,1 1 0 0 0,-1 0 0 0 0,1 0 1 0 0,-1 0-1 0 0,1 0 0 0 0,-1 0 0 0 0,1 0 0 0 0,-1 0 0 0 0,1 1 0 0 0,-1-1 1 0 0,0 1-1 0 0,1 0 0 0 0,-1 0 0 0 0,0 0 0 0 0,1 0 0 0 0,-1 0 1 0 0,0 0-1 0 0,4 4 0 0 0,1 8 12 0 0,-3-3-9 0 0,-1-2-28 0 0,-1 0 1 0 0,0 0-1 0 0,0 1 0 0 0,0-1 1 0 0,-1 1-1 0 0,-1-1 1 0 0,1 1-1 0 0,-1-1 1 0 0,-1 1-1 0 0,1-1 1 0 0,-1 1-1 0 0,-1-1 1 0 0,0 1-1 0 0,0-1 1 0 0,-1 0-1 0 0,0 0 1 0 0,-7 15-1 0 0,-7 4-94 0 0,-2 0-1 0 0,0-2 1 0 0,-1 0 0 0 0,-2-1-1 0 0,-34 29 1 0 0,-9 14-61 0 0,58-63 63 0 0,6-8 63 0 0,9-16-19 0 0,-2 14 27 0 0,1 0 1 0 0,-1 1 0 0 0,1-1-1 0 0,0 1 1 0 0,1 1 0 0 0,10-6 0 0 0,10-7-33 0 0,-18 10 45 0 0,-1-1 0 0 0,0-1 1 0 0,12-14-1 0 0,20-23-32 0 0,84-91 183 0 0,-92 103 344 0 0,72-56 0 0 0,-73 66 158 0 0,-31 23-600 0 0,0 0 0 0 0,0 0 0 0 0,-1 0 0 0 0,1 0 0 0 0,0 0 0 0 0,0 0 0 0 0,0 0-1 0 0,0 0 1 0 0,0 1 0 0 0,0-1 0 0 0,0 0 0 0 0,0 1 0 0 0,0-1 0 0 0,1 1-1 0 0,-1-1 1 0 0,0 1 0 0 0,0-1 0 0 0,0 1 0 0 0,1 0 0 0 0,-1 0 0 0 0,0 0 0 0 0,1 0-1 0 0,1 0 1 0 0,2 0 60 0 0,1 0 235 0 0,-1 1-15 0 0,-4-1-290 0 0,1 0 0 0 0,-1 1 0 0 0,0-1 0 0 0,0 0 0 0 0,1 1 0 0 0,-1-1 0 0 0,0 1-1 0 0,0 0 1 0 0,0-1 0 0 0,0 1 0 0 0,1 0 0 0 0,-1 0 0 0 0,0 0 0 0 0,0-1 0 0 0,-1 1 0 0 0,1 0-1 0 0,0 0 1 0 0,0 1 0 0 0,0-1 0 0 0,-1 0 0 0 0,1 0 0 0 0,0 0 0 0 0,-1 0 0 0 0,1 1-1 0 0,-1-1 1 0 0,0 0 0 0 0,1 2 0 0 0,0 2 30 0 0,-1 1 0 0 0,0 0 0 0 0,0 0 1 0 0,0-1-1 0 0,-1 1 0 0 0,1 0 0 0 0,-4 10 0 0 0,-4 11 82 0 0,-1 1 0 0 0,-1-1 0 0 0,-1-1-1 0 0,-1 0 1 0 0,-2 0 0 0 0,-1-1 0 0 0,0-1 0 0 0,-2-1 0 0 0,-1 0-1 0 0,0-1 1 0 0,-26 22 0 0 0,35-36-109 0 0,7-8-18 0 0,1 1 0 0 0,-1 0 0 0 0,1 0 0 0 0,-1 1 0 0 0,1-1 0 0 0,-1 0-1 0 0,1 0 1 0 0,0 1 0 0 0,0-1 0 0 0,0 1 0 0 0,-1-1 0 0 0,1 1 0 0 0,1-1 0 0 0,-1 1 0 0 0,0 0 0 0 0,0-1 0 0 0,1 1 0 0 0,-1 0 0 0 0,1-1 0 0 0,-1 1 0 0 0,1 2 0 0 0,8-6-61 0 0,1-1 0 0 0,-1 0 0 0 0,1-1 0 0 0,-1 0 0 0 0,9-6 0 0 0,-3-5-42 0 0,-11 11 78 0 0,0 0 1 0 0,0 0-1 0 0,0 1 1 0 0,1 0-1 0 0,0-1 1 0 0,6-3-1 0 0,338-240-509 0 0,-343 244 543 0 0,0-1 0 0 0,0 1 0 0 0,0 0 1 0 0,0 1-1 0 0,0-1 0 0 0,1 1 0 0 0,-1 0 1 0 0,1 0-1 0 0,-1 1 0 0 0,1-1 0 0 0,0 1 1 0 0,-1 1-1 0 0,1-1 0 0 0,0 1 1 0 0,0 0-1 0 0,0 0 0 0 0,0 1 0 0 0,-1-1 1 0 0,1 1-1 0 0,0 1 0 0 0,-1-1 0 0 0,1 1 1 0 0,-1 0-1 0 0,1 0 0 0 0,-1 1 0 0 0,0-1 1 0 0,0 1-1 0 0,0 0 0 0 0,0 1 0 0 0,0-1 1 0 0,-1 1-1 0 0,1 0 0 0 0,-1 0 1 0 0,0 0-1 0 0,-1 1 0 0 0,1-1 0 0 0,-1 1 1 0 0,4 6-1 0 0,11 30 210 0 0,24 76 0 0 0,-40-100 87 0 0,0 0-1 0 0,-1 33 1 0 0,0-17-675 0 0,-1-32 305 0 0,0-1 0 0 0,0 0 1 0 0,-1 0-1 0 0,1 1 0 0 0,0-1 1 0 0,0 0-1 0 0,0 1 0 0 0,0-1 1 0 0,0 0-1 0 0,0 0 0 0 0,0 1 1 0 0,0-1-1 0 0,0 0 0 0 0,0 0 1 0 0,0 1-1 0 0,0-1 0 0 0,0 0 1 0 0,0 1-1 0 0,0-1 1 0 0,0 0-1 0 0,0 0 0 0 0,0 1 1 0 0,1-1-1 0 0,-1 0 0 0 0,0 0 1 0 0,0 1-1 0 0,0-1 0 0 0,0 0 1 0 0,0 0-1 0 0,1 0 0 0 0,-1 1 1 0 0,0-1-1 0 0,0 0 0 0 0,0 0 1 0 0,1 0-1 0 0,-1 1 1 0 0,0-1-1 0 0,0 0 0 0 0,1 0 1 0 0,-1 0-1 0 0,0 0 0 0 0,0 0 1 0 0,1 0-1 0 0,-1 0 0 0 0,23-13-1674 0 0,13-10-1555 0 0,-2-20-1283 0 0,25-42-2335 0 0</inkml:trace>
</inkml:ink>
</file>

<file path=ppt/ink/ink5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06T18:37:40.38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1032 1 1201 0 0,'0'0'1840'0'0,"-33"14"561"0"0,-91 67 2802 0 0,-6 17-1842 0 0,32 4-1680 0 0,32 22 0 0 0,-32 7 0 0 0,33-8-481 0 0,-33 8-79 0 0,-33-6-81 0 0,40-2-79 0 0,26-20-321 0 0,32-19-800 0 0,33-43-1761 0 0,65-41-4162 0 0,27-41-5282 0 0</inkml:trace>
</inkml:ink>
</file>

<file path=ppt/ink/ink5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06T18:37:41.07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1168 42 880 0 0,'-42'-11'1934'0'0,"19"5"-218"0"0,-1 0 1 0 0,-40-4 0 0 0,-11 4-26 0 0,0 3 1 0 0,0 3-1 0 0,0 4 0 0 0,-93 16 1 0 0,156-17-1428 0 0,1 0 0 0 0,-1 1 0 0 0,1 1 0 0 0,-13 6 0 0 0,2 0 350 0 0,15-9-404 0 0,-12 6 159 0 0,19-8-361 0 0,0 0-1 0 0,-1 0 1 0 0,1 0 0 0 0,0 0 0 0 0,-1 0-1 0 0,1 1 1 0 0,0-1 0 0 0,0 0-1 0 0,0 0 1 0 0,-1 0 0 0 0,1 1-1 0 0,0-1 1 0 0,0 0 0 0 0,0 0 0 0 0,-1 1-1 0 0,1-1 1 0 0,0 0 0 0 0,0 1-1 0 0,0-1 1 0 0,0 0 0 0 0,0 0 0 0 0,0 1-1 0 0,0-1 1 0 0,0 0 0 0 0,0 1-1 0 0,0-1 1 0 0,-1 0 0 0 0,2 0-1 0 0,-1 1 1 0 0,0-1 0 0 0,0 0 0 0 0,0 1-1 0 0,0-1 1 0 0,0 0 0 0 0,0 1-1 0 0,0-1 1 0 0,0 0 0 0 0,0 0-1 0 0,0 1 1 0 0,1-1 0 0 0,-1 0 0 0 0,0 0-1 0 0,0 1 1 0 0,0-1 0 0 0,1 0-1 0 0,-1 0 1 0 0,0 1 0 0 0,0-1-1 0 0,0 0 1 0 0,1 0 0 0 0,-1 0 0 0 0,1 0-1 0 0,5 5 37 0 0,0-2-1 0 0,0 1 1 0 0,0-1 0 0 0,1 0-1 0 0,0 0 1 0 0,0-1 0 0 0,11 3-1 0 0,53 7 52 0 0,-60-10-99 0 0,66 18 71 0 0,75 14-54 0 0,-144-32 11 0 0,0 1-1 0 0,-1-1 1 0 0,1 1-1 0 0,-1 1 1 0 0,1-1-1 0 0,-1 1 0 0 0,0 0 1 0 0,0 1-1 0 0,6 5 1 0 0,-12-9-16 0 0,0 0 0 0 0,0 0 0 0 0,0 0 0 0 0,-1 1 1 0 0,1-1-1 0 0,0 0 0 0 0,0 0 0 0 0,-1 1 1 0 0,1-1-1 0 0,-1 0 0 0 0,1 1 0 0 0,-1-1 1 0 0,0 1-1 0 0,1-1 0 0 0,-1 1 0 0 0,0-1 0 0 0,0 0 1 0 0,0 1-1 0 0,-1 2 0 0 0,1-1 12 0 0,-1 0-1 0 0,0-1 1 0 0,-1 1 0 0 0,1 0-1 0 0,0-1 1 0 0,-1 1-1 0 0,1-1 1 0 0,-1 1 0 0 0,0-1-1 0 0,0 0 1 0 0,0 1-1 0 0,-5 2 1 0 0,-7 7 67 0 0,0-1 0 0 0,-1-1-1 0 0,-1-1 1 0 0,0 0 0 0 0,0-1 0 0 0,-1-1 0 0 0,0 0-1 0 0,0-1 1 0 0,0-1 0 0 0,-1-1 0 0 0,1 0 0 0 0,-1-1-1 0 0,0-1 1 0 0,-26-1 0 0 0,-18-2-72 0 0,0-3 0 0 0,-115-22 0 0 0,139 20-52 0 0,15 2-19 0 0,0 0 0 0 0,0-1 0 0 0,0-2 0 0 0,0 0 0 0 0,-20-10 0 0 0,35 14-55 0 0,1-1 1 0 0,0 1-1 0 0,0-1 1 0 0,0 0-1 0 0,1-1 1 0 0,0 0-1 0 0,0 0 1 0 0,0 0-1 0 0,0-1 1 0 0,1 0-1 0 0,0 0 1 0 0,0 0-1 0 0,-7-12 0 0 0,11 16-21 0 0,1 0 0 0 0,-1 0 0 0 0,1 1 0 0 0,-1-1 0 0 0,1 0 0 0 0,0 0 0 0 0,0 0 0 0 0,0 0-1 0 0,0 0 1 0 0,0 0 0 0 0,0 0 0 0 0,0 0 0 0 0,1 0 0 0 0,-1 0 0 0 0,1 0 0 0 0,-1 0 0 0 0,1 0-1 0 0,0 1 1 0 0,0-1 0 0 0,-1 0 0 0 0,1 0 0 0 0,1 1 0 0 0,-1-1 0 0 0,2-2 0 0 0,3-2-604 0 0,1 0 0 0 0,0 0 1 0 0,0 1-1 0 0,11-7 0 0 0,-7 4-286 0 0,82-52-6835 0 0</inkml:trace>
</inkml:ink>
</file>

<file path=ppt/ink/ink5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06T18:37:41.72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649 147 1201 0 0,'0'-5'1023'0'0,"-1"4"-761"0"0,1-1 1 0 0,0 1-1 0 0,-1-1 1 0 0,1 1-1 0 0,0-1 1 0 0,0 1 0 0 0,0-1-1 0 0,0 0 1 0 0,0 1-1 0 0,1-1 1 0 0,-1 1-1 0 0,0-1 1 0 0,1 1-1 0 0,-1-1 1 0 0,1 1-1 0 0,-1 0 1 0 0,1-1-1 0 0,0 1 1 0 0,0 0-1 0 0,0-2 1 0 0,5 0 115 0 0,-4 2-291 0 0,-1 1 0 0 0,0-1 0 0 0,0 0-1 0 0,1 1 1 0 0,-1-1 0 0 0,0 0 0 0 0,0 0-1 0 0,0 0 1 0 0,0 0 0 0 0,0 0 0 0 0,0 0 0 0 0,0 0-1 0 0,0 0 1 0 0,-1 0 0 0 0,1 0 0 0 0,0 0-1 0 0,0-1 1 0 0,-1 1 0 0 0,1 0 0 0 0,-1 0-1 0 0,0-1 1 0 0,1 1 0 0 0,-1 0 0 0 0,0-1 0 0 0,1 1-1 0 0,-1-3 1 0 0,0 2 29 0 0,1 0 0 0 0,0-1 0 0 0,-1 1 0 0 0,1 0 0 0 0,0 0 0 0 0,1 0 0 0 0,-1 0 0 0 0,0 0 0 0 0,0 1 0 0 0,1-1 0 0 0,-1 0 0 0 0,1 1 0 0 0,0-1 0 0 0,-1 1 0 0 0,1-1 0 0 0,0 1 0 0 0,0 0 0 0 0,0-1 0 0 0,0 1 0 0 0,0 0 0 0 0,0 0 0 0 0,4-1 0 0 0,7-3 435 0 0,1 0 1 0 0,24-6-1 0 0,-23 8-304 0 0,-4 0-51 0 0,1 0 0 0 0,-1 1-1 0 0,1 0 1 0 0,0 1 0 0 0,17 0-1 0 0,-27 1-172 0 0,0 0 0 0 0,0 0 0 0 0,0 1 0 0 0,1-1 0 0 0,-1 0 0 0 0,0 1 0 0 0,0 0 0 0 0,0 0 0 0 0,0-1 0 0 0,0 1 0 0 0,0 1 0 0 0,0-1 0 0 0,0 0 0 0 0,0 0 0 0 0,-1 1 0 0 0,1-1 0 0 0,0 1 0 0 0,-1-1 0 0 0,1 1 0 0 0,-1 0 0 0 0,0-1 0 0 0,1 1 0 0 0,-1 0 0 0 0,0 0 0 0 0,0 0 0 0 0,0 0 0 0 0,0 0 0 0 0,-1 0 0 0 0,1 0 0 0 0,0 1 0 0 0,-1-1 0 0 0,0 0 0 0 0,1 0 0 0 0,-1 0 0 0 0,0 1 0 0 0,0-1-1 0 0,-1 2 1 0 0,2 4 16 0 0,-1-1 0 0 0,-1 1 0 0 0,1-1 0 0 0,-1 1 0 0 0,-1-1-1 0 0,1 1 1 0 0,-1-1 0 0 0,0 0 0 0 0,-1 0 0 0 0,0 0-1 0 0,0 0 1 0 0,-1 0 0 0 0,1-1 0 0 0,-1 1 0 0 0,-1-1-1 0 0,1 0 1 0 0,-1 0 0 0 0,0-1 0 0 0,-1 1 0 0 0,1-1-1 0 0,-12 8 1 0 0,-20 9 206 0 0,-1-2-1 0 0,-1-1 1 0 0,-75 26 0 0 0,92-37-117 0 0,-397 132 2887 0 0,328-119-2178 0 0,80-19-728 0 0,1 0 1 0 0,-1-2-1 0 0,0 1 0 0 0,0-1 0 0 0,1-1 0 0 0,-20-2 0 0 0,29 2-111 0 0,1 0 0 0 0,-1 1 1 0 0,0-1-1 0 0,1 0 0 0 0,-1 0 1 0 0,1 0-1 0 0,0 1 0 0 0,-1-1 1 0 0,1 0-1 0 0,0 0 0 0 0,-1 0 0 0 0,1 0 1 0 0,0 0-1 0 0,0 0 0 0 0,0 0 1 0 0,0 0-1 0 0,0 0 0 0 0,0 1 0 0 0,0-1 1 0 0,0 0-1 0 0,0 0 0 0 0,0 0 1 0 0,1-2-1 0 0,4-22-64 0 0,-3 21 65 0 0,1 0 1 0 0,-1 0-1 0 0,1 0 0 0 0,0 1 0 0 0,0-1 1 0 0,0 1-1 0 0,1 0 0 0 0,-1 0 0 0 0,1 0 1 0 0,-1 1-1 0 0,1-1 0 0 0,0 1 1 0 0,0 0-1 0 0,0 0 0 0 0,1 0 0 0 0,-1 1 1 0 0,0-1-1 0 0,1 1 0 0 0,7-1 0 0 0,3-1 17 0 0,-1 1 0 0 0,1 1 0 0 0,0 0 0 0 0,-1 1-1 0 0,24 3 1 0 0,82 20 144 0 0,325 87 80 0 0,-391-92-515 0 0,-2 3-1 0 0,71 37 0 0 0,-85-30-691 0 0,-6-5-1724 0 0,-30-22 2289 0 0,0-1-1 0 0,1 1 1 0 0,-1 0-1 0 0,0-1 1 0 0,0 0-1 0 0,0 1 1 0 0,1-1-1 0 0,-1 0 1 0 0,0 0-1 0 0,0 0 1 0 0,0 0-1 0 0,1 0 1 0 0,-1-1-1 0 0,0 1 1 0 0,4-2-1 0 0,26-15-7414 0 0</inkml:trace>
</inkml:ink>
</file>

<file path=ppt/ink/ink5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06T18:38:59.67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544 383 10325 0 0,'-193'55'4098'0'0,"5"12"-3487"0"0,153-53-556 0 0,-87 38 730 0 0,116-47-519 0 0,13-4-250 0 0,14-4-165 0 0,-13 0 101 0 0,52-16-8 0 0,79-37 0 0 0,388-212-277 0 0,-514 262 342 0 0,0-1 1 0 0,0-1 0 0 0,-1 0 0 0 0,0 0-1 0 0,0-1 1 0 0,-1-1 0 0 0,0 0-1 0 0,-1-1 1 0 0,0 0 0 0 0,14-20-1 0 0,36-40 538 0 0,-51 53-264 0 0,-9 17-255 0 0,0 0 1 0 0,0 0-1 0 0,1 0 0 0 0,-1 0 1 0 0,1 0-1 0 0,-1 0 0 0 0,1 0 0 0 0,0 0 1 0 0,-1 0-1 0 0,1 0 0 0 0,0 0 1 0 0,-1 0-1 0 0,1 1 0 0 0,0-1 1 0 0,0 0-1 0 0,0 0 0 0 0,0 1 1 0 0,0-1-1 0 0,0 0 0 0 0,0 1 1 0 0,0-1-1 0 0,2 0 0 0 0,-3 1 0 0 0,0 0 0 0 0,1 0 0 0 0,-1 0 0 0 0,0 0 0 0 0,0 0 0 0 0,0 0 0 0 0,1 0 0 0 0,-1 0 0 0 0,0 0 0 0 0,0 0 0 0 0,0 0 0 0 0,0 1 0 0 0,1-1 0 0 0,-1 0 0 0 0,0 0 0 0 0,0 0 0 0 0,0 0 0 0 0,0 0 0 0 0,1 0 0 0 0,-1 0 0 0 0,0 0 0 0 0,0 1 0 0 0,0-1 0 0 0,0 0 0 0 0,0 0 0 0 0,0 0 0 0 0,1 0 0 0 0,-1 0 0 0 0,0 1 0 0 0,0-1 0 0 0,0 0 0 0 0,0 0-1 0 0,0 0 1 0 0,0 1 0 0 0,0-1 0 0 0,0 0 0 0 0,0 0 0 0 0,0 0 0 0 0,0 0 0 0 0,0 1 0 0 0,0-1 0 0 0,0 0 0 0 0,0 1 0 0 0,-5 19 835 0 0,1-11-725 0 0,-1-1 0 0 0,0 1 0 0 0,0-1 0 0 0,-1 0 0 0 0,-8 10 0 0 0,-142 147 1455 0 0,68-74-905 0 0,-48 42 192 0 0,35-52-369 0 0,-62 56 470 0 0,146-121-708 0 0,1 1-1 0 0,0 0 1 0 0,1 2 0 0 0,1-1 0 0 0,1 2 0 0 0,-17 34 0 0 0,26-47-287 0 0,1 0 0 0 0,0 1 0 0 0,1-1 0 0 0,0 1 0 0 0,-2 11 0 0 0,4-17-98 0 0,0 0 0 0 0,0 0 0 0 0,0-1-1 0 0,0 1 1 0 0,0 0 0 0 0,0 0 0 0 0,1 0-1 0 0,-1 0 1 0 0,1 0 0 0 0,-1 0 0 0 0,1-1 0 0 0,0 1-1 0 0,0 0 1 0 0,0-1 0 0 0,0 1 0 0 0,0 0-1 0 0,0-1 1 0 0,0 1 0 0 0,0-1 0 0 0,1 0-1 0 0,-1 1 1 0 0,0-1 0 0 0,1 0 0 0 0,0 0-1 0 0,2 2 1 0 0,1-1-489 0 0,0 0-1 0 0,0 0 0 0 0,0-1 1 0 0,0 1-1 0 0,0-1 0 0 0,0-1 1 0 0,0 1-1 0 0,1-1 1 0 0,7 0-1 0 0,52-4-8322 0 0</inkml:trace>
</inkml:ink>
</file>

<file path=ppt/ink/ink5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06T18:39:05.79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34 364 160 0 0,'-6'0'131'0'0,"5"0"-105"0"0,0 0 1 0 0,0 0-1 0 0,0 0 0 0 0,-1 0 0 0 0,1 0 1 0 0,0 1-1 0 0,0-1 0 0 0,0 0 0 0 0,-1 1 0 0 0,1-1 1 0 0,0 0-1 0 0,0 1 0 0 0,0-1 0 0 0,0 1 0 0 0,0 0 1 0 0,0-1-1 0 0,0 1 0 0 0,0 0 0 0 0,0 0 1 0 0,0 0-1 0 0,0-1 0 0 0,0 1 0 0 0,0 3 1775 0 0,1-7-1026 0 0,0 3-763 0 0,-1 0 0 0 0,1 0-1 0 0,0 0 1 0 0,0 0-1 0 0,0 0 1 0 0,0-1-1 0 0,0 1 1 0 0,0 0-1 0 0,0 0 1 0 0,0 0-1 0 0,0-1 1 0 0,0 1-1 0 0,0 0 1 0 0,0 0-1 0 0,0 0 1 0 0,0 0-1 0 0,0-1 1 0 0,0 1-1 0 0,0 0 1 0 0,0 0-1 0 0,0 0 1 0 0,0 0 0 0 0,0-1-1 0 0,1 1 1 0 0,-1 0-1 0 0,0 0 1 0 0,0 0-1 0 0,0 0 1 0 0,0 0-1 0 0,0-1 1 0 0,0 1-1 0 0,0 0 1 0 0,1 0-1 0 0,-1 0 1 0 0,0 0-1 0 0,0 0 1 0 0,0 0-1 0 0,0 0 1 0 0,0 0-1 0 0,1 0 1 0 0,-1-1-1 0 0,0 1 1 0 0,0 0 0 0 0,0 0-1 0 0,0 0 1 0 0,1 0-1 0 0,-1 0 1 0 0,0 0-1 0 0,0 0 1 0 0,0 0-1 0 0,1 0 1 0 0,-1 0-1 0 0,0 0 1 0 0,0 0-1 0 0,0 0 1 0 0,0 1-1 0 0,1-1 1 0 0,-1 0-1 0 0,0 0 1 0 0,22 0 415 0 0,-22 0-391 0 0,0 0 0 0 0,0 0 0 0 0,1 0-1 0 0,-1 0 1 0 0,0 0 0 0 0,0 0 0 0 0,0 0 0 0 0,0 0 0 0 0,1 0 0 0 0,-1 0 0 0 0,0 0 0 0 0,0 0 0 0 0,0 0 0 0 0,1 0 0 0 0,-1 0-1 0 0,0 0 1 0 0,0 0 0 0 0,0 0 0 0 0,1 0 0 0 0,-1-1 0 0 0,0 1 0 0 0,0 0 0 0 0,0 0 0 0 0,0 0 0 0 0,0 0 0 0 0,1 0-1 0 0,-1 0 1 0 0,0-1 0 0 0,0 1 0 0 0,0 0 0 0 0,0 0 0 0 0,0 0 0 0 0,0 0 0 0 0,0-1 0 0 0,1 1 0 0 0,-1 0 0 0 0,0 0 0 0 0,0 0-1 0 0,0 0 1 0 0,0-1 0 0 0,0 1 0 0 0,0 0 0 0 0,0 0 0 0 0,0 0 0 0 0,0-1 0 0 0,0 1 0 0 0,0 0 0 0 0,0 0 0 0 0,0 0 0 0 0,0-1-1 0 0,0 1 1 0 0,0 0 0 0 0,-1 0 0 0 0,1 0 0 0 0,0-1 17 0 0,0 1-1 0 0,0 0 1 0 0,0 0 0 0 0,0 0-1 0 0,0-1 1 0 0,0 1-1 0 0,0 0 1 0 0,0 0 0 0 0,0 0-1 0 0,0 0 1 0 0,0-1-1 0 0,0 1 1 0 0,0 0 0 0 0,0 0-1 0 0,0 0 1 0 0,0-1 0 0 0,0 1-1 0 0,0 0 1 0 0,0 0-1 0 0,0 0 1 0 0,0 0 0 0 0,0-1-1 0 0,0 1 1 0 0,0 0-1 0 0,1 0 1 0 0,-1 0 0 0 0,0 0-1 0 0,0-1 1 0 0,0 1-1 0 0,0 0 1 0 0,0 0 0 0 0,0 0-1 0 0,1 0 1 0 0,-1 0-1 0 0,0 0 1 0 0,0-1 0 0 0,0 1-1 0 0,0 0 1 0 0,1 0 0 0 0,-1 0-1 0 0,0 0 1 0 0,0 0-1 0 0,0 0 1 0 0,1 0 0 0 0,-1 0-1 0 0,0 0 1 0 0,0 0-1 0 0,0 0 1 0 0,1 0 0 0 0,-1 0-1 0 0,0 0 1 0 0,0 0-1 0 0,0 0 1 0 0,1 0 0 0 0,3 0 62 0 0,1-1 1 0 0,-1 0-1 0 0,1 0 1 0 0,-1 0 0 0 0,0 0-1 0 0,0-1 1 0 0,1 0 0 0 0,-1 0-1 0 0,0 0 1 0 0,-1 0-1 0 0,1-1 1 0 0,0 0 0 0 0,-1 1-1 0 0,5-6 1 0 0,5 0 42 0 0,-1 0 1 0 0,2 0-1 0 0,14-5 1 0 0,30-18 234 0 0,1-1-220 0 0,-42 24-142 0 0,1-1 0 0 0,24-18 1 0 0,5-3-32 0 0,-24 16 4 0 0,-1-1 1 0 0,37-32-1 0 0,-48 37 6 0 0,-1 1-1 0 0,1 0 1 0 0,1 0-1 0 0,0 1 1 0 0,0 1-1 0 0,24-11 1 0 0,-14 13-24 0 0,-28 7 10 0 0,1 1 0 0 0,0 0-1 0 0,0 0 1 0 0,0 0-1 0 0,1 1 1 0 0,-1-1-1 0 0,1 1 1 0 0,0 0-1 0 0,0 1 1 0 0,0-1 0 0 0,-5 9-1 0 0,1-3 16 0 0,-30 37 79 0 0,2 2 0 0 0,-40 74-1 0 0,57-90-78 0 0,13-24 3 0 0,0 0-1 0 0,1 1 1 0 0,0-1-1 0 0,1 1 1 0 0,0 0-1 0 0,0 1 1 0 0,1-1-1 0 0,1 1 1 0 0,-1-1 0 0 0,2 1-1 0 0,-1 11 1 0 0,2 45-229 0 0,0-40-3972 0 0,0-39 678 0 0</inkml:trace>
</inkml:ink>
</file>

<file path=ppt/ink/ink5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06T18:39:06.43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836 0 640 0 0,'-64'3'2659'0'0,"1"2"0"0"0,-97 22 0 0 0,118-16-2040 0 0,0 1-1 0 0,-75 35 1 0 0,84-33-460 0 0,23-10-134 0 0,1 0 0 0 0,0 1 0 0 0,0-1 0 0 0,0 2 1 0 0,0 0-1 0 0,1 0 0 0 0,0 0 0 0 0,-14 14 0 0 0,-9 14 7 0 0,15-17-46 0 0,0 0-1 0 0,2 1 1 0 0,0 0 0 0 0,-20 34-1 0 0,25-30 46 0 0,8-17-21 0 0,-1 0 0 0 0,-1 0-1 0 0,1 0 1 0 0,-1 0 0 0 0,0 0 0 0 0,0-1 0 0 0,0 1 0 0 0,-6 5 0 0 0,0-1-26 0 0,1 0-1 0 0,0 1 0 0 0,-10 15 1 0 0,16-20 10 0 0,-1 0 0 0 0,1-1-1 0 0,0 1 1 0 0,1 0 0 0 0,-1 0 0 0 0,1 0 0 0 0,0 1 0 0 0,0-1 0 0 0,1 0 0 0 0,-1 8 0 0 0,1 83 59 0 0,0-91-58 0 0,1 0-1 0 0,-1 0 0 0 0,1 0 0 0 0,0 0 0 0 0,1 0 1 0 0,-1 0-1 0 0,1 0 0 0 0,0 0 0 0 0,0 0 1 0 0,0 0-1 0 0,1-1 0 0 0,-1 1 0 0 0,1-1 0 0 0,1 0 1 0 0,-1 0-1 0 0,0 0 0 0 0,8 6 0 0 0,1 3-10 0 0,-3-1 27 0 0,0-1-1 0 0,1-1 0 0 0,0 1 0 0 0,1-2 1 0 0,0 1-1 0 0,1-2 0 0 0,0 1 0 0 0,0-2 1 0 0,1 1-1 0 0,0-2 0 0 0,0 0 0 0 0,25 8 1 0 0,-8-7 4 0 0,0-1-1 0 0,1-1 1 0 0,36 0 0 0 0,90-6 32 0 0,-107-3 62 0 0,0-2 0 0 0,0-3 0 0 0,-1-1 0 0 0,-1-3 0 0 0,92-36 0 0 0,-92 28 89 0 0,0-3 0 0 0,54-36 0 0 0,80-67 127 0 0,-166 115-310 0 0,90-73 147 0 0,-93 73-114 0 0,-1 0 1 0 0,0-1-1 0 0,-1-1 1 0 0,0 0 0 0 0,14-28-1 0 0,-8 10 41 0 0,-2 0 0 0 0,19-61 0 0 0,-33 90-82 0 0,0-1 0 0 0,-1 0 0 0 0,1 1 1 0 0,0-1-1 0 0,-1 0 0 0 0,0 0 0 0 0,0 1 0 0 0,0-1 0 0 0,-1 0 0 0 0,1 1 0 0 0,-1-1 1 0 0,0 0-1 0 0,0 1 0 0 0,0-1 0 0 0,0 1 0 0 0,-1-1 0 0 0,0 1 0 0 0,1-1 1 0 0,-1 1-1 0 0,0 0 0 0 0,0 0 0 0 0,-1 0 0 0 0,1 0 0 0 0,-1 1 0 0 0,0-1 0 0 0,-3-2 1 0 0,-3-2-33 0 0,0 1 1 0 0,-1 0 0 0 0,0 1 0 0 0,0 0 0 0 0,0 1 0 0 0,-1 0 0 0 0,-15-3 0 0 0,1 2-156 0 0,0 1 0 0 0,-1 1 1 0 0,1 2-1 0 0,0 0 0 0 0,-1 2 0 0 0,1 1 0 0 0,-34 6 0 0 0,39-5-102 0 0,-7 1-941 0 0,-45 14-1 0 0,35-7-691 0 0,-29 2-3127 0 0</inkml:trace>
</inkml:ink>
</file>

<file path=ppt/ink/ink5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06T18:39:09.48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0 967 560 0 0,'0'-1'134'0'0,"1"0"1"0"0,-1 0-1 0 0,0 1 0 0 0,0-1 0 0 0,0 0 1 0 0,0 0-1 0 0,1 1 0 0 0,-1-1 0 0 0,0 0 0 0 0,1 1 1 0 0,-1-1-1 0 0,1 0 0 0 0,-1 1 0 0 0,1-1 0 0 0,-1 1 1 0 0,1-1-1 0 0,-1 0 0 0 0,1 1 0 0 0,-1-1 0 0 0,1 1 1 0 0,0 0-1 0 0,-1-1 0 0 0,1 1 0 0 0,0-1 1 0 0,-1 1-1 0 0,2 0 0 0 0,24-7 3110 0 0,-5 1-1414 0 0,-10-9-1350 0 0,-4 7-378 0 0,1 0 0 0 0,0 1 0 0 0,0 0 0 0 0,15-9 0 0 0,27-22 121 0 0,110-115 284 0 0,-103 95-293 0 0,111-119 413 0 0,-38 46-407 0 0,-10 12-240 0 0,-92 91 13 0 0,41-32 1 0 0,-41 36 6 0 0,-22 19-1 0 0,0-1 1 0 0,-1 0 0 0 0,0 0 0 0 0,0 0 0 0 0,5-11 0 0 0,-9 14 1 0 0,1 1-1 0 0,-1-1 1 0 0,0 1-1 0 0,1-1 1 0 0,0 1-1 0 0,-1-1 1 0 0,1 1-1 0 0,0 0 1 0 0,0 0-1 0 0,0 0 1 0 0,0 0-1 0 0,1 0 1 0 0,-1 1 0 0 0,0-1-1 0 0,1 1 1 0 0,-1-1-1 0 0,1 1 1 0 0,0 0-1 0 0,-1 0 1 0 0,1 0-1 0 0,0 0 1 0 0,0 0-1 0 0,0 1 1 0 0,-1-1-1 0 0,5 1 1 0 0,-6 0 0 0 0,-1 1 1 0 0,1-1 0 0 0,-1 1-1 0 0,1-1 1 0 0,-1 1 0 0 0,1-1-1 0 0,-1 1 1 0 0,0 0-1 0 0,1-1 1 0 0,-1 1 0 0 0,0 0-1 0 0,1-1 1 0 0,-1 1 0 0 0,0 0-1 0 0,0-1 1 0 0,0 1-1 0 0,0 0 1 0 0,1-1 0 0 0,-1 1-1 0 0,0 0 1 0 0,0-1 0 0 0,0 1-1 0 0,0 0 1 0 0,-1-1 0 0 0,1 1-1 0 0,0 0 1 0 0,0-1-1 0 0,0 1 1 0 0,0 0 0 0 0,-1-1-1 0 0,1 1 1 0 0,0 0 0 0 0,-1-1-1 0 0,1 1 1 0 0,-1-1-1 0 0,1 1 1 0 0,0 0 0 0 0,-1-1-1 0 0,1 1 1 0 0,-2 0 0 0 0,-5 2 0 0 0,6-2 1 0 0,0-1 0 0 0,0 1 0 0 0,0-1 0 0 0,-1 1 0 0 0,1 0 0 0 0,0-1 0 0 0,0 1 0 0 0,0 0 0 0 0,0 0 0 0 0,0 0 0 0 0,1-1 0 0 0,-1 1 0 0 0,0 0 0 0 0,0 0 0 0 0,0 0 0 0 0,1 1 0 0 0,-1-1 0 0 0,1 0 0 0 0,-1 0 0 0 0,1 0 1 0 0,-1 0-1 0 0,1 1 0 0 0,0-1 0 0 0,-1 0 0 0 0,1 0 0 0 0,0 1 0 0 0,0-1 0 0 0,0 0 0 0 0,0 2 0 0 0,0 2 26 0 0,-1 0 1 0 0,0 0 0 0 0,0 1-1 0 0,0-1 1 0 0,0 0-1 0 0,-1 0 1 0 0,0 0-1 0 0,0 0 1 0 0,0-1 0 0 0,-1 1-1 0 0,-2 4 1 0 0,-7 12 68 0 0,-53 121 263 0 0,58-126-269 0 0,1 1 0 0 0,0 1 0 0 0,-5 33 1 0 0,3-15 58 0 0,-14 36 62 0 0,18-51-185 0 0,3-14-23 0 0,0-1-1 0 0,0 0 0 0 0,-1 1 0 0 0,0-1 0 0 0,-3 6 1 0 0,-26 31 32 0 0,22-31-7 0 0,-1 0 0 0 0,2 1 0 0 0,-9 15 0 0 0,15-24-37 0 0,0 0 0 0 0,1-1 0 0 0,-1 1 0 0 0,1 0 0 0 0,0 0 0 0 0,0 0 0 0 0,0 0 1 0 0,1 0-1 0 0,-1 0 0 0 0,1 0 0 0 0,0 1 0 0 0,1-1 0 0 0,-1 0 0 0 0,0 0 0 0 0,1 0 1 0 0,2 7-1 0 0,8 14-135 0 0,-9-19 131 0 0,1 0 0 0 0,-1 0 0 0 0,1 0 0 0 0,-2 0 0 0 0,1 0 0 0 0,-1 0 0 0 0,0 1 0 0 0,0 7 1 0 0,-1 37-1925 0 0,0-50 1823 0 0,0 0 0 0 0,0 0-1 0 0,0 0 1 0 0,0 0-1 0 0,-1 0 1 0 0,1 0-1 0 0,0 0 1 0 0,-1 0 0 0 0,1-1-1 0 0,-1 1 1 0 0,1 0-1 0 0,-1 0 1 0 0,0 0 0 0 0,1-1-1 0 0,-1 1 1 0 0,0 0-1 0 0,1-1 1 0 0,-1 1 0 0 0,0-1-1 0 0,0 1 1 0 0,1-1-1 0 0,-1 1 1 0 0,0-1 0 0 0,0 1-1 0 0,0-1 1 0 0,0 0-1 0 0,0 1 1 0 0,0-1 0 0 0,0 0-1 0 0,1 0 1 0 0,-1 0-1 0 0,0 0 1 0 0,-2 0 0 0 0,-1 1-655 0 0,-1 0-3649 0 0</inkml:trace>
</inkml:ink>
</file>

<file path=ppt/ink/ink5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06T18:39:09.82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28 1361 0 0,'33'-6'2241'0'0,"-33"-9"-160"0"0,33 9-321 0 0,26 6-399 0 0,-27 0-320 0 0,34 6-561 0 0,-1 21-1681 0 0,65 15-3361 0 0</inkml:trace>
</inkml:ink>
</file>

<file path=ppt/ink/ink5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06T18:39:11.25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1326 122 720 0 0,'0'-1'119'0'0,"0"0"1"0"0,0-1-1 0 0,0 1 0 0 0,0 0 0 0 0,-1-1 0 0 0,1 1 0 0 0,0 0 0 0 0,-1 0 0 0 0,1-1 0 0 0,-1 1 1 0 0,0 0-1 0 0,1 0 0 0 0,-1 0 0 0 0,0 0 0 0 0,0-1 0 0 0,1 1 0 0 0,-1 0 0 0 0,0 0 0 0 0,0 1 1 0 0,0-1-1 0 0,0 0 0 0 0,0 0 0 0 0,0 0 0 0 0,-1 1 0 0 0,-1-2 0 0 0,-5-4 119 0 0,-10-10 713 0 0,15 12-825 0 0,-1 0 0 0 0,0 0-1 0 0,0 0 1 0 0,0 1 0 0 0,-1 0 0 0 0,1 0-1 0 0,-1 0 1 0 0,0 0 0 0 0,0 1 0 0 0,0 0 0 0 0,0 0-1 0 0,0 0 1 0 0,0 0 0 0 0,-1 1 0 0 0,1 0-1 0 0,0 0 1 0 0,-7 0 0 0 0,-23 0 35 0 0,-1 1 0 0 0,1 1 1 0 0,0 2-1 0 0,0 2 0 0 0,0 1 0 0 0,0 2 0 0 0,1 1 0 0 0,0 2 1 0 0,1 1-1 0 0,0 2 0 0 0,-32 18 0 0 0,-93 40 53 0 0,141-64-191 0 0,1 0-30 0 0,0 0 0 0 0,0 0 0 0 0,1 2 0 0 0,0-1-1 0 0,1 2 1 0 0,-18 17 0 0 0,-121 103 1394 0 0,142-119-1380 0 0,1 0-1 0 0,0 1 1 0 0,0 0-1 0 0,1 0 1 0 0,1 1-1 0 0,0 0 1 0 0,-6 17-1 0 0,5-11 21 0 0,-1-1 0 0 0,0 0 0 0 0,-16 20 0 0 0,-1-9 34 0 0,20-23-63 0 0,0 0-1 0 0,0 1 1 0 0,1-1 0 0 0,0 1-1 0 0,0 1 1 0 0,1-1 0 0 0,0 1 0 0 0,-6 15-1 0 0,0 30-23 0 0,-11-4 12 0 0,12 3 174 0 0,-1-25-95 0 0,8-21-58 0 0,0 0 0 0 0,1 0 0 0 0,0 0 0 0 0,0 1 0 0 0,0-1 0 0 0,1 1 0 0 0,-1 11-1 0 0,2 123 155 0 0,1-137-143 0 0,-1 0 0 0 0,1 0 1 0 0,0 0-1 0 0,1 0 0 0 0,-1 0 0 0 0,1 0 1 0 0,0-1-1 0 0,0 1 0 0 0,0 0 1 0 0,1-1-1 0 0,-1 0 0 0 0,1 1 1 0 0,0-1-1 0 0,1 0 0 0 0,-1 0 1 0 0,1-1-1 0 0,-1 1 0 0 0,7 3 1 0 0,7 10 19 0 0,-1-1-7 0 0,2-1 0 0 0,0 0 0 0 0,0-2 0 0 0,2 0 0 0 0,-1-1-1 0 0,38 16 1 0 0,-1-6 55 0 0,74 21-1 0 0,-46-22-41 0 0,155 18-1 0 0,80-16 177 0 0,-31-23-233 0 0,-228-4 123 0 0,0-3 0 0 0,-1-3 0 0 0,99-29 0 0 0,-115 27 54 0 0,47-20 1 0 0,-71 23-71 0 0,0 0 1 0 0,-1-1-1 0 0,0-1 0 0 0,30-25 0 0 0,19-26 196 0 0,-3-4 1 0 0,-3-2-1 0 0,73-105 0 0 0,-117 150-208 0 0,-2 0 0 0 0,-1-2 1 0 0,0 1-1 0 0,-2-1 0 0 0,14-43 0 0 0,-11 25-42 0 0,-1 3-1 0 0,-1-2 1 0 0,10-62 0 0 0,-21 92-32 0 0,-1 1 0 0 0,0 0 0 0 0,-1-1 1 0 0,0 1-1 0 0,0-1 0 0 0,-2 1 0 0 0,1 0 0 0 0,-1-1 0 0 0,-1 1 0 0 0,0 0 0 0 0,-1 0 0 0 0,0 1 0 0 0,0-1 0 0 0,-9-13 0 0 0,7 15 5 0 0,-1 1 0 0 0,0 0-1 0 0,0 0 1 0 0,-1 0-1 0 0,0 1 1 0 0,0 0 0 0 0,0 1-1 0 0,-1 0 1 0 0,0 0-1 0 0,-1 1 1 0 0,-18-8-1 0 0,12 6 11 0 0,10 3-20 0 0,-305-141-30 0 0,248 121 106 0 0,-2 2 1 0 0,0 3-1 0 0,-77-11 0 0 0,37 16-277 0 0,0 4 1 0 0,-1 6-1 0 0,0 4 0 0 0,0 4 0 0 0,-126 23 0 0 0,215-25-391 0 0,0 1 0 0 0,0 1 1 0 0,1 0-1 0 0,0 1 0 0 0,0 1 0 0 0,-21 11 0 0 0,33-15 250 0 0,1 0 1 0 0,0 0-1 0 0,0 0 0 0 0,0 0 0 0 0,0 1 0 0 0,0-1 1 0 0,0 1-1 0 0,1 0 0 0 0,-4 4 0 0 0,5-5-114 0 0,0 0-1 0 0,0 0 0 0 0,1 0 1 0 0,-1 1-1 0 0,1-1 1 0 0,-1 0-1 0 0,1 0 1 0 0,0 0-1 0 0,-1 0 1 0 0,2 5-1 0 0</inkml:trace>
</inkml:ink>
</file>

<file path=ppt/ink/ink5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06T18:39:13.57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295 63 240 0 0,'1'-2'1763'0'0,"-8"-1"-1312"0"0,-80 2 3565 0 0,87 1-4012 0 0,0 0 0 0 0,0 0 0 0 0,0 0 0 0 0,0 0 0 0 0,0-1 0 0 0,-1 1 0 0 0,1 0 0 0 0,0 0 1 0 0,0 0-1 0 0,0 0 0 0 0,0 0 0 0 0,0 0 0 0 0,0 0 0 0 0,0 0 0 0 0,-1 0 0 0 0,1 0 0 0 0,0 0 0 0 0,0 0 1 0 0,0 0-1 0 0,0 0 0 0 0,0 0 0 0 0,-1 0 0 0 0,1 0 0 0 0,0 0 0 0 0,0 0 0 0 0,0 0 0 0 0,0 0 0 0 0,0 0 0 0 0,0 0 1 0 0,-1 0-1 0 0,1 0 0 0 0,0 0 0 0 0,0 0 0 0 0,0 0 0 0 0,0 0 0 0 0,0 0 0 0 0,0 0 0 0 0,0 1 0 0 0,-1-1 1 0 0,1 0-1 0 0,0 0 0 0 0,0 0 0 0 0,0 0 0 0 0,0 0 0 0 0,0 0 0 0 0,0 0 0 0 0,0 1 0 0 0,0-1 0 0 0,0 0 1 0 0,0 0-1 0 0,0 0 0 0 0,0 0 0 0 0,0 0 0 0 0,0 0 0 0 0,0 1 0 0 0,0-1 0 0 0,0 0 0 0 0,0 0 0 0 0,0 0 1 0 0,0 0-1 0 0,0 1 0 0 0,0-1 0 0 0,0 0 1 0 0,0 0-1 0 0,0 0 1 0 0,0 0-1 0 0,0 1 0 0 0,0-1 1 0 0,0 0-1 0 0,0 0 1 0 0,0 0-1 0 0,0 0 1 0 0,0 1-1 0 0,0-1 0 0 0,0 0 1 0 0,0 0-1 0 0,0 0 1 0 0,0 0-1 0 0,0 1 1 0 0,-1-1-1 0 0,1 0 0 0 0,0 0 1 0 0,0 0-1 0 0,0 0 1 0 0,0 0-1 0 0,0 1 1 0 0,0-1-1 0 0,0 0 0 0 0,0 0 1 0 0,-1 0-1 0 0,1 0 1 0 0,0 0-1 0 0,0 0 1 0 0,0 0-1 0 0,0 0 1 0 0,0 0-1 0 0,-1 1 0 0 0,1-1 1 0 0,0 0-1 0 0,0 0 1 0 0,0 0-1 0 0,0 0 1 0 0,-1 0-1 0 0,1 0 0 0 0,0 0 1 0 0,0 0-1 0 0,0 0 1 0 0,0 0-1 0 0,-1 0 1 0 0,1 0-1 0 0,0 0 0 0 0,0 0 1 0 0,0 0-1 0 0,0-1 1 0 0,-1 1-1 0 0,-86 20 1103 0 0,66-14-612 0 0,20-5-469 0 0,-1-1 1 0 0,1 1-1 0 0,-1-1 1 0 0,1 1 0 0 0,0-1-1 0 0,-1 1 1 0 0,1 0 0 0 0,0-1-1 0 0,0 1 1 0 0,0 0 0 0 0,-1 0-1 0 0,1 0 1 0 0,0 0 0 0 0,0 0-1 0 0,0 0 1 0 0,0 0 0 0 0,0 2-1 0 0,-21 13 223 0 0,19-16-232 0 0,1 1 0 0 0,0 0 0 0 0,-1 1 0 0 0,1-1 0 0 0,0 0 0 0 0,0 1 0 0 0,0-1 0 0 0,0 1 0 0 0,0 0 0 0 0,1-1 0 0 0,-1 1 0 0 0,0 0 0 0 0,1 0 0 0 0,-1 0 0 0 0,1 0 0 0 0,0 1 0 0 0,0-1 0 0 0,0 0 0 0 0,0 1 0 0 0,0-1 0 0 0,0 0 0 0 0,0 5 0 0 0,1-3-4 0 0,0 1 0 0 0,1-1-1 0 0,0 1 1 0 0,0-1 0 0 0,0 0-1 0 0,0 1 1 0 0,1-1 0 0 0,-1 0 0 0 0,1 0-1 0 0,0 0 1 0 0,0 0 0 0 0,1 0-1 0 0,-1-1 1 0 0,1 1 0 0 0,0 0-1 0 0,0-1 1 0 0,0 0 0 0 0,0 0-1 0 0,4 3 1 0 0,8 4 54 0 0,0 0 1 0 0,1 0-1 0 0,24 10 1 0 0,-4-2-31 0 0,-28-14-29 0 0,1 0 1 0 0,-1 0-1 0 0,1-1 1 0 0,-1 0 0 0 0,1 0-1 0 0,0-1 1 0 0,0 0-1 0 0,1-1 1 0 0,-1 0-1 0 0,0-1 1 0 0,0 0 0 0 0,1 0-1 0 0,11-2 1 0 0,-7-1 16 0 0,0 0 0 0 0,-1-2 0 0 0,1 1 0 0 0,-1-2 0 0 0,0 1 0 0 0,0-2 0 0 0,17-11 0 0 0,-24 13 10 0 0,0-1 1 0 0,0 0 0 0 0,-1 0-1 0 0,0 0 1 0 0,0 0-1 0 0,-1-1 1 0 0,0 0 0 0 0,0 0-1 0 0,0 0 1 0 0,2-9-1 0 0,-1 6-13 0 0,-4 8-16 0 0,-1 0 0 0 0,1 0 0 0 0,-1-1-1 0 0,1 1 1 0 0,-1 0 0 0 0,0 0 0 0 0,0 0-1 0 0,0 0 1 0 0,0-1 0 0 0,0 1 0 0 0,0 0-1 0 0,-1 0 1 0 0,1 0 0 0 0,-1 0 0 0 0,1 0-1 0 0,-1 0 1 0 0,0 0 0 0 0,0 0 0 0 0,0 0-1 0 0,0 0 1 0 0,0 0 0 0 0,-1 0 0 0 0,1 0-1 0 0,-3-2 1 0 0,-6-11-16 0 0,2-7-54 0 0,7 19 12 0 0,0-1 0 0 0,-1 1 1 0 0,1 0-1 0 0,0 0 0 0 0,-1 0 0 0 0,0 0 0 0 0,0 0 0 0 0,0 0 0 0 0,0 1 0 0 0,0-1 0 0 0,0 1 1 0 0,-1-1-1 0 0,1 1 0 0 0,-1 0 0 0 0,-4-3 0 0 0,-5-3-712 0 0,-1 0-1 0 0,0 1 1 0 0,0 0 0 0 0,-1 1-1 0 0,1 0 1 0 0,-1 1 0 0 0,-1 1-1 0 0,1 0 1 0 0,-23-2 0 0 0,4 5-1731 0 0</inkml:trace>
</inkml:ink>
</file>

<file path=ppt/ink/ink5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06T18:39:13.96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1 240 0 0,'0'21'2081'0'0,"65"41"1681"0"0,33 34-561 0 0,-6-13-2400 0 0,6-21-881 0 0,-1-8 160 0 0,1-25-80 0 0,0-23-721 0 0,-32-6-3201 0 0</inkml:trace>
</inkml:ink>
</file>

<file path=ppt/ink/ink5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06T18:39:16.57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60 0 160 0 0,'0'0'21'0'0,"0"1"0"0"0,-1-1 0 0 0,1 1 0 0 0,0-1 0 0 0,0 1 0 0 0,-1-1 0 0 0,1 0 0 0 0,0 1 0 0 0,0-1 0 0 0,-1 0 0 0 0,1 1 0 0 0,0-1 0 0 0,-1 0 0 0 0,1 0 1 0 0,-1 1-1 0 0,1-1 0 0 0,0 0 0 0 0,-1 0 0 0 0,1 1 0 0 0,-1-1 0 0 0,1 0 0 0 0,-1 0 0 0 0,1 0 0 0 0,-1 0 0 0 0,1 0 0 0 0,0 0 0 0 0,-1 0 0 0 0,1 0 0 0 0,-1 0 0 0 0,1 0 0 0 0,-1 0 0 0 0,1 0 0 0 0,-1 0 0 0 0,1 0 0 0 0,-1 0 0 0 0,0-1 0 0 0,1 1 36 0 0,-1 0-1 0 0,1 0 1 0 0,-1 0-1 0 0,1-1 1 0 0,-1 1 0 0 0,1 0-1 0 0,-1 0 1 0 0,0 0-1 0 0,1 0 1 0 0,-1 0 0 0 0,1 0-1 0 0,-1 0 1 0 0,1 0-1 0 0,-1 0 1 0 0,0 1-1 0 0,1-1 1 0 0,-1 0 0 0 0,1 0-1 0 0,-1 0 1 0 0,1 1-1 0 0,-1-1 1 0 0,1 0 0 0 0,-1 1-1 0 0,1-1 1 0 0,0 0-1 0 0,-1 1 1 0 0,1-1-1 0 0,-1 1 1 0 0,1-1 0 0 0,0 0-1 0 0,-1 1 1 0 0,1-1-1 0 0,0 1 1 0 0,-1-1 0 0 0,1 1-1 0 0,0-1 1 0 0,0 1-1 0 0,0-1 1 0 0,-1 2-1 0 0,0-1 40 0 0,1 0-1 0 0,-1-1 0 0 0,0 1 0 0 0,-1 0 0 0 0,1 0 1 0 0,0 0-1 0 0,0-1 0 0 0,0 1 0 0 0,0 0 0 0 0,0-1 1 0 0,-1 0-1 0 0,1 1 0 0 0,0-1 0 0 0,-1 1 1 0 0,1-1-1 0 0,0 0 0 0 0,0 0 0 0 0,-1 0 0 0 0,1 0 1 0 0,-2 0-1 0 0,2 0 80 0 0,1 0-92 0 0,0 0 0 0 0,1 0 0 0 0,-1 0 0 0 0,0 1 0 0 0,0-1 0 0 0,0 0 0 0 0,0 0 0 0 0,0 0 0 0 0,0 0 0 0 0,1 0 0 0 0,-1 1 0 0 0,0-1 0 0 0,0 0 0 0 0,0 0 0 0 0,0 0 0 0 0,0 1 0 0 0,0-1 0 0 0,0 0 0 0 0,0 0 0 0 0,0 0 0 0 0,0 0 0 0 0,0 1 0 0 0,0-1 0 0 0,0 0 0 0 0,0 0 0 0 0,0 0 0 0 0,0 1 0 0 0,0-1 0 0 0,0 0 0 0 0,0 0 0 0 0,0 0 0 0 0,0 0 0 0 0,0 1 0 0 0,0-1 0 0 0,0 0 0 0 0,-1 0 0 0 0,1 0 0 0 0,0 0 0 0 0,0 1 0 0 0,0-1 0 0 0,0 0 0 0 0,0 0 0 0 0,0 0 0 0 0,-1 0 0 0 0,23 0-56 0 0,-17 0 119 0 0,1 2-66 0 0,24 4 25 0 0,-15-3-16 0 0,0 0-1 0 0,0 1 0 0 0,0 1 1 0 0,20 9-1 0 0,-12-3-15 0 0,39 15 0 0 0,-38-17-59 0 0,82 38-52 0 0,-90-38-120 0 0,0 0 0 0 0,0 0 1 0 0,-1 2-1 0 0,21 19 0 0 0,-32-27-110 0 0,0 1 0 0 0,-1 0 0 0 0,0 0 0 0 0,0 1 0 0 0,0-1 0 0 0,0 0 0 0 0,-1 1 0 0 0,1 0 0 0 0,-1-1 0 0 0,2 11 0 0 0,-2-7-1226 0 0,-1 0 0 0 0,0 1 0 0 0,0 15 0 0 0</inkml:trace>
</inkml:ink>
</file>

<file path=ppt/ink/ink5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06T18:39:24.07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260 23 480 0 0,'48'-1'1400'0'0,"39"1"949"0"0,-6 2-957 0 0,55 4 177 0 0,-126-5-1543 0 0,15 0 51 0 0,33-11-7 0 0,-58 10-68 0 0,-1 0-1 0 0,1 0 0 0 0,0 0 0 0 0,0 0 0 0 0,-1 0 0 0 0,1 0 0 0 0,0-1 1 0 0,-1 1-1 0 0,1 0 0 0 0,0 0 0 0 0,0 0 0 0 0,0 0 0 0 0,-1 0 1 0 0,1 0-1 0 0,0-1 0 0 0,0 1 0 0 0,-1 0 0 0 0,1 0 0 0 0,0 0 1 0 0,0-1-1 0 0,0 1 0 0 0,0 0 0 0 0,-1 0 0 0 0,1-1 0 0 0,0 1 1 0 0,0 0-1 0 0,0 0 0 0 0,0-1 0 0 0,0 1 0 0 0,0 0 0 0 0,0-1 0 0 0,0 1 1 0 0,0 0-1 0 0,0 0 0 0 0,0-1 0 0 0,0 1 0 0 0,0 0 0 0 0,0 0 1 0 0,0-1-1 0 0,0 1 0 0 0,0 0 0 0 0,0-1 0 0 0,0 1 0 0 0,0 0 1 0 0,0 0-1 0 0,0-1 0 0 0,1 1 0 0 0,-1 0 0 0 0,0 0 0 0 0,0 0 1 0 0,0-1-1 0 0,0 1 0 0 0,1 0 0 0 0,-1 0 0 0 0,0 0 0 0 0,0-1 1 0 0,1 1-1 0 0,-1 0 0 0 0,0 0 0 0 0,0 0 0 0 0,1 0 0 0 0,-1 0 0 0 0,0-1 1 0 0,0 1-1 0 0,1 0 0 0 0,-1 0 0 0 0,0 0 0 0 0,1 0 0 0 0,-18-3 41 0 0,0 0-1 0 0,1 2 1 0 0,-1 0-1 0 0,0 0 1 0 0,-21 4-1 0 0,-100 14 442 0 0,132-16-454 0 0,-46 8 364 0 0,1 3 1 0 0,0 2-1 0 0,1 2 1 0 0,0 2-1 0 0,-77 40 1 0 0,78-32 166 0 0,49-26-545 0 0,-1 0-1 0 0,1 1 0 0 0,-1-1 1 0 0,0 1-1 0 0,1-1 1 0 0,-1 1-1 0 0,1-1 1 0 0,-1 1-1 0 0,1-1 1 0 0,0 1-1 0 0,-1 0 0 0 0,1-1 1 0 0,-1 1-1 0 0,1-1 1 0 0,0 1-1 0 0,0 0 1 0 0,-1-1-1 0 0,1 1 1 0 0,0 0-1 0 0,0 0 0 0 0,0-1 1 0 0,0 1-1 0 0,0 0 1 0 0,0-1-1 0 0,0 1 1 0 0,0 0-1 0 0,0 0 1 0 0,0-1-1 0 0,0 1 0 0 0,0 0 1 0 0,0-1-1 0 0,1 1 1 0 0,-1 0-1 0 0,0 0 1 0 0,0-1-1 0 0,1 1 1 0 0,-1-1-1 0 0,1 1 0 0 0,-1 0 1 0 0,0-1-1 0 0,2 2 1 0 0,21 16 192 0 0,-21-17-181 0 0,3 2-16 0 0,-1-1 0 0 0,1 1 0 0 0,-1-1 0 0 0,1 0 1 0 0,0-1-1 0 0,0 0 0 0 0,6 2 0 0 0,81 12-314 0 0,132 6 0 0 0,-3-15-5278 0 0,-123-6-194 0 0</inkml:trace>
</inkml:ink>
</file>

<file path=ppt/ink/ink5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06T18:39:25.10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1424 16 1361 0 0,'-70'-13'6229'0'0,"-9"10"-4063"0"0,-1 4-1 0 0,-136 20 0 0 0,137-7-1833 0 0,-1 3-1 0 0,-85 31 1 0 0,59-17-46 0 0,-77 30-13 0 0,149-48-291 0 0,1 1 0 0 0,1 2-1 0 0,-39 25 1 0 0,59-31 31 0 0,0 0 0 0 0,2 0 0 0 0,-1 1 1 0 0,1 1-1 0 0,1 0 0 0 0,-15 23 0 0 0,-18 22 15 0 0,31-42-28 0 0,1 0 0 0 0,1 0 0 0 0,0 1 0 0 0,-12 29 0 0 0,21-45 0 0 0,-1 5-1 0 0,0 0 1 0 0,0-1-1 0 0,0 1 0 0 0,0 0 0 0 0,1-1 0 0 0,0 1 0 0 0,0 0 1 0 0,0 0-1 0 0,0 0 0 0 0,1-1 0 0 0,0 1 0 0 0,0 0 1 0 0,0-1-1 0 0,1 1 0 0 0,-1 0 0 0 0,1-1 0 0 0,0 0 1 0 0,0 1-1 0 0,4 4 0 0 0,2 8 31 0 0,2 7 64 0 0,-9-19-81 0 0,1 0 0 0 0,0-1 0 0 0,0 1 1 0 0,1 0-1 0 0,-1-1 0 0 0,1 0 1 0 0,0 0-1 0 0,0 0 0 0 0,0 0 0 0 0,6 5 1 0 0,3 1 16 0 0,1 0 0 0 0,0-1 1 0 0,1 0-1 0 0,0-1 0 0 0,0-1 1 0 0,1 0-1 0 0,0-1 0 0 0,27 7 1 0 0,-9-2 16 0 0,-5-1 1 0 0,243 75 317 0 0,13-18 59 0 0,3-19-87 0 0,-218-42-179 0 0,0-3 0 0 0,0-3 0 0 0,0-3 0 0 0,0-3 0 0 0,-1-3 1 0 0,110-29-1 0 0,-85 12 465 0 0,136-60-1 0 0,-186 67-491 0 0,-2-2-1 0 0,0-2 0 0 0,-2-1 1 0 0,0-2-1 0 0,40-36 0 0 0,-69 52-92 0 0,0 1 1 0 0,-1-1-1 0 0,0-1 0 0 0,0 0 0 0 0,-2 0 0 0 0,1 0 0 0 0,-1-1 0 0 0,-1 0 0 0 0,9-23 0 0 0,-13 29-31 0 0,0 0 0 0 0,-1 0 0 0 0,0-1 0 0 0,0 1 0 0 0,0 0 0 0 0,-1-1 0 0 0,0 1 0 0 0,0-1 0 0 0,0 1-1 0 0,-1-1 1 0 0,0 1 0 0 0,0 0 0 0 0,-1-1 0 0 0,0 1 0 0 0,0 0 0 0 0,0 0 0 0 0,-1 0 0 0 0,0 0 0 0 0,0 1 0 0 0,0-1 0 0 0,-6-6 0 0 0,-2-1-5 0 0,-1 2 0 0 0,1 0 0 0 0,-2 0 0 0 0,1 1 0 0 0,-29-17 0 0 0,-83-35 173 0 0,63 37-123 0 0,-2 3 0 0 0,-1 3 0 0 0,0 2 0 0 0,-78-8 0 0 0,-262-10-152 0 0,24 32-234 0 0,211 17-2520 0 0,168-15 2655 0 0,-1 1 0 0 0,1 0 1 0 0,0 0-1 0 0,-1 0 0 0 0,1 0 1 0 0,0 1-1 0 0,-1-1 1 0 0,1 0-1 0 0,0 0 0 0 0,-1 1 1 0 0,1-1-1 0 0,0 1 0 0 0,-1-1 1 0 0,1 1-1 0 0,0 0 0 0 0,0-1 1 0 0,0 1-1 0 0,0 0 0 0 0,-1 1 1 0 0,3-1-309 0 0,0 0 0 0 0,0 1 0 0 0,1-1-1 0 0,-1 0 1 0 0,1 0 0 0 0,-1 0 0 0 0,1-1 0 0 0,-1 1 0 0 0,1 0 0 0 0,0 0 0 0 0,3 0 0 0 0,27 12-7617 0 0</inkml:trace>
</inkml:ink>
</file>

<file path=ppt/ink/ink5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06T18:39:33.60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166 66 960 0 0,'33'-19'1254'0'0,"32"-16"1094"0"0,-58 33-2203 0 0,0 0-1 0 0,0 0 1 0 0,1 1 0 0 0,-1 0 0 0 0,1 0-1 0 0,-1 0 1 0 0,13 2 0 0 0,1-1 44 0 0,6-2 120 0 0,1 1-1 0 0,-1 2 1 0 0,46 6-1 0 0,-56-4-262 0 0,-2 1 0 0 0,1 1 0 0 0,0 0 0 0 0,-1 1 0 0 0,0 1-1 0 0,0 0 1 0 0,14 10 0 0 0,97 74 181 0 0,-123-88-217 0 0,0 0 0 0 0,0 0 0 0 0,0 0 0 0 0,0 0 0 0 0,0 0-1 0 0,0 1 1 0 0,-1-1 0 0 0,0 1 0 0 0,0 0 0 0 0,0 0 0 0 0,0 0 0 0 0,0 0 0 0 0,-1 0 0 0 0,0 0 0 0 0,0 0 0 0 0,0 0 0 0 0,0 0 0 0 0,0 1 0 0 0,-1-1 0 0 0,0 0-1 0 0,0 0 1 0 0,0 1 0 0 0,-1 4 0 0 0,1-8-8 0 0,0 3 6 0 0,-1-1 0 0 0,1 0 0 0 0,-1 0 0 0 0,1 0 0 0 0,-1 0 0 0 0,0 0 1 0 0,0 0-1 0 0,0 0 0 0 0,0 0 0 0 0,-1 0 0 0 0,1 0 0 0 0,-1 0 0 0 0,-3 4 0 0 0,-6 10 92 0 0,7-6-11 0 0,4-8-67 0 0,-1-1 0 0 0,0 0 0 0 0,0 0 0 0 0,0 0-1 0 0,0 0 1 0 0,0 0 0 0 0,0 0 0 0 0,0 0-1 0 0,-3 2 1 0 0,-88 68 1032 0 0,69-57-567 0 0,0 0 1 0 0,0-1-1 0 0,-1-1 0 0 0,-1-2 1 0 0,0 0-1 0 0,-45 12 0 0 0,33-11-96 0 0,10-2-155 0 0,0-1 0 0 0,-1-1 1 0 0,-1-2-1 0 0,1-1 0 0 0,-1-1 1 0 0,-31 1-1 0 0,47-5-236 0 0,-1 0 0 0 0,1 0 0 0 0,0-2 0 0 0,-1 1 0 0 0,1-2 0 0 0,0 0 0 0 0,1 0 0 0 0,-1-1 0 0 0,0-1 0 0 0,-14-7 0 0 0,24 10-6 0 0,-1 0 0 0 0,1 0 0 0 0,0-1 0 0 0,0 1 0 0 0,0-1 1 0 0,1 1-1 0 0,-1-1 0 0 0,0 0 0 0 0,1 0 0 0 0,0 0 0 0 0,-2-5 0 0 0,3 7 1 0 0,0-1 0 0 0,0 0-1 0 0,1 1 1 0 0,-1-1-1 0 0,1 0 1 0 0,-1 0 0 0 0,1 0-1 0 0,0 0 1 0 0,-1 0-1 0 0,1 0 1 0 0,0 0 0 0 0,0 1-1 0 0,1-1 1 0 0,-1 0-1 0 0,0 0 1 0 0,1 0 0 0 0,-1 0-1 0 0,1 0 1 0 0,-1 1-1 0 0,1-1 1 0 0,0 0 0 0 0,0 0-1 0 0,1-2 1 0 0,20-16-75 0 0,-19 16 69 0 0,0 2-1 0 0,0-1 1 0 0,1 0 0 0 0,-1 1 0 0 0,1-1-1 0 0,-1 1 1 0 0,1 0 0 0 0,0 0 0 0 0,0 1-1 0 0,0-1 1 0 0,0 1 0 0 0,0-1 0 0 0,0 1-1 0 0,0 1 1 0 0,0-1 0 0 0,0 1 0 0 0,1-1-1 0 0,-1 1 1 0 0,0 0 0 0 0,0 1 0 0 0,1-1 0 0 0,-1 1-1 0 0,4 1 1 0 0,13 4 102 0 0,0 0-1 0 0,-1 2 1 0 0,33 17-1 0 0,-53-25-89 0 0,8 4 20 0 0,43 20 150 0 0,0 3 0 0 0,68 47 0 0 0,-66-18-38 0 0,40 22-440 0 0,-90-75 246 0 0,1 2-241 0 0,1-1 0 0 0,-1 0 1 0 0,1 0-1 0 0,-1 0 0 0 0,1-1 1 0 0,0 0-1 0 0,0 0 0 0 0,1 0 1 0 0,-1 0-1 0 0,1-1 0 0 0,7 3 1 0 0,47-2-4715 0 0</inkml:trace>
</inkml:ink>
</file>

<file path=ppt/ink/ink5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06T18:39:34.09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1237 1 1361 0 0,'-76'15'1292'0'0,"-62"12"837"0"0,-225 74-1 0 0,268-67-1400 0 0,29-10-85 0 0,-104 51 0 0 0,-20 32 584 0 0,180-101-1169 0 0,0 1 0 0 0,0 0-1 0 0,1 0 1 0 0,0 0-1 0 0,1 1 1 0 0,0 1 0 0 0,0 0-1 0 0,0 0 1 0 0,1 0-1 0 0,1 1 1 0 0,0 0 0 0 0,0 0-1 0 0,1 0 1 0 0,0 1-1 0 0,1 0 1 0 0,0 0 0 0 0,0 0-1 0 0,1 1 1 0 0,1-1-1 0 0,0 1 1 0 0,0 14 0 0 0,1 3 134 0 0,0-19-98 0 0,1 1 1 0 0,-1-1-1 0 0,2 1 0 0 0,0-1 0 0 0,0 1 0 0 0,1-1 1 0 0,0 0-1 0 0,5 13 0 0 0,-1-11-37 0 0,2 0 0 0 0,-1-1 1 0 0,1 0-1 0 0,1 0 0 0 0,0-1 0 0 0,1 0 0 0 0,0-1 0 0 0,0 0 0 0 0,21 14 1 0 0,4 0-31 0 0,1-2 0 0 0,40 17 1 0 0,240 85 265 0 0,-272-109-278 0 0,0-1-1 0 0,79 10 0 0 0,-90-20-12 0 0,1-1 0 0 0,-1-2 0 0 0,1-1 0 0 0,50-9 0 0 0,-48 3 4 0 0,0-1-1 0 0,-1-2 0 0 0,0-1 0 0 0,-1-2 1 0 0,0-2-1 0 0,38-21 0 0 0,-47 21-7 0 0,0-1-1 0 0,-1-1 0 0 0,-1-1 1 0 0,-1-1-1 0 0,0-1 1 0 0,-2-1-1 0 0,0-1 0 0 0,23-34 1 0 0,-30 37 26 0 0,-1 0 0 0 0,0-1 1 0 0,-2-1-1 0 0,0 0 0 0 0,-2-1 1 0 0,7-22-1 0 0,-13 33-16 0 0,1 0 0 0 0,-2 0-1 0 0,0 0 1 0 0,0 0 0 0 0,-1 0 0 0 0,0-1 0 0 0,-1 1 0 0 0,0 0 0 0 0,-1 0 0 0 0,0 0-1 0 0,-1 0 1 0 0,0 0 0 0 0,-9-19 0 0 0,6 17-14 0 0,-1 1 0 0 0,0 0-1 0 0,-1 0 1 0 0,0 0 0 0 0,-1 1 0 0 0,-1 0 0 0 0,0 0 0 0 0,0 1 0 0 0,-1 1-1 0 0,0 0 1 0 0,0 0 0 0 0,-1 1 0 0 0,-14-7 0 0 0,-2 1 36 0 0,-1 2 1 0 0,-1 1-1 0 0,0 1 1 0 0,-54-10 0 0 0,-45-1-1126 0 0,-248-8 1 0 0,339 27 535 0 0,-124-2-2709 0 0,26 8-694 0 0</inkml:trace>
</inkml:ink>
</file>

<file path=ppt/ink/ink5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06T18:39:43.01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34 1103 560 0 0,'-21'-7'2386'0'0,"36"5"-770"0"0,-14 1-1330 0 0,0 0 0 0 0,0-1-1 0 0,-1 1 1 0 0,1-1 0 0 0,-1 1 0 0 0,1-1-1 0 0,-1 1 1 0 0,1-1 0 0 0,-1 1 0 0 0,0-1 0 0 0,0 0-1 0 0,0 1 1 0 0,0-1 0 0 0,0 0 0 0 0,0 1-1 0 0,0-1 1 0 0,0 1 0 0 0,-1-1 0 0 0,1 1 0 0 0,0-1-1 0 0,-1 0 1 0 0,0 1 0 0 0,1 0 0 0 0,-1-1-1 0 0,-1-1 1 0 0,2 3-236 0 0,-15 0 137 0 0,15 0-170 0 0,-1 0 0 0 0,1 0-1 0 0,-1 0 1 0 0,1 0-1 0 0,-1 0 1 0 0,1 0-1 0 0,-1 0 1 0 0,1 0-1 0 0,-1 0 1 0 0,1 0-1 0 0,-1 0 1 0 0,1 0 0 0 0,0-1-1 0 0,-1 1 1 0 0,1 0-1 0 0,-1 0 1 0 0,1-1-1 0 0,-1 1 1 0 0,1 0-1 0 0,0 0 1 0 0,-1-1-1 0 0,1 1 1 0 0,0 0 0 0 0,-1-1-1 0 0,1 1 1 0 0,0-1-1 0 0,0 1 1 0 0,-1 0-1 0 0,1-1 1 0 0,5-7 290 0 0,-1 5-262 0 0,-1 2-14 0 0,-1-1 0 0 0,0 1-1 0 0,1-1 1 0 0,-1 0 0 0 0,0 0 0 0 0,0 0-1 0 0,0 0 1 0 0,-1 0 0 0 0,1-1 0 0 0,0 1-1 0 0,-1 0 1 0 0,0-1 0 0 0,1 1 0 0 0,0-4 0 0 0,4-3 52 0 0,0 0 0 0 0,0 1 1 0 0,14-14-1 0 0,165-188 717 0 0,-165 187-755 0 0,19-21 13 0 0,37-53-1 0 0,-61 78 17 0 0,31-31 0 0 0,7-8 32 0 0,-9-7-146 0 0,10 8-27 0 0,-10 3 67 0 0,0 11-19 0 0,53-38-1 0 0,-48 41-74 0 0,-35 30 115 0 0,-1 0-1 0 0,2 1 1 0 0,-1 0 0 0 0,1 1 0 0 0,1 1-1 0 0,-1 0 1 0 0,1 1 0 0 0,30-7 0 0 0,-38 12-61 0 0,-7 1 24 0 0,0 0 0 0 0,0 0 0 0 0,0 0 0 0 0,0 0 0 0 0,0 0 1 0 0,-1 0-1 0 0,1 0 0 0 0,0 0 0 0 0,0 0 0 0 0,0 0 0 0 0,0-1 0 0 0,0 1 1 0 0,-1 0-1 0 0,1-1 0 0 0,0 1 0 0 0,0 0 0 0 0,-1-1 0 0 0,1 1 0 0 0,0-1 0 0 0,-1 1 1 0 0,1-1-1 0 0,0 0 0 0 0,-1 1 0 0 0,1-1 0 0 0,-1 0 0 0 0,1 1 0 0 0,-1-1 0 0 0,1 0 1 0 0,-1 0-1 0 0,1 1 0 0 0,-1-1 0 0 0,0 0 0 0 0,0 0 0 0 0,1 0 0 0 0,-1 1 0 0 0,0-3 1 0 0,0 3 5 0 0,1-1-1 0 0,-1 0 1 0 0,0 1 0 0 0,0-1 0 0 0,1 1 0 0 0,-1-1 0 0 0,1 1 0 0 0,-1 0 0 0 0,0-1 0 0 0,1 1 0 0 0,-1-1 0 0 0,1 1-1 0 0,-1 0 1 0 0,1-1 0 0 0,-1 1 0 0 0,1 0 0 0 0,-1-1 0 0 0,1 1 0 0 0,-1 0 0 0 0,1 0 0 0 0,-1 0 0 0 0,1-1 0 0 0,0 1 0 0 0,-1 0-1 0 0,1 0 1 0 0,-1 0 0 0 0,1 0 0 0 0,0 0 0 0 0,-1 0 0 0 0,1 0 0 0 0,-1 0 0 0 0,1 0 0 0 0,-1 0 0 0 0,1 1 0 0 0,0-1-1 0 0,0 0 3 0 0,-1 0 0 0 0,1 1-1 0 0,-1-1 1 0 0,1 0-1 0 0,-1 0 1 0 0,1 0 0 0 0,-1 0-1 0 0,1 0 1 0 0,-1 0-1 0 0,1 0 1 0 0,-1 0 0 0 0,1 0-1 0 0,-1 0 1 0 0,1 0-1 0 0,-1-1 1 0 0,1 1 0 0 0,-1 0-1 0 0,0 0 1 0 0,1 0-1 0 0,-1-1 1 0 0,1 1 0 0 0,-1 0-1 0 0,1 0 1 0 0,-1-1 0 0 0,0 1-1 0 0,1 0 1 0 0,-1-1-1 0 0,0 1 1 0 0,1 0 0 0 0,-1-1-1 0 0,0 1 1 0 0,1-1-1 0 0,-1 0-151 0 0,-6 2 0 0 0,0 0 162 0 0,-7 4-212 0 0,0 24 378 0 0,1-4 351 0 0,-26 43-1 0 0,27-51-356 0 0,1 0 1 0 0,1 0-1 0 0,0 0 1 0 0,1 1-1 0 0,1 1 1 0 0,-9 37-1 0 0,5 42 252 0 0,-15 24-64 0 0,16-86-237 0 0,2 0-1 0 0,2 1 1 0 0,-4 66-1 0 0,10 150 195 0 0,0-248-334 0 0,0 1 0 0 0,0 0-1 0 0,1 0 1 0 0,-1 0 0 0 0,1 0 0 0 0,1-1-1 0 0,-1 1 1 0 0,1 0 0 0 0,0-1 0 0 0,0 1-1 0 0,1-1 1 0 0,-1 0 0 0 0,1 0 0 0 0,0 0-1 0 0,1 0 1 0 0,-1 0 0 0 0,1-1-1 0 0,0 0 1 0 0,0 1 0 0 0,0-1 0 0 0,1-1-1 0 0,5 5 1 0 0,-7-5-142 0 0,1-1 0 0 0,-1 1 0 0 0,1-1 0 0 0,0 0 0 0 0,0 0 0 0 0,0 0 0 0 0,0 0 0 0 0,0-1 0 0 0,0 0 0 0 0,5 2 0 0 0,-8-3 25 0 0,0 0-1 0 0,0 0 0 0 0,0 0 0 0 0,0 0 1 0 0,0 0-1 0 0,0-1 0 0 0,0 1 0 0 0,0 0 1 0 0,0 0-1 0 0,0-1 0 0 0,-1 1 0 0 0,1 0 0 0 0,0-1 1 0 0,0 1-1 0 0,0-1 0 0 0,0 1 0 0 0,-1-1 1 0 0,1 0-1 0 0,0 1 0 0 0,-1-1 0 0 0,1 0 1 0 0,0 1-1 0 0,-1-1 0 0 0,1 0 0 0 0,-1 0 1 0 0,1 1-1 0 0,-1-1 0 0 0,1 0 0 0 0,-1 0 0 0 0,0 0 1 0 0,1 0-1 0 0,-1 0 0 0 0,0 0 0 0 0,0 0 1 0 0,0 0-1 0 0,1 1 0 0 0,-1-1 0 0 0,0 0 1 0 0,0 0-1 0 0,-1 0 0 0 0,1 0 0 0 0,0-2 1 0 0,0-28-5766 0 0</inkml:trace>
</inkml:ink>
</file>

<file path=ppt/ink/ink5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06T18:39:43.40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15 960 0 0,'0'-7'2642'0'0,"0"-1"3601"0"0,33 8-4963 0 0,-33 8-319 0 0,65-1-241 0 0,1 7-560 0 0,97 5-2721 0 0,0-11-3522 0 0</inkml:trace>
</inkml:ink>
</file>

<file path=ppt/ink/ink5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06T18:39:45.93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1247 291 800 0 0,'-5'-1'1254'0'0,"-50"-18"1734"0"0,42 12-2461 0 0,-1 0 1 0 0,-1 1-1 0 0,1 1 0 0 0,-1 0 0 0 0,0 1 0 0 0,0 1 1 0 0,-1 0-1 0 0,1 1 0 0 0,-25 0 0 0 0,-8 1 546 0 0,-90 12-1 0 0,115-7-1012 0 0,-1 2 0 0 0,1 0 0 0 0,0 2 0 0 0,1 0 0 0 0,0 2 0 0 0,0 0 0 0 0,-36 25 0 0 0,9 6-180 0 0,19-21 60 0 0,20-13 54 0 0,0-1-1 0 0,1 2 0 0 0,-1-1 1 0 0,-14 16-1 0 0,-3 12 23 0 0,-17 18 35 0 0,23-32-40 0 0,3-5 21 0 0,2 0-1 0 0,-21 27 1 0 0,-68 84 22 0 0,64-80-201 0 0,-41 61 0 0 0,78-102 144 0 0,1 1 1 0 0,0-1-1 0 0,-1 1 0 0 0,2 0 1 0 0,-4 12-1 0 0,-4 13 6 0 0,-12 9-17 0 0,11 1-66 0 0,7-31 48 0 0,2-9 28 0 0,1 0-1 0 0,0 0 1 0 0,0 0 0 0 0,0 0 0 0 0,0 0-1 0 0,1 0 1 0 0,-1 0 0 0 0,0 1 0 0 0,1-1-1 0 0,0 0 1 0 0,-1 1 0 0 0,1-1-1 0 0,0 0 1 0 0,0 0 0 0 0,0 1 0 0 0,1-1-1 0 0,-1 0 1 0 0,1 1 0 0 0,-1-1 0 0 0,1 0-1 0 0,-1 0 1 0 0,1 0 0 0 0,0 0-1 0 0,0 0 1 0 0,0 0 0 0 0,1 0 0 0 0,-1 0-1 0 0,0 0 1 0 0,1 0 0 0 0,-1 0 0 0 0,1-1-1 0 0,2 3 1 0 0,0 2-31 0 0,1 0 0 0 0,-1 0 0 0 0,0 1 0 0 0,-1-1 0 0 0,1 1 0 0 0,3 12 0 0 0,-4-11 5 0 0,0 0 0 0 0,0 0-1 0 0,1-1 1 0 0,0 1 0 0 0,7 8-1 0 0,24 31 62 0 0,-28-34-14 0 0,2-1-1 0 0,-1 0 1 0 0,1 0-1 0 0,1-1 1 0 0,0-1 0 0 0,1 0-1 0 0,0 0 1 0 0,0-1-1 0 0,1 0 1 0 0,23 13 0 0 0,25 3 54 0 0,2-2 0 0 0,0-2 0 0 0,2-4 0 0 0,0-2-1 0 0,0-3 1 0 0,100 6 0 0 0,-90-16 9 0 0,-1-3-1 0 0,1-3 1 0 0,-1-3-1 0 0,0-3 1 0 0,118-33-1 0 0,190-87-25 0 0,-343 112-110 0 0,-1-1 1 0 0,-1-2-1 0 0,65-50 1 0 0,-80 55 50 0 0,-1 0 9 0 0,-1-1 1 0 0,0 0-1 0 0,-1-2 1 0 0,-1 0-1 0 0,21-31 1 0 0,-34 43 22 0 0,1-1 0 0 0,-1 1 1 0 0,-1-1-1 0 0,1 0 0 0 0,-1 0 1 0 0,-1 0-1 0 0,1 0 0 0 0,-1-1 1 0 0,-1 1-1 0 0,1-10 0 0 0,0-15 86 0 0,-3-44 0 0 0,-1 22-26 0 0,0 22-62 0 0,-2 0 0 0 0,-1 0 0 0 0,-2 0 0 0 0,-1 1 0 0 0,-1 0 0 0 0,-14-31 0 0 0,16 43-13 0 0,-2-3 25 0 0,-1 0 0 0 0,-1 0-1 0 0,-1 1 1 0 0,-1 0 0 0 0,-1 2 0 0 0,-1-1-1 0 0,0 2 1 0 0,-32-31 0 0 0,3 11-45 0 0,-1 2 0 0 0,-78-49 0 0 0,80 61 3 0 0,-2 1 1 0 0,0 3-1 0 0,-1 1 1 0 0,-1 2 0 0 0,-75-17-1 0 0,91 27-242 0 0,-1 2 1 0 0,1 1-1 0 0,-1 1 0 0 0,0 1 0 0 0,-52 3 1 0 0,56 3-1028 0 0,-1 1 0 0 0,1 1 0 0 0,-42 13 0 0 0,-22 15-4222 0 0</inkml:trace>
</inkml:ink>
</file>

<file path=ppt/ink/ink5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06T18:39:47.05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452 32 960 0 0,'-126'35'4683'0'0,"73"-18"-3127"0"0,-62 14 996 0 0,111-30-2502 0 0,1 0 0 0 0,-1 0 0 0 0,1 1-1 0 0,-1-1 1 0 0,1 1 0 0 0,0 0 0 0 0,0 0 0 0 0,0 0-1 0 0,0 0 1 0 0,0 0 0 0 0,0 1 0 0 0,1-1 0 0 0,-5 6 0 0 0,-11 9-1 0 0,16-15-42 0 0,-1 0-1 0 0,1 0 1 0 0,-1 0 0 0 0,1 0-1 0 0,0 1 1 0 0,0-1 0 0 0,0 1-1 0 0,0-1 1 0 0,0 1 0 0 0,1 0 0 0 0,-1-1-1 0 0,1 1 1 0 0,-1 0 0 0 0,1 0-1 0 0,0 0 1 0 0,1 0 0 0 0,-1 0-1 0 0,0 0 1 0 0,1 0 0 0 0,-1 1-1 0 0,1-1 1 0 0,0 0 0 0 0,1 5-1 0 0,-1 68 434 0 0,0-73-437 0 0,1 0-1 0 0,0 0 0 0 0,0 0 0 0 0,0 0 1 0 0,0 0-1 0 0,1 0 0 0 0,-1 0 0 0 0,1-1 1 0 0,-1 1-1 0 0,1 0 0 0 0,0-1 0 0 0,0 1 1 0 0,0-1-1 0 0,1 0 0 0 0,-1 0 0 0 0,1 0 1 0 0,-1 0-1 0 0,1 0 0 0 0,-1 0 0 0 0,6 2 1 0 0,8 5 13 0 0,1-1 1 0 0,20 8 0 0 0,-24-11-21 0 0,3 1-6 0 0,0-1 0 0 0,0 0 0 0 0,0-1 1 0 0,1-1-1 0 0,0 0 0 0 0,0-2 0 0 0,-1 0 1 0 0,1 0-1 0 0,0-2 0 0 0,0 0 0 0 0,0-1 0 0 0,0-1 1 0 0,-1 0-1 0 0,19-7 0 0 0,-32 9 13 0 0,1 0 0 0 0,0-1 0 0 0,0 1 0 0 0,-1-1 0 0 0,1 0 0 0 0,-1 0 0 0 0,0 0 0 0 0,1 0-1 0 0,-1-1 1 0 0,0 1 0 0 0,0-1 0 0 0,-1 0 0 0 0,1 0 0 0 0,0 0 0 0 0,-1 0 0 0 0,0 0 0 0 0,0-1 0 0 0,0 1 0 0 0,0-1 0 0 0,0 1 0 0 0,1-7 0 0 0,-1 3 31 0 0,-1 0 0 0 0,-1 0 0 0 0,1 0 0 0 0,-1 0 0 0 0,0 0 0 0 0,0 0 0 0 0,-1-1 0 0 0,0 1 0 0 0,-1 0 0 0 0,1 0 0 0 0,-1 1 0 0 0,-5-12 0 0 0,-1 2 34 0 0,-2 0 0 0 0,1 0 0 0 0,-2 1 0 0 0,0 1-1 0 0,-1 0 1 0 0,0 1 0 0 0,-1 0 0 0 0,0 0 0 0 0,-1 1 0 0 0,-20-12 0 0 0,21 15-19 0 0,-1 2 1 0 0,0-1-1 0 0,-1 2 0 0 0,1 0 1 0 0,-1 0-1 0 0,0 2 0 0 0,0 0 0 0 0,-1 0 1 0 0,0 2-1 0 0,-20-2 0 0 0,-15-3 49 0 0,25 2-200 0 0,10 2-446 0 0,0 1-1 0 0,-23-1 1 0 0,37 3 341 0 0,0 0 1 0 0,0 0-1 0 0,0 0 0 0 0,1 0 1 0 0,-1 0-1 0 0,0 1 0 0 0,0-1 1 0 0,0 1-1 0 0,0-1 0 0 0,-2 2 1 0 0,0 6-3377 0 0,4-1-232 0 0</inkml:trace>
</inkml:ink>
</file>

<file path=ppt/ink/ink5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06T18:39:47.41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0 480 0 0,'0'6'1281'0'0,"33"24"560"0"0,-1 17 160 0 0,66 7-481 0 0,-65-12-879 0 0,32-7-561 0 0,0-14-160 0 0,1 0-561 0 0,-40-9-1520 0 0,6 3-1921 0 0</inkml:trace>
</inkml:ink>
</file>

<file path=ppt/ink/ink6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06T18:39:47.94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0 1521 0 0,'33'0'1680'0'0,"32"0"-159"0"0,26 0-320 0 0,7 9-241 0 0,66-3-480 0 0,-34 0-880 0 0,-65 3-1201 0 0,1-3-1520 0 0</inkml:trace>
</inkml:ink>
</file>

<file path=ppt/ink/ink6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06T18:39:48.52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224 101 880 0 0,'0'-69'4696'0'0,"0"68"-4675"0"0,0 0 0 0 0,0 1-1 0 0,0-1 1 0 0,1 0 0 0 0,-1 1 0 0 0,0-1 0 0 0,0 0-1 0 0,1 1 1 0 0,-1-1 0 0 0,0 0 0 0 0,1 1 0 0 0,-1-1-1 0 0,1 0 1 0 0,-1 1 0 0 0,1-1 0 0 0,-1 1 0 0 0,1-1-1 0 0,0 1 1 0 0,-1-1 0 0 0,1 1 0 0 0,0 0 0 0 0,-1-1 0 0 0,1 1-1 0 0,0 0 1 0 0,-1-1 0 0 0,1 1 0 0 0,0 0 0 0 0,-1 0-1 0 0,1 0 1 0 0,0 0 0 0 0,0 0 0 0 0,0 0 0 0 0,0 0-10 0 0,0 0 1 0 0,-1 0 0 0 0,1-1 0 0 0,-1 1 0 0 0,1 0 0 0 0,0 0 0 0 0,-1 0-1 0 0,1 0 1 0 0,0-1 0 0 0,-1 1 0 0 0,1 0 0 0 0,-1 0 0 0 0,1-1-1 0 0,-1 1 1 0 0,1 0 0 0 0,-1-1 0 0 0,1 1 0 0 0,-1-1 0 0 0,1 1-1 0 0,-1-1 1 0 0,1 1 0 0 0,-1-1 0 0 0,0 1 0 0 0,1-1 0 0 0,-1 1-1 0 0,0-1 1 0 0,0 1 0 0 0,1-1 0 0 0,-1 0 0 0 0,0 0 0 0 0,6-1 148 0 0,-5 1-143 0 0,19-1 41 0 0,-14 9-18 0 0,-11 9 32 0 0,-11 10 148 0 0,0-1 0 0 0,-2-1 1 0 0,-21 23-1 0 0,28-35-4 0 0,-1 0 1 0 0,0-1 0 0 0,-1-1-1 0 0,0 0 1 0 0,-1 0 0 0 0,0-2-1 0 0,-20 10 1 0 0,32-17-184 0 0,-1 0 0 0 0,1-1 0 0 0,-1 1 0 0 0,0-1 0 0 0,1 0 0 0 0,-1 0 0 0 0,0 1 1 0 0,1-2-1 0 0,-1 1 0 0 0,0 0 0 0 0,1-1 0 0 0,-1 1 0 0 0,0-1 0 0 0,1 0 0 0 0,-1 1 0 0 0,1-1 0 0 0,-1-1 0 0 0,-3-1 0 0 0,-6-2 99 0 0,12 4-100 0 0,-1 1-1 0 0,0-1 0 0 0,1 1 0 0 0,-1-1 0 0 0,1 1 0 0 0,-1-1 0 0 0,1 0 0 0 0,0 0 1 0 0,-1 1-1 0 0,1-1 0 0 0,0 0 0 0 0,-1 1 0 0 0,1-1 0 0 0,0 0 0 0 0,0 0 0 0 0,0 0 1 0 0,0 1-1 0 0,0-1 0 0 0,0 0 0 0 0,0 0 0 0 0,0 1 0 0 0,0-1 0 0 0,0 0 0 0 0,0 0 1 0 0,0 0-1 0 0,1 0 0 0 0,-2-1-7 0 0,1 1 0 0 0,0-1 0 0 0,0 1 0 0 0,0 0 1 0 0,0-1-1 0 0,0 1 0 0 0,0-1 0 0 0,1 1 0 0 0,-1 0 0 0 0,0-1 1 0 0,1 1-1 0 0,-1 0 0 0 0,1-1 0 0 0,-1 1 0 0 0,1 0 0 0 0,1-3 1 0 0,0 4-15 0 0,0-1 1 0 0,-1 0 0 0 0,1 1-1 0 0,0 0 1 0 0,0-1-1 0 0,-1 1 1 0 0,1 0 0 0 0,0 0-1 0 0,0 0 1 0 0,0 0 0 0 0,3 0-1 0 0,3 0 12 0 0,14-1 21 0 0,-3 1 1 0 0,-1 0-1 0 0,25 4 0 0 0,354 41-1016 0 0,-261-25-1775 0 0,-32-5-2094 0 0</inkml:trace>
</inkml:ink>
</file>

<file path=ppt/ink/ink6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06T18:41:07.63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1431 9 560 0 0,'1'1'930'0'0,"-8"3"-739"0"0,-14-3 262 0 0,20-1-421 0 0,1 0-1 0 0,0 0 1 0 0,0 0-1 0 0,0 0 1 0 0,-1 0 0 0 0,1 0-1 0 0,0 0 1 0 0,0 0-1 0 0,-1 0 1 0 0,1 0-1 0 0,0 0 1 0 0,0 0-1 0 0,0 0 1 0 0,-1 0-1 0 0,1 0 1 0 0,0 0 0 0 0,0 0-1 0 0,0 1 1 0 0,-1-1-1 0 0,1 0 1 0 0,0 0-1 0 0,0 0 1 0 0,0 0-1 0 0,0 0 1 0 0,0 1-1 0 0,-1-1 1 0 0,1 0 0 0 0,0 0-1 0 0,0 0 1 0 0,0 0-1 0 0,0 1 1 0 0,0-1-1 0 0,0 0 1 0 0,0 0-1 0 0,0 0 1 0 0,0 1-1 0 0,0-1 1 0 0,-1 0 0 0 0,1 0-1 0 0,0 0 1 0 0,0 1-1 0 0,0-1 1 0 0,0 0-1 0 0,1 0 1 0 0,-1 1-1 0 0,0-1 1 0 0,0 0-1 0 0,0 0 1 0 0,0 0-1 0 0,0 1 1 0 0,0-1 0 0 0,0 0 7 0 0,0 0 1 0 0,0 1 0 0 0,1-1 0 0 0,-1 0-1 0 0,0 0 1 0 0,0 1 0 0 0,0-1 0 0 0,0 0 0 0 0,0 0-1 0 0,0 0 1 0 0,0 1 0 0 0,0-1 0 0 0,0 0-1 0 0,0 0 1 0 0,0 0 0 0 0,0 1 0 0 0,0-1-1 0 0,0 0 1 0 0,0 0 0 0 0,-1 0 0 0 0,1 1 0 0 0,0-1-1 0 0,0 0 1 0 0,0 0 0 0 0,0 0 0 0 0,0 1-1 0 0,0-1 1 0 0,0 0 0 0 0,-1 0 0 0 0,1 0-1 0 0,0 0 1 0 0,0 0 0 0 0,0 1 0 0 0,0-1 0 0 0,-1 0-1 0 0,1 0 1 0 0,0 0 0 0 0,0 0 0 0 0,0 0-1 0 0,-1 0 1 0 0,1 0 0 0 0,0 0 0 0 0,0 0-1 0 0,0 0 1 0 0,-1 1 0 0 0,1-1 0 0 0,0 0 0 0 0,0 0-1 0 0,0 0 1 0 0,-1-1 0 0 0,1 1 0 0 0,-2 0 84 0 0,1 1-76 0 0,0-1 0 0 0,0 0-1 0 0,0 0 1 0 0,0 0-1 0 0,0 1 1 0 0,0-1 0 0 0,0 0-1 0 0,0-1 1 0 0,0 1-1 0 0,-1 0 1 0 0,1 0 0 0 0,0 0-1 0 0,0-1 1 0 0,0 1-1 0 0,0 0 1 0 0,0-1 0 0 0,0 1-1 0 0,0-1 1 0 0,0 1-1 0 0,1-1 1 0 0,-1 0 0 0 0,0 1-1 0 0,-2-3 1 0 0,3 2 1553 0 0,-6 1-1150 0 0,5 1-419 0 0,0-1-1 0 0,0 0 1 0 0,1 0 0 0 0,-1 1 0 0 0,0-1 0 0 0,0 0 0 0 0,0 0-1 0 0,0 0 1 0 0,0 0 0 0 0,0 0 0 0 0,0 0 0 0 0,0 0-1 0 0,0-1 1 0 0,0 1 0 0 0,0 0 0 0 0,0 0 0 0 0,0-1 0 0 0,0 1-1 0 0,1 0 1 0 0,-1-1 0 0 0,0 1 0 0 0,0-1 0 0 0,0 0-1 0 0,1 1 1 0 0,-1-1 0 0 0,0 1 0 0 0,0-1 0 0 0,0-1 0 0 0,0 1-7 0 0,-1 0 1 0 0,1 1 0 0 0,0-1-1 0 0,-1 0 1 0 0,1 1-1 0 0,0-1 1 0 0,-1 1 0 0 0,1 0-1 0 0,-1-1 1 0 0,1 1 0 0 0,0 0-1 0 0,-1 0 1 0 0,1 0-1 0 0,-1 0 1 0 0,1 0 0 0 0,-1 0-1 0 0,-1 1 1 0 0,3-1 6 0 0,-7-4 379 0 0,3 1-355 0 0,-6 2 13 0 0,0 0-1 0 0,0 1 1 0 0,0 1-1 0 0,0-1 1 0 0,0 2 0 0 0,-17 3-1 0 0,17-1-20 0 0,-1-1 0 0 0,1 0 0 0 0,-1-1 0 0 0,-19 2 1 0 0,19-3-9 0 0,0 1 0 0 0,1 0-1 0 0,-17 5 1 0 0,10-2-25 0 0,12-6-8 0 0,-1 1 0 0 0,1 0 1 0 0,0 1-1 0 0,-1-1 0 0 0,1 1 1 0 0,0 0-1 0 0,0 1 0 0 0,-7 1 0 0 0,-30 8 74 0 0,0 1-1 0 0,0 2 0 0 0,-55 27 0 0 0,-32 15-95 0 0,80-37-3 0 0,1 2 1 0 0,-51 31 0 0 0,71-37-6 0 0,-4 5-34 0 0,26-13 51 0 0,5-6 9 0 0,-1 1 0 0 0,1 0 0 0 0,-1-1-1 0 0,0 1 1 0 0,1-1 0 0 0,-1 1 0 0 0,0-1 0 0 0,0 0 0 0 0,0 1 0 0 0,0-1 0 0 0,0 0-1 0 0,0 0 1 0 0,0-1 0 0 0,0 1 0 0 0,-3 0 0 0 0,-8 5-35 0 0,0 0 0 0 0,0 0 0 0 0,1 2 0 0 0,-12 8 0 0 0,1-1 5 0 0,-6 11 95 0 0,27-23-52 0 0,-1 0-1 0 0,0 0 1 0 0,0 0 0 0 0,0 0 0 0 0,-1 0 0 0 0,1-1 0 0 0,-1 0 0 0 0,1 1 0 0 0,-5 1 0 0 0,4-3-4 0 0,0 1 0 0 0,1 0 0 0 0,-1 1 0 0 0,1-1 0 0 0,0 1 0 0 0,-1-1 0 0 0,1 1 1 0 0,0 0-1 0 0,-3 5 0 0 0,-23 18-120 0 0,13-13 219 0 0,1 0-1 0 0,0 1 0 0 0,-21 23 1 0 0,26-25-113 0 0,-6 3 12 0 0,14-13-17 0 0,1-1 1 0 0,-1 1 0 0 0,0 0 0 0 0,0 0 0 0 0,1 0-1 0 0,-1-1 1 0 0,1 2 0 0 0,-1-1 0 0 0,1 0 0 0 0,0 0-1 0 0,0 0 1 0 0,0 1 0 0 0,0-1 0 0 0,0 0 0 0 0,1 1-1 0 0,-1-1 1 0 0,1 0 0 0 0,0 1 0 0 0,-1-1 0 0 0,1 1-1 0 0,0-1 1 0 0,1 4 0 0 0,-1 189 46 0 0,0-194-43 0 0,0 0-1 0 0,0 0 0 0 0,0 0 1 0 0,0 1-1 0 0,0-1 1 0 0,0 0-1 0 0,1 0 0 0 0,-1 0 1 0 0,0 0-1 0 0,1 0 1 0 0,-1 1-1 0 0,1-1 1 0 0,-1 0-1 0 0,1 0 0 0 0,0 0 1 0 0,-1 0-1 0 0,1-1 1 0 0,0 1-1 0 0,0 0 0 0 0,0 0 1 0 0,-1 0-1 0 0,1 0 1 0 0,0-1-1 0 0,0 1 1 0 0,0-1-1 0 0,2 2 0 0 0,-2-2 2 0 0,0 1-1 0 0,0-1 0 0 0,0 1 0 0 0,0 0 0 0 0,0-1 0 0 0,0 1 1 0 0,0 0-1 0 0,0 0 0 0 0,0 0 0 0 0,-1 0 0 0 0,1-1 0 0 0,0 1 0 0 0,-1 0 1 0 0,1 0-1 0 0,-1 1 0 0 0,1-1 0 0 0,-1 0 0 0 0,1 0 0 0 0,-1 0 1 0 0,1 0-1 0 0,-1 0 0 0 0,0 0 0 0 0,0 1 0 0 0,0-1 0 0 0,0 0 1 0 0,0 2-1 0 0,0-2 9 0 0,0 1 0 0 0,1-1 1 0 0,-1 0-1 0 0,0 1 1 0 0,0-1-1 0 0,1 1 0 0 0,-1-1 1 0 0,1 0-1 0 0,-1 1 0 0 0,1-1 1 0 0,0 0-1 0 0,0 0 0 0 0,-1 1 1 0 0,1-1-1 0 0,0 0 0 0 0,0 0 1 0 0,0 0-1 0 0,0 0 1 0 0,0 0-1 0 0,0 0 0 0 0,1 0 1 0 0,-1-1-1 0 0,0 1 0 0 0,0 0 1 0 0,1-1-1 0 0,0 2 0 0 0,44 10 24 0 0,-16-6-18 0 0,103 28 114 0 0,-102-27-185 0 0,-27-6 44 0 0,1 0 1 0 0,0 1 0 0 0,0 0-1 0 0,-1 0 1 0 0,8 5-1 0 0,18 7-45 0 0,28 5 60 0 0,1-3 0 0 0,112 16 0 0 0,-114-31-43 0 0,-1-3-1 0 0,0-1 1 0 0,63-13 0 0 0,-43-4 56 0 0,76-16 280 0 0,37-23 28 0 0,-151 45-215 0 0,-1-2 1 0 0,64-38 0 0 0,-86 44-95 0 0,-8 6 4 0 0,0 0 0 0 0,0 0 1 0 0,-1-1-1 0 0,12-10 0 0 0,-7-3 47 0 0,-9 16-61 0 0,-1-1-1 0 0,0 1 1 0 0,1 0 0 0 0,0 0 0 0 0,-1 0-1 0 0,1 0 1 0 0,0 0 0 0 0,0 0-1 0 0,4-3 1 0 0,-3 4-1 0 0,-1-1-1 0 0,0 1 0 0 0,1-1 1 0 0,-1 0-1 0 0,0 0 0 0 0,0 0 1 0 0,0 0-1 0 0,0 0 0 0 0,-1 0 1 0 0,1-1-1 0 0,-1 1 1 0 0,3-5-1 0 0,-3 1 17 0 0,0 0 0 0 0,0 0 0 0 0,0-1 0 0 0,-1 1 0 0 0,0-10 0 0 0,0 13 1 0 0,1-1-1 0 0,0 1 1 0 0,-1 0 0 0 0,1 0 0 0 0,1 0 0 0 0,-1 0-1 0 0,0 0 1 0 0,1 0 0 0 0,-1 0 0 0 0,1 1 0 0 0,3-4-1 0 0,-4 4 2 0 0,1 0 0 0 0,0 0 0 0 0,-1 0 1 0 0,1 0-1 0 0,-1 0 0 0 0,0-1 0 0 0,0 1 0 0 0,0 0 0 0 0,0-1 0 0 0,0 1 0 0 0,0 0 0 0 0,-1-1 0 0 0,1 1 0 0 0,-1-1 0 0 0,1 1 0 0 0,-1-1 0 0 0,0 1 0 0 0,0-1 0 0 0,0 1 0 0 0,-1-1 1 0 0,1 0-1 0 0,0 1 0 0 0,-1 0 0 0 0,0-1 0 0 0,0 1 0 0 0,1-1 0 0 0,-3-2 0 0 0,-7-9 40 0 0,8 12-51 0 0,1 0 0 0 0,-1 0 0 0 0,0 0 0 0 0,1 0 0 0 0,0-1 0 0 0,-1 1 0 0 0,1 0 0 0 0,0-1 0 0 0,0 1 0 0 0,0-1 0 0 0,1 1 0 0 0,-1-1 0 0 0,1 0 0 0 0,-1 1 0 0 0,1-4 0 0 0,0 3 0 0 0,-1 1-1 0 0,1-1 1 0 0,-1 0 0 0 0,0 0 0 0 0,0 1 0 0 0,0-1 0 0 0,0 0 0 0 0,0 1-1 0 0,0-1 1 0 0,-1 1 0 0 0,1 0 0 0 0,-1-1 0 0 0,0 1 0 0 0,0 0 0 0 0,0 0-1 0 0,0 0 1 0 0,0 0 0 0 0,0 0 0 0 0,0 1 0 0 0,-1-1 0 0 0,-4-2 0 0 0,-16-15 45 0 0,4-1-37 0 0,10 10 0 0 0,0 1 0 0 0,-1 0 0 0 0,-13-9 0 0 0,-26-14 6 0 0,30 21 0 0 0,1-1 1 0 0,0-1-1 0 0,1 0 0 0 0,-20-21 1 0 0,28 25-38 0 0,0 0 0 0 0,-2 1-1 0 0,1 0 1 0 0,-20-11 0 0 0,18 12 31 0 0,0-1-1 0 0,1 0 1 0 0,-15-14 0 0 0,15 11 8 0 0,0 1 0 0 0,-1-1 1 0 0,0 2-1 0 0,-1 0 1 0 0,-26-15-1 0 0,-21 1 270 0 0,60 23-294 0 0,-1 0 1 0 0,1 0-1 0 0,0 0 1 0 0,0 0-1 0 0,-1 0 1 0 0,1 0-1 0 0,0 0 1 0 0,0-1-1 0 0,-1 1 1 0 0,1 0-1 0 0,0 0 1 0 0,0 0-1 0 0,-1 0 1 0 0,1-1-1 0 0,0 1 1 0 0,0 0-1 0 0,0 0 1 0 0,0-1-1 0 0,-1 1 1 0 0,1 0-1 0 0,0 0 1 0 0,0-1-1 0 0,0 1 0 0 0,0 0 1 0 0,0 0-1 0 0,0-1 1 0 0,-1 1-1 0 0,1 0 1 0 0,0 0-1 0 0,0-1 1 0 0,0 1-1 0 0,0 0 1 0 0,0-1-1 0 0,0 1 0 0 0,0-1 0 0 0,0 1 0 0 0,0 0 0 0 0,0 0 0 0 0,0 0 0 0 0,0-1 0 0 0,0 1 0 0 0,0 0 0 0 0,0 0 0 0 0,0 0-1 0 0,0-1 1 0 0,0 1 0 0 0,0 0 0 0 0,0 0 0 0 0,0 0 0 0 0,0-1 0 0 0,-1 1 0 0 0,1 0 0 0 0,0 0 0 0 0,0 0 0 0 0,0-1 0 0 0,0 1-1 0 0,0 0 1 0 0,-1 0 0 0 0,1 0 0 0 0,0 0 0 0 0,0 0 0 0 0,0 0 0 0 0,-1 0 0 0 0,1-1 0 0 0,0 1 0 0 0,0 0 0 0 0,0 0-1 0 0,-1 0 1 0 0,1 0 0 0 0,0 0 0 0 0,0 0 0 0 0,-1 0 0 0 0,-5 0-426 0 0,0-1 1 0 0,-1 1-1 0 0,1 1 1 0 0,0-1-1 0 0,-1 1 1 0 0,1 1-1 0 0,-6 1 0 0 0,3-1-544 0 0,-51 9-4499 0 0</inkml:trace>
</inkml:ink>
</file>

<file path=ppt/ink/ink6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06T18:41:37.66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67 277 400 0 0,'-27'0'1828'0'0,"27"0"-1808"0"0,1 0 0 0 0,-1 0 0 0 0,0 0 1 0 0,0 0-1 0 0,0 0 0 0 0,0 0 0 0 0,1 0 1 0 0,-1-1-1 0 0,0 1 0 0 0,0 0 0 0 0,0 0 1 0 0,0 0-1 0 0,1 0 0 0 0,-1-1 0 0 0,0 1 1 0 0,0 0-1 0 0,0 0 0 0 0,0 0 0 0 0,0 0 1 0 0,0-1-1 0 0,0 1 0 0 0,0 0 0 0 0,0 0 1 0 0,0-1-1 0 0,0 1 0 0 0,1 0 0 0 0,-1 0 1 0 0,0 0-1 0 0,0-1 0 0 0,-1 1 0 0 0,1 0 1 0 0,0 0-1 0 0,0 0 0 0 0,0-1 0 0 0,0 1 1 0 0,0 0-1 0 0,0 0 0 0 0,0 0 0 0 0,0-1 1 0 0,0 1-1 0 0,0 0 0 0 0,0 0 0 0 0,-1 0 1 0 0,1-1-1 0 0,0 1 0 0 0,0 0 0 0 0,0 0 1 0 0,0 0-1 0 0,0 0 0 0 0,-1 0 0 0 0,1 0 1 0 0,0-1-1 0 0,0 1 0 0 0,0 0 0 0 0,-1 0 1 0 0,23-6 392 0 0,-44 2-106 0 0,17 3 653 0 0,-1 2-880 0 0,-16 3 14 0 0,17-3 39 0 0,5-1-126 0 0,0 0 1 0 0,0-1-1 0 0,0 1 0 0 0,-1 0 0 0 0,1 0 1 0 0,0 0-1 0 0,0 0 0 0 0,0 0 0 0 0,0-1 1 0 0,0 1-1 0 0,0 0 0 0 0,0 0 0 0 0,0 0 0 0 0,0 0 1 0 0,0-1-1 0 0,0 1 0 0 0,0 0 0 0 0,0 0 1 0 0,0 0-1 0 0,0-1 0 0 0,0 1 0 0 0,0 0 1 0 0,0 0-1 0 0,0 0 0 0 0,0 0 0 0 0,0-1 1 0 0,0 1-1 0 0,0 0 0 0 0,0 0 0 0 0,0 0 1 0 0,0 0-1 0 0,0-1 0 0 0,1 1 0 0 0,-1 0 1 0 0,0 0-1 0 0,0 0 0 0 0,0 0 0 0 0,0 0 1 0 0,0-1-1 0 0,0 1 0 0 0,1 0 0 0 0,-1 0 0 0 0,0 0 1 0 0,0 0-1 0 0,0 0 0 0 0,0 0 0 0 0,1 0 1 0 0,-1 0-1 0 0,0 0 0 0 0,0 0 0 0 0,0 0 1 0 0,0 0-1 0 0,1 0 0 0 0,-1 0 0 0 0,0 0 1 0 0,0 0-1 0 0,0 0 0 0 0,1 0 0 0 0,-1 0 1 0 0,0 0-1 0 0,0 0 0 0 0,0 0 0 0 0,0 0 1 0 0,1 0-1 0 0,-1 0 0 0 0,0 0 0 0 0,0 0 1 0 0,0 0-1 0 0,0 1 0 0 0,98-1 2301 0 0,158 0 893 0 0,-206-3-2691 0 0,77-14 0 0 0,-81 9-343 0 0,79-20 407 0 0,5 8-94 0 0,-124 19-457 0 0,0 0-1 0 0,0 0 1 0 0,1 0-1 0 0,-1 1 1 0 0,0 0 0 0 0,0 1-1 0 0,0-1 1 0 0,0 1-1 0 0,1 0 1 0 0,6 3-1 0 0,15 1 37 0 0,27 3 4 0 0,-44-4-46 0 0,54 11-4 0 0,-4-6 37 0 0,-34-5-18 0 0,-1 0 1 0 0,29-1-1 0 0,330-16 48 0 0,-302 9-72 0 0,667-63 51 0 0,-575 31 1 0 0,-94 17-5 0 0,1 4 1 0 0,134-8 0 0 0,-114 27-390 0 0,-89-3 332 0 0,-1 0 0 0 0,1 1-1 0 0,0 0 1 0 0,-1 1 0 0 0,0 1 0 0 0,0 0-1 0 0,13 6 1 0 0,21 6-153 0 0,19 10 235 0 0,196 44 133 0 0,-257-69-230 0 0,-1 1 0 0 0,1-1 0 0 0,-1 1 0 0 0,1 0-1 0 0,-1 0 1 0 0,0 1 0 0 0,4 2 0 0 0,-4-2-12 0 0,0-1 1 0 0,0 0-1 0 0,-1 0 0 0 0,1 0 0 0 0,1 0 0 0 0,-1-1 1 0 0,0 1-1 0 0,0-1 0 0 0,1 0 0 0 0,5 2 1 0 0,24 3 28 0 0,-6-5 66 0 0,3-3 99 0 0,0-2-1 0 0,35-8 1 0 0,97-30 635 0 0,-46 16-366 0 0,-28 5-144 0 0,100-10 0 0 0,-163 26-269 0 0,-10 1 8 0 0,0 1-1 0 0,28-3 1 0 0,-28 3 82 0 0,-1 0 0 0 0,0-1 0 0 0,25-10 1 0 0,-21 7-52 0 0,1 0 1 0 0,25-5 0 0 0,20 4 79 0 0,0 3 0 0 0,120 4 0 0 0,-78 3 160 0 0,52-2 180 0 0,-116 0-166 0 0,79-9-1 0 0,-85 0-276 0 0,-25 6-25 0 0,-1 1-1 0 0,1-1 0 0 0,0 2 0 0 0,14-1 1 0 0,398 9 228 0 0,-26-9 106 0 0,-120-3-279 0 0,11 19 160 0 0,-267-13-225 0 0,1 1 0 0 0,33 7 0 0 0,10 0-475 0 0,-57-6 201 0 0,-5 0 224 0 0,100 25-205 0 0,-5-18 266 0 0,-49-6 54 0 0,340 10 255 0 0,-11-28-151 0 0,29-8-11 0 0,-353 18-120 0 0,16 7-137 0 0,-42-1 48 0 0,-17 3-32 0 0,11-4 15 0 0,-17-1-14 0 0,-5 1 71 0 0,0-1 0 0 0,0 0 0 0 0,0 0 0 0 0,0 1 0 0 0,0-1 0 0 0,-1 0 0 0 0,1 0 0 0 0,0 0 0 0 0,0 1 0 0 0,0-1 0 0 0,0 0 0 0 0,0 0 0 0 0,0 1 0 0 0,0-1 0 0 0,0 0 0 0 0,0 0 0 0 0,0 1 0 0 0,0-1 0 0 0,0 0 0 0 0,0 0 0 0 0,0 1 0 0 0,0-1 0 0 0,0 0 0 0 0,0 0 0 0 0,0 1 0 0 0,1-1 0 0 0,-1 0 0 0 0,0 0 1 0 0,0 0-1 0 0,0 1 0 0 0,0-1 0 0 0,0 0 0 0 0,1 0 0 0 0,-1 0 0 0 0,0 1 0 0 0,0-1 0 0 0,0 0 0 0 0,1 0 0 0 0,-1 0 0 0 0,0 0 0 0 0,0 0 0 0 0,0 0 0 0 0,1 1 0 0 0,-1-1 0 0 0,0 0 0 0 0,0 0 0 0 0,1 0 0 0 0,-1 0 0 0 0,0 0 0 0 0,0 0 0 0 0,1 0 0 0 0,-1 0 0 0 0,0 0 0 0 0,1 0 0 0 0,63 19-204 0 0,27-10 393 0 0,164-4 0 0 0,-160-6-73 0 0,617-18 66 0 0,-544 17-40 0 0,-135 4-199 0 0,0 3-43 0 0,-33-5 108 0 0,0 0 1 0 0,0 0 0 0 0,0 0 0 0 0,0 0-1 0 0,0 0 1 0 0,0 0 0 0 0,0 0-1 0 0,0 0 1 0 0,0 0 0 0 0,1 0 0 0 0,-1 0-1 0 0,0 0 1 0 0,0 0 0 0 0,0 0-1 0 0,0 0 1 0 0,0 0 0 0 0,0 0 0 0 0,0 0-1 0 0,0 0 1 0 0,0 0 0 0 0,0 0-1 0 0,0 0 1 0 0,1 1 0 0 0,-1-1 0 0 0,0 0-1 0 0,0 0 1 0 0,0 0 0 0 0,0 0 0 0 0,0 0-1 0 0,0 0 1 0 0,0 0 0 0 0,0 0-1 0 0,0 0 1 0 0,0 0 0 0 0,0 0 0 0 0,0 0-1 0 0,0 0 1 0 0,0 0 0 0 0,0 1-1 0 0,0-1 1 0 0,0 0 0 0 0,0 0 0 0 0,0 0-1 0 0,0 0 1 0 0,0 0 0 0 0,0 0 0 0 0,0 0-1 0 0,0 0 1 0 0,0 0 0 0 0,0 0-1 0 0,0 1 1 0 0,0-1 0 0 0,0 0 0 0 0,0 0-1 0 0,0 0 1 0 0,0 0 0 0 0,0 0-1 0 0,0 0 1 0 0,0 0 0 0 0,0 0 0 0 0,0 0-1 0 0,0 0 1 0 0,0 0 0 0 0,0 0-1 0 0,0 1 1 0 0,0-1 0 0 0,0 0 0 0 0,0 0-1 0 0,-1 0 1 0 0,1 0 0 0 0,1 0 0 0 0,-1 0-1 0 0,0 0 1 0 0,0-1 0 0 0,0 1-1 0 0,0 0 1 0 0,0 0 0 0 0,0 0 0 0 0,0 0-1 0 0,0 0 1 0 0,0 0 0 0 0,1 0-1 0 0,-1 0 1 0 0,0 0 0 0 0,0 0 0 0 0,0 0-1 0 0,0 0 1 0 0,0 0 0 0 0,0 0-1 0 0,0 0 1 0 0,1 0 0 0 0,-1 0 0 0 0,0 0-1 0 0,0 0 1 0 0,0 0 0 0 0,0 0-1 0 0,0 0 1 0 0,0 1 0 0 0,0-1 0 0 0,0 0-1 0 0,0 0 1 0 0,1 0 0 0 0,-1 0-1 0 0,0 0 1 0 0,0 0 0 0 0,0 0 0 0 0,0 0-1 0 0,0 0 1 0 0,0 0 0 0 0,0 0-1 0 0,0 1 1 0 0,0-1 0 0 0,0 0-1 0 0,0 0 1 0 0,0 0 0 0 0,0 0 0 0 0,0 0-1 0 0,0 0 1 0 0,0 0 0 0 0,0 0-1 0 0,0 1 1 0 0,0-1 0 0 0,0 0 0 0 0,0 0-1 0 0,0 0 1 0 0,0 0 0 0 0,0 0-1 0 0,0 0 1 0 0,0 0 0 0 0,0 0 0 0 0,0 1-1 0 0,0-1 1 0 0,1 0-4 0 0,1 0 4 0 0,-1-1 1 0 0,1 1-1 0 0,-1 0 0 0 0,1 0 0 0 0,-1 1 1 0 0,1-1-1 0 0,0 0 0 0 0,-1 0 0 0 0,1 1 1 0 0,-1-1-1 0 0,0 1 0 0 0,1-1 0 0 0,-1 1 1 0 0,1 0-1 0 0,1 1 0 0 0,3-1 53 0 0,48 6 54 0 0,-3 0 30 0 0,-31-5-141 0 0,420 19-53 0 0,-299-17 48 0 0,115-9 9 0 0,-147-1 13 0 0,-64 6 23 0 0,-21 1 32 0 0,-1-1-1 0 0,1-1 1 0 0,38-7 0 0 0,-49 5-20 0 0,-6 2-8 0 0,44 4-128 0 0,-32-4 50 0 0,60 9 89 0 0,-41-5 20 0 0,46-2-1 0 0,22 1 16 0 0,209 19 74 0 0,-108-15-160 0 0,-96-2 3 0 0,-48-3-125 0 0,116 16 1 0 0,-154-13 67 0 0,-19-4 36 0 0,1 1 1 0 0,-1 0-1 0 0,0 1 0 0 0,0-1 1 0 0,9 4-1 0 0,12 2-49 0 0,15 2 52 0 0,-39-9 19 0 0,44-3-73 0 0,18 3 203 0 0,-54-1-149 0 0,-2 1-5 0 0,36 9 55 0 0,-34-6-33 0 0,-1-1 0 0 0,0-1 1 0 0,1 0-1 0 0,-1 0 0 0 0,13-2 0 0 0,38 2-2 0 0,489 25 253 0 0,-99-12-173 0 0,-190-14 214 0 0,-234 0-267 0 0,-21 0 13 0 0,-7 1-181 0 0,1-1 133 0 0,0 0 1 0 0,0 0 0 0 0,0 0-1 0 0,0 0 1 0 0,0 1 0 0 0,0-1-1 0 0,0 0 1 0 0,0 0-1 0 0,0 0 1 0 0,0 0 0 0 0,0 1-1 0 0,0-1 1 0 0,0 0-1 0 0,-1 0 1 0 0,1 0 0 0 0,1 1-1 0 0,-1-1 1 0 0,0 0 0 0 0,0 0-1 0 0,0 0 1 0 0,0 1-1 0 0,0-1 1 0 0,0 0 0 0 0,0 0-1 0 0,0 0 1 0 0,0 0-1 0 0,0 1 1 0 0,0-1 0 0 0,0 0-1 0 0,0 0 1 0 0,1 0 0 0 0,-1 0-1 0 0,0 1 1 0 0,0-1-1 0 0,0 0 1 0 0,0 0 0 0 0,1 0-1 0 0,-1 0 1 0 0,0 0-1 0 0,0 0 1 0 0,0 0 0 0 0,0 0-1 0 0,1 1 1 0 0,-1-1 0 0 0,0 0-1 0 0,0 0 1 0 0,0 0-1 0 0,1 0 1 0 0,-1 0 0 0 0,0 0-1 0 0,0 0 1 0 0,0 0-1 0 0,0 0 1 0 0,1 0 0 0 0,1 0 18 0 0,-1 0-9 0 0,0 0 0 0 0,0 0 1 0 0,-1 0-1 0 0,1 0 0 0 0,0 0 0 0 0,0 1 0 0 0,0-1 0 0 0,0 0 0 0 0,0 0 0 0 0,-1 1 1 0 0,1-1-1 0 0,0 0 0 0 0,0 1 0 0 0,-1-1 0 0 0,1 1 0 0 0,0-1 0 0 0,0 1 0 0 0,-1-1 1 0 0,1 1-1 0 0,-1 0 0 0 0,1-1 0 0 0,0 1 0 0 0,-1 0 0 0 0,1 0 0 0 0,0 1 0 0 0,-1-1-68 0 0,-33-1-3709 0 0,-26-8-1321 0 0</inkml:trace>
</inkml:ink>
</file>

<file path=ppt/ink/ink6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06T18:42:02.13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262 21 2641 0 0,'0'0'105'0'0,"0"0"-1"0"0,0-1 1 0 0,1 1-1 0 0,-1-1 0 0 0,0 1 1 0 0,1 0-1 0 0,-1-1 1 0 0,0 1-1 0 0,1 0 1 0 0,-1-1-1 0 0,0 1 0 0 0,1 0 1 0 0,-1-1-1 0 0,0 1 1 0 0,1 0-1 0 0,-1 0 1 0 0,1 0-1 0 0,-1-1 1 0 0,1 1-1 0 0,-1 0 0 0 0,1 0 1 0 0,-1 0-1 0 0,0 0 1 0 0,1 0-1 0 0,-1 0 1 0 0,1 0-1 0 0,-1 0 1 0 0,1 0-1 0 0,0 0 0 0 0,14 0 700 0 0,-15 0-552 0 0,7-3 2288 0 0,-3-1-2119 0 0,88-2 1607 0 0,-58 4-1883 0 0,0 3 0 0 0,64 8 0 0 0,-41-3 20 0 0,-55-6-140 0 0,0 0-1 0 0,0 1 1 0 0,0-1-1 0 0,0 1 1 0 0,0-1-1 0 0,0 1 1 0 0,0-1-1 0 0,0 1 1 0 0,0 0-1 0 0,0 0 1 0 0,0 0-1 0 0,2 2 1 0 0,-3-2 12 0 0,-1 0 0 0 0,1 0 0 0 0,-1 0 0 0 0,1 0 0 0 0,-1 0 0 0 0,1 0 0 0 0,-1 0 0 0 0,1 0 0 0 0,-1 0 0 0 0,0 0 0 0 0,0 0 0 0 0,0 1 0 0 0,0-1 0 0 0,0 0 1 0 0,0 0-1 0 0,0 0 0 0 0,0 0 0 0 0,0 0 0 0 0,0 1 0 0 0,0-1 0 0 0,-1 0 0 0 0,1 0 0 0 0,0 0 0 0 0,-1 0 0 0 0,1 0 0 0 0,-1 0 0 0 0,0 0 0 0 0,1 0 0 0 0,-1 0 0 0 0,0 1 0 0 0,-3 3 139 0 0,1 1 0 0 0,-1-1-1 0 0,0 0 1 0 0,0-1-1 0 0,-1 1 1 0 0,0-1-1 0 0,1 0 1 0 0,-1 0 0 0 0,-8 4-1 0 0,-50 26 1034 0 0,53-29-986 0 0,-36 14 1005 0 0,-69 19 0 0 0,91-31-922 0 0,-19 5 554 0 0,1-2 0 0 0,-67 6 0 0 0,79-12-292 0 0,30-4-556 0 0,0 0 1 0 0,-1 0-1 0 0,1 0 0 0 0,-1 0 1 0 0,1 0-1 0 0,-1 0 0 0 0,1 0 1 0 0,0 0-1 0 0,-1 0 0 0 0,1 0 1 0 0,-1 0-1 0 0,1 0 0 0 0,0 0 1 0 0,-1-1-1 0 0,1 1 0 0 0,-1 0 1 0 0,1 0-1 0 0,0 0 0 0 0,-1-1 1 0 0,1 1-1 0 0,0 0 0 0 0,-1 0 1 0 0,1-1-1 0 0,0 1 0 0 0,-1 0 1 0 0,1-1-1 0 0,0 1 0 0 0,0 0 1 0 0,-1-1-1 0 0,1 1 1 0 0,0-1-1 0 0,0 1 0 0 0,0 0 1 0 0,0-1-1 0 0,-1 1 0 0 0,1-1 1 0 0,0 1-1 0 0,0 0 0 0 0,0-1 1 0 0,0 1-1 0 0,0-1 0 0 0,0 1 1 0 0,0-1-1 0 0,0 1 0 0 0,0-1 1 0 0,0 0-67 0 0,1 0 0 0 0,-1 0 0 0 0,0 0 0 0 0,0 0 0 0 0,0 0 0 0 0,1 0 1 0 0,-1 0-1 0 0,0 0 0 0 0,1 0 0 0 0,-1 0 0 0 0,1 0 0 0 0,-1 0 0 0 0,1 0 1 0 0,1-1-1 0 0,52-25-106 0 0,-43 20 102 0 0,0-1 1 0 0,1 2 0 0 0,0 0 0 0 0,0 0 0 0 0,0 1-1 0 0,0 0 1 0 0,1 1 0 0 0,-1 1 0 0 0,22-4-1 0 0,16 0-369 0 0,58-3-1 0 0,-97 10 394 0 0,1 0-1 0 0,0 1 0 0 0,0 0 1 0 0,-1 1-1 0 0,1 0 1 0 0,-1 1-1 0 0,0 0 0 0 0,1 1 1 0 0,-1 0-1 0 0,-1 0 0 0 0,1 1 1 0 0,-1 1-1 0 0,0 0 0 0 0,11 8 1 0 0,-15-9 50 0 0,1 1 0 0 0,-1-1 0 0 0,0 1 0 0 0,0 0 0 0 0,-1 1 0 0 0,0-1 0 0 0,0 1 0 0 0,-1 0 0 0 0,1 1 0 0 0,-1-1 0 0 0,-1 1-1 0 0,0-1 1 0 0,0 1 0 0 0,0 0 0 0 0,-1 0 0 0 0,0 1 0 0 0,-1-1 0 0 0,0 0 0 0 0,0 10 0 0 0,-1-12 7 0 0,0 0 0 0 0,-1 1 0 0 0,0-1 0 0 0,0 0 0 0 0,-1 0 0 0 0,1 0 0 0 0,-1 0 0 0 0,-1 0-1 0 0,1 0 1 0 0,-1 0 0 0 0,-5 8 0 0 0,-3 0 243 0 0,0 0 0 0 0,-22 21 0 0 0,15-16 129 0 0,12-13-282 0 0,0-1 0 0 0,0 0 0 0 0,0 1 0 0 0,0-2 0 0 0,-1 1 0 0 0,-10 5 0 0 0,-51 13 85 0 0,55-19-200 0 0,-4 1-130 0 0,0-2 0 0 0,0 0 1 0 0,0 0-1 0 0,0-2 1 0 0,0 0-1 0 0,-1-1 0 0 0,1-1 1 0 0,0-1-1 0 0,0 0 0 0 0,0-1 1 0 0,-31-10-1 0 0,29 7-661 0 0,1-2 1 0 0,-1 0-1 0 0,2-1 0 0 0,-1-1 0 0 0,-31-24 0 0 0,6-1-5529 0 0,-17 7-2429 0 0</inkml:trace>
</inkml:ink>
</file>

<file path=ppt/ink/ink6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06T18:42:02.86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1296 25 80 0 0,'0'0'54'0'0,"0"-1"0"0"0,0 0 0 0 0,0 1 0 0 0,0-1 0 0 0,0 1 0 0 0,0-1 0 0 0,0 0 0 0 0,0 1 0 0 0,0-1 0 0 0,-1 1 0 0 0,1-1 1 0 0,0 1-1 0 0,0-1 0 0 0,-1 1 0 0 0,1-1 0 0 0,0 1 0 0 0,-1-1 0 0 0,1 1 0 0 0,-1-1 0 0 0,1 1 0 0 0,-1 0 0 0 0,1-1 0 0 0,-1 1 0 0 0,1 0 0 0 0,-1-1 0 0 0,1 1 0 0 0,-1-1 0 0 0,-20-3 707 0 0,12 3-407 0 0,-42-3 1207 0 0,-1 2-1 0 0,1 3 1 0 0,0 2 0 0 0,-1 2-1 0 0,-66 15 1 0 0,77-10-951 0 0,0 1 1 0 0,2 2-1 0 0,-40 19 0 0 0,-5 3-216 0 0,-121 57 520 0 0,184-78-827 0 0,0 0 0 0 0,0 1 0 0 0,-20 22 0 0 0,9-10 5 0 0,12-8-6 0 0,1 1 0 0 0,1 0-1 0 0,1 1 1 0 0,-17 28 0 0 0,12-18 73 0 0,-43 49 0 0 0,50-65-159 0 0,11-12 9 0 0,0 0 0 0 0,1 0 1 0 0,0 1-1 0 0,-1-1 0 0 0,1 1 1 0 0,0 0-1 0 0,1-1 0 0 0,-1 1 1 0 0,1 1-1 0 0,0-1 0 0 0,0 0 1 0 0,0 0-1 0 0,0 1 0 0 0,1-1 1 0 0,0 1-1 0 0,-1 0 0 0 0,2-1 1 0 0,-1 1-1 0 0,0 8 1 0 0,0 38 151 0 0,0-31-127 0 0,0 0 1 0 0,2 1-1 0 0,0-1 1 0 0,6 30-1 0 0,15 20-34 0 0,-14-34 3 0 0,-5-20 26 0 0,0 0-1 0 0,2 0 1 0 0,0-1 0 0 0,9 18 0 0 0,-6-13-34 0 0,2 0 1 0 0,1-1-1 0 0,0 0 1 0 0,1-1 0 0 0,1 0-1 0 0,1-1 1 0 0,0-1-1 0 0,18 16 1 0 0,12 4 4 0 0,65 40 0 0 0,-86-62 20 0 0,0-2 0 0 0,2-1 0 0 0,-1 0 0 0 0,1-2 0 0 0,33 8 0 0 0,25-3-11 0 0,2-3 0 0 0,159 0-1 0 0,-188-11 104 0 0,-1-3-1 0 0,0-2 1 0 0,90-19-1 0 0,-107 13 179 0 0,0-1 1 0 0,0-2-1 0 0,-1-2 0 0 0,-1-1 1 0 0,54-35-1 0 0,-61 33-30 0 0,26-15 651 0 0,52-44 0 0 0,-92 65-641 0 0,0-1 0 0 0,0 0 0 0 0,-1-1 0 0 0,-1 0 0 0 0,-1-2 0 0 0,0 1 0 0 0,16-31 0 0 0,-15 18 254 0 0,0-1 1 0 0,16-61-1 0 0,-25 74-382 0 0,0 0 0 0 0,-2 0 0 0 0,0 0-1 0 0,-1 0 1 0 0,0-1 0 0 0,-2 1 0 0 0,-2-19 0 0 0,0 24-104 0 0,0 1 0 0 0,-1-1 0 0 0,0 1 0 0 0,-1-1 0 0 0,0 1 0 0 0,-1 1 0 0 0,0-1-1 0 0,0 1 1 0 0,-1 0 0 0 0,-1 1 0 0 0,0-1 0 0 0,0 2 0 0 0,-1-1 0 0 0,0 1 0 0 0,-17-12 0 0 0,-12-6-22 0 0,-2 2 0 0 0,-73-33-1 0 0,79 40-95 0 0,-7-2-602 0 0,-1 1 0 0 0,-55-15 1 0 0,68 26-524 0 0,1 1 0 0 0,-1 2 0 0 0,0 0-1 0 0,-35 2 1 0 0,-34 7-6465 0 0,27 8-2481 0 0</inkml:trace>
</inkml:ink>
</file>

<file path=ppt/ink/ink6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06T18:39:51.34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487 28 320 0 0,'7'0'981'0'0,"56"-1"3681"0"0,30-4-3688 0 0,-61 3-962 0 0,40-6-411 0 0,-18 2-55 0 0,-54 6 446 0 0,0 0 0 0 0,0 0 0 0 0,0-1 0 0 0,-1 1-1 0 0,1 0 1 0 0,0 0 0 0 0,0 0 0 0 0,0 0 0 0 0,0 0 0 0 0,0 0 0 0 0,0 0 0 0 0,0-1-1 0 0,0 1 1 0 0,0 0 0 0 0,0 0 0 0 0,0 0 0 0 0,0 0 0 0 0,0 0 0 0 0,0-1-1 0 0,0 1 1 0 0,0 0 0 0 0,0 0 0 0 0,0 0 0 0 0,0 0 0 0 0,0 0 0 0 0,0-1 0 0 0,0 1-1 0 0,0 0 1 0 0,0 0 0 0 0,0 0 0 0 0,0 0 0 0 0,0 0 0 0 0,0 0 0 0 0,0-1-1 0 0,0 1 1 0 0,0 0 0 0 0,1 0 0 0 0,-1 0 0 0 0,0 0 0 0 0,0 0 0 0 0,-120 3 848 0 0,-174 27 0 0 0,256-24-413 0 0,-51 16 0 0 0,77-18-299 0 0,0 1 1 0 0,1 0-1 0 0,-1 0 1 0 0,1 1-1 0 0,0 1 0 0 0,1 0 1 0 0,-12 9-1 0 0,-28 24 419 0 0,27-22-160 0 0,-34 34 0 0 0,52-47-280 0 0,0 0 0 0 0,1 1 0 0 0,0 0 0 0 0,-8 12 0 0 0,11-17-77 0 0,1 1 0 0 0,-1-1 0 0 0,0 1 0 0 0,1-1 0 0 0,-1 1 0 0 0,1-1 0 0 0,-1 1 0 0 0,1 0 0 0 0,0-1 0 0 0,0 1 0 0 0,-1 0 0 0 0,1-1 0 0 0,0 1 0 0 0,1 0 0 0 0,-1-1 0 0 0,0 1 0 0 0,0-1-1 0 0,1 1 1 0 0,-1 0 0 0 0,1-1 0 0 0,-1 1 0 0 0,1-1 0 0 0,0 1 0 0 0,0-1 0 0 0,-1 1 0 0 0,1-1 0 0 0,0 0 0 0 0,0 1 0 0 0,0-1 0 0 0,1 0 0 0 0,1 2 0 0 0,3 1 20 0 0,1 0-1 0 0,-1 0 1 0 0,1 0-1 0 0,0-1 1 0 0,1 0 0 0 0,-1-1-1 0 0,11 3 1 0 0,73 12 6 0 0,12-7-1283 0 0,142-5 0 0 0,-50-12-3709 0 0</inkml:trace>
</inkml:ink>
</file>

<file path=ppt/ink/ink6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06T18:39:53.26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1171 194 1361 0 0,'0'-2'123'0'0,"0"1"1"0"0,0-1-1 0 0,0 1 0 0 0,0-1 1 0 0,0 1-1 0 0,-1-1 1 0 0,1 1-1 0 0,0-1 1 0 0,-1 1-1 0 0,1-1 1 0 0,-1 1-1 0 0,1 0 1 0 0,-1-1-1 0 0,0 1 0 0 0,0 0 1 0 0,1-1-1 0 0,-1 1 1 0 0,0 0-1 0 0,0 0 1 0 0,0 0-1 0 0,0 0 1 0 0,-1 0-1 0 0,1 0 1 0 0,0 0-1 0 0,0 0 0 0 0,-2-1 1 0 0,-5-4 211 0 0,2 3-66 0 0,0-1 0 0 0,1 1 0 0 0,-1 0 0 0 0,-1 0 0 0 0,1 0 0 0 0,0 1 0 0 0,0 0 0 0 0,-1 0 0 0 0,1 1 1 0 0,-1 0-1 0 0,-12-1 0 0 0,-12 1 367 0 0,-42 4 0 0 0,57-2-482 0 0,-6 2-60 0 0,0 1-1 0 0,0 1 1 0 0,1 0-1 0 0,0 2 0 0 0,-24 11 1 0 0,-24 22 184 0 0,56-32-205 0 0,0 0-1 0 0,0-1 0 0 0,-1 0 1 0 0,-26 9-1 0 0,30-13-27 0 0,-138 46 404 0 0,126-39-335 0 0,0 2 1 0 0,-23 15 0 0 0,36-21-99 0 0,-94 74 37 0 0,93-75-48 0 0,1 1 1 0 0,0 0-1 0 0,0 1 0 0 0,0 0 1 0 0,1 0-1 0 0,0 1 0 0 0,1 0 1 0 0,-1 0-1 0 0,-7 13 0 0 0,5 0 1 0 0,8-15 4 0 0,-1 0 1 0 0,1 0 0 0 0,-1 0-1 0 0,-1-1 1 0 0,1 1 0 0 0,-9 8-1 0 0,-15 16 47 0 0,15-19-37 0 0,1 1 1 0 0,0 0 0 0 0,1 1 0 0 0,-11 18 0 0 0,10 4-8 0 0,1-17 19 0 0,8-15-27 0 0,0 0 1 0 0,0 0 0 0 0,0 0-1 0 0,0 0 1 0 0,1 1-1 0 0,-1-1 1 0 0,1 1-1 0 0,0-1 1 0 0,0 1 0 0 0,0 0-1 0 0,1-1 1 0 0,-1 1-1 0 0,1 0 1 0 0,0-1-1 0 0,0 1 1 0 0,0 0 0 0 0,0 0-1 0 0,1-1 1 0 0,0 1-1 0 0,-1 0 1 0 0,1-1-1 0 0,2 6 1 0 0,3 5 32 0 0,0-1 0 0 0,1 1-1 0 0,1-1 1 0 0,0 0 0 0 0,17 21 0 0 0,-16-26-17 0 0,1-1 1 0 0,0 0-1 0 0,0 0 1 0 0,0-1 0 0 0,1-1-1 0 0,0 1 1 0 0,0-2-1 0 0,0 1 1 0 0,15 2 0 0 0,18 8 95 0 0,17 6 2 0 0,1-3 1 0 0,108 18-1 0 0,-136-30-90 0 0,51 7 83 0 0,1-4 1 0 0,0-4-1 0 0,132-8 1 0 0,-82-9 129 0 0,187-41 0 0 0,-133 3-207 0 0,211-83 1 0 0,-183 56 240 0 0,-188 67-219 0 0,94-36 102 0 0,-109 39-115 0 0,0 0 0 0 0,0-1 0 0 0,-1-1 0 0 0,-1-1 0 0 0,23-18 0 0 0,-34 25-29 0 0,1 1 0 0 0,-1 0 0 0 0,0-1 0 0 0,0 1 1 0 0,0-1-1 0 0,0 0 0 0 0,0 1 0 0 0,0-1 0 0 0,-1 0 0 0 0,1 0 0 0 0,-1 0 0 0 0,0-1 1 0 0,0 1-1 0 0,0 0 0 0 0,0 0 0 0 0,-1-1 0 0 0,1 1 0 0 0,-1 0 0 0 0,0-5 1 0 0,-1 3-1 0 0,0-1 1 0 0,-1 0 0 0 0,1 1 0 0 0,-2-1 0 0 0,1 1 0 0 0,0-1 0 0 0,-1 1 0 0 0,0 0 0 0 0,0 0 0 0 0,-1 1 0 0 0,-5-7-1 0 0,-45-57 105 0 0,10-7-106 0 0,29 50-23 0 0,-2 1 0 0 0,-1 1 0 0 0,0 1 0 0 0,-2 0 0 0 0,-1 2 0 0 0,0 0 1 0 0,-1 1-1 0 0,-49-31 0 0 0,16 22 37 0 0,-2 3-1 0 0,0 2 1 0 0,-2 2 0 0 0,0 3 0 0 0,-122-19 0 0 0,92 25-517 0 0,0 5 1 0 0,0 3-1 0 0,-137 12 0 0 0,161-2-2472 0 0,27-5-1721 0 0</inkml:trace>
</inkml:ink>
</file>

<file path=ppt/ink/ink6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06T18:39:54.35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491 77 240 0 0,'0'-1'59'0'0,"0"0"0"0"0,0-1 0 0 0,0 1 1 0 0,0 0-1 0 0,0 0 0 0 0,0-1 0 0 0,0 1 0 0 0,0 0 0 0 0,0-1 0 0 0,-1 1 0 0 0,1 0 0 0 0,0 0 1 0 0,-1-1-1 0 0,1 1 0 0 0,-1 0 0 0 0,0 0 0 0 0,1 0 0 0 0,-1-1 0 0 0,0 1 0 0 0,0 0 0 0 0,1 0 1 0 0,-1 0-1 0 0,0 1 0 0 0,0-1 0 0 0,0 0 0 0 0,0 0 0 0 0,0 0 0 0 0,-1 1 0 0 0,1-1 1 0 0,0 0-1 0 0,0 1 0 0 0,0-1 0 0 0,-1 1 0 0 0,1 0 0 0 0,0-1 0 0 0,-2 1 0 0 0,-10-6 542 0 0,1 4-195 0 0,-1-1-1 0 0,0 2 1 0 0,0 0-1 0 0,-20 0 1 0 0,30 1-433 0 0,-28 2 407 0 0,1 1 0 0 0,-1 1 0 0 0,0 1 1 0 0,1 2-1 0 0,0 1 0 0 0,1 2 0 0 0,-47 21 0 0 0,60-16-220 0 0,-8-2-78 0 0,22-13-73 0 0,0 0-1 0 0,1 1 1 0 0,-1-1 0 0 0,0 1-1 0 0,0-1 1 0 0,1 1 0 0 0,-1 0-1 0 0,1 0 1 0 0,-1 0 0 0 0,0 0-1 0 0,1 0 1 0 0,0 0 0 0 0,-1 0 0 0 0,1 0-1 0 0,0 0 1 0 0,-1 1 0 0 0,1-1-1 0 0,0 1 1 0 0,0-1 0 0 0,0 1-1 0 0,0-1 1 0 0,1 1 0 0 0,-1-1-1 0 0,0 1 1 0 0,1 0 0 0 0,-1-1 0 0 0,1 1-1 0 0,-1 3 1 0 0,1-4-4 0 0,0 0-1 0 0,0 0 1 0 0,0-1 0 0 0,1 1 0 0 0,-1 0-1 0 0,0 0 1 0 0,1 0 0 0 0,-1 0 0 0 0,0 0-1 0 0,1-1 1 0 0,-1 1 0 0 0,1 0 0 0 0,-1 0-1 0 0,1-1 1 0 0,0 1 0 0 0,-1 0 0 0 0,1-1-1 0 0,0 1 1 0 0,-1-1 0 0 0,1 1 0 0 0,0-1-1 0 0,0 1 1 0 0,1 0 0 0 0,25 8 33 0 0,-7-2-17 0 0,18 21 46 0 0,-8-9-71 0 0,-16-10-3 0 0,-1 0 1 0 0,2-1 0 0 0,-1-1 0 0 0,1 0 0 0 0,0-1 0 0 0,1-1 0 0 0,20 5 0 0 0,18 0 19 0 0,0-1 0 0 0,1-4 1 0 0,93-1-1 0 0,-128-6-2 0 0,-5 2 26 0 0,0-1 1 0 0,0-1-1 0 0,0 0 0 0 0,0-1 1 0 0,0-1-1 0 0,-1 0 0 0 0,1-1 1 0 0,13-7-1 0 0,-22 8 71 0 0,-1 0-1 0 0,0-1 1 0 0,0 0 0 0 0,0 0 0 0 0,-1 0 0 0 0,1-1 0 0 0,-1 0-1 0 0,-1 0 1 0 0,1 0 0 0 0,4-11 0 0 0,-2 6 26 0 0,-5 9-109 0 0,-1 0-1 0 0,1 0 0 0 0,-1-1 1 0 0,0 1-1 0 0,1 0 0 0 0,-1 0 0 0 0,0 0 1 0 0,0 0-1 0 0,-1 0 0 0 0,1 0 1 0 0,0 0-1 0 0,-1 0 0 0 0,1 0 1 0 0,-1 0-1 0 0,1 0 0 0 0,-1 0 0 0 0,0 0 1 0 0,0 0-1 0 0,0 0 0 0 0,0 1 1 0 0,0-1-1 0 0,-1 0 0 0 0,1 1 0 0 0,0-1 1 0 0,-1 1-1 0 0,1-1 0 0 0,-1 1 1 0 0,-2-2-1 0 0,-4-6 72 0 0,-6-6 24 0 0,-1 1 0 0 0,0 0 0 0 0,-34-23 0 0 0,36 28-117 0 0,-1 1-1 0 0,0 0 1 0 0,-1 1-1 0 0,0 0 1 0 0,0 1 0 0 0,-1 1-1 0 0,1 0 1 0 0,-20-3-1 0 0,-16 2-2273 0 0,0 4-3405 0 0,45 2 2568 0 0</inkml:trace>
</inkml:ink>
</file>

<file path=ppt/ink/ink6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06T18:39:54.70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0 1201 0 0,'0'15'2481'0'0,"65"12"-640"0"0,0 27-801 0 0,-6 2-560 0 0,6-8-880 0 0,-32-13-1521 0 0,0-14-2161 0 0</inkml:trace>
</inkml:ink>
</file>

<file path=ppt/ink/ink6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06T18:39:55.07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27 240 0 0,'0'0'2081'0'0,"32"0"3201"0"0,1 0-4401 0 0,0 0-1 0 0,32 0-79 0 0,33 7-81 0 0,32-7-80 0 0,34 0-480 0 0,-34 0-1120 0 0,-38-13-1521 0 0,-27 5-1601 0 0,0-5 640 0 0</inkml:trace>
</inkml:ink>
</file>

<file path=ppt/ink/ink6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06T18:39:55.86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418 104 560 0 0,'-5'1'350'0'0,"4"-1"-278"0"0,0 0 1 0 0,-1 0 0 0 0,1 0-1 0 0,0 0 1 0 0,-1 0 0 0 0,1 0-1 0 0,0 0 1 0 0,0 1 0 0 0,0-1 0 0 0,-1 1-1 0 0,1-1 1 0 0,0 0 0 0 0,0 1-1 0 0,0 0 1 0 0,0-1 0 0 0,0 1 0 0 0,0 0-1 0 0,0 0 1 0 0,0-1 0 0 0,0 1-1 0 0,0 0 1 0 0,0 0 0 0 0,0 1 0 0 0,0-1-7 0 0,0 0 0 0 0,1-1-1 0 0,-1 1 1 0 0,0 0 0 0 0,1-1 0 0 0,-1 1 0 0 0,0 0 0 0 0,0-1 0 0 0,1 1 0 0 0,-1-1 0 0 0,0 1 0 0 0,0-1 0 0 0,0 0 0 0 0,0 1 0 0 0,0-1 0 0 0,0 0 0 0 0,1 1 0 0 0,-1-1 0 0 0,0 0 0 0 0,0 0 0 0 0,0 0 0 0 0,0 0 0 0 0,0 0 0 0 0,0 0 0 0 0,0 0 0 0 0,0 0 0 0 0,0-1 0 0 0,-1 1 0 0 0,-5 0 3863 0 0,7 1-3888 0 0,0 0 1 0 0,-1 0-1 0 0,1-1 0 0 0,0 1 0 0 0,-1 0 0 0 0,1 0 1 0 0,0-1-1 0 0,-1 1 0 0 0,1 0 0 0 0,-1-1 0 0 0,1 1 1 0 0,-1 0-1 0 0,1-1 0 0 0,-1 1 0 0 0,1-1 1 0 0,-1 1-1 0 0,0-1 0 0 0,1 1 0 0 0,-1-1 0 0 0,0 1 1 0 0,1-1-1 0 0,-1 0 0 0 0,-1 1 0 0 0,-24 8 125 0 0,5 0 27 0 0,6 7 86 0 0,-7 3-38 0 0,0-8-255 0 0,17-8 87 0 0,0-1 0 0 0,0 0 0 0 0,0-1-1 0 0,-1 1 1 0 0,1-1 0 0 0,0 0-1 0 0,-1 0 1 0 0,1-1 0 0 0,-9 0-1 0 0,-61-5 695 0 0,66 4-748 0 0,0-1 0 0 0,1 0 0 0 0,-1-1 0 0 0,0 0-1 0 0,-8-4 1 0 0,15 6-10 0 0,-1 0-1 0 0,1 0 1 0 0,0 0 0 0 0,0 0-1 0 0,0 0 1 0 0,0-1 0 0 0,0 1-1 0 0,0 0 1 0 0,1-1 0 0 0,-1 0-1 0 0,0 1 1 0 0,1-1-1 0 0,-1 0 1 0 0,1 0 0 0 0,0 0-1 0 0,0 0 1 0 0,-1 0 0 0 0,1 0-1 0 0,0 0 1 0 0,1-1 0 0 0,-1 1-1 0 0,0 0 1 0 0,0-3 0 0 0,1 3-4 0 0,0 1 1 0 0,1-1 0 0 0,-1 1 0 0 0,0-1-1 0 0,1 0 1 0 0,-1 1 0 0 0,1-1 0 0 0,-1 1 0 0 0,1-1-1 0 0,0 1 1 0 0,-1-1 0 0 0,1 1 0 0 0,0-1 0 0 0,0 1-1 0 0,0 0 1 0 0,0-1 0 0 0,0 1 0 0 0,1 0-1 0 0,-1 0 1 0 0,2-1 0 0 0,7-9 33 0 0,1-15 41 0 0,-4 15-36 0 0,0 0 1 0 0,1 1-1 0 0,8-10 0 0 0,-13 17-23 0 0,0 1 0 0 0,0-1-1 0 0,0 0 1 0 0,0 1 0 0 0,0-1-1 0 0,1 1 1 0 0,-1 0 0 0 0,1 0-1 0 0,-1 0 1 0 0,1 1 0 0 0,0-1-1 0 0,0 1 1 0 0,7-2 0 0 0,5 3 22 0 0,-1 0 0 0 0,1 1 0 0 0,0 1 0 0 0,0 0 0 0 0,-1 1 0 0 0,23 7 0 0 0,79 34-24 0 0,-106-39-25 0 0,-1 0 1 0 0,0 1 0 0 0,0 0-1 0 0,-1 1 1 0 0,0 0 0 0 0,0 0-1 0 0,0 1 1 0 0,-1 1 0 0 0,11 13-1 0 0,-17-21 11 0 0,-1 1 0 0 0,1 0 0 0 0,0 0 0 0 0,0 1 0 0 0,-1-1 0 0 0,1 0 0 0 0,-1 0 0 0 0,0 1 0 0 0,1-1 0 0 0,-1 1 0 0 0,1 4 0 0 0,-2-5 2 0 0,-1 0 0 0 0,1 0 1 0 0,-1 0-1 0 0,1 0 0 0 0,-1 0 0 0 0,0 0 0 0 0,0 0 0 0 0,0-1 0 0 0,0 1 0 0 0,0 0 0 0 0,0-1 1 0 0,-2 4-1 0 0,1-3 0 0 0,-1 4 17 0 0,-1-1 0 0 0,0 0 0 0 0,0 0 0 0 0,0 0-1 0 0,-1-1 1 0 0,1 1 0 0 0,-1-1 0 0 0,0 0-1 0 0,-1-1 1 0 0,1 1 0 0 0,0-1 0 0 0,-1 0 0 0 0,0 0-1 0 0,0-1 1 0 0,0 1 0 0 0,0-1 0 0 0,0-1-1 0 0,0 1 1 0 0,-1-1 0 0 0,1 0 0 0 0,0 0 0 0 0,-10-1-1 0 0,11 0 71 0 0,10-2 39 0 0,66-13 67 0 0,265-62-2548 0 0,-19 14-2494 0 0,-40 12-2001 0 0</inkml:trace>
</inkml:ink>
</file>

<file path=ppt/ink/ink6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06T18:39:57.36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321 186 320 0 0,'0'0'1294'0'0,"-2"-2"-251"0"0,9-3-752 0 0,15-1 363 0 0,-22 6-622 0 0,0 0 1 0 0,1 0-1 0 0,-1-1 1 0 0,1 1 0 0 0,-1 0-1 0 0,0 0 1 0 0,1 0 0 0 0,-1 0-1 0 0,0-1 1 0 0,1 1-1 0 0,-1 0 1 0 0,0 0 0 0 0,1-1-1 0 0,-1 1 1 0 0,0 0 0 0 0,0 0-1 0 0,1-1 1 0 0,-1 1-1 0 0,0 0 1 0 0,0-1 0 0 0,1 1-1 0 0,-1 0 1 0 0,0-1-1 0 0,0 1 1 0 0,0 0 0 0 0,0-1-1 0 0,0 1 1 0 0,0-1 0 0 0,4-4 128 0 0,50-17 813 0 0,-53 20-936 0 0,0-1 1 0 0,0 1 0 0 0,0-1 0 0 0,0 1-1 0 0,-1 0 1 0 0,1-1 0 0 0,-1 1 0 0 0,1-1-1 0 0,-1 0 1 0 0,0 1 0 0 0,0-1 0 0 0,0 1-1 0 0,0-1 1 0 0,-1 1 0 0 0,1-1 0 0 0,-1 1-1 0 0,1-1 1 0 0,-1 1 0 0 0,0 0 0 0 0,-2-5-1 0 0,-24 0 99 0 0,-1 0 0 0 0,0 2-1 0 0,-1 1 1 0 0,-39-1-1 0 0,63 5-125 0 0,-49-4-571 0 0,-54-12-1 0 0,75 6-1413 0 0,1-13-1081 0 0</inkml:trace>
</inkml:ink>
</file>

<file path=ppt/ink/ink6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06T18:42:47.16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1295 76 160 0 0,'0'0'5029'0'0,"5"0"-4242"0"0,22 0 507 0 0,-27-2-469 0 0,0-2-642 0 0,-5 3 2744 0 0,-17 1-2700 0 0,17 0 26 0 0,10 0-173 0 0,25-3 40 0 0,-60 0 0 0 0,25 3-39 0 0,-1-1-1 0 0,-48-14 0 0 0,49 11-67 0 0,4 4-6 0 0,1-1 0 0 0,-1 0 0 0 0,1 0 0 0 0,0 1 0 0 0,-1-1 0 0 0,1 1 0 0 0,-1-1 1 0 0,1 0-1 0 0,-1 1 0 0 0,0-1 0 0 0,1 1 0 0 0,-1-1 0 0 0,1 1 0 0 0,-1-1 0 0 0,0 1 0 0 0,0 0 0 0 0,1-1 0 0 0,-1 1 0 0 0,0 0 0 0 0,0-1 0 0 0,1 1 0 0 0,-1 0 1 0 0,0 0-1 0 0,0 0 0 0 0,1 0 0 0 0,-1 0 0 0 0,0 0 0 0 0,0 0 0 0 0,0 0 0 0 0,1 0 0 0 0,-1 0 0 0 0,0 0 0 0 0,0 1 0 0 0,0-1 0 0 0,1 0 0 0 0,-2 1 1 0 0,0-1 23 0 0,2 0-28 0 0,0 0 0 0 0,0 0 0 0 0,0 0 0 0 0,0 0-1 0 0,0 1 1 0 0,0-1 0 0 0,0 0 0 0 0,-1 0 0 0 0,1 0-1 0 0,0 0 1 0 0,0 0 0 0 0,0 0 0 0 0,0 0 0 0 0,0 0-1 0 0,0 0 1 0 0,-1 0 0 0 0,1 0 0 0 0,0 0 0 0 0,0 0 0 0 0,0 0-1 0 0,0 0 1 0 0,0 0 0 0 0,0 0 0 0 0,-1 0 0 0 0,1 0-1 0 0,0 0 1 0 0,0 0 0 0 0,0 0 0 0 0,0 0 0 0 0,0 0-1 0 0,-1 0 1 0 0,1 0 0 0 0,0 0 0 0 0,0 0 0 0 0,0 0-1 0 0,0 0 1 0 0,0 0 0 0 0,0-1 0 0 0,0 1 0 0 0,0 0-1 0 0,-1 0 1 0 0,1 0 0 0 0,0 0 0 0 0,0 0 0 0 0,0 0-1 0 0,0 0 1 0 0,0-1 0 0 0,0 1 0 0 0,0 0 0 0 0,0 0-1 0 0,0 0 1 0 0,0 0 0 0 0,0 0 0 0 0,0 0 0 0 0,0-1-1 0 0,0 1 1 0 0,0 0 0 0 0,0 0 0 0 0,0 0 0 0 0,0 0-1 0 0,0-1 1 0 0,0 1 0 0 0,0 0 0 0 0,0 0 0 0 0,0 0 0 0 0,0 0 0 0 0,0-1 0 0 0,0 1 0 0 0,0 0 0 0 0,0 0 0 0 0,0 0 0 0 0,0 0 0 0 0,0-1 0 0 0,0 1 0 0 0,0 0 0 0 0,0 0 0 0 0,0 0 0 0 0,0 0 0 0 0,0-1 0 0 0,0 1-1 0 0,0 0 1 0 0,-1 0 0 0 0,1 0 0 0 0,0 0 0 0 0,0 0 0 0 0,0-1 0 0 0,0 1 0 0 0,0 0 0 0 0,0 0 0 0 0,0 0 0 0 0,-1 0 0 0 0,1 0 0 0 0,0 0 0 0 0,0 0 0 0 0,0 0 0 0 0,0 0 0 0 0,0-1 0 0 0,-1 1 0 0 0,1 0 0 0 0,0 0 0 0 0,0 0 0 0 0,0 0-1 0 0,0 0 1 0 0,-1 0 0 0 0,1 0 0 0 0,0 0 0 0 0,0 0 0 0 0,0 0 0 0 0,0 0 0 0 0,-1 0 0 0 0,1 0 0 0 0,0 0 0 0 0,0 0 0 0 0,0 1 0 0 0,-1-1 0 0 0,0-1 14 0 0,0 2-11 0 0,-1-1 0 0 0,1 0 1 0 0,0 0-1 0 0,0-1 0 0 0,0 1 0 0 0,-1 0 0 0 0,1 0 1 0 0,0-1-1 0 0,0 1 0 0 0,0 0 0 0 0,0-1 1 0 0,0 1-1 0 0,0-1 0 0 0,-1 0 0 0 0,1 1 0 0 0,0-1 1 0 0,1 0-1 0 0,-1 1 0 0 0,0-1 0 0 0,0 0 1 0 0,0 0-1 0 0,-1-1 0 0 0,-3-1 74 0 0,-61-7 147 0 0,39 9-227 0 0,-18 3-76 0 0,-1 3 1 0 0,1 1-1 0 0,0 3 0 0 0,1 1 1 0 0,-83 32-1 0 0,-37 13 196 0 0,66-23-206 0 0,67-24 3 0 0,0 2 1 0 0,-37 18 0 0 0,-128 67 229 0 0,71-36-494 0 0,126-59 321 0 0,0 0 0 0 0,-1 0-1 0 0,1 0 1 0 0,0 0 0 0 0,0 0 0 0 0,0 0 0 0 0,0 0 0 0 0,0 0 0 0 0,0 0 0 0 0,0 0 0 0 0,0 0 0 0 0,0 1 0 0 0,0-1 0 0 0,0 0-1 0 0,-1 1 1 0 0,1-1 0 0 0,0 0 0 0 0,0 1 0 0 0,0-1 0 0 0,0 1 0 0 0,-1-1 0 0 0,1 1 0 0 0,0 0 0 0 0,-1-1 0 0 0,1 1-1 0 0,0 0 1 0 0,-1 0 0 0 0,1-1 0 0 0,-1 1 0 0 0,1 0 0 0 0,-1 0 0 0 0,0 0 0 0 0,1 0 0 0 0,-1-1 0 0 0,0 1 0 0 0,1 0 0 0 0,-1 0-1 0 0,0 0 1 0 0,0 0 0 0 0,0 0 0 0 0,0 0 0 0 0,0 0 0 0 0,0 0 0 0 0,0 1 0 0 0,0 1 33 0 0,0-1 1 0 0,0 1-1 0 0,0 0 0 0 0,0 0 1 0 0,0 0-1 0 0,1 0 0 0 0,-1 0 1 0 0,1-1-1 0 0,0 1 0 0 0,0 0 1 0 0,1 2-1 0 0,1-1 9 0 0,0-1-1 0 0,0 0 1 0 0,0 0 0 0 0,1-1-1 0 0,-1 1 1 0 0,0-1 0 0 0,7 4-1 0 0,-4-3 16 0 0,-5-3-29 0 0,0 0 0 0 0,0 1 0 0 0,0-1 0 0 0,0 0 0 0 0,0 1-1 0 0,0 0 1 0 0,0-1 0 0 0,1 1 0 0 0,-2 0 0 0 0,1-1 0 0 0,0 1 0 0 0,0 0 0 0 0,0 0 0 0 0,0 0-1 0 0,0 0 1 0 0,-1-1 0 0 0,1 1 0 0 0,0 0 0 0 0,-1 1 0 0 0,1-1 0 0 0,-1 0 0 0 0,1 0 0 0 0,-1 0 0 0 0,1 0-1 0 0,-1 2 1 0 0,1-2-2 0 0,-1 0 0 0 0,1 1 0 0 0,0-1 0 0 0,0 0 0 0 0,0 0-1 0 0,0 0 1 0 0,0 0 0 0 0,0 0 0 0 0,0 0 0 0 0,0 0 0 0 0,0 0-1 0 0,0 0 1 0 0,0 0 0 0 0,0-1 0 0 0,1 1 0 0 0,-1 0 0 0 0,0-1-1 0 0,1 1 1 0 0,-1-1 0 0 0,3 1 0 0 0,-2 0-10 0 0,12 7-45 0 0,-12-8 54 0 0,-1 1 1 0 0,0-1-1 0 0,1 1 1 0 0,-1 0 0 0 0,0-1-1 0 0,0 1 1 0 0,1 0-1 0 0,-1 0 1 0 0,0 0-1 0 0,0-1 1 0 0,0 1 0 0 0,0 0-1 0 0,0 1 1 0 0,0-1-1 0 0,0 0 1 0 0,-1 0-1 0 0,1 0 1 0 0,0 0 0 0 0,-1 1-1 0 0,1-1 1 0 0,0 0-1 0 0,-1 1 1 0 0,0-1 0 0 0,1 1-1 0 0,-1-1 1 0 0,1 3-1 0 0,-2-3 1 0 0,1 0 0 0 0,0 0 0 0 0,1 0 0 0 0,-1 0-1 0 0,0 0 1 0 0,0 0 0 0 0,0 1 0 0 0,1-1 0 0 0,-1 0-1 0 0,0 0 1 0 0,1 0 0 0 0,-1 0 0 0 0,1 0 0 0 0,-1-1 0 0 0,1 1-1 0 0,0 0 1 0 0,-1 0 0 0 0,1 0 0 0 0,0 0 0 0 0,0-1-1 0 0,0 1 1 0 0,-1 0 0 0 0,1-1 0 0 0,0 1 0 0 0,0 0 0 0 0,2 0-1 0 0,-2 0 6 0 0,0-1 0 0 0,0 1 0 0 0,0 0 0 0 0,0-1 0 0 0,0 1 0 0 0,0 0 0 0 0,0 0 0 0 0,0 0 0 0 0,0 0 0 0 0,0 0 0 0 0,0 0 0 0 0,0 0 0 0 0,-1 0 0 0 0,1 0-1 0 0,-1 0 1 0 0,1 0 0 0 0,-1 0 0 0 0,1 1 0 0 0,-1-1 0 0 0,1 0 0 0 0,-1 0 0 0 0,0 1 0 0 0,0-1 0 0 0,0 0 0 0 0,0 0 0 0 0,0 1 0 0 0,0 0 0 0 0,0 9 102 0 0,-1-7-57 0 0,1-1 0 0 0,-1 1 0 0 0,1-1 0 0 0,0 1 0 0 0,1 0 0 0 0,-1-1 0 0 0,1 1 0 0 0,-1-1 0 0 0,1 1 0 0 0,0-1 0 0 0,3 6 0 0 0,17 12 136 0 0,-18-18-178 0 0,1-1-1 0 0,-1 1 1 0 0,0 0-1 0 0,1-1 0 0 0,-1 0 1 0 0,1 0-1 0 0,0 0 1 0 0,0 0-1 0 0,0-1 0 0 0,-1 1 1 0 0,2-1-1 0 0,-1 0 1 0 0,4 0-1 0 0,-1 1 7 0 0,1 0 0 0 0,-1 0 0 0 0,0 0 0 0 0,12 7 0 0 0,5 3 52 0 0,12 7 4 0 0,-1 2 0 0 0,0 0 0 0 0,31 28 1 0 0,-6-2 129 0 0,-53-37-189 0 0,-6-9-6 0 0,0 1-1 0 0,0-1 1 0 0,1 1 0 0 0,-1-1-1 0 0,1 1 1 0 0,-1-1-1 0 0,1 0 1 0 0,-1 0-1 0 0,1 0 1 0 0,-1 0-1 0 0,1 0 1 0 0,0 0-1 0 0,0 0 1 0 0,0 0-1 0 0,-1-1 1 0 0,1 1 0 0 0,3 0-1 0 0,13 6 47 0 0,-1 1 0 0 0,24 13-1 0 0,7 4-42 0 0,-44-22-1 0 0,1-1 0 0 0,0 1-1 0 0,-1 0 1 0 0,0 0 0 0 0,0 0-1 0 0,0 0 1 0 0,7 8 0 0 0,13 12 19 0 0,-4-7 31 0 0,-1 1 1 0 0,-1 1-1 0 0,0 1 0 0 0,-2 1 0 0 0,0 0 0 0 0,13 23 0 0 0,26 5 170 0 0,-45-24-187 0 0,12-7 67 0 0,-18-14-116 0 0,0 0 1 0 0,1 0-1 0 0,-1 0 1 0 0,1-1-1 0 0,0 0 1 0 0,-1 0-1 0 0,1 0 1 0 0,0 0-1 0 0,0-1 1 0 0,0 0-1 0 0,8 1 1 0 0,1 0 64 0 0,-1-2-1 0 0,0 0 1 0 0,0 0 0 0 0,16-3 0 0 0,6-4 161 0 0,1-1-1 0 0,41-15 1 0 0,189-60 250 0 0,-164 49-423 0 0,-14 6 124 0 0,-1-3-1 0 0,82-43 1 0 0,-142 58-159 0 0,-1-1 1 0 0,-1-1 0 0 0,-1-1-1 0 0,0-1 1 0 0,-1-1-1 0 0,34-41 1 0 0,-5-7-70 0 0,48-82-1 0 0,-88 132-14 0 0,4-4-77 0 0,-2-1 1 0 0,0-1-1 0 0,-2 0 0 0 0,12-34 0 0 0,-22 53 153 0 0,0-1 0 0 0,0 1 0 0 0,-1-1 0 0 0,0 1-1 0 0,0-1 1 0 0,0 0 0 0 0,-1 0 0 0 0,0 1 0 0 0,-1-1 0 0 0,1 0 0 0 0,-1 1-1 0 0,-1-1 1 0 0,1 0 0 0 0,-1 1 0 0 0,0 0 0 0 0,-1-1 0 0 0,1 1 0 0 0,-1 0-1 0 0,0 0 1 0 0,-1 0 0 0 0,0 1 0 0 0,0-1 0 0 0,-6-6 0 0 0,-15-14 3 0 0,-47-55-48 0 0,61 69 60 0 0,0-1 0 0 0,0 1 1 0 0,-1 1-1 0 0,-1 0 0 0 0,0 1 1 0 0,0 0-1 0 0,-1 1 0 0 0,0 1 0 0 0,-1 0 1 0 0,0 1-1 0 0,0 0 0 0 0,0 1 1 0 0,-1 1-1 0 0,0 0 0 0 0,0 2 1 0 0,0 0-1 0 0,-31-2 0 0 0,20 4-226 0 0,0 1 0 0 0,0 2 0 0 0,-49 9 0 0 0,42-2-1818 0 0,-42 15 1 0 0,-16 9-3563 0 0</inkml:trace>
</inkml:ink>
</file>

<file path=ppt/ink/ink6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06T18:39:19.99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0 662 560 0 0,'26'-13'294'0'0,"0"-1"-1"0"0,-2-2 1 0 0,0 0-1 0 0,34-30 1 0 0,45-57 586 0 0,-81 85-422 0 0,30-35 0 0 0,-44 45-209 0 0,-2-1 0 0 0,1 0 0 0 0,-1 0 0 0 0,0 0 0 0 0,-1-1 0 0 0,0 0 0 0 0,4-11 0 0 0,-2-6 433 0 0,-4 18-456 0 0,-1 1 1 0 0,1-1-1 0 0,1 0 1 0 0,-1 1 0 0 0,1-1-1 0 0,8-10 1 0 0,21-24 338 0 0,-23 31-403 0 0,0-1 0 0 0,0-1 1 0 0,14-27-1 0 0,-20 30-17 0 0,-3 9-128 0 0,-1 0 0 0 0,1 0-1 0 0,0 0 1 0 0,0 0-1 0 0,0 0 1 0 0,0 0-1 0 0,0 0 1 0 0,0 1 0 0 0,0-1-1 0 0,1 0 1 0 0,-1 1-1 0 0,1-1 1 0 0,-1 1 0 0 0,1-1-1 0 0,-1 1 1 0 0,1 0-1 0 0,0-1 1 0 0,0 1-1 0 0,0 0 1 0 0,-1 0 0 0 0,1 1-1 0 0,0-1 1 0 0,0 0-1 0 0,3 0 1 0 0,13-6 92 0 0,1 2 1 0 0,-1 0-1 0 0,1 1 0 0 0,27-3 1 0 0,-35 8-30 0 0,31 9 39 0 0,-33-4-101 0 0,-6-1 5 0 0,-2-3-18 0 0,0 0 0 0 0,0 1 0 0 0,0-1 0 0 0,0 0 0 0 0,0 1 0 0 0,-1-1 0 0 0,1 1 1 0 0,-1-1-1 0 0,0 1 0 0 0,0-1 0 0 0,0 1 0 0 0,0-1 0 0 0,0 1 0 0 0,-1 0 0 0 0,1-1 0 0 0,-1 0 0 0 0,1 1 0 0 0,-1-1 0 0 0,0 1 1 0 0,-2 2-1 0 0,-1 7-6 0 0,-2 0 0 0 0,1-1 1 0 0,-1 0-1 0 0,-1-1 0 0 0,0 1 1 0 0,-1-1-1 0 0,1-1 0 0 0,-2 1 1 0 0,0-1-1 0 0,0-1 0 0 0,0 0 1 0 0,-1 0-1 0 0,0-1 0 0 0,-1 0 1 0 0,1 0-1 0 0,-2-2 0 0 0,1 1 1 0 0,0-1-1 0 0,-23 6 0 0 0,-8-5 206 0 0,0-1-1 0 0,-53-1 1 0 0,89-4-32 0 0,12-1-106 0 0,44-5-174 0 0,0 3 1 0 0,0 2-1 0 0,0 2 0 0 0,64 9 0 0 0,-99-8 64 0 0,0 0-1 0 0,-1 1 1 0 0,1 1-1 0 0,16 6 1 0 0,-26-8 42 0 0,0 0-1 0 0,0 0 1 0 0,-1 0-1 0 0,1 0 1 0 0,-1 1-1 0 0,0 0 1 0 0,1 0 0 0 0,-1 0-1 0 0,0 0 1 0 0,-1 1-1 0 0,1 0 1 0 0,-1 0 0 0 0,0 0-1 0 0,1 0 1 0 0,2 6-1 0 0,-5-8 4 0 0,-1 0 0 0 0,1-1 0 0 0,-1 1 0 0 0,1 0 0 0 0,-1 0 0 0 0,0-1 0 0 0,1 1 0 0 0,-1 0 1 0 0,0 0-1 0 0,0-1 0 0 0,-1 1 0 0 0,1 0 0 0 0,0 0 0 0 0,0-1 0 0 0,-1 1 0 0 0,1 0 0 0 0,-1-1 0 0 0,0 1 0 0 0,1 0 0 0 0,-1-1 0 0 0,0 1 0 0 0,0-1 0 0 0,0 1 0 0 0,0-1 0 0 0,0 1 0 0 0,-1-1 0 0 0,1 0 0 0 0,-1 1 0 0 0,-5 4 6 0 0,1-1 1 0 0,-1 0-1 0 0,0-1 1 0 0,-12 6-1 0 0,16-8-2 0 0,-12 5 53 0 0,-1 0 0 0 0,0-1 1 0 0,0 0-1 0 0,-1-2 0 0 0,0 0 0 0 0,-29 3 1 0 0,-102-3 48 0 0,87-5-271 0 0,48 1-21 0 0,-3 0 68 0 0,0 0 0 0 0,-26-4 0 0 0,40 4-99 0 0,0 0 1 0 0,0 0-1 0 0,0-1 0 0 0,1 1 0 0 0,-1 0 1 0 0,0-1-1 0 0,0 1 0 0 0,0-1 0 0 0,1 0 0 0 0,-1 0 1 0 0,0 0-1 0 0,0 1 0 0 0,1-1 0 0 0,-1-1 1 0 0,1 1-1 0 0,-1 0 0 0 0,1 0 0 0 0,0-1 1 0 0,-1 1-1 0 0,1 0 0 0 0,0-1 0 0 0,0 1 0 0 0,0-1 1 0 0,0 0-1 0 0,0 1 0 0 0,0-1 0 0 0,1 0 1 0 0,-1 0-1 0 0,0 1 0 0 0,0-5 0 0 0,1-9-3800 0 0</inkml:trace>
</inkml:ink>
</file>

<file path=ppt/ink/ink6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06T18:39:21.21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1000 166 400 0 0,'-22'-9'835'0'0,"-1"2"-1"0"0,1 0 1 0 0,-34-5-1 0 0,28 7-290 0 0,3 0-159 0 0,-1 0 0 0 0,0 2-1 0 0,1 1 1 0 0,-1 1 0 0 0,-34 3 0 0 0,41-1-146 0 0,-17 2-32 0 0,0 2-1 0 0,0 1 1 0 0,1 2 0 0 0,0 1 0 0 0,-37 16-1 0 0,50-16-155 0 0,1 1 0 0 0,1 1-1 0 0,0 1 1 0 0,-28 21 0 0 0,5 13 29 0 0,21-25-47 0 0,12-12-21 0 0,0 0 0 0 0,1 1 1 0 0,0 0-1 0 0,1 0 0 0 0,-11 18 1 0 0,-78 150 520 0 0,92-167-485 0 0,0-1 0 0 0,1 1-1 0 0,0 0 1 0 0,1 0 0 0 0,0 0 0 0 0,-2 14-1 0 0,2 6 199 0 0,2 34 1 0 0,1-56-193 0 0,0 0-17 0 0,0-1 0 0 0,0 1 0 0 0,1 0 1 0 0,0 0-1 0 0,1 0 0 0 0,0 0 0 0 0,0-1 0 0 0,1 1 1 0 0,0-1-1 0 0,0 0 0 0 0,1 0 0 0 0,0 0 1 0 0,1 0-1 0 0,0-1 0 0 0,0 1 0 0 0,0-1 1 0 0,1-1-1 0 0,0 1 0 0 0,1-1 0 0 0,-1 0 1 0 0,1 0-1 0 0,0-1 0 0 0,11 7 0 0 0,11 6 29 0 0,0-2 0 0 0,1-1 0 0 0,1-1-1 0 0,35 11 1 0 0,130 25 32 0 0,-83-30 116 0 0,165 8-1 0 0,-155-23-149 0 0,0-5 0 0 0,0-5 1 0 0,191-32-1 0 0,-233 21-51 0 0,-1-4 0 0 0,-2-2-1 0 0,0-5 1 0 0,-1-2 0 0 0,-2-4 0 0 0,94-57 0 0 0,-143 74-35 0 0,-1-2 1 0 0,-2 0 0 0 0,38-36-1 0 0,-50 42 16 0 0,0 0 0 0 0,0-1 0 0 0,-2 0 0 0 0,1-1 0 0 0,-2 1 0 0 0,0-2 0 0 0,13-29 0 0 0,-17 23-27 0 0,0 0 0 0 0,-1-1-1 0 0,-1 1 1 0 0,-1-1 0 0 0,-1 0-1 0 0,-1 1 1 0 0,-7-40 0 0 0,5 46 22 0 0,0 0 1 0 0,-1 0 0 0 0,-1 0-1 0 0,0 0 1 0 0,-1 1 0 0 0,-1-1-1 0 0,0 2 1 0 0,-1-1 0 0 0,0 1 0 0 0,-1 0-1 0 0,0 1 1 0 0,-17-17 0 0 0,9 13 21 0 0,0 1 1 0 0,-2 0 0 0 0,0 1 0 0 0,0 2 0 0 0,-2-1 0 0 0,1 2 0 0 0,-1 1 0 0 0,-25-9 0 0 0,-14 0-9 0 0,-1 2 1 0 0,0 3-1 0 0,-114-12 0 0 0,98 20-959 0 0,-1 3 0 0 0,-138 14 0 0 0,112 7-2339 0 0</inkml:trace>
</inkml:ink>
</file>

<file path=ppt/ink/ink6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06T18:39:22.19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291 94 320 0 0,'-5'-1'400'0'0,"-17"-3"-13"0"0,22 4-368 0 0,-1 0 0 0 0,1 0 1 0 0,-1-1-1 0 0,1 1 0 0 0,0 0 0 0 0,-1 0 0 0 0,1 0 0 0 0,-1-1 0 0 0,1 1 1 0 0,0 0-1 0 0,-1 0 0 0 0,1-1 0 0 0,0 1 0 0 0,-1 0 0 0 0,1-1 0 0 0,0 1 1 0 0,0 0-1 0 0,-1-1 0 0 0,1 1 0 0 0,0 0 0 0 0,0-1 0 0 0,0 1 0 0 0,0-1 1 0 0,-1 1-1 0 0,1 0 0 0 0,0-1 0 0 0,0 0 0 0 0,-3-4 85 0 0,-51-17 657 0 0,48 15-393 0 0,6 7-357 0 0,0 0 0 0 0,0-1 0 0 0,0 1-1 0 0,0 0 1 0 0,0 0 0 0 0,0 0 0 0 0,0-1 0 0 0,0 1-1 0 0,0 0 1 0 0,0 0 0 0 0,0 0 0 0 0,0-1 0 0 0,0 1-1 0 0,0 0 1 0 0,-1 0 0 0 0,1 0 0 0 0,0 0 0 0 0,0-1-1 0 0,0 1 1 0 0,0 0 0 0 0,0 0 0 0 0,-1 0 0 0 0,1 0-1 0 0,0 0 1 0 0,0 0 0 0 0,0-1 0 0 0,-1 1 0 0 0,1 0-1 0 0,0 0 1 0 0,0 0 0 0 0,0 0 0 0 0,0 0 0 0 0,-1 0-1 0 0,1 0 1 0 0,0 0 0 0 0,0 0 0 0 0,-1 0 0 0 0,1 0-1 0 0,0 0 1 0 0,-10-1 444 0 0,0 0 0 0 0,0 0 0 0 0,-1 1-1 0 0,1 0 1 0 0,-18 3 0 0 0,23-2-349 0 0,0 0 0 0 0,1 0 0 0 0,-1 0 1 0 0,0 1-1 0 0,1-1 0 0 0,-1 1 0 0 0,1 0 0 0 0,0 0 1 0 0,-1 1-1 0 0,1-1 0 0 0,0 1 0 0 0,1 0 0 0 0,-8 7 0 0 0,-21 31 295 0 0,31-39-385 0 0,0-1 1 0 0,0 1-1 0 0,0 0 1 0 0,0 0-1 0 0,1 0 0 0 0,-1 0 1 0 0,0 0-1 0 0,1 0 1 0 0,-1 0-1 0 0,1 0 1 0 0,0 0-1 0 0,0 0 1 0 0,0 1-1 0 0,0-1 1 0 0,0 0-1 0 0,0 0 1 0 0,1 0-1 0 0,-1 0 1 0 0,1 3-1 0 0,19 32 407 0 0,-12-23-215 0 0,2 9 147 0 0,-10-20-334 0 0,1-1 1 0 0,0 1-1 0 0,0-1 1 0 0,0 1-1 0 0,0-1 1 0 0,1 0-1 0 0,-1 1 1 0 0,1-1-1 0 0,-1 0 1 0 0,1 0-1 0 0,0 0 1 0 0,0 0-1 0 0,-1 0 1 0 0,2 0-1 0 0,-1-1 1 0 0,3 3-1 0 0,87 44 273 0 0,-81-44-298 0 0,0 1 0 0 0,1-1 1 0 0,-1-1-1 0 0,1 0 0 0 0,0-1 1 0 0,0 0-1 0 0,1-1 0 0 0,-1 0 1 0 0,0-1-1 0 0,16-1 0 0 0,13-3 38 0 0,60-14 0 0 0,-90 15-34 0 0,1 0 0 0 0,-1 0 0 0 0,-1-2 0 0 0,1 1 0 0 0,16-10 0 0 0,-6 2 0 0 0,-15 8 2 0 0,-1-1 0 0 0,1 0 0 0 0,-1 0 0 0 0,-1 0 1 0 0,1-1-1 0 0,-1 1 0 0 0,0-1 0 0 0,0 0 0 0 0,-1-1 1 0 0,1 1-1 0 0,-2-1 0 0 0,4-7 0 0 0,-4 8-17 0 0,-1 4 14 0 0,0 0 0 0 0,-1-1 0 0 0,1 1 0 0 0,-1 0 0 0 0,0-1 0 0 0,1 1 0 0 0,-1-1 0 0 0,0 1 0 0 0,-1 0 0 0 0,1-1 0 0 0,0 1 1 0 0,-1 0-1 0 0,1-1 0 0 0,-1 1 0 0 0,0 0 0 0 0,1 0 0 0 0,-1-1 0 0 0,0 1 0 0 0,-1 0 0 0 0,1 0 0 0 0,0 0 0 0 0,0 0 0 0 0,-1 0 0 0 0,-1-2 0 0 0,-6-5-70 0 0,-1 0 0 0 0,1 0 0 0 0,-15-10 0 0 0,23 18 59 0 0,-14-9-242 0 0,1 1 0 0 0,-2 0 1 0 0,1 1-1 0 0,-1 1 1 0 0,-1 0-1 0 0,1 1 0 0 0,-26-5 1 0 0,11 4-828 0 0,1 2 1 0 0,-1 2 0 0 0,-42 0 0 0 0,3 7-1468 0 0</inkml:trace>
</inkml:ink>
</file>

<file path=ppt/ink/ink6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06T18:39:22.61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0 880 0 0,'32'6'1761'0'0,"-32"0"80"0"0,33 9-80 0 0,0 6-481 0 0,-33 0-319 0 0,32-9-401 0 0,1 3-880 0 0,0-1-1681 0 0,-33-8-640 0 0</inkml:trace>
</inkml:ink>
</file>

<file path=ppt/ink/ink6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06T18:42:49.48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1170 154 320 0 0,'44'-8'2030'0'0,"-28"4"-1432"0"0,-10 0 328 0 0,-3 0-718 0 0,0 4-43 0 0,-2 0-132 0 0,0 0 0 0 0,0 1 1 0 0,-1-1-1 0 0,1 0 0 0 0,0 0 0 0 0,0 0 0 0 0,0-1 0 0 0,-1 1 1 0 0,1 0-1 0 0,0 0 0 0 0,0 0 0 0 0,-1 0 0 0 0,1-1 0 0 0,0 1 0 0 0,0 0 1 0 0,-1-1-1 0 0,1 1 0 0 0,0-1 0 0 0,-1 1 0 0 0,1-1 0 0 0,-1 1 0 0 0,1-1 1 0 0,0 1-1 0 0,-1-1 0 0 0,1 0 0 0 0,-1 0-17 0 0,1 1 0 0 0,-1-1 0 0 0,0 1 0 0 0,0 0 0 0 0,1-1 0 0 0,-1 1 0 0 0,0-1 0 0 0,0 1 0 0 0,1 0 0 0 0,-1-1 0 0 0,1 1 0 0 0,-1 0 0 0 0,0-1 0 0 0,1 1 1 0 0,-1 0-1 0 0,1 0 0 0 0,-1 0 0 0 0,1-1 0 0 0,-1 1 0 0 0,0 0 0 0 0,1 0 0 0 0,-1 0 0 0 0,1 0 0 0 0,-1 0 0 0 0,1 0 0 0 0,-1 0 0 0 0,1 0 0 0 0,-1 0 0 0 0,1 0 0 0 0,-1 0 0 0 0,1 0 0 0 0,-1 0 0 0 0,1 0 0 0 0,-1 0 0 0 0,1 1 0 0 0,0-1-4 0 0,-1 0 1 0 0,1 0-1 0 0,-1 0 0 0 0,1 0 0 0 0,0 0 0 0 0,-1 1 1 0 0,1-1-1 0 0,-1 0 0 0 0,1 0 0 0 0,-1 0 0 0 0,1 0 1 0 0,-1-1-1 0 0,1 1 0 0 0,0 0 0 0 0,-1 0 0 0 0,1 0 0 0 0,-1 0 1 0 0,1-1-1 0 0,-1 1 0 0 0,1 0 0 0 0,-1 0 0 0 0,1-1 1 0 0,-1 1-1 0 0,0 0 0 0 0,1-1 0 0 0,-1 1 0 0 0,1 0 1 0 0,-1-1-1 0 0,0 1 0 0 0,1-1 0 0 0,-1 1 0 0 0,0-1 1 0 0,1 1-1 0 0,-1-1 0 0 0,0 1 0 0 0,0-1 0 0 0,1 0 0 0 0,4 0 69 0 0,17-3-55 0 0,-17 3 54 0 0,1 0 80 0 0,30-10 335 0 0,-34 10-448 0 0,-1 1 1 0 0,0-1-1 0 0,1 0 1 0 0,-1 1-1 0 0,0-1 1 0 0,1 0-1 0 0,-1 0 1 0 0,0 0-1 0 0,0 0 0 0 0,0 0 1 0 0,0 0-1 0 0,0-1 1 0 0,0 1-1 0 0,0 0 1 0 0,0 0-1 0 0,0-1 1 0 0,-1 1-1 0 0,1-1 0 0 0,0 1 1 0 0,-1-1-1 0 0,1 1 1 0 0,-1 0-1 0 0,0-1 1 0 0,1-2-1 0 0,-1 3 8 0 0,-1-1-1 0 0,1 1 1 0 0,0-1 0 0 0,-1 1-1 0 0,1-1 1 0 0,-1 1-1 0 0,1 0 1 0 0,-1-1 0 0 0,1 1-1 0 0,-1 0 1 0 0,0-1-1 0 0,0 1 1 0 0,0 0 0 0 0,0 0-1 0 0,0 0 1 0 0,0-1-1 0 0,0 1 1 0 0,0 0 0 0 0,0 1-1 0 0,-1-1 1 0 0,-1-1-1 0 0,-2-1 54 0 0,-1 0-1 0 0,0 0 1 0 0,0 0-1 0 0,0 1 0 0 0,-8-2 1 0 0,-10-1 95 0 0,0 1 0 0 0,-24-1 0 0 0,17 3-66 0 0,0 2 1 0 0,-47 5 0 0 0,23 2-96 0 0,0 3 1 0 0,1 2-1 0 0,1 2 0 0 0,0 3 0 0 0,-97 45 1 0 0,77-34-79 0 0,58-24 30 0 0,0 1-1 0 0,1 1 1 0 0,0 0-1 0 0,0 1 1 0 0,0 0 0 0 0,1 1-1 0 0,0 0 1 0 0,-24 21-1 0 0,31-23 11 0 0,0 0-1 0 0,-1 0 1 0 0,0-1 0 0 0,0 0 0 0 0,-1 0-1 0 0,-14 7 1 0 0,16-9-1 0 0,-1 1 0 0 0,0-1 0 0 0,1 2 0 0 0,-1-1 0 0 0,1 1 0 0 0,1 0 0 0 0,-1 0 0 0 0,-6 7 0 0 0,-19 28-38 0 0,13-17-7 0 0,-36 36-1 0 0,28-38 69 0 0,21-17-17 0 0,-1 0 0 0 0,1 0 0 0 0,-1 0 0 0 0,1 1 0 0 0,0 0 0 0 0,1 0 0 0 0,-1 0 0 0 0,1 1 0 0 0,0 0 0 0 0,1-1 0 0 0,-6 12 0 0 0,0 10 0 0 0,6-15-27 0 0,-1 0 0 0 0,0 0 1 0 0,-1-1-1 0 0,-8 14 0 0 0,-10 11-40 0 0,-28 52-104 0 0,47-80 153 0 0,0 1-1 0 0,1 0 0 0 0,0 0 1 0 0,0 1-1 0 0,1-1 0 0 0,0 0 0 0 0,0 1 1 0 0,1 9-1 0 0,1-13 8 0 0,-1 0-33 0 0,1 0 0 0 0,0 1 0 0 0,0-1 0 0 0,1 1 0 0 0,0-1 0 0 0,0 0 0 0 0,0 0 0 0 0,5 12 0 0 0,-3-14 17 0 0,0-1-1 0 0,0 1 1 0 0,0-1 0 0 0,0 0 0 0 0,0 0 0 0 0,1 0-1 0 0,-1 0 1 0 0,1 0 0 0 0,0-1 0 0 0,0 0-1 0 0,0 0 1 0 0,0 0 0 0 0,0 0 0 0 0,0-1-1 0 0,1 1 1 0 0,4 0 0 0 0,45 12 314 0 0,1-2 0 0 0,82 7 1 0 0,127-2-532 0 0,417 5 982 0 0,-359-24 5 0 0,-235-4-401 0 0,150-28 0 0 0,-112 12-395 0 0,-82 16-92 0 0,-1-1 0 0 0,0-3 1 0 0,70-24-1 0 0,198-101-451 0 0,-298 129 636 0 0,-1-1-1 0 0,0 1 1 0 0,0-2 0 0 0,0 0-1 0 0,-1 0 1 0 0,0-1 0 0 0,-1 0-1 0 0,14-16 1 0 0,-20 20-48 0 0,1 1 1 0 0,-1-1-1 0 0,0 0 0 0 0,-1-1 1 0 0,1 1-1 0 0,-1 0 0 0 0,0-1 1 0 0,0 1-1 0 0,-1-1 0 0 0,1 0 0 0 0,-1 1 1 0 0,0-1-1 0 0,-1 0 0 0 0,0 0 1 0 0,0 1-1 0 0,0-1 0 0 0,0 0 0 0 0,-1 0 1 0 0,0 0-1 0 0,0 1 0 0 0,-3-7 1 0 0,1 4 3 0 0,-1-1 0 0 0,0 1 0 0 0,-1-1 1 0 0,0 1-1 0 0,0 1 0 0 0,-1-1 0 0 0,0 1 0 0 0,0 0 1 0 0,-1 0-1 0 0,0 1 0 0 0,0 0 0 0 0,0 0 0 0 0,-10-6 1 0 0,-11-5-110 0 0,-2 2-1 0 0,-41-17 1 0 0,66 30 90 0 0,-105-45-559 0 0,-170-47-1 0 0,108 51 277 0 0,-201-58-486 0 0,345 91 281 0 0,-1 1 0 0 0,-1 2 1 0 0,1 1-1 0 0,-1 1 1 0 0,0 1-1 0 0,-1 2 1 0 0,1 1-1 0 0,0 1 0 0 0,-56 9 1 0 0,16 9-2567 0 0</inkml:trace>
</inkml:ink>
</file>

<file path=ppt/ink/ink6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06T18:43:03.66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603 193 160 0 0,'19'-3'1035'0'0,"0"-1"0"0"0,0 0-1 0 0,0-1 1 0 0,-1-2 0 0 0,0 1 0 0 0,33-19-1 0 0,47-37 1234 0 0,-95 61-2215 0 0,-1 0-1 0 0,0 0 1 0 0,0 0 0 0 0,0 0-1 0 0,0-1 1 0 0,0 1-1 0 0,0-1 1 0 0,0 0 0 0 0,-1 0-1 0 0,1 1 1 0 0,-1-1 0 0 0,1 0-1 0 0,-1 0 1 0 0,2-4-1 0 0,-2 2 199 0 0,0-1 0 0 0,0 1 0 0 0,0-1 0 0 0,-1 1 0 0 0,0-1-1 0 0,0-7 1 0 0,0 2 312 0 0,-5 10-483 0 0,-110 34-379 0 0,-58 13-135 0 0,125-39 567 0 0,16-3 23 0 0,1 1-1 0 0,-54 18 1 0 0,71-19-137 0 0,-129 53 301 0 0,125-49-288 0 0,1 0 0 0 0,0 1-1 0 0,0 1 1 0 0,1 1-1 0 0,1 0 1 0 0,-16 15-1 0 0,25-20-30 0 0,-4 3 13 0 0,0 0-1 0 0,1 1 0 0 0,1 0 0 0 0,-9 13 0 0 0,6 11 13 0 0,1-17 2 0 0,8-15-24 0 0,0 0 0 0 0,0 1 0 0 0,0-1 0 0 0,0 0 0 0 0,1 1 0 0 0,0-1 0 0 0,-1 1 0 0 0,2 0 0 0 0,-1-1 0 0 0,0 1 0 0 0,0 0 0 0 0,1 3 0 0 0,0-4 1 0 0,0 0 0 0 0,-1-1 0 0 0,1 1-1 0 0,-1 0 1 0 0,0-1 0 0 0,1 1-1 0 0,-1-1 1 0 0,0 1 0 0 0,0-1-1 0 0,-1 1 1 0 0,1-1 0 0 0,-3 4-1 0 0,3-5-5 0 0,0 0-1 0 0,0 1 0 0 0,0-1 0 0 0,0 1 1 0 0,1-1-1 0 0,-1 1 0 0 0,0-1 0 0 0,1 1 1 0 0,-1-1-1 0 0,1 1 0 0 0,-1 2 1 0 0,2-1-8 0 0,0 0 0 0 0,0 0 1 0 0,0 0-1 0 0,0 0 1 0 0,1 0-1 0 0,-1 0 1 0 0,1 0-1 0 0,-1-1 0 0 0,1 1 1 0 0,0-1-1 0 0,0 1 1 0 0,3 1-1 0 0,38 39 61 0 0,-21-21 101 0 0,-13-14-152 0 0,0 0-1 0 0,0-1 1 0 0,1 0-1 0 0,0 0 1 0 0,0-1 0 0 0,1-1-1 0 0,0 1 1 0 0,0-2 0 0 0,0 0-1 0 0,0 0 1 0 0,14 2 0 0 0,1-1-80 0 0,0 0 0 0 0,0-3 0 0 0,0 0 0 0 0,27-2 0 0 0,-5-4 70 0 0,1-2 0 0 0,-2-3 0 0 0,1-1 0 0 0,-1-3 1 0 0,67-27-1 0 0,-72 24 112 0 0,-1-2 1 0 0,52-30-1 0 0,-72 36-17 0 0,-2-1-1 0 0,0-1 0 0 0,0-1 0 0 0,-1-1 0 0 0,-1 0 1 0 0,20-26-1 0 0,-33 37-60 0 0,0 0 1 0 0,0 0-1 0 0,-1 0 1 0 0,0-1-1 0 0,0 0 1 0 0,-1 1-1 0 0,1-1 0 0 0,-1 0 1 0 0,0 0-1 0 0,-1 0 1 0 0,0 0-1 0 0,0-1 1 0 0,0 1-1 0 0,0 0 1 0 0,-1 0-1 0 0,0-1 1 0 0,-1 1-1 0 0,1 0 1 0 0,-1 0-1 0 0,0-1 1 0 0,-4-8-1 0 0,-16-38-12 0 0,13 28-44 0 0,7 18 8 0 0,0 1 0 0 0,-1-1 1 0 0,0 1-1 0 0,0 0 0 0 0,-1-1 1 0 0,0 1-1 0 0,0 1 0 0 0,0-1 0 0 0,0 0 1 0 0,-1 1-1 0 0,0-1 0 0 0,-1 1 1 0 0,1 0-1 0 0,-1 1 0 0 0,0-1 1 0 0,0 1-1 0 0,-8-6 0 0 0,-6-1-158 0 0,0 0 0 0 0,0 2 0 0 0,-1 0 0 0 0,0 1 0 0 0,-1 1 0 0 0,0 1 0 0 0,0 1 0 0 0,0 0 0 0 0,0 2 0 0 0,-1 1 0 0 0,1 0 0 0 0,-1 2 0 0 0,-33 3 0 0 0,35 0-636 0 0,0 1 1 0 0,0 1 0 0 0,0 1-1 0 0,-25 11 1 0 0,-19 15-2919 0 0</inkml:trace>
</inkml:ink>
</file>

<file path=ppt/ink/ink6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06T18:43:04.02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66 0 560 0 0,'-33'0'9445'0'0,"1"0"-6404"0"0,32 7-1120 0 0,0 7-721 0 0,32 7-159 0 0,1 33-1 0 0,26 2-719 0 0,-27-2-402 0 0,1-12-559 0 0,0-7-1761 0 0,32-2-2641 0 0,0-6-3682 0 0</inkml:trace>
</inkml:ink>
</file>

<file path=ppt/ink/ink6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06T18:43:04.83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385 89 2241 0 0,'2'-1'232'0'0,"0"0"0"0"0,0 1 0 0 0,0-1 0 0 0,0 0 0 0 0,-1 0 0 0 0,1 0 0 0 0,0 0 0 0 0,-1 0 0 0 0,1 0 0 0 0,-1-1 0 0 0,0 1 0 0 0,1-1 0 0 0,-1 1 0 0 0,0-1 0 0 0,0 1 0 0 0,1-1-1 0 0,-1 1 1 0 0,1-4 0 0 0,-1 0 491 0 0,0 0 0 0 0,0 0 0 0 0,-1 0 0 0 0,1 0 0 0 0,-1 0 0 0 0,-1-6 0 0 0,1-5-146 0 0,0 16-575 0 0,0-1 0 0 0,0 1-1 0 0,0 0 1 0 0,0 0 0 0 0,0 0 0 0 0,0-1 0 0 0,0 1 0 0 0,0 0 0 0 0,0 0 0 0 0,0 0 0 0 0,0-1 0 0 0,0 1 0 0 0,0 0 0 0 0,0 0 0 0 0,-1 0 0 0 0,1-1 0 0 0,0 1 0 0 0,0 0 0 0 0,0 0 0 0 0,0 0 0 0 0,0 0 0 0 0,-1-1 0 0 0,1 1-1 0 0,0 0 1 0 0,0 0 0 0 0,0 0 0 0 0,0 0 0 0 0,-1 0 0 0 0,1 0 0 0 0,0 0 0 0 0,0-1 0 0 0,0 1 0 0 0,-1 0 0 0 0,1 0 0 0 0,0 0 0 0 0,0 0 0 0 0,0 0 0 0 0,-1 0 0 0 0,1 0 0 0 0,0 0 0 0 0,-6 0-28 0 0,1 0 1 0 0,-1 1-1 0 0,1-1 1 0 0,0 1-1 0 0,-1 0 1 0 0,1 1-1 0 0,0-1 1 0 0,0 1-1 0 0,0 0 1 0 0,-8 4 0 0 0,-21 8-11 0 0,-57 14 0 0 0,65-21 125 0 0,0 1 0 0 0,1 2 0 0 0,1 0 0 0 0,-37 21 0 0 0,48-25 19 0 0,-19 15 203 0 0,30-20-267 0 0,1 1 0 0 0,0-1 0 0 0,-1 1 0 0 0,1 0 1 0 0,0-1-1 0 0,0 1 0 0 0,0 0 0 0 0,0-1 0 0 0,0 1 0 0 0,1 0 1 0 0,-1 0-1 0 0,1 0 0 0 0,-1 0 0 0 0,1 0 0 0 0,-1 0 1 0 0,1 0-1 0 0,0 3 0 0 0,0 3 89 0 0,0 0 0 0 0,1 0 0 0 0,0 0 0 0 0,0 0 0 0 0,1 0 0 0 0,0 0 0 0 0,5 13 0 0 0,1-6-146 0 0,0 0 0 0 0,17 21 0 0 0,-20-29-25 0 0,-2-2-97 0 0,1-1 1 0 0,0 1-1 0 0,0-1 1 0 0,0 0-1 0 0,0 0 1 0 0,1-1-1 0 0,0 1 1 0 0,-1-1-1 0 0,1 0 0 0 0,0 0 1 0 0,7 2-1 0 0,0-1-522 0 0,-1 0 1 0 0,1-1-1 0 0,24 3 0 0 0,-5-3-2151 0 0,35-1 0 0 0</inkml:trace>
</inkml:ink>
</file>

<file path=ppt/ink/ink6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06T18:43:05.53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66 14 3121 0 0,'-60'0'4803'0'0,"60"0"-4715"0"0,0 0 0 0 0,-1 0 1 0 0,1 0-1 0 0,0 0 1 0 0,0 0-1 0 0,-1-1 0 0 0,1 1 1 0 0,0 0-1 0 0,0 0 0 0 0,-1 0 1 0 0,1 0-1 0 0,0 0 1 0 0,0-1-1 0 0,-1 1 0 0 0,1 0 1 0 0,0 0-1 0 0,0 0 0 0 0,0 0 1 0 0,-1-1-1 0 0,1 1 1 0 0,0 0-1 0 0,0 0 0 0 0,0-1 1 0 0,0 1-1 0 0,0 0 0 0 0,-1 0 1 0 0,1-1-1 0 0,0 1 1 0 0,0 0-1 0 0,0-1 0 0 0,0 1 1 0 0,0 0-1 0 0,0 0 0 0 0,0-1 1 0 0,0 1-1 0 0,1-6 1693 0 0,-1 6-1733 0 0,1 1 0 0 0,-1-1 1 0 0,1 1-1 0 0,-1-1 0 0 0,1 1 0 0 0,-1-1 1 0 0,1 1-1 0 0,-1-1 0 0 0,1 0 0 0 0,-1 1 0 0 0,1-1 1 0 0,0 0-1 0 0,-1 1 0 0 0,1-1 0 0 0,0 0 1 0 0,-1 0-1 0 0,1 1 0 0 0,0-1 0 0 0,-1 0 1 0 0,1 0-1 0 0,0 0 0 0 0,-1 0 0 0 0,1 0 0 0 0,0 0 1 0 0,0 0-1 0 0,31 0 440 0 0,-15 1-82 0 0,38 2 274 0 0,26 5-573 0 0,-5 4-1836 0 0,1 4-5707 0 0,-72-16 3981 0 0,-5-7 334 0 0</inkml:trace>
</inkml:ink>
</file>

<file path=ppt/ink/ink6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06T18:43:05.91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27 1281 0 0,'33'-6'2481'0'0,"-7"0"0"0"0,39-3-240 0 0,66 3-480 0 0,-33 6-641 0 0,65 21-800 0 0,0 0-1600 0 0,-98 6-2482 0 0,-32-13-1600 0 0</inkml:trace>
</inkml:ink>
</file>

<file path=ppt/ink/ink6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06T18:43:11.54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872 68 320 0 0,'-28'-5'1201'0'0,"-4"-3"1907"0"0,21 5-2662 0 0,1 2 0 0 0,-1 0 0 0 0,1 0 0 0 0,-1 0 0 0 0,1 2 1 0 0,-1-1-1 0 0,1 1 0 0 0,-15 4 0 0 0,-89 15 821 0 0,53-4-821 0 0,-19 8 135 0 0,13-3-302 0 0,-56 22 96 0 0,118-41-363 0 0,1 0 0 0 0,0 1 0 0 0,1 0 0 0 0,-1 0 0 0 0,0 0 0 0 0,1 0 0 0 0,0 1 0 0 0,-1-1 0 0 0,1 1 0 0 0,-4 8 1 0 0,-15 15 81 0 0,12-17-88 0 0,-1 1 1 0 0,0-1 0 0 0,-22 14-1 0 0,26-18 4 0 0,1-1-1 0 0,0 1 0 0 0,0 0 1 0 0,0 0-1 0 0,1 1 0 0 0,0 0 1 0 0,0 0-1 0 0,1 0 0 0 0,-6 12 1 0 0,1 2 29 0 0,6-15-24 0 0,1 0 1 0 0,-1 0-1 0 0,0 0 0 0 0,-1 0 1 0 0,0-1-1 0 0,-6 8 1 0 0,7-10-8 0 0,0 1 1 0 0,0-1 0 0 0,1 0 0 0 0,-1 1 0 0 0,1 0 0 0 0,0-1 0 0 0,0 1 0 0 0,0 0 0 0 0,1 0 0 0 0,-1 0 0 0 0,-1 9 0 0 0,3-11-6 0 0,0 0-1 0 0,0 1 1 0 0,1-1 0 0 0,-1 1 0 0 0,0-1 0 0 0,1 0 0 0 0,0 0 0 0 0,0 1 0 0 0,0-1-1 0 0,0 0 1 0 0,0 0 0 0 0,0 0 0 0 0,0 0 0 0 0,1 0 0 0 0,-1 0 0 0 0,1 0 0 0 0,-1 0 0 0 0,1-1-1 0 0,0 1 1 0 0,-1 0 0 0 0,1-1 0 0 0,4 3 0 0 0,5 3 1 0 0,0-1-1 0 0,0 0 1 0 0,0 0 0 0 0,1-1 0 0 0,0 0-1 0 0,0-1 1 0 0,0-1 0 0 0,0 0-1 0 0,1-1 1 0 0,16 2 0 0 0,10-2 98 0 0,74-6 0 0 0,-90 3-14 0 0,-7-1 69 0 0,-1 0-1 0 0,29-7 1 0 0,-15 2-26 0 0,1 0 91 0 0,0-2 0 0 0,0 0 1 0 0,-1-2-1 0 0,0-2 0 0 0,-1 0 1 0 0,0-2-1 0 0,-1-1 0 0 0,29-23 1 0 0,-54 38-203 0 0,0-1 1 0 0,1 1-1 0 0,-1-1 1 0 0,0 1-1 0 0,0-1 1 0 0,0 0 0 0 0,-1 0-1 0 0,1 0 1 0 0,0 0-1 0 0,-1 0 1 0 0,1 0-1 0 0,-1 0 1 0 0,1 0 0 0 0,-1-1-1 0 0,0 1 1 0 0,0-1-1 0 0,0 1 1 0 0,-1-1-1 0 0,1 1 1 0 0,0-1-1 0 0,-1 1 1 0 0,0-1 0 0 0,1-2-1 0 0,-1 1-4 0 0,0 1 1 0 0,0-1-1 0 0,1 0 0 0 0,0 1 1 0 0,-1-1-1 0 0,2 1 0 0 0,-1 0 1 0 0,0-1-1 0 0,0 1 0 0 0,1 0 1 0 0,0 0-1 0 0,3-5 0 0 0,-3 5-7 0 0,0 0-1 0 0,0 0 0 0 0,-1 0 1 0 0,1 0-1 0 0,-1-1 0 0 0,1 1 0 0 0,-1 0 1 0 0,0-1-1 0 0,-1 1 0 0 0,1-1 1 0 0,0 1-1 0 0,-1-7 0 0 0,0 1-34 0 0,0 0-1 0 0,0-1 0 0 0,-2 1 1 0 0,1 0-1 0 0,-1-1 0 0 0,0 1 1 0 0,-1 0-1 0 0,0 0 0 0 0,0 1 1 0 0,-1-1-1 0 0,0 1 0 0 0,-1-1 0 0 0,0 1 1 0 0,0 1-1 0 0,0-1 0 0 0,-1 1 1 0 0,-9-9-1 0 0,-78-79-306 0 0,91 92 331 0 0,-1 0 0 0 0,0 0 1 0 0,1 0-1 0 0,-1 0 0 0 0,-1 1 1 0 0,1-1-1 0 0,0 1 0 0 0,-1 0 1 0 0,1 0-1 0 0,-1 0 0 0 0,0 0 1 0 0,1 1-1 0 0,-1-1 0 0 0,0 1 1 0 0,-5-1-1 0 0,8 2-89 0 0,1 0 0 0 0,0 0 0 0 0,-1 0 0 0 0,1 0 0 0 0,0 0 0 0 0,0 0 1 0 0,-1 1-1 0 0,1-1 0 0 0,0 0 0 0 0,0 0 0 0 0,-1 0 0 0 0,1 0 0 0 0,0 1 0 0 0,0-1 0 0 0,0 0 0 0 0,-1 0 0 0 0,1 0 1 0 0,0 1-1 0 0,0-1 0 0 0,0 0 0 0 0,0 0 0 0 0,-1 1 0 0 0,1-1 0 0 0,0 0 0 0 0,0 0 0 0 0,0 1 0 0 0,0-1 0 0 0,0 0 0 0 0,0 1 1 0 0,0-1-1 0 0,0 0 0 0 0,0 0 0 0 0,0 1 0 0 0,0-1 0 0 0,0 0 0 0 0,0 1 0 0 0,0-1 0 0 0,0 0 0 0 0,0 0 0 0 0,0 1 1 0 0,0-1-1 0 0,0 0 0 0 0,1 1 0 0 0,-1-1 0 0 0,0 0 0 0 0,0 0 0 0 0,0 1 0 0 0,0-1 0 0 0,1 0 0 0 0,-1 0 0 0 0,0 0 0 0 0,0 1 1 0 0,0-1-1 0 0,1 0 0 0 0,-1 0 0 0 0,0 0 0 0 0,0 0 0 0 0,1 1 0 0 0,-1-1 0 0 0,0 0 0 0 0,0 0 0 0 0,1 0 0 0 0,-1 0 0 0 0,1 0 1 0 0,20 6-3072 0 0,-15-6 14 0 0,-6-6 280 0 0</inkml:trace>
</inkml:ink>
</file>

<file path=ppt/ink/ink6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06T18:43:11.92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0 1201 0 0,'0'8'1920'0'0,"0"19"722"0"0,26 15-81 0 0,7 6-960 0 0,32-7-1281 0 0,0-14-320 0 0,1 0-160 0 0,-1 3-1361 0 0,-33-10-2961 0 0</inkml:trace>
</inkml:ink>
</file>

<file path=ppt/ink/ink6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06T18:43:12.51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1 1521 0 0,'0'0'3121'0'0,"0"6"2482"0"0,33-6-4883 0 0,-1 0-160 0 0,1 6 1 0 0,32 9 79 0 0,125 5 160 0 0,38 1-79 0 0,-97-15-641 0 0,0-6-321 0 0,-33 0-399 0 0,-7-6-640 0 0,7 6-1922 0 0,-65-14-3041 0 0</inkml:trace>
</inkml:ink>
</file>

<file path=ppt/ink/ink6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06T18:43:13.15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264 82 320 0 0,'-5'-1'254'0'0,"4"1"-77"0"0,0 0 0 0 0,0 0 0 0 0,0 0 0 0 0,0 0 0 0 0,0 0 0 0 0,0 0 0 0 0,0 0 0 0 0,-1-1 0 0 0,1 1 0 0 0,0 0 0 0 0,0-1 0 0 0,0 1 0 0 0,0-1 0 0 0,0 1 0 0 0,0-1 0 0 0,0 1 0 0 0,0-1 0 0 0,1 0 1 0 0,-1 0-1 0 0,0 1 0 0 0,0-1 0 0 0,0 0 0 0 0,1 0 0 0 0,-1 0 0 0 0,0 0 0 0 0,1 0 0 0 0,-1 0 0 0 0,1 0 0 0 0,-1 0 0 0 0,1 0 0 0 0,0 0 0 0 0,-1 0 0 0 0,1 0 0 0 0,0 0 0 0 0,0 0 0 0 0,-1 0 0 0 0,1 0 1 0 0,0-1-1 0 0,0 1 0 0 0,1 0 0 0 0,-1 0 0 0 0,0 0 0 0 0,0-2 0 0 0,1 2-134 0 0,-1 1 1 0 0,1-1 0 0 0,0 0-1 0 0,-1 0 1 0 0,1 0 0 0 0,0 0-1 0 0,-1 1 1 0 0,1-1 0 0 0,0 0-1 0 0,0 0 1 0 0,0 1-1 0 0,0-1 1 0 0,-1 1 0 0 0,1-1-1 0 0,0 1 1 0 0,0-1 0 0 0,0 1-1 0 0,0 0 1 0 0,0-1 0 0 0,0 1-1 0 0,0 0 1 0 0,1 0-1 0 0,1 0 1 0 0,2-2 109 0 0,8-7 137 0 0,6-1-153 0 0,-3 6-129 0 0,-1 1-1 0 0,1 0 0 0 0,0 1 1 0 0,-1 1-1 0 0,23 1 1 0 0,-24 0-26 0 0,-13 0 12 0 0,1 0 1 0 0,-1-1-1 0 0,1 1 1 0 0,-1 0-1 0 0,1 0 0 0 0,-1 1 1 0 0,0-1-1 0 0,1 0 1 0 0,-1 0-1 0 0,1 1 0 0 0,-1-1 1 0 0,0 1-1 0 0,1-1 1 0 0,-1 1-1 0 0,0 0 0 0 0,1 0 1 0 0,-1-1-1 0 0,0 1 1 0 0,0 0-1 0 0,0 0 0 0 0,2 2 1 0 0,-3-1-11 0 0,1 0 0 0 0,-1 0-1 0 0,1 0 1 0 0,-1 0 0 0 0,0 0 0 0 0,0 1 0 0 0,0-1 0 0 0,0 0 0 0 0,0 0-1 0 0,0 0 1 0 0,-1 0 0 0 0,1 1 0 0 0,-1-1 0 0 0,1 0 0 0 0,-1 0 0 0 0,0 0 0 0 0,-1 2-1 0 0,-4 8-31 0 0,-1-1 0 0 0,0 0-1 0 0,0 0 1 0 0,-1-1-1 0 0,-1 1 1 0 0,-18 17 0 0 0,11-12 26 0 0,1-2 42 0 0,-1-1 0 0 0,0-1 0 0 0,-1 0-1 0 0,0-1 1 0 0,-1 0 0 0 0,0-2 0 0 0,0 0 0 0 0,-31 10-1 0 0,11-4 97 0 0,29-11-89 0 0,-1 0 0 0 0,0-1 0 0 0,0 0 1 0 0,0-1-1 0 0,-13 2 0 0 0,20-4-24 0 0,0 1 1 0 0,-1-1-1 0 0,1 0 0 0 0,0-1 1 0 0,0 1-1 0 0,0 0 0 0 0,0-1 1 0 0,0 0-1 0 0,0 1 0 0 0,0-1 1 0 0,0-1-1 0 0,0 1 0 0 0,0 0 1 0 0,1-1-1 0 0,-1 1 0 0 0,0-1 1 0 0,1 0-1 0 0,-4-2 0 0 0,5 1 5 0 0,0 1 0 0 0,0-1 0 0 0,0 1-1 0 0,0-1 1 0 0,1 1 0 0 0,-1-1-1 0 0,0 0 1 0 0,1 1 0 0 0,0-1 0 0 0,0 0-1 0 0,0 1 1 0 0,0-1 0 0 0,0 0-1 0 0,1-3 1 0 0,0-7 37 0 0,0 11-37 0 0,0 0 0 0 0,0 0 0 0 0,0 0 1 0 0,0 0-1 0 0,0 0 0 0 0,1 0 0 0 0,-1 0 1 0 0,1 0-1 0 0,-1 1 0 0 0,1-1 0 0 0,0 1 1 0 0,-1-1-1 0 0,1 1 0 0 0,0 0 0 0 0,0 0 1 0 0,0 0-1 0 0,0 0 0 0 0,0 0 0 0 0,0 0 1 0 0,5-1-1 0 0,2 0 28 0 0,0 0 1 0 0,0 0-1 0 0,0 1 1 0 0,0 0-1 0 0,1 0 1 0 0,-1 1-1 0 0,18 2 1 0 0,-20-1-22 0 0,238 28 344 0 0,-169-17-291 0 0,145 26-320 0 0,-68-4-2965 0 0,-76-18-3506 0 0</inkml:trace>
</inkml:ink>
</file>

<file path=ppt/ink/ink6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06T18:43:13.83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27 1441 0 0,'0'-6'3121'0'0,"33"0"-1280"0"0,-1 6-480 0 0,1-9-321 0 0,32 9-400 0 0,66 0-239 0 0,97 0-321 0 0,-64 9-1041 0 0,-73-18-2160 0 0,-26 3-401 0 0</inkml:trace>
</inkml:ink>
</file>

<file path=ppt/ink/ink6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06T18:43:14.18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65 0 5282 0 0,'-32'34'2722'0'0,"-1"7"-1762"0"0,33 7-400 0 0,0 14-239 0 0,33-8-81 0 0,-1 9-240 0 0,1-1-1441 0 0,0-6-3521 0 0</inkml:trace>
</inkml:ink>
</file>

<file path=ppt/ink/ink6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06T18:43:15.64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1061 18 1361 0 0,'27'0'1360'0'0,"-27"0"-1251"0"0,0 0-1 0 0,0 0 1 0 0,-1 0-1 0 0,1-1 0 0 0,0 1 1 0 0,0 0-1 0 0,0 0 1 0 0,0 0-1 0 0,0 0 0 0 0,0 0 1 0 0,-1-1-1 0 0,1 1 1 0 0,0 0-1 0 0,0 0 1 0 0,0 0-1 0 0,0 0 0 0 0,0-1 1 0 0,0 1-1 0 0,0 0 1 0 0,0 0-1 0 0,0 0 0 0 0,0-1 1 0 0,0 1-1 0 0,0 0 1 0 0,0 0-1 0 0,0 0 1 0 0,0 0-1 0 0,0-1 0 0 0,0 1 1 0 0,0 0-1 0 0,0 0 1 0 0,0 0-1 0 0,0-1 0 0 0,0 1 1 0 0,0 0-1 0 0,0 0 1 0 0,1 0-1 0 0,-1 0 1 0 0,0-1-1 0 0,0 1 0 0 0,0 0 1 0 0,0 0-1 0 0,0 0 1 0 0,0 0-1 0 0,1 0 0 0 0,-1-1 1 0 0,-29-3 478 0 0,1 1 0 0 0,-1 1 0 0 0,0 1 0 0 0,0 2 0 0 0,-40 6 1 0 0,11-3-309 0 0,-43 4 245 0 0,1 3 1 0 0,-172 44 0 0 0,216-39-420 0 0,-139 44 457 0 0,193-60-555 0 0,0 1 1 0 0,0 0 0 0 0,0 0-1 0 0,0 0 1 0 0,0 0 0 0 0,0 0-1 0 0,0 0 1 0 0,1 0 0 0 0,-1 1-1 0 0,0-1 1 0 0,1 1 0 0 0,-1-1-1 0 0,1 1 1 0 0,-1 0 0 0 0,1-1-1 0 0,0 1 1 0 0,0 0 0 0 0,0 0-1 0 0,-2 4 1 0 0,-6 11 119 0 0,-13 6-87 0 0,17-16-83 0 0,0 1 0 0 0,1 0 1 0 0,0-1-1 0 0,-5 18 0 0 0,13-12 97 0 0,1-1-1 0 0,0 1 0 0 0,1-1 1 0 0,0 0-1 0 0,1 0 1 0 0,14 17-1 0 0,-1 1-13 0 0,-15-22-23 0 0,0 1 0 0 0,1 0 0 0 0,0-1 0 0 0,0 0 0 0 0,1-1 0 0 0,0 1 0 0 0,1-1 0 0 0,0-1 0 0 0,0 1 0 0 0,15 8 0 0 0,2-4-7 0 0,1-2 0 0 0,0-1 0 0 0,0-1 0 0 0,1-1 0 0 0,-1-1 0 0 0,1-2 0 0 0,40 1 0 0 0,-28-4 8 0 0,-1-2 1 0 0,1-2-1 0 0,-1-2 1 0 0,45-12-1 0 0,-60 11 122 0 0,1 0 0 0 0,-1-2 1 0 0,-1-1-1 0 0,0-1 0 0 0,0-1 0 0 0,-1 0 0 0 0,36-29 1 0 0,-41 27-11 0 0,0 1 1 0 0,0-2-1 0 0,-2 0 0 0 0,0-1 1 0 0,20-28-1 0 0,-31 39-100 0 0,-1 1 0 0 0,1-1 1 0 0,-1 0-1 0 0,0 0 0 0 0,-1 0 0 0 0,1 0 0 0 0,-1 0 0 0 0,0 0 0 0 0,0 0 0 0 0,0 0 0 0 0,-1-1 0 0 0,1 1 0 0 0,-1 0 0 0 0,-1 0 0 0 0,1-1 0 0 0,-1 1 0 0 0,0 0 0 0 0,0 0 0 0 0,-1 0 0 0 0,1 0 0 0 0,-1 0 0 0 0,0 0 0 0 0,0 0 0 0 0,-1 0 1 0 0,0 1-1 0 0,1-1 0 0 0,-1 1 0 0 0,-5-5 0 0 0,-2-3 0 0 0,-1 1 0 0 0,0 0 0 0 0,0 0 0 0 0,-1 1 0 0 0,0 1 0 0 0,-1 0 0 0 0,0 0 0 0 0,-1 2 0 0 0,1-1 0 0 0,-1 2 0 0 0,-1 0 0 0 0,1 1 0 0 0,-1 0 0 0 0,0 1 0 0 0,-21-3 0 0 0,-10 0-894 0 0,0 2-1 0 0,-1 2 1 0 0,0 2-1 0 0,-49 5 1 0 0,95-4 677 0 0,-1 0 0 0 0,0 1 0 0 0,1-1 1 0 0,-1 0-1 0 0,0 0 0 0 0,1 1 0 0 0,-1-1 0 0 0,1 1 0 0 0,-1-1 0 0 0,1 1 1 0 0,-1 0-1 0 0,1 0 0 0 0,-1 0 0 0 0,1 0 0 0 0,0 0 0 0 0,-1 0 1 0 0,1 0-1 0 0,0 0 0 0 0,0 0 0 0 0,0 0 0 0 0,0 1 0 0 0,-2 2 0 0 0,-6 8-3039 0 0,-18 8-2283 0 0</inkml:trace>
</inkml:ink>
</file>

<file path=ppt/ink/ink6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06T18:43:16.02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1 2321 0 0,'33'48'5523'0'0,"0"20"-1522"0"0,-1-5-2880 0 0,-32-16-1281 0 0,33-5 0 0 0,0-9-320 0 0,32-12-2002 0 0,-65-27-4081 0 0</inkml:trace>
</inkml:ink>
</file>

<file path=ppt/ink/ink6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06T18:43:17.65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674 1 160 0 0,'-27'7'654'0'0,"22"-6"79"0"0,-1-2 134 0 0,-14-2 36 0 0,-1 0 0 0 0,-36 2-1 0 0,-35 8 72 0 0,-12-1 280 0 0,-15 15-667 0 0,72-9 687 0 0,41-10-1104 0 0,-1 0 0 0 0,1 0 0 0 0,-1-1 0 0 0,1 0 0 0 0,-12 1 0 0 0,-107 10 1604 0 0,125-12-1738 0 0,0 0 0 0 0,0 0 0 0 0,0 0-1 0 0,0 0 1 0 0,0 0 0 0 0,0-1-1 0 0,1 1 1 0 0,-1 0 0 0 0,0 0-1 0 0,0 0 1 0 0,0 0 0 0 0,0 0-1 0 0,0-1 1 0 0,0 1 0 0 0,0 0-1 0 0,0 0 1 0 0,0 0 0 0 0,0 0-1 0 0,0-1 1 0 0,0 1 0 0 0,0 0 0 0 0,0 0-1 0 0,0 0 1 0 0,0 0 0 0 0,0-1-1 0 0,0 1 1 0 0,0 0 0 0 0,0 0-1 0 0,0 0 1 0 0,0 0 0 0 0,0-1-1 0 0,0 1 1 0 0,-1 0 0 0 0,1 0-1 0 0,0 0 1 0 0,0 0 0 0 0,0 0-1 0 0,0-1 1 0 0,0 1 0 0 0,64 7 489 0 0,2 2-76 0 0,91 10 364 0 0,-9-10-199 0 0,177-13 0 0 0,-245 0-530 0 0,335-11 192 0 0,-327 15-230 0 0,150 19 1 0 0,-185-11 33 0 0,1-3 0 0 0,72-2 0 0 0,168 14 35 0 0,-82-2-56 0 0,-158-12-48 0 0,451 36 484 0 0,-94 7-113 0 0,43 6-16 0 0,-132 24-369 0 0,-220-49 32 0 0,-45-12 85 0 0,-30-7-14 0 0,0 0 0 0 0,1-2 0 0 0,0-2 0 0 0,33 3 0 0 0,-32-7-2 0 0,1 0-1 0 0,-1-2 1 0 0,1-1 0 0 0,-1-1 0 0 0,0-1 0 0 0,0-2 0 0 0,-1-1-1 0 0,32-14 1 0 0,-12 1 19 0 0,95-37 180 0 0,-136 55-253 0 0,0 0 0 0 0,0 0 0 0 0,0-1 1 0 0,11-7-1 0 0,1 0 42 0 0,-18 11-86 0 0,-1 0 1 0 0,0 0 0 0 0,0 0 0 0 0,1-1 0 0 0,-1 1 0 0 0,0 0 0 0 0,0 0-1 0 0,1 0 1 0 0,-1 0 0 0 0,0-1 0 0 0,0 1 0 0 0,1 0 0 0 0,-1 0 0 0 0,0-1-1 0 0,0 1 1 0 0,0 0 0 0 0,1 0 0 0 0,-1-1 0 0 0,0 1 0 0 0,0 0 0 0 0,0 0-1 0 0,0-1 1 0 0,0 1 0 0 0,0 0 0 0 0,1-1 0 0 0,-1 1 0 0 0,0 0 0 0 0,0 0 0 0 0,0-1-1 0 0,0 0 1 0 0,-1 0-59 0 0,0 1 0 0 0,0-1-1 0 0,0 0 1 0 0,0 0 0 0 0,0 1 0 0 0,0-1 0 0 0,0 1-1 0 0,-1-1 1 0 0,1 1 0 0 0,0-1 0 0 0,0 1-1 0 0,0 0 1 0 0,0-1 0 0 0,-1 1 0 0 0,1 0-1 0 0,0 0 1 0 0,0 0 0 0 0,-1 0 0 0 0,1 0-1 0 0,-2 1 1 0 0,1-1-186 0 0,-79-20-7867 0 0,-39 7 215 0 0</inkml:trace>
</inkml:ink>
</file>

<file path=ppt/ink/ink6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06T18:43:18.49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162 255 320 0 0,'0'-1'174'0'0,"1"0"1"0"0,0 0-1 0 0,0-1 0 0 0,0 1 0 0 0,0 0 0 0 0,0 0 1 0 0,0 0-1 0 0,0 0 0 0 0,1 0 0 0 0,-1 0 0 0 0,0 0 1 0 0,0 0-1 0 0,1 1 0 0 0,-1-1 0 0 0,1 0 0 0 0,-1 1 0 0 0,0-1 1 0 0,1 1-1 0 0,-1 0 0 0 0,3-1 0 0 0,1-1 410 0 0,72-41 3458 0 0,104-25-1151 0 0,-139 54-2474 0 0,249-69 780 0 0,-239 73-1097 0 0,0 2-1 0 0,0 2 0 0 0,0 3 1 0 0,57 3-1 0 0,-87 1-89 0 0,-13-1 5 0 0,1 0 1 0 0,0 1-1 0 0,0 0 0 0 0,0 1 0 0 0,-1-1 0 0 0,1 2 1 0 0,0 0-1 0 0,15 6 0 0 0,-24-8-15 0 0,-1-1 1 0 0,1 1 0 0 0,-1-1-1 0 0,1 1 1 0 0,-1-1-1 0 0,1 1 1 0 0,-1-1-1 0 0,1 1 1 0 0,-1-1-1 0 0,0 1 1 0 0,1 0-1 0 0,-1-1 1 0 0,0 1-1 0 0,0 0 1 0 0,1-1-1 0 0,-1 1 1 0 0,0 0 0 0 0,0 0-1 0 0,0-1 1 0 0,0 1-1 0 0,0 0 1 0 0,0-1-1 0 0,0 1 1 0 0,0 0-1 0 0,0 0 1 0 0,0-1-1 0 0,-1 2 1 0 0,1 5-3 0 0,-1-2 18 0 0,1 1 0 0 0,-1 0 0 0 0,0 0 0 0 0,-1 0-1 0 0,1-1 1 0 0,-1 1 0 0 0,0-1 0 0 0,-1 1 0 0 0,1-1-1 0 0,-1 0 1 0 0,0 0 0 0 0,-1 0 0 0 0,1 0 0 0 0,-1 0-1 0 0,0-1 1 0 0,0 0 0 0 0,0 0 0 0 0,0 0 0 0 0,-1 0-1 0 0,-8 5 1 0 0,-11 6 127 0 0,0-2 0 0 0,-1 0 0 0 0,-33 11 0 0 0,26-11-33 0 0,-484 173 1077 0 0,469-171-1158 0 0,2 0 6 0 0,-1-2 0 0 0,-77 12 0 0 0,120-25-28 0 0,-152 12 626 0 0,151-12-587 0 0,0 0 0 0 0,0 0 1 0 0,0-1-1 0 0,1 1 0 0 0,-1-1 0 0 0,0 0 0 0 0,0 0 1 0 0,0 0-1 0 0,1 0 0 0 0,-1-1 0 0 0,-4-2 1 0 0,6 3-26 0 0,1 0 1 0 0,0 0 0 0 0,-1 0-1 0 0,1-1 1 0 0,0 1 0 0 0,0 0-1 0 0,-1-1 1 0 0,1 1 0 0 0,0 0-1 0 0,1-1 1 0 0,-1 1 0 0 0,0-1 0 0 0,0 0-1 0 0,1 1 1 0 0,-1-1 0 0 0,1 0-1 0 0,-1 1 1 0 0,1-3 0 0 0,0-1-6 0 0,0 1 0 0 0,0 0 0 0 0,1 0 0 0 0,-1 0-1 0 0,1-1 1 0 0,0 1 0 0 0,1 0 0 0 0,-1 0 0 0 0,1 0 0 0 0,0 1 0 0 0,0-1 0 0 0,0 0 0 0 0,0 0 0 0 0,0 1 0 0 0,1 0 0 0 0,0-1 0 0 0,3-2 0 0 0,5-6-4 0 0,7-7 22 0 0,32-27 0 0 0,-43 41-31 0 0,0 0 0 0 0,0 0 0 0 0,1 1 0 0 0,-1 0 0 0 0,1 0 0 0 0,0 1 0 0 0,0 0 0 0 0,16-4 0 0 0,-17 6 7 0 0,9-3 17 0 0,0 1 0 0 0,0 1 0 0 0,0 1 0 0 0,0 0 0 0 0,0 1 0 0 0,1 1 0 0 0,-1 0 0 0 0,0 1 0 0 0,16 5 0 0 0,154 34 333 0 0,438 124 67 0 0,-593-156-605 0 0,12 5-870 0 0,50 8 1 0 0,-79-20 175 0 0,0-1 1 0 0,0 0-1 0 0,1 0 1 0 0,-1-2 0 0 0,0 0-1 0 0,0 0 1 0 0,19-5 0 0 0,-12-1-2184 0 0,0 0 0 0 0,35-19 0 0 0,-56 26 3015 0 0</inkml:trace>
</inkml:ink>
</file>

<file path=ppt/ink/ink6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06T18:43:23.55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 55 880 0 0,'-1'-6'4187'0'0,"1"6"-4137"0"0,0-1 0 0 0,0 1 0 0 0,0-1 0 0 0,0 1 0 0 0,0-1 0 0 0,0 1 0 0 0,0-1-1 0 0,0 1 1 0 0,0-1 0 0 0,0 1 0 0 0,0 0 0 0 0,0-1 0 0 0,0 1 0 0 0,0-1 0 0 0,0 1-1 0 0,1-1 1 0 0,-1 1 0 0 0,0-1 0 0 0,0 1 0 0 0,1 0 0 0 0,-1-1 0 0 0,0 1 0 0 0,0 0-1 0 0,1-1 1 0 0,-1 1 0 0 0,0 0 0 0 0,1-1 0 0 0,-1 1 0 0 0,1 0 0 0 0,-1 0-1 0 0,0-1 1 0 0,1 1 0 0 0,0 0 0 0 0,5-1 113 0 0,-5 2-136 0 0,-1-1 1 0 0,1 0 0 0 0,0 0-1 0 0,-1 0 1 0 0,1 0-1 0 0,0 0 1 0 0,-1 1 0 0 0,1-1-1 0 0,0-1 1 0 0,-1 1 0 0 0,1 0-1 0 0,0 0 1 0 0,-1 0 0 0 0,1 0-1 0 0,0 0 1 0 0,-1-1 0 0 0,1 1-1 0 0,0 0 1 0 0,-1 0-1 0 0,1-1 1 0 0,-1 1 0 0 0,1-1-1 0 0,-1 1 1 0 0,1 0 0 0 0,0-1-1 0 0,-1 1 1 0 0,0-1 0 0 0,1 1-1 0 0,-1-1 1 0 0,1 0 0 0 0,-1 1-1 0 0,0-1 1 0 0,1 1-1 0 0,-1-1 1 0 0,0 0 0 0 0,0 1-1 0 0,1-1 1 0 0,-1-1 0 0 0,0 1 452 0 0,0-4 756 0 0,0-7 1168 0 0,6 8 2026 0 0,7 4-4095 0 0,23 0 87 0 0,0 1 0 0 0,69 11 0 0 0,-76-8-709 0 0,0 0 0 0 0,1-3-1 0 0,35-1 1 0 0,-28-1-1992 0 0,-31-3-3391 0 0,-6-5 2111 0 0,0 1-1299 0 0</inkml:trace>
</inkml:ink>
</file>

<file path=ppt/ink/ink6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06T18:43:23.90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65 42 960 0 0,'-32'7'2962'0'0,"-1"-7"239"0"0,33-7-399 0 0,0 1-1042 0 0,0-2-639 0 0,0 2-241 0 0,33-1-159 0 0,-33-1-1 0 0,65 2-160 0 0,-32 6-80 0 0,58 6-239 0 0,7 9-882 0 0,65 20-3040 0 0,1-2-5924 0 0</inkml:trace>
</inkml:ink>
</file>

<file path=ppt/ink/ink6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06T18:43:27.13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163 98 1761 0 0,'7'-3'435'0'0,"6"-2"492"0"0,1-1-1 0 0,-1-1 1 0 0,0 0 0 0 0,20-15 0 0 0,-25 13-211 0 0,-6 7-618 0 0,-1 1 1 0 0,1-1-1 0 0,-1 0 0 0 0,1 1 1 0 0,0-1-1 0 0,0 1 1 0 0,0 0-1 0 0,0 0 1 0 0,0 0-1 0 0,0 0 1 0 0,0 0-1 0 0,0 0 1 0 0,3 0-1 0 0,18-5 164 0 0,0 1-1 0 0,0 1 0 0 0,1 1 1 0 0,-1 1-1 0 0,38 1 1 0 0,-53 1-190 0 0,-5 0-46 0 0,1 0 0 0 0,-1 0 1 0 0,0 1-1 0 0,1-1 0 0 0,-1 1 0 0 0,0-1 0 0 0,1 1 1 0 0,-1 0-1 0 0,0 0 0 0 0,0 1 0 0 0,0-1 1 0 0,0 1-1 0 0,0-1 0 0 0,0 1 0 0 0,3 3 0 0 0,-4-4-1 0 0,0 1 0 0 0,-1 0 0 0 0,1 0-1 0 0,-1 0 1 0 0,0 0 0 0 0,1 0-1 0 0,-1 1 1 0 0,0-1 0 0 0,0 0 0 0 0,0 1-1 0 0,-1-1 1 0 0,1 0 0 0 0,-1 1-1 0 0,1-1 1 0 0,-1 1 0 0 0,0 2-1 0 0,0 1 22 0 0,0 0-1 0 0,-1 0 0 0 0,0-1 0 0 0,0 1 0 0 0,0-1 0 0 0,-1 1 0 0 0,0-1 0 0 0,0 1 0 0 0,-1-1 0 0 0,1 0 0 0 0,-1 0 0 0 0,0 0 0 0 0,0 0 0 0 0,-1-1 0 0 0,-6 8 1 0 0,-5 0 63 0 0,0 0 0 0 0,-1-2 0 0 0,0 1 1 0 0,-1-2-1 0 0,0 0 0 0 0,-22 7 0 0 0,11-3 207 0 0,6-6-36 0 0,-1 0-1 0 0,0-1 1 0 0,-37 5-1 0 0,9-2 190 0 0,47-8-399 0 0,0 0 1 0 0,0-1-1 0 0,1 1 0 0 0,-1-1 0 0 0,0 1 0 0 0,0-1 0 0 0,0 0 0 0 0,0-1 0 0 0,0 1 0 0 0,0-1 0 0 0,0 0 0 0 0,1 0 0 0 0,-1 0 0 0 0,0 0 0 0 0,-3-2 0 0 0,6 1-60 0 0,0 0 0 0 0,0 1 0 0 0,0-1 1 0 0,0 0-1 0 0,1 0 0 0 0,-1 0 0 0 0,1 0 0 0 0,-1 1 0 0 0,1-1 0 0 0,0 0 0 0 0,0 0 1 0 0,0 0-1 0 0,0 0 0 0 0,0 0 0 0 0,0 0 0 0 0,0 0 0 0 0,1 0 0 0 0,-1 0 1 0 0,1 1-1 0 0,-1-1 0 0 0,1 0 0 0 0,0 0 0 0 0,0 0 0 0 0,1-1 0 0 0,7-5 41 0 0,0 0-1 0 0,1 1 0 0 0,0 1 0 0 0,19-9 1 0 0,-23 12-28 0 0,0 1 1 0 0,0 0 0 0 0,1 0 0 0 0,-1 1 0 0 0,0 0-1 0 0,1 0 1 0 0,-1 0 0 0 0,1 1 0 0 0,-1 0-1 0 0,1 1 1 0 0,-1-1 0 0 0,13 3 0 0 0,-4 2 57 0 0,1 1 1 0 0,-1 0-1 0 0,0 1 1 0 0,-1 1-1 0 0,1 0 1 0 0,-2 1-1 0 0,1 0 1 0 0,16 15-1 0 0,-22-17-4 0 0,0 0 0 0 0,-1 0 0 0 0,0 1 0 0 0,0 0-1 0 0,7 11 1 0 0,-11-14-43 0 0,0 0 0 0 0,-1 0 0 0 0,0 0 0 0 0,0 0-1 0 0,0 0 1 0 0,-1 1 0 0 0,1-1 0 0 0,-1 0 0 0 0,-1 1 0 0 0,1-1 0 0 0,-1 6-1 0 0,0-8-5 0 0,0 1 0 0 0,0-1 0 0 0,0 0 0 0 0,-1 0 0 0 0,1 0-1 0 0,-1 0 1 0 0,0 0 0 0 0,0 0 0 0 0,0 0 0 0 0,-1 0 0 0 0,1 0 0 0 0,-1 0-1 0 0,1 0 1 0 0,-1-1 0 0 0,0 1 0 0 0,0-1 0 0 0,0 1 0 0 0,0-1-1 0 0,-1 0 1 0 0,1 0 0 0 0,-1 0 0 0 0,1 0 0 0 0,-5 3 0 0 0,-14 12 157 0 0,17-14-176 0 0,0 1-1 0 0,0-2 0 0 0,0 1 1 0 0,0 0-1 0 0,-1-1 0 0 0,1 0 1 0 0,0 0-1 0 0,-1 0 1 0 0,0 0-1 0 0,1-1 0 0 0,-1 0 1 0 0,0 0-1 0 0,0 0 1 0 0,-7 0-1 0 0,-11 0-80 0 0,-42-3-1 0 0,63 2 65 0 0,-29-4-831 0 0,0-1-1 0 0,-36-11 0 0 0,2 0-2457 0 0,-1 2-2198 0 0</inkml:trace>
</inkml:ink>
</file>

<file path=ppt/ink/ink6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06T18:43:27.58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131 1 1201 0 0,'-87'0'7057'0'0,"44"0"-308"0"0,48 5-5402 0 0,55 4-200 0 0,-39-3-937 0 0,0-1 1 0 0,0-1-1 0 0,30 3 0 0 0,132 16 337 0 0,151 18-134 0 0,-155-32-1636 0 0,-147-9-1042 0 0,0-1 1 0 0,62-12-1 0 0,-24-7-6539 0 0</inkml:trace>
</inkml:ink>
</file>

<file path=ppt/ink/ink6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06T18:43:28.46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100 152 80 0 0,'0'-1'111'0'0,"-1"0"-1"0"0,1 0 1 0 0,-1 0 0 0 0,0 1-1 0 0,1-1 1 0 0,-1 0 0 0 0,0 0-1 0 0,1 0 1 0 0,-1 1 0 0 0,0-1-1 0 0,0 0 1 0 0,0 1 0 0 0,0-1-1 0 0,0 1 1 0 0,0-1-1 0 0,0 1 1 0 0,0 0 0 0 0,0-1-1 0 0,0 1 1 0 0,0 0 0 0 0,0-1-1 0 0,0 1 1 0 0,0 0 0 0 0,0 0-1 0 0,-2 0 1 0 0,0 0 360 0 0,3-1-414 0 0,0 1 0 0 0,0 0 0 0 0,0-1 0 0 0,0 1 0 0 0,0 0 0 0 0,0-1-1 0 0,0 1 1 0 0,0 0 0 0 0,0 0 0 0 0,0-1 0 0 0,0 1 0 0 0,1 0 0 0 0,-1-1 0 0 0,0 1-1 0 0,0 0 1 0 0,0 0 0 0 0,0-1 0 0 0,1 1 0 0 0,-1 0 0 0 0,0 0 0 0 0,0-1 0 0 0,0 1-1 0 0,1 0 1 0 0,-1 0 0 0 0,0 0 0 0 0,0-1 0 0 0,1 1 0 0 0,-1 0 0 0 0,0 0 0 0 0,1 0 0 0 0,-1 0-1 0 0,0 0 1 0 0,0 0 0 0 0,1 0 0 0 0,-1 0 0 0 0,0-1 0 0 0,1 1 0 0 0,-1 0 0 0 0,0 0-1 0 0,1 0 1 0 0,-1 1 0 0 0,14-7 676 0 0,-14 5-679 0 0,1 1 0 0 0,-1 0 0 0 0,1-1 0 0 0,-1 1 0 0 0,0-1 0 0 0,1 1 0 0 0,-1 0 0 0 0,0-1 0 0 0,1 1 0 0 0,-1-1 0 0 0,0 1 0 0 0,1-1 0 0 0,-1 1 0 0 0,0-1 0 0 0,0 0 1 0 0,0 1-1 0 0,0-1 0 0 0,1 1 0 0 0,-1-1 0 0 0,0 1 0 0 0,0-1 0 0 0,0 1 0 0 0,0-1 0 0 0,0 0 0 0 0,-1 0 12 0 0,1 0-1 0 0,0 0 1 0 0,1 0 0 0 0,-1 0-1 0 0,0 0 1 0 0,0 0 0 0 0,0 0-1 0 0,0 1 1 0 0,1-1 0 0 0,-1 0-1 0 0,0 0 1 0 0,1 0 0 0 0,-1 0-1 0 0,1 1 1 0 0,-1-1 0 0 0,2-1-1 0 0,52-32 1616 0 0,-40 19-1121 0 0,-12 12-458 0 0,1-1 0 0 0,0 1-1 0 0,0 1 1 0 0,0-1 0 0 0,0 0 0 0 0,0 1-1 0 0,7-4 1 0 0,11-5 138 0 0,-21 11-235 0 0,0 0 0 0 0,0 0 0 0 0,0 0 0 0 0,0 0 0 0 0,0-1 0 0 0,-1 1-1 0 0,1 0 1 0 0,0 0 0 0 0,0 0 0 0 0,0 0 0 0 0,0 0 0 0 0,0 0 0 0 0,0-1-1 0 0,-1 1 1 0 0,1 0 0 0 0,0 0 0 0 0,0 0 0 0 0,0 0 0 0 0,0-1 0 0 0,0 1 0 0 0,0 0-1 0 0,0 0 1 0 0,0 0 0 0 0,0 0 0 0 0,0-1 0 0 0,0 1 0 0 0,0 0 0 0 0,0 0 0 0 0,0 0-1 0 0,0-1 1 0 0,0 1 0 0 0,0 0 0 0 0,0 0 0 0 0,0 0 0 0 0,0 0 0 0 0,0-1-1 0 0,0 1 1 0 0,1 0 0 0 0,-1 0 0 0 0,0 0 0 0 0,0 0 0 0 0,0-1 0 0 0,0 1 0 0 0,0 0-1 0 0,0 0 1 0 0,0 0 0 0 0,1 0 0 0 0,-1 0 0 0 0,0 0 0 0 0,0 0 0 0 0,0-1 0 0 0,0 1-5 0 0,-21-1 80 0 0,15 1 0 0 0,1 1 0 0 0,-10 2-39 0 0,0 0 1 0 0,0 1-1 0 0,0 0 0 0 0,0 1 1 0 0,1 1-1 0 0,0 0 0 0 0,0 1 1 0 0,1 1-1 0 0,-20 14 0 0 0,23-15 51 0 0,9-6-84 0 0,0-1 0 0 0,-1 1 0 0 0,1 0 0 0 0,0 0 0 0 0,0 0 0 0 0,0 0 0 0 0,0 0 0 0 0,0 0 0 0 0,0 0 0 0 0,0 0 0 0 0,0 0 0 0 0,1 1 0 0 0,-1-1 0 0 0,0 0-1 0 0,1 0 1 0 0,-1 1 0 0 0,1-1 0 0 0,-1 0 0 0 0,1 1 0 0 0,0-1 0 0 0,-1 1 0 0 0,1-1 0 0 0,0 1 0 0 0,0-1 0 0 0,0 0 0 0 0,0 2 0 0 0,0-1 166 0 0,-1-1 110 0 0,8 4-168 0 0,15 4 191 0 0,-12-4-218 0 0,1 1 0 0 0,1-2 1 0 0,-1 0-1 0 0,1 0 1 0 0,0-1-1 0 0,-1 0 0 0 0,2-1 1 0 0,12 1-1 0 0,108 2 53 0 0,-117-5-115 0 0,120 0 187 0 0,-126-1-211 0 0,0 1 0 0 0,0-1 1 0 0,15-4-1 0 0,-25 5-3 0 0,0 0 0 0 0,1 0 0 0 0,-1 0 0 0 0,0 0 0 0 0,0 0 0 0 0,1 0 0 0 0,-1 0 0 0 0,0 0 0 0 0,0-1 0 0 0,1 1 0 0 0,-1 0 0 0 0,0 0 0 0 0,0 0 0 0 0,1-1 0 0 0,-1 1 0 0 0,0 0 0 0 0,0 0 0 0 0,0 0 0 0 0,0-1 0 0 0,1 1 0 0 0,-1 0 0 0 0,0 0 0 0 0,0-1 0 0 0,0 1 0 0 0,0 0 0 0 0,0 0 0 0 0,0-1 0 0 0,0 1 0 0 0,0 0 0 0 0,0-1 0 0 0,1 1 0 0 0,-1 0 0 0 0,-1-1 0 0 0,7-6 0 0 0,-4 7-5 0 0,-1 0 2 0 0,0 0 0 0 0,0 0 0 0 0,0 0 0 0 0,1-1-1 0 0,-1 1 1 0 0,0 0 0 0 0,0 0 0 0 0,0-1 0 0 0,0 1 0 0 0,0-1 0 0 0,1 1 0 0 0,-1-1-1 0 0,0 1 1 0 0,0-1 0 0 0,0 0 0 0 0,0 0 0 0 0,-1 1 0 0 0,1-1 0 0 0,0 0 0 0 0,0 0-1 0 0,0 0 1 0 0,-1 0 0 0 0,2-1 0 0 0,-2-12-106 0 0,1 14 107 0 0,-1 0 1 0 0,0 0 0 0 0,0-1-1 0 0,0 1 1 0 0,0 0-1 0 0,0 0 1 0 0,0 0 0 0 0,0 0-1 0 0,0-1 1 0 0,0 1 0 0 0,0 0-1 0 0,0 0 1 0 0,0 0 0 0 0,0 0-1 0 0,0-1 1 0 0,0 1 0 0 0,0 0-1 0 0,0 0 1 0 0,0 0 0 0 0,0 0-1 0 0,0-1 1 0 0,0 1 0 0 0,0 0-1 0 0,0 0 1 0 0,0 0 0 0 0,0 0-1 0 0,0 0 1 0 0,0-1 0 0 0,-1 1-1 0 0,1 0 1 0 0,0 0 0 0 0,0 0-1 0 0,0 0 1 0 0,0 0 0 0 0,0 0-1 0 0,0 0 1 0 0,0-1 0 0 0,-1 1-1 0 0,1 0 1 0 0,0 0 0 0 0,0 0-1 0 0,0 0 1 0 0,0 0 0 0 0,-1 0-1 0 0,1 0 1 0 0,0 0 0 0 0,0 0-1 0 0,0 0 1 0 0,0 0 0 0 0,-1 0-1 0 0,1 0 1 0 0,0 0 0 0 0,0 0-1 0 0,-3-1-43 0 0,3 1 41 0 0,-14-2-3 0 0,13 2 5 0 0,1-1 0 0 0,-1 1-1 0 0,1 0 1 0 0,0 0 0 0 0,-1 0 0 0 0,1 0 0 0 0,-1 0 0 0 0,1 0 0 0 0,0 0 0 0 0,-1 0 0 0 0,1 0 0 0 0,-1 0 0 0 0,1 0 0 0 0,-1 0 0 0 0,1 0 0 0 0,0 0-1 0 0,-1 0 1 0 0,1 0 0 0 0,-1 1 0 0 0,1-1 0 0 0,0 0 0 0 0,-1 0 0 0 0,1 0 0 0 0,0 1 0 0 0,-1-1 0 0 0,1 0 0 0 0,0 0 0 0 0,-1 1 0 0 0,1-1 0 0 0,0 0-1 0 0,0 1 1 0 0,-1 0 0 0 0,-4 7-11 0 0,-5 0 14 0 0,3-2 30 0 0,-1 0 0 0 0,1 0 0 0 0,0 1 0 0 0,0 0 0 0 0,-7 11 0 0 0,5-4 43 0 0,-42 68 239 0 0,50-81-309 0 0,1 0 1 0 0,-1 0 0 0 0,1 0 0 0 0,-1 0 0 0 0,1 0 0 0 0,-1 0-1 0 0,1 0 1 0 0,0 0 0 0 0,0 0 0 0 0,-1 1 0 0 0,1-1-1 0 0,0 0 1 0 0,0 0 0 0 0,0 0 0 0 0,0 0 0 0 0,0 0 0 0 0,1 0-1 0 0,-1 1 1 0 0,0-1 0 0 0,0 0 0 0 0,1 0 0 0 0,-1 0 0 0 0,1 0-1 0 0,-1 0 1 0 0,1 0 0 0 0,-1 0 0 0 0,1 0 0 0 0,0 0 0 0 0,-1 0-1 0 0,1 0 1 0 0,0-1 0 0 0,0 1 0 0 0,-1 0 0 0 0,1 0 0 0 0,0-1-1 0 0,0 1 1 0 0,0-1 0 0 0,1 2 0 0 0,0-2-42 0 0,-1 1 1 0 0,0 0 0 0 0,0 0-1 0 0,0 0 1 0 0,0-1-1 0 0,0 1 1 0 0,0 0-1 0 0,0 0 1 0 0,0 1-1 0 0,0-1 1 0 0,-1 0-1 0 0,1 0 1 0 0,0 0 0 0 0,-1 0-1 0 0,1 1 1 0 0,-1-1-1 0 0,1 0 1 0 0,-1 1-1 0 0,1-1 1 0 0,-1 0-1 0 0,0 2 1 0 0,0-2-51 0 0,0 0 0 0 0,0-1 1 0 0,0 1-1 0 0,0-1 0 0 0,0 1 0 0 0,0-1 1 0 0,0 1-1 0 0,1-1 0 0 0,-1 1 0 0 0,0-1 1 0 0,0 1-1 0 0,0-1 0 0 0,1 1 0 0 0,-1-1 1 0 0,0 1-1 0 0,0-1 0 0 0,1 1 0 0 0,-1-1 1 0 0,0 0-1 0 0,1 1 0 0 0,-1-1 0 0 0,1 0 1 0 0,-1 1-1 0 0,0-1 0 0 0,1 0 0 0 0,-1 1 1 0 0,1-1-1 0 0,-1 0 0 0 0,1 0 0 0 0,-1 1 1 0 0,1-1-1 0 0,-1 0 0 0 0,1 0 0 0 0,0 0 1 0 0,21-2-3334 0 0,10-10-2170 0 0</inkml:trace>
</inkml:ink>
</file>

<file path=ppt/ink/ink6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06T18:43:29.32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879 125 1601 0 0,'-168'-7'8537'0'0,"70"8"-5963"0"0,-185 24 1 0 0,252-20-2391 0 0,15-2-58 0 0,-1 0 0 0 0,1 1 0 0 0,0 1 0 0 0,-24 10 0 0 0,-14 1 212 0 0,-21 6 62 0 0,70-20-371 0 0,0 0 1 0 0,1 0 0 0 0,-1 0-1 0 0,0 1 1 0 0,1 0 0 0 0,0 0-1 0 0,-1 0 1 0 0,1 1 0 0 0,0-1-1 0 0,1 1 1 0 0,-5 5 0 0 0,7-8-23 0 0,0 1 0 0 0,0 0 0 0 0,0 0 0 0 0,0 1 1 0 0,0-1-1 0 0,0 0 0 0 0,1 0 0 0 0,-1 0 1 0 0,1 0-1 0 0,0 1 0 0 0,-1-1 0 0 0,1 0 1 0 0,0 0-1 0 0,0 1 0 0 0,1-1 0 0 0,-1 0 0 0 0,0 0 1 0 0,1 0-1 0 0,-1 1 0 0 0,1-1 0 0 0,0 0 1 0 0,1 3-1 0 0,2 2 24 0 0,-1-1-1 0 0,2 1 1 0 0,-1-1 0 0 0,10 12 0 0 0,1-2-9 0 0,0-1 1 0 0,1 0-1 0 0,0-1 1 0 0,1-1-1 0 0,1-1 1 0 0,0 0-1 0 0,0-1 1 0 0,1-1-1 0 0,1 0 1 0 0,0-2-1 0 0,0 0 1 0 0,0-2-1 0 0,1 0 1 0 0,0-1-1 0 0,37 3 1 0 0,-33-5-18 0 0,-3 0 32 0 0,0-2 0 0 0,0 0 0 0 0,0-1 0 0 0,0-1 0 0 0,39-8 0 0 0,21-13 229 0 0,-75 19-189 0 0,0 0 0 0 0,0-1 0 0 0,0 0 0 0 0,0 0 0 0 0,-1-1 0 0 0,1 1 0 0 0,-1-1 0 0 0,0-1 0 0 0,-1 1 0 0 0,1-1 0 0 0,-1 0 0 0 0,0 0 0 0 0,-1 0 0 0 0,5-9 0 0 0,-3 3 90 0 0,0 0-1 0 0,-1 0 1 0 0,0-1 0 0 0,-1 1-1 0 0,0-1 1 0 0,2-20-1 0 0,-2 11 83 0 0,-2 0 0 0 0,0-35 0 0 0,-3 50-244 0 0,1 1-1 0 0,0 0 1 0 0,-1-1-1 0 0,-1 1 1 0 0,1 0-1 0 0,-1 0 1 0 0,0 0-1 0 0,0 0 0 0 0,0 0 1 0 0,-1 1-1 0 0,0-1 1 0 0,0 1-1 0 0,-1 0 1 0 0,-6-9-1 0 0,2 7-42 0 0,-1-1 0 0 0,0 1-1 0 0,-1 1 1 0 0,0 0 0 0 0,0 0-1 0 0,0 1 1 0 0,-15-6-1 0 0,-83-23-815 0 0,85 28 481 0 0,8 2-14 0 0,8 2 15 0 0,1 0 0 0 0,-1 0-1 0 0,0 0 1 0 0,0 1 0 0 0,0 0-1 0 0,0 1 1 0 0,0-1 0 0 0,1 1 0 0 0,-1 1-1 0 0,-8 0 1 0 0,3 2-2002 0 0,1 0-1 0 0,-1 1 1 0 0,-13 6-1 0 0,25-10 2171 0 0,-1 1 0 0 0,1-1-1 0 0,-1 0 1 0 0,1 1 0 0 0,0-1-1 0 0,-1 1 1 0 0,1-1 0 0 0,0 1-1 0 0,-1-1 1 0 0,1 1-1 0 0,0-1 1 0 0,0 1 0 0 0,-1-1-1 0 0,1 1 1 0 0,0-1 0 0 0,0 1-1 0 0,0 0 1 0 0,0-1 0 0 0,0 1-1 0 0,0-1 1 0 0,0 1-1 0 0,0-1 1 0 0,0 1 0 0 0,0 0-1 0 0</inkml:trace>
</inkml:ink>
</file>

<file path=ppt/ink/ink6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06T18:43:29.68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33 1 2321 0 0,'0'6'2801'0'0,"-33"9"401"0"0,33 18 479 0 0,33 29-559 0 0,32 7-1922 0 0,-32-1-1360 0 0,32 16-560 0 0,-32-1-2001 0 0,-1-29-4563 0 0</inkml:trace>
</inkml:ink>
</file>

<file path=ppt/ink/ink6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06T18:43:30.86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843 0 3842 0 0,'-65'102'5602'0'0,"-33"8"-3121"0"0,-33 15-1680 0 0,33 12-401 0 0,-32-12 0 0 0,32 6 240 0 0,6 6-79 0 0,27-14-161 0 0,32-19-240 0 0,1-29-720 0 0,64-19-1601 0 0,66-42-4482 0 0</inkml:trace>
</inkml:ink>
</file>

<file path=ppt/ink/ink6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06T18:43:31.95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1718 16 1361 0 0,'0'-1'63'0'0,"0"1"1"0"0,0-1 0 0 0,-1 1-1 0 0,1 0 1 0 0,0-1 0 0 0,-1 1-1 0 0,1-1 1 0 0,0 1 0 0 0,-1 0-1 0 0,1-1 1 0 0,-1 1 0 0 0,1 0-1 0 0,0-1 1 0 0,-1 1-1 0 0,1 0 1 0 0,-1 0 0 0 0,1-1-1 0 0,-1 1 1 0 0,1 0 0 0 0,-1 0-1 0 0,1 0 1 0 0,-1 0 0 0 0,0 0-1 0 0,1 0 1 0 0,-1 0 0 0 0,1 0-1 0 0,-1 0 1 0 0,1 0 0 0 0,-1 0-1 0 0,1 0 1 0 0,-1 0 0 0 0,1 0-1 0 0,-2 1 1 0 0,2-1-1 0 0,-1 0-1 0 0,1 0 1 0 0,-1 0 0 0 0,1 0-1 0 0,-1 0 1 0 0,1 0 0 0 0,-1 0-1 0 0,1 0 1 0 0,-1 0 0 0 0,0 0-1 0 0,1 0 1 0 0,-1 0 0 0 0,1 0-1 0 0,-1 0 1 0 0,1 0 0 0 0,-1 0-1 0 0,1 0 1 0 0,-1-1 0 0 0,1 1-1 0 0,-1 0 1 0 0,1 0 0 0 0,-1-1 0 0 0,1 1-1 0 0,-1 0 1 0 0,1-1 0 0 0,0 1-1 0 0,-1-1 1 0 0,1 1 0 0 0,-1 0-1 0 0,1-1 1 0 0,0 1 0 0 0,0-1-1 0 0,-1-2 2722 0 0,-15 2 823 0 0,15 1-3574 0 0,1 0 1 0 0,-1 0-1 0 0,1 0 0 0 0,-1 0 1 0 0,0 0-1 0 0,0 0 1 0 0,1 0-1 0 0,-1 0 0 0 0,1 1 1 0 0,-1-1-1 0 0,0 0 1 0 0,1 0-1 0 0,-1 0 0 0 0,0 1 1 0 0,1-1-1 0 0,-1 0 1 0 0,1 1-1 0 0,-1-1 1 0 0,1 1-1 0 0,-1-1 0 0 0,1 0 1 0 0,-1 1-1 0 0,1-1 1 0 0,-1 1-1 0 0,1-1 0 0 0,-1 1 1 0 0,1 0-1 0 0,-1 0 1 0 0,2 0 17 0 0,0 0 0 0 0,0 0 0 0 0,0 0 0 0 0,-1 0 0 0 0,1 0 0 0 0,0 0 0 0 0,1 0 0 0 0,-1-1 0 0 0,0 1 0 0 0,0 0 0 0 0,0-1 0 0 0,0 1 0 0 0,0-1 0 0 0,1 1 0 0 0,-1-1 0 0 0,0 0 0 0 0,1 1 0 0 0,-1-1 0 0 0,0 0 0 0 0,2 0 0 0 0,-1 0 105 0 0,26 10 287 0 0,0-1 1 0 0,1-1-1 0 0,0-2 0 0 0,0-1 1 0 0,41 2-1 0 0,-32-3-115 0 0,719 24 2319 0 0,-721-28-2586 0 0,586 38 1623 0 0,-434-22-1421 0 0,-81-7-45 0 0,0 4 0 0 0,108 27 0 0 0,-153-25-215 0 0,75 8 0 0 0,175-6-569 0 0,-279-16 499 0 0,-31-1 63 0 0,0 0 1 0 0,-1 1-1 0 0,1-1 0 0 0,0 0 1 0 0,0 1-1 0 0,-1-1 0 0 0,1 1 1 0 0,0 0-1 0 0,0 0 0 0 0,2 1 1 0 0,-4-1 4 0 0,1-1 1 0 0,-1 1 0 0 0,0-1 0 0 0,1 0-1 0 0,-1 1 1 0 0,0-1 0 0 0,1 1-1 0 0,-1-1 1 0 0,0 0 0 0 0,0 1 0 0 0,1-1-1 0 0,-1 1 1 0 0,0-1 0 0 0,0 1 0 0 0,0-1-1 0 0,0 1 1 0 0,0-1 0 0 0,0 1-1 0 0,0-1 1 0 0,0 1 0 0 0,0-1 0 0 0,0 1-1 0 0,0-1 1 0 0,0 1 0 0 0,0-1-1 0 0,-1 2 1 0 0,-1 1 11 0 0,0 1 0 0 0,0-1 0 0 0,0 0 0 0 0,-1 0-1 0 0,0 0 1 0 0,1 0 0 0 0,-1 0 0 0 0,0 0 0 0 0,-1-1-1 0 0,1 0 1 0 0,-4 3 0 0 0,-110 72 263 0 0,38-27 340 0 0,-139 115-1 0 0,135-92-138 0 0,43-40-176 0 0,2 2 0 0 0,1 2 0 0 0,-52 66 0 0 0,55-58 73 0 0,-63 62-1 0 0,83-92-257 0 0,0 0-1 0 0,0 0 0 0 0,-13 22 1 0 0,22-30-78 0 0,2 0 0 0 0,-1 1 1 0 0,1-1-1 0 0,0 0 0 0 0,1 1 0 0 0,-1 0 1 0 0,2-1-1 0 0,-1 1 0 0 0,1 0 0 0 0,0 0 0 0 0,1 9 1 0 0,0 15 67 0 0,0-32-106 0 0,-1 1 2 0 0,1-1-1 0 0,0 1 0 0 0,0 0 0 0 0,0 0 0 0 0,0-1 0 0 0,0 1 0 0 0,0 0 1 0 0,0 0-1 0 0,0-1 0 0 0,1 1 0 0 0,-1 0 0 0 0,0 0 0 0 0,0-1 1 0 0,1 1-1 0 0,-1 0 0 0 0,0-1 0 0 0,1 1 0 0 0,-1 0 0 0 0,0-1 1 0 0,1 1-1 0 0,-1 0 0 0 0,2 0 0 0 0,10 5-61 0 0,-11-8-20 0 0,-1 2 78 0 0,0 0 0 0 0,0 0 0 0 0,0 0 0 0 0,-1-1 0 0 0,1 1 0 0 0,0 0 0 0 0,0 0 1 0 0,0 0-1 0 0,0 0 0 0 0,0 0 0 0 0,0-1 0 0 0,0 1 0 0 0,-1 0 0 0 0,1 0 0 0 0,0 0 0 0 0,0 0 0 0 0,0 0 0 0 0,0 0 0 0 0,0 0 0 0 0,-1 0 1 0 0,1-1-1 0 0,0 1 0 0 0,0 0 0 0 0,0 0 0 0 0,0 0 0 0 0,-1 0 0 0 0,1 0 0 0 0,0 0 0 0 0,0 0 0 0 0,0 0 0 0 0,0 0 0 0 0,-1 0 0 0 0,1 0 1 0 0,0 0-1 0 0,0 0 0 0 0,0 0 0 0 0,-1 0 0 0 0,1 1 0 0 0,0-1 0 0 0,0 0 0 0 0,0 0 0 0 0,0 0 0 0 0,0 0 0 0 0,-1 0 0 0 0,1 0 0 0 0,0 0 1 0 0,0 0-1 0 0,0 1 0 0 0,0-1 0 0 0,0 0 0 0 0,-1 0 0 0 0,5 1 28 0 0,1 0 55 0 0,-19 4 12 0 0,6 0-42 0 0,5 0-62 0 0,-4 1 23 0 0,0 1 21 0 0,0-1 1 0 0,-1 0-1 0 0,1-1 1 0 0,-1 0-1 0 0,-1 0 1 0 0,1-1-1 0 0,0 0 1 0 0,-1 0-1 0 0,-11 3 1 0 0,-19-1-19 0 0,-1-1 1 0 0,-63 0-1 0 0,-87-11 86 0 0,149 3-75 0 0,-381-10 388 0 0,149 6-107 0 0,-493-19 53 0 0,54 19 640 0 0,276 40-785 0 0,230-14-43 0 0,64-12-27 0 0,50-6-2278 0 0,95-2 1569 0 0,0 1-1 0 0,0-1 0 0 0,0 0 0 0 0,0 0 0 0 0,0 0 0 0 0,-1 0 0 0 0,1-1 0 0 0,0 1 0 0 0,-1-1 0 0 0,1 1 0 0 0,-1-1 0 0 0,1 0 0 0 0,-1 0 0 0 0,4-4 0 0 0,26-18-2859 0 0,-1 11 821 0 0,33-10 1 0 0,-61 22 2471 0 0,149-52-7192 0 0</inkml:trace>
</inkml:ink>
</file>

<file path=ppt/ink/ink6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06T18:48:42.96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31 177 560 0 0,'-1'0'45'0'0,"0"-1"-1"0"0,0 0 0 0 0,0 1 1 0 0,0-1-1 0 0,0 1 1 0 0,0-1-1 0 0,0 1 0 0 0,0-1 1 0 0,0 1-1 0 0,0 0 0 0 0,0-1 1 0 0,0 1-1 0 0,0 0 1 0 0,0 0-1 0 0,0 0 0 0 0,0 0 1 0 0,0 0-1 0 0,0 0 0 0 0,0 0 1 0 0,0 0-1 0 0,-2 1 1 0 0,3-1 19 0 0,0 0-5 0 0,-1-1-1 0 0,1 1 1 0 0,-1-1 0 0 0,1 1 0 0 0,-1 0 0 0 0,1-1-1 0 0,0 1 1 0 0,-1-1 0 0 0,1 1 0 0 0,0-1 0 0 0,-1 1-1 0 0,1-1 1 0 0,0 1 0 0 0,0-1 0 0 0,0 1 0 0 0,-1-1-1 0 0,1 1 1 0 0,0-1 0 0 0,0 0 0 0 0,0 1 0 0 0,0-1-1 0 0,0 1 1 0 0,0-1 0 0 0,0 0 0 0 0,0 1 0 0 0,0-1-1 0 0,0 1 1 0 0,0-1 0 0 0,0 1 0 0 0,1-2 0 0 0,4-16 1226 0 0,-2 17-1132 0 0,-2 1-115 0 0,0 0 0 0 0,0-1 0 0 0,0 1 0 0 0,0 0 0 0 0,0 0 0 0 0,0-1 0 0 0,0 1 0 0 0,0 0 0 0 0,0-1 0 0 0,0 1 0 0 0,0-1 0 0 0,0 0 0 0 0,0 1 0 0 0,0-1 0 0 0,-1 0 0 0 0,1 1 0 0 0,0-1 0 0 0,0 0 0 0 0,-1 0 0 0 0,1 0 0 0 0,-1 0 0 0 0,2-1 0 0 0,-2 1-13 0 0,0 1 1 0 0,0-1-1 0 0,0 0 0 0 0,1 0 1 0 0,-1 0-1 0 0,0 0 0 0 0,1 0 0 0 0,-1 0 1 0 0,1 1-1 0 0,-1-1 0 0 0,1 0 1 0 0,-1 0-1 0 0,1 1 0 0 0,0-1 1 0 0,-1 0-1 0 0,1 1 0 0 0,0-1 1 0 0,-1 1-1 0 0,1-1 0 0 0,0 0 1 0 0,0 1-1 0 0,0 0 0 0 0,0-1 0 0 0,-1 1 1 0 0,3-1-1 0 0,4-3 117 0 0,21-19 352 0 0,-25 12-353 0 0,-3 10-128 0 0,0 0 0 0 0,0 1 0 0 0,0-1 0 0 0,1 0 0 0 0,-1 1 0 0 0,0-1 0 0 0,0 0 0 0 0,0 1 0 0 0,0-1 0 0 0,1 0 0 0 0,-1 1 0 0 0,0-1-1 0 0,1 0 1 0 0,-1 1 0 0 0,0-1 0 0 0,1 1 0 0 0,-1-1 0 0 0,1 1 0 0 0,-1-1 0 0 0,1 0 0 0 0,15 0 192 0 0,-32 3 4 0 0,16-1-173 0 0,0-1 1 0 0,-1 0-1 0 0,1 0 1 0 0,-1 1-1 0 0,1-1 1 0 0,0 0-1 0 0,-1 1 0 0 0,1-1 1 0 0,0 0-1 0 0,0 1 1 0 0,-1-1-1 0 0,1 0 1 0 0,0 1-1 0 0,0-1 0 0 0,-1 1 1 0 0,1-1-1 0 0,0 1 1 0 0,0-1-1 0 0,0 0 1 0 0,0 1-1 0 0,0-1 0 0 0,0 1 1 0 0,0-1-1 0 0,0 1 1 0 0,0-1-1 0 0,0 1 1 0 0,0-1-1 0 0,0 1 0 0 0,0-1 1 0 0,0 1-1 0 0,0-1 1 0 0,0 0-1 0 0,0 1 1 0 0,1 0-1 0 0,-1-1 59 0 0,0 1 0 0 0,0-1 0 0 0,0 0 0 0 0,1 1 0 0 0,-1-1 0 0 0,0 1 0 0 0,0-1 0 0 0,0 0 0 0 0,0 1 0 0 0,0-1 0 0 0,0 1 0 0 0,0-1 0 0 0,0 1 0 0 0,0-1 0 0 0,0 0 0 0 0,0 1-1 0 0,0-1 1 0 0,-1 1 0 0 0,1-1 0 0 0,0 0 0 0 0,0 1 0 0 0,0-1 0 0 0,0 1 0 0 0,-1-1 0 0 0,1 0 0 0 0,0 1 0 0 0,0-1 0 0 0,-1 0 0 0 0,1 1 0 0 0,0-1 0 0 0,-1 0 0 0 0,1 0 0 0 0,0 1 0 0 0,-1-1 0 0 0,1 0 0 0 0,-1 1 0 0 0,-18 0 305 0 0,15-1-13 0 0,4 0-360 0 0,1 1 0 0 0,-1-1 1 0 0,1 1-1 0 0,0 0 0 0 0,-1-1 0 0 0,1 1 1 0 0,0-1-1 0 0,0 0 0 0 0,-1 1 0 0 0,1-1 1 0 0,0 0-1 0 0,0 1 0 0 0,0-1 0 0 0,-1 0 1 0 0,1 0-1 0 0,0 0 0 0 0,0 1 0 0 0,0-1 1 0 0,0 0-1 0 0,0 0 0 0 0,-1 0 0 0 0,1 0 1 0 0,0-1-1 0 0,0 1 0 0 0,0 0 0 0 0,0 0 1 0 0,1-1-1 0 0,7 1 357 0 0,71-4 305 0 0,0-4 0 0 0,92-20 1 0 0,-93 21-210 0 0,-79 7-478 0 0,0 0 0 0 0,0 0 0 0 0,0 0 0 0 0,0 0 0 0 0,0 0-1 0 0,0 0 1 0 0,0 0 0 0 0,0 0 0 0 0,0 0 0 0 0,0 0 0 0 0,0 0 0 0 0,0 0 0 0 0,0 0 0 0 0,0 0 0 0 0,0 0 0 0 0,0 0 0 0 0,0 0 0 0 0,0 0 0 0 0,0-1 0 0 0,0 1 0 0 0,0 0 0 0 0,0 0-1 0 0,0 0 1 0 0,0 0 0 0 0,0 0 0 0 0,0 0 0 0 0,0 0 0 0 0,0 0 0 0 0,0 0 0 0 0,0 0 0 0 0,0 0 0 0 0,0 0 0 0 0,0 0 0 0 0,0 0 0 0 0,1 0 0 0 0,-1 0 0 0 0,0 0 0 0 0,0 0-1 0 0,0 0 1 0 0,0 0 0 0 0,0 0-2 0 0,0 0 0 0 0,0 0 0 0 0,-1 0 0 0 0,1 0 0 0 0,0 0 0 0 0,0 0 0 0 0,0 0 0 0 0,0 0 0 0 0,0 0 0 0 0,0 0 0 0 0,0 0 0 0 0,0 0 0 0 0,0 0 0 0 0,0 0 0 0 0,0 0 0 0 0,0-1 0 0 0,-1 1 0 0 0,1 0 0 0 0,0 0 0 0 0,0 0 0 0 0,0 0 0 0 0,0 0 0 0 0,0 0 0 0 0,0 0 0 0 0,0 0 0 0 0,0 0 0 0 0,0 0 0 0 0,0 0 0 0 0,0 0 0 0 0,0 0 0 0 0,0 0 0 0 0,0-1 0 0 0,0 1 0 0 0,0 0 0 0 0,0 0 0 0 0,0 0 0 0 0,0 0 0 0 0,0 0 0 0 0,0 0 0 0 0,0 0 0 0 0,0 0 0 0 0,0 0 0 0 0,0 0 0 0 0,0-1 0 0 0,0 1 0 0 0,0 0 0 0 0,0 0 0 0 0,0 0 0 0 0,0 0 0 0 0,0 0 0 0 0,0 0 0 0 0,0 0 0 0 0,0 0 0 0 0,0 0 0 0 0,0 0 0 0 0,0 0 0 0 0,0 0 0 0 0,0 0 0 0 0,0-1 0 0 0,1 1 0 0 0,-1 0 0 0 0,0 0 0 0 0,0 0 0 0 0,0 0 0 0 0,28-2 81 0 0,141-3 239 0 0,80 20-83 0 0,1 0 20 0 0,-107-22-185 0 0,203-39 1 0 0,-339 45-72 0 0,28-2-18 0 0,0 2 1 0 0,-1 1-1 0 0,1 1 0 0 0,0 2 0 0 0,35 7 0 0 0,-62-8 38 0 0,8 1 49 0 0,0 1-1 0 0,0 0 0 0 0,0 2 1 0 0,15 7-1 0 0,19 6 225 0 0,0-1 37 0 0,-26-10-154 0 0,0 0 0 0 0,0-1 1 0 0,27 4-1 0 0,472 42 1744 0 0,-23-53 227 0 0,-365-16-1828 0 0,-27 1-87 0 0,-70 9-18 0 0,-1 1 1 0 0,61 0 0 0 0,-98 5-220 0 0,0 0 0 0 0,0 0-1 0 0,1 0 1 0 0,-1 0 0 0 0,0 0 0 0 0,0 0-1 0 0,0 0 1 0 0,1 0 0 0 0,-1 0 0 0 0,0 0-1 0 0,0 0 1 0 0,0 0 0 0 0,1 0 0 0 0,-1 0-1 0 0,0 0 1 0 0,0 0 0 0 0,0 1 0 0 0,0-1-1 0 0,1 0 1 0 0,-1 0 0 0 0,0 0 0 0 0,0 0-1 0 0,0 0 1 0 0,0 1 0 0 0,0-1 0 0 0,1 0-1 0 0,-1 0 1 0 0,0 0 0 0 0,0 0 0 0 0,0 1-1 0 0,0-1 1 0 0,0 0 0 0 0,0 0 0 0 0,0 0-1 0 0,0 1 1 0 0,0-1 0 0 0,0 0 0 0 0,0 0-1 0 0,0 0 1 0 0,0 1 0 0 0,4 5-129 0 0,7-3 149 0 0,52 7 115 0 0,-54-7-101 0 0,-4-2-26 0 0,-1 0-1 0 0,0 0 1 0 0,0 0 0 0 0,0-1-1 0 0,0 0 1 0 0,1 0 0 0 0,-1 0-1 0 0,0 0 1 0 0,5-1 0 0 0,28 2-24 0 0,-30 1-24 0 0,10 0-12 0 0,2-2 29 0 0,14 6-53 0 0,18-6-240 0 0,-46 0 160 0 0,-1-1-67 0 0,43-5-413 0 0,-19-4 240 0 0,-22 12 368 0 0,-2 1 64 0 0,14-2 48 0 0,-13-1 480 0 0,-5-1-493 0 0,0-4-41 0 0,-5 4 28 0 0,-13 1-28 0 0,13 0 41 0 0,0 0 13 0 0,-13 0 0 0 0,13 1-13 0 0,5 4-67 0 0,0-4-67 0 0,-5-1-1240 0 0,-18-3-934 0 0,-19-10-3482 0 0,-57-19-5175 0 0</inkml:trace>
</inkml:ink>
</file>

<file path=ppt/ink/ink6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06T18:48:48.49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248 29 720 0 0,'0'-29'9298'0'0,"0"31"-9128"0"0,0 1 0 0 0,0-1-1 0 0,-1 0 1 0 0,1 0 0 0 0,0 0 0 0 0,-1 0 0 0 0,0 0 0 0 0,1 0-1 0 0,-1 0 1 0 0,0 0 0 0 0,0 0 0 0 0,0 0 0 0 0,-1 0 0 0 0,1 0-1 0 0,-3 2 1 0 0,3-2-104 0 0,-1-1 0 0 0,1 1 1 0 0,0 0-1 0 0,0 0 0 0 0,-1 0 0 0 0,1 0 0 0 0,0 0 0 0 0,1 0 0 0 0,-1 0 0 0 0,0 0 0 0 0,1 0 1 0 0,-1 0-1 0 0,1 0 0 0 0,-1 0 0 0 0,1 5 0 0 0,0-5-16 0 0,0 0 0 0 0,-1 1-1 0 0,1-1 1 0 0,-1 1 0 0 0,1-1 0 0 0,-1 0-1 0 0,0 0 1 0 0,0 1 0 0 0,0-1 0 0 0,0 0 0 0 0,-3 4-1 0 0,-4 11 128 0 0,18 6 63 0 0,-17-10-102 0 0,6-12-127 0 0,0 0 0 0 0,0 0 1 0 0,0 0-1 0 0,0 0 0 0 0,1 0 1 0 0,-1 0-1 0 0,0 0 0 0 0,1 0 1 0 0,-1 0-1 0 0,1 0 0 0 0,-1 0 1 0 0,1 0-1 0 0,0 0 0 0 0,-1 0 1 0 0,1 0-1 0 0,0 1 0 0 0,0-1 1 0 0,0 0-1 0 0,0 0 1 0 0,0 0-1 0 0,0 1 0 0 0,0-1 1 0 0,0 0-1 0 0,0 0 0 0 0,1 0 1 0 0,-1 1-1 0 0,0-1 0 0 0,2 2 1 0 0,16 19 148 0 0,-17-22-158 0 0,-1 1 0 0 0,0-1 0 0 0,1 0 0 0 0,-1 1 0 0 0,0-1 0 0 0,0 0 0 0 0,1 0 0 0 0,-1 1 0 0 0,0-1 0 0 0,0 1 0 0 0,0-1 0 0 0,0 0 0 0 0,1 1 0 0 0,-1-1 0 0 0,0 0 0 0 0,0 1 0 0 0,0-1 0 0 0,0 1 0 0 0,0-1 0 0 0,0 0 0 0 0,0 1 0 0 0,0-1 0 0 0,0 1 0 0 0,0-1 0 0 0,0 0 0 0 0,0 1 0 0 0,0-1 0 0 0,-1 0 0 0 0,1 1 0 0 0,0-1 0 0 0,0 1 0 0 0,0-1 0 0 0,0 0 0 0 0,-1 1 0 0 0,1-1 0 0 0,0 0 0 0 0,0 0 0 0 0,-1 1 0 0 0,0-1 0 0 0,-4 5 14 0 0,4-3-10 0 0,-1-1 0 0 0,1 1 1 0 0,-1-1-1 0 0,1 1 0 0 0,0-1 0 0 0,-1 1 0 0 0,1 0 1 0 0,0 0-1 0 0,0-1 0 0 0,0 1 0 0 0,0 0 1 0 0,1 0-1 0 0,-1 0 0 0 0,0 0 0 0 0,1 0 0 0 0,0 0 1 0 0,-1 0-1 0 0,1 1 0 0 0,0-1 0 0 0,0 4 1 0 0,0-4-12 0 0,0 1 1 0 0,0-1 0 0 0,1 1-1 0 0,-1-1 1 0 0,1 1 0 0 0,0-1 0 0 0,-1 1-1 0 0,1-1 1 0 0,0 1 0 0 0,0-1-1 0 0,1 0 1 0 0,-1 1 0 0 0,0-1 0 0 0,1 0-1 0 0,1 2 1 0 0,5 8 59 0 0,-5-5-25 0 0,-2 0 0 0 0,1 0-1 0 0,-1 0 1 0 0,0 1 0 0 0,0-1 0 0 0,-1 1 0 0 0,0-1-1 0 0,-1 0 1 0 0,-1 8 0 0 0,1 12 32 0 0,1-24-57 0 0,0-1 0 0 0,0 0 0 0 0,1 0-1 0 0,-1 0 1 0 0,1 0 0 0 0,-1-1-1 0 0,1 1 1 0 0,0 0 0 0 0,-1 0 0 0 0,1 0-1 0 0,0 0 1 0 0,0-1 0 0 0,0 1 0 0 0,1 0-1 0 0,1 2 1 0 0,-1-2-1 0 0,-1 0 0 0 0,1 0 1 0 0,-1-1-1 0 0,0 2 0 0 0,1-1 0 0 0,-1 0 0 0 0,0 0 0 0 0,0 0 1 0 0,-1 0-1 0 0,1 1 0 0 0,0-1 0 0 0,-1 0 0 0 0,1 0 1 0 0,-1 1-1 0 0,0-1 0 0 0,0 3 0 0 0,0-2 14 0 0,1 0-1 0 0,-1 0 1 0 0,0-1-1 0 0,1 1 0 0 0,0 0 1 0 0,-1 0-1 0 0,1 0 1 0 0,1-1-1 0 0,-1 1 1 0 0,0-1-1 0 0,0 1 1 0 0,1-1-1 0 0,0 1 1 0 0,-1-1-1 0 0,1 0 1 0 0,0 1-1 0 0,0-1 1 0 0,0 0-1 0 0,0-1 1 0 0,1 1-1 0 0,-1 0 1 0 0,1-1-1 0 0,-1 1 1 0 0,1-1-1 0 0,-1 1 1 0 0,1-1-1 0 0,0 0 0 0 0,4 1 1 0 0,-7-2-15 0 0,0 0 0 0 0,1 0-1 0 0,-1 0 1 0 0,0 1 0 0 0,1-1 0 0 0,-1 0 0 0 0,0 0 0 0 0,0 0 0 0 0,1 1-1 0 0,-1-1 1 0 0,0 0 0 0 0,0 0 0 0 0,1 1 0 0 0,-1-1 0 0 0,0 0-1 0 0,0 1 1 0 0,0-1 0 0 0,0 0 0 0 0,1 1 0 0 0,-1-1 0 0 0,0 0 0 0 0,0 1-1 0 0,0-1 1 0 0,0 0 0 0 0,0 1 0 0 0,0-1 0 0 0,0 1 0 0 0,0-1-1 0 0,4 10 63 0 0,3-5-66 0 0,-6-4 4 0 0,1-1 1 0 0,-1 1-1 0 0,0 0 1 0 0,0 0-1 0 0,0 0 1 0 0,0 0-1 0 0,0 0 1 0 0,0 1-1 0 0,0-1 1 0 0,0 0-1 0 0,-1 0 1 0 0,1 1-1 0 0,0-1 1 0 0,-1 0-1 0 0,1 1 1 0 0,-1-1-1 0 0,1 0 1 0 0,-1 1-1 0 0,0-1 1 0 0,1 1-1 0 0,-1-1 1 0 0,0 1-1 0 0,0-1 1 0 0,0 1-1 0 0,0-1 1 0 0,-1 3-1 0 0,0-2-11 0 0,6 1 3 0 0,15 4 18 0 0,-20-6 16 0 0,1 0-1 0 0,0-1 0 0 0,-1 1 1 0 0,1 0-1 0 0,-1 0 1 0 0,0 0-1 0 0,1 0 1 0 0,-1 0-1 0 0,0 0 1 0 0,1 0-1 0 0,-1 0 1 0 0,0 0-1 0 0,0 0 0 0 0,0 0 1 0 0,0 0-1 0 0,0 0 1 0 0,0 0-1 0 0,0 0 1 0 0,0 0-1 0 0,-1 0 1 0 0,1 0-1 0 0,0 0 1 0 0,0 0-1 0 0,-1-1 1 0 0,1 1-1 0 0,-1 0 0 0 0,1 0 1 0 0,-1 0-1 0 0,0 1 1 0 0,-7-1-12 0 0,-3 3-47 0 0,10-2 19 0 0,0 0 0 0 0,0 0 0 0 0,1 0 0 0 0,-1 0 0 0 0,1 0 0 0 0,-1 0 0 0 0,1 0 0 0 0,0 0 0 0 0,0 1 0 0 0,0 2 0 0 0,-4-6 65 0 0,-15 1-28 0 0,13 3 138 0 0,3 0-114 0 0,-25 6 105 0 0,0 0 0 0 0,-43 7 0 0 0,34-8-60 0 0,20-6-87 0 0,0 0 0 0 0,-27 0 0 0 0,42-2-5 0 0,-7 4-30 0 0,8-4 20 0 0,0 0-1 0 0,0 0 0 0 0,0 0 1 0 0,0 1-1 0 0,0-1 0 0 0,0 0 1 0 0,0 1-1 0 0,0-1 1 0 0,0 0-1 0 0,0 1 0 0 0,0-1 1 0 0,0 1-1 0 0,0 0 0 0 0,0-1 1 0 0,0 1-1 0 0,0 0 1 0 0,1-1-1 0 0,-1 1 0 0 0,0 0 1 0 0,-1 1-1 0 0,0 29-109 0 0,2-24 101 0 0,-1-2 2 0 0,1-4 7 0 0,0 0 1 0 0,-1 0 0 0 0,1 0-1 0 0,0 0 1 0 0,0 0 0 0 0,0 0-1 0 0,0 0 1 0 0,0 0 0 0 0,0 0-1 0 0,0 0 1 0 0,0 0-1 0 0,1 0 1 0 0,-1 0 0 0 0,0 0-1 0 0,1 0 1 0 0,-1 0 0 0 0,0 0-1 0 0,1 0 1 0 0,-1 0 0 0 0,1 0-1 0 0,0 0 1 0 0,0 1 0 0 0,23 4 6 0 0,3-5 73 0 0,1-1 0 0 0,0-1 1 0 0,-1-1-1 0 0,35-8 1 0 0,23-1 25 0 0,326-31-99 0 0,-191 24-13 0 0,-200 16 5 0 0,-10 1 4 0 0,0-1 0 0 0,0 2 1 0 0,0 0-1 0 0,0 0 0 0 0,0 0 0 0 0,0 1 1 0 0,0 1-1 0 0,0 0 0 0 0,-1 0 0 0 0,1 1 1 0 0,10 4-1 0 0,-17-6 13 0 0,13 5 165 0 0,-15-6-166 0 0,-1 1 0 0 0,0-1 0 0 0,1 0 0 0 0,-1 1 0 0 0,0-1 0 0 0,1 0 0 0 0,-1 1 0 0 0,0-1 0 0 0,1 0 0 0 0,-1 1 1 0 0,0-1-1 0 0,0 1 0 0 0,0-1 0 0 0,0 0 0 0 0,1 1 0 0 0,-1-1 0 0 0,0 1 0 0 0,0-1 0 0 0,0 1 0 0 0,0-1 0 0 0,0 0 1 0 0,0 1-1 0 0,0-1 0 0 0,0 1 0 0 0,0-1 0 0 0,0 1 0 0 0,0-1 0 0 0,0 1 0 0 0,0-1 0 0 0,-1 0 0 0 0,1 1 1 0 0,0-1-1 0 0,0 1 0 0 0,0-1 0 0 0,-1 0 0 0 0,1 1 0 0 0,0-1 0 0 0,0 0 0 0 0,-1 1 0 0 0,1-1 0 0 0,0 0 0 0 0,-1 1 1 0 0,1-1-1 0 0,-1 1 0 0 0,-5 3 59 0 0,0 1 0 0 0,-1-1 0 0 0,1 0 0 0 0,-1 0 0 0 0,0-1 0 0 0,0 1 0 0 0,-15 3 1 0 0,6-1 35 0 0,-32 10 97 0 0,-1-2 0 0 0,-1-3 0 0 0,-51 6 0 0 0,-128 31-106 0 0,222-47-100 0 0,-7 1-13 0 0,1 0 1 0 0,0 1-1 0 0,-15 6 1 0 0,-1-1 24 0 0,6 0-273 0 0,24-8 255 0 0,0 1 0 0 0,0 0 0 0 0,0-1-1 0 0,1 1 1 0 0,-1-1 0 0 0,0 0 0 0 0,0 1 0 0 0,1-1-1 0 0,-1 0 1 0 0,0 0 0 0 0,1 0 0 0 0,-1 0-1 0 0,0 0 1 0 0,1 0 0 0 0,-1 0 0 0 0,0 0 0 0 0,3-1-1 0 0,210 12 0 0 0,-74 1 13 0 0,-112-6-13 0 0,-27-6 12 0 0,-1 0-1 0 0,0 0 1 0 0,0 0 0 0 0,1 0 0 0 0,-1 0 0 0 0,0 0-1 0 0,0 0 1 0 0,0 0 0 0 0,1 0 0 0 0,-1 0-1 0 0,0 1 1 0 0,0-1 0 0 0,0 0 0 0 0,1 0 0 0 0,-1 0-1 0 0,0 0 1 0 0,0 1 0 0 0,0-1 0 0 0,0 0 0 0 0,1 0-1 0 0,-1 0 1 0 0,0 1 0 0 0,0-1 0 0 0,0 0-1 0 0,0 0 1 0 0,0 1 0 0 0,0-1 0 0 0,0 0 0 0 0,0 0-1 0 0,0 1 1 0 0,0-1 0 0 0,0 0 0 0 0,0 0 0 0 0,0 1-1 0 0,0-1 1 0 0,0 0 0 0 0,0 0 0 0 0,0 1-1 0 0,0-1 1 0 0,0 0 0 0 0,0 0 0 0 0,0 1 0 0 0,0-1-1 0 0,0 0 1 0 0,0 0 0 0 0,-1 0 0 0 0,1 1 0 0 0,0-1-1 0 0,0 0 1 0 0,0 0 0 0 0,0 0 0 0 0,0 1 0 0 0,-1-1-1 0 0,1 0 1 0 0,0 0 0 0 0,0 0 0 0 0,0 0-1 0 0,-1 0 1 0 0,1 0 0 0 0,0 1 0 0 0,0-1 0 0 0,-1 0-1 0 0,1 0 1 0 0,0 0 0 0 0,-1 0 0 0 0,-41 5-138 0 0,0-2 1 0 0,-1-2-1 0 0,1-2 0 0 0,-75-10 1 0 0,-35-2 297 0 0,-66 18 238 0 0,216-5-394 0 0,-43 2 86 0 0,7 0 114 0 0,-48 7-1 0 0,119 14-789 0 0,-16-14 614 0 0,1-1-1 0 0,31 10 1 0 0,16-1-11 0 0,0-3 0 0 0,1-3 0 0 0,1-2 0 0 0,104-1 0 0 0,-142-11-98 0 0,-34 1 97 0 0,-3 1 7 0 0,0 1-1 0 0,0 0 1 0 0,0 0 0 0 0,-12 2-1 0 0,-12 1 45 0 0,-23-1 71 0 0,0-1-52 0 0,-78 13 0 0 0,-35 5 48 0 0,144-18-146 0 0,20-1-121 0 0,4 0 117 0 0,1 1 1 0 0,0 0-1 0 0,-1 0 0 0 0,1 0 0 0 0,0 0 1 0 0,0-1-1 0 0,-1 1 0 0 0,1 0 0 0 0,0-1 1 0 0,0 1-1 0 0,0-1 0 0 0,0 1 0 0 0,0-1 1 0 0,0 1-1 0 0,0-1 0 0 0,0 0 0 0 0,0 1 1 0 0,0-1-1 0 0,0 0 0 0 0,0 0 0 0 0,2 0 1 0 0,-1 1-16 0 0,9 2 22 0 0,0 0 0 0 0,0 0 1 0 0,0-1-1 0 0,0 0 0 0 0,0-1 0 0 0,14 0 0 0 0,6 1-1 0 0,29 1 18 0 0,67-6-1 0 0,-105 2 53 0 0,0-1 0 0 0,0-2-1 0 0,0 0 1 0 0,29-10 0 0 0,1-3-366 0 0,-52 17 223 0 0,0 0 0 0 0,1 0 0 0 0,-1 0 0 0 0,0 0 0 0 0,0 0 0 0 0,1-1 0 0 0,-1 1 0 0 0,0 0 0 0 0,0 0 0 0 0,1 0 0 0 0,-1 0 0 0 0,0-1 0 0 0,0 1 0 0 0,1 0 0 0 0,-1 0 0 0 0,0-1 0 0 0,0 1 0 0 0,0 0 0 0 0,0 0 0 0 0,0-1 0 0 0,1 1 0 0 0,-1 0 0 0 0,0-1 0 0 0,0 1 0 0 0,0 0 0 0 0,0 0 0 0 0,0-1-1 0 0,0 1 1 0 0,0 0 0 0 0,0-1 0 0 0,0 1 0 0 0,0 0 0 0 0,0-1 0 0 0,0 1 0 0 0,0-1 0 0 0,0 1-89 0 0,0 0 0 0 0,-1-1 0 0 0,1 1 0 0 0,0 0 0 0 0,0-1 0 0 0,0 1 0 0 0,0-1 0 0 0,0 1 0 0 0,1 0 0 0 0,-1-1-1 0 0,0 1 1 0 0,0 0 0 0 0,0-1 0 0 0,0 1 0 0 0,0 0 0 0 0,0-1 0 0 0,0 1 0 0 0,1 0 0 0 0,-1-1 0 0 0,0 1 0 0 0,0 0 0 0 0,1-1-1 0 0,-1 1 1 0 0,0 0 0 0 0,0 0 0 0 0,1-1 0 0 0,-1 1 0 0 0,0 0 0 0 0,1 0 0 0 0,18-10-4349 0 0,-15 2 213 0 0</inkml:trace>
</inkml:ink>
</file>

<file path=ppt/ink/ink6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06T18:48:49.27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393 95 880 0 0,'0'0'64'0'0,"0"0"-1"0"0,0 0 0 0 0,0 0 1 0 0,0 0-1 0 0,0-1 1 0 0,0 1-1 0 0,-1 0 0 0 0,1 0 1 0 0,0 0-1 0 0,0 0 0 0 0,0-1 1 0 0,0 1-1 0 0,0 0 0 0 0,0 0 1 0 0,0 0-1 0 0,0 0 1 0 0,0-1-1 0 0,0 1 0 0 0,0 0 1 0 0,0 0-1 0 0,0 0 0 0 0,0-1 1 0 0,0 1-1 0 0,0 0 0 0 0,0 0 1 0 0,0 0-1 0 0,0 0 1 0 0,0-1-1 0 0,0 1 0 0 0,1 0 1 0 0,-1 0-1 0 0,0 0 0 0 0,0 0 1 0 0,0-1-1 0 0,0 1 0 0 0,0 0 1 0 0,0 0-1 0 0,0 0 1 0 0,1 0-1 0 0,-1 0 0 0 0,0 0 1 0 0,0 0-1 0 0,0-1 0 0 0,0 1 1 0 0,1 0-1 0 0,-1 0 0 0 0,0 0 1 0 0,0 0-1 0 0,0 0 1 0 0,0 0-1 0 0,1 0 0 0 0,-1 0 1 0 0,0 0-1 0 0,0 0 0 0 0,0 0 1 0 0,1 0-1 0 0,-1 0 0 0 0,0 0 1 0 0,0 0-1 0 0,0 0 1 0 0,0 0-1 0 0,1 0 0 0 0,-1 0 1 0 0,6-1 576 0 0,-5 1-550 0 0,-1 0 0 0 0,1 0 0 0 0,0-1-1 0 0,0 1 1 0 0,-1 0 0 0 0,1 0-1 0 0,0 0 1 0 0,-1-1 0 0 0,1 1 0 0 0,0 0-1 0 0,0-1 1 0 0,-1 1 0 0 0,1 0-1 0 0,-1-1 1 0 0,1 1 0 0 0,0-1 0 0 0,-1 1-1 0 0,1-1 1 0 0,-1 1 0 0 0,1-1 0 0 0,-1 0-1 0 0,1 1 1 0 0,-1-1 0 0 0,0 0-1 0 0,1 1 1 0 0,-1-1 0 0 0,0 0 0 0 0,1 1-1 0 0,-1-1 1 0 0,0 0 0 0 0,0 0 0 0 0,0 0-1 0 0,0 0 0 0 0,1 0 0 0 0,-1 0 0 0 0,0 0 0 0 0,0 0 0 0 0,1 0 0 0 0,-1 0 0 0 0,0 0 0 0 0,1 0 0 0 0,-1 0 0 0 0,1 0 0 0 0,-1 1-1 0 0,1-1 1 0 0,0 0 0 0 0,-1 0 0 0 0,1 1 0 0 0,0-1 0 0 0,-1 0 0 0 0,1 1 0 0 0,0-1 0 0 0,0 0 0 0 0,0 1 0 0 0,0 0 0 0 0,-1-1 0 0 0,1 1 0 0 0,0-1 0 0 0,2 1 0 0 0,3-4 391 0 0,10-10 951 0 0,-14 11-1310 0 0,1 0 1 0 0,-1 1 0 0 0,1 0-1 0 0,0-1 1 0 0,0 1 0 0 0,0 0 0 0 0,0 1-1 0 0,0-1 1 0 0,0 0 0 0 0,0 1-1 0 0,0 0 1 0 0,1 0 0 0 0,3-1-1 0 0,35-3 430 0 0,-40 5-541 0 0,0 0 0 0 0,0 0 0 0 0,0 0 0 0 0,0 0 1 0 0,0 0-1 0 0,0 1 0 0 0,0-1 0 0 0,0 1 0 0 0,0-1 1 0 0,0 1-1 0 0,0 0 0 0 0,0 0 0 0 0,0 0 0 0 0,-1 0 0 0 0,1 0 1 0 0,0 0-1 0 0,2 3 0 0 0,5 22 57 0 0,-4-16-59 0 0,-1 1 1 0 0,-1 0 0 0 0,0 0 0 0 0,0 0 0 0 0,-1 0-1 0 0,-1 0 1 0 0,0 1 0 0 0,0 15 0 0 0,-2-19 32 0 0,0-1 0 0 0,-1 0-1 0 0,0 0 1 0 0,0 0 0 0 0,0 0 0 0 0,-1 0 0 0 0,0-1 0 0 0,0 1 0 0 0,-1-1 0 0 0,0 1 0 0 0,0-1 0 0 0,0-1 0 0 0,-1 1 0 0 0,0 0-1 0 0,-10 8 1 0 0,5-5 27 0 0,-16 15 148 0 0,0 0 0 0 0,-2-2 0 0 0,0-1 0 0 0,-46 25 0 0 0,49-35-10 0 0,-1 0 0 0 0,0-2 0 0 0,-48 10 0 0 0,58-15-75 0 0,-1-2-1 0 0,0 0 0 0 0,0-1 1 0 0,0-1-1 0 0,0-1 0 0 0,0 0 1 0 0,-18-4-1 0 0,31 4-92 0 0,0 0 1 0 0,1 0-1 0 0,-1-1 0 0 0,0 1 0 0 0,1-1 1 0 0,-1 0-1 0 0,1 0 0 0 0,-1 0 0 0 0,1-1 1 0 0,-5-4-1 0 0,-4-3 21 0 0,10 9-72 0 0,-1-6-170 0 0,3 4 166 0 0,5 3-50 0 0,33 2 77 0 0,0 2 1 0 0,-1 2-1 0 0,1 1 0 0 0,57 20 0 0 0,-9-3 73 0 0,-71-20-69 0 0,2 1-75 0 0,1-1 1 0 0,0 0 0 0 0,0-2 0 0 0,0 0 0 0 0,19 0 0 0 0,-35-2 30 0 0,7 0-267 0 0,0-1-1 0 0,0 1 0 0 0,-1-1 1 0 0,1-1-1 0 0,0 0 0 0 0,-1 0 1 0 0,1-1-1 0 0,-1 0 0 0 0,0 0 0 0 0,0-1 1 0 0,12-7-1 0 0,2-7-3604 0 0,30-31 1 0 0</inkml:trace>
</inkml:ink>
</file>

<file path=ppt/ink/ink6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06T18:48:49.68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366 0 1121 0 0,'-10'3'1232'0'0,"1"0"1"0"0,1 0 0 0 0,-1 1 0 0 0,0 0 0 0 0,-8 6-1 0 0,-15 7 1563 0 0,-1-2-1081 0 0,-36 18 571 0 0,64-30-2147 0 0,0 0 1 0 0,0 0-1 0 0,0 1 1 0 0,1 0-1 0 0,-1 0 1 0 0,1 0-1 0 0,0 0 1 0 0,0 1-1 0 0,1-1 1 0 0,-5 8-1 0 0,5-8-95 0 0,1 0-1 0 0,-1-1 0 0 0,1 1 0 0 0,-1-1 0 0 0,-1 0 0 0 0,1 1 1 0 0,0-1-1 0 0,-1-1 0 0 0,1 1 0 0 0,-1 0 0 0 0,-6 2 1 0 0,7-3-23 0 0,0 0 0 0 0,-1 0 0 0 0,1 0 0 0 0,0 0 0 0 0,0 1 0 0 0,1-1 0 0 0,-1 1 0 0 0,0 0 0 0 0,1 0 0 0 0,-1 0 0 0 0,1 0 0 0 0,0 0 0 0 0,-3 5 0 0 0,2 0 61 0 0,-1 1 99 0 0,0 1 0 0 0,0-1 0 0 0,-4 21 0 0 0,9-27-145 0 0,-1-1 0 0 0,1 0 0 0 0,0 0 1 0 0,-1 0-1 0 0,1 1 0 0 0,0-1 0 0 0,1 0 0 0 0,-1 0 1 0 0,0 0-1 0 0,1 0 0 0 0,-1-1 0 0 0,1 1 0 0 0,2 2 1 0 0,30 25 271 0 0,-26-23-268 0 0,2-1-1 0 0,-1 0 1 0 0,1-1 0 0 0,-1 0-1 0 0,1-1 1 0 0,0 0-1 0 0,0 0 1 0 0,14 1 0 0 0,87 5-83 0 0,-103-9 34 0 0,24 1-44 0 0,-1-2 1 0 0,0-1 0 0 0,0-1-1 0 0,-1-2 1 0 0,1-1-1 0 0,55-18 1 0 0,-77 21 57 0 0,0-1 1 0 0,0 0-1 0 0,-1 0 0 0 0,1 0 0 0 0,-1-1 0 0 0,0-1 1 0 0,0 1-1 0 0,-1-1 0 0 0,0-1 0 0 0,0 1 0 0 0,0-1 1 0 0,-1 0-1 0 0,0-1 0 0 0,0 1 0 0 0,5-10 0 0 0,-9 11 3 0 0,1 1-1 0 0,-1-1 0 0 0,0 0 0 0 0,0 0 0 0 0,0 0 0 0 0,-1 0 0 0 0,0 0 0 0 0,0 0 0 0 0,-1 0 0 0 0,0 0 0 0 0,0 0 0 0 0,0-1 1 0 0,-1 1-1 0 0,0 0 0 0 0,0 0 0 0 0,0 0 0 0 0,-1 0 0 0 0,0 0 0 0 0,0 0 0 0 0,0 1 0 0 0,-1-1 0 0 0,0 1 0 0 0,-4-7 1 0 0,3 6-18 0 0,-1 1 0 0 0,0-1 0 0 0,0 1 0 0 0,0 0 0 0 0,0 0 0 0 0,-1 1 0 0 0,0-1 0 0 0,0 1 0 0 0,0 0 0 0 0,0 1 0 0 0,-1 0 0 0 0,1 0 0 0 0,-1 0 0 0 0,-12-3 0 0 0,10 3-11 0 0,-17-5-286 0 0,-1 1 0 0 0,0 1 1 0 0,0 2-1 0 0,0 1 0 0 0,-1 1 1 0 0,1 1-1 0 0,-51 5 0 0 0,41-2-205 0 0,-85 4-2608 0 0,-13 5-2669 0 0</inkml:trace>
</inkml:ink>
</file>

<file path=ppt/ink/ink6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06T18:48:52.31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4308 1 400 0 0,'0'0'1574'0'0,"4"1"254"0"0,10 4 749 0 0,-21 4 723 0 0,-9 7-907 0 0,-3-1-950 0 0,17-14-1368 0 0,0 0 1 0 0,-1 0 0 0 0,1 1-1 0 0,0-1 1 0 0,1 1 0 0 0,-1-1 0 0 0,0 1-1 0 0,0 0 1 0 0,1-1 0 0 0,-1 1-1 0 0,1 0 1 0 0,-1 0 0 0 0,1 0-1 0 0,0 0 1 0 0,0 1 0 0 0,0-1 0 0 0,0 0-1 0 0,0 0 1 0 0,0 1 0 0 0,1-1-1 0 0,-1 0 1 0 0,1 1 0 0 0,0-1-1 0 0,0 3 1 0 0,-1-1-39 0 0,1 0 0 0 0,-1 0 0 0 0,1 0 0 0 0,-1 0 0 0 0,0-1 0 0 0,-1 1 0 0 0,1 0 0 0 0,0-1 0 0 0,-5 7 0 0 0,4-6-2 0 0,0 0-1 0 0,0 0 0 0 0,0 0 0 0 0,1 0 1 0 0,0 0-1 0 0,-1 0 0 0 0,1 0 0 0 0,1 1 1 0 0,-1-1-1 0 0,0 5 0 0 0,1-3-11 0 0,0-1 0 0 0,-1 0 0 0 0,0 1 0 0 0,0-1 1 0 0,-1 0-1 0 0,0 0 0 0 0,0 0 0 0 0,-2 5 0 0 0,-6 15 36 0 0,1 22 74 0 0,0-22-78 0 0,6-18-32 0 0,0-1 0 0 0,1 1 1 0 0,0 0-1 0 0,1 0 0 0 0,-1 0 0 0 0,1 0 0 0 0,0 8 0 0 0,1-8 3 0 0,-1 0 1 0 0,0 0-1 0 0,0 0 0 0 0,-1 0 0 0 0,0 0 0 0 0,-5 11 0 0 0,4-12 17 0 0,1 1-1 0 0,0-1 1 0 0,0 1-1 0 0,0 0 1 0 0,1-1-1 0 0,-1 13 1 0 0,2-14-21 0 0,0 0 0 0 0,-1 0 0 0 0,0 0 0 0 0,0 0 0 0 0,0-1 0 0 0,-1 1 0 0 0,0 0 1 0 0,1-1-1 0 0,-4 6 0 0 0,3-6-11 0 0,0 0 0 0 0,0 0 0 0 0,0 0 1 0 0,1 0-1 0 0,0 1 0 0 0,-1-1 0 0 0,2 1 1 0 0,-1-1-1 0 0,0 5 0 0 0,1 86 283 0 0,0-92-290 0 0,0 0 1 0 0,1 0-1 0 0,-1 0 1 0 0,0 0-1 0 0,1-1 1 0 0,0 1-1 0 0,0 0 1 0 0,0 0-1 0 0,0-1 1 0 0,0 1-1 0 0,0 0 1 0 0,1-1-1 0 0,2 4 1 0 0,-2-3 3 0 0,0-1 1 0 0,-1 1 0 0 0,1-1 0 0 0,-1 1 0 0 0,0-1 0 0 0,0 1-1 0 0,0 0 1 0 0,0 0 0 0 0,0-1 0 0 0,-1 1 0 0 0,1 0 0 0 0,-1 0-1 0 0,0 5 1 0 0,0-6-1 0 0,1 1 0 0 0,-1-1 0 0 0,0 1 0 0 0,1-1 0 0 0,0 1-1 0 0,-1-1 1 0 0,1 1 0 0 0,0-1 0 0 0,0 1 0 0 0,0-1 0 0 0,1 0 0 0 0,-1 0-1 0 0,3 4 1 0 0,-2-4 1 0 0,-1 0-1 0 0,1 0 0 0 0,-1 1 1 0 0,0-1-1 0 0,1 0 0 0 0,-1 1 1 0 0,0-1-1 0 0,0 1 0 0 0,-1 0 1 0 0,1-1-1 0 0,-1 1 0 0 0,1 0 1 0 0,-1 4-1 0 0,0 134 259 0 0,1-138-249 0 0,-2-3 6 0 0,-3-1 134 0 0,-15 0-118 0 0,14 1 107 0 0,1 0-54 0 0,-127-9 346 0 0,9-1-171 0 0,-373 7 572 0 0,275 19-639 0 0,-111-3-41 0 0,135-16-20 0 0,27 0 267 0 0,79 6-199 0 0,-156 11 611 0 0,230-13-749 0 0,1 1 1 0 0,-1 1 0 0 0,1 1-1 0 0,0 0 1 0 0,0 1 0 0 0,0 0 0 0 0,0 1-1 0 0,1 1 1 0 0,-14 8 0 0 0,17-6 77 0 0,-1-1 0 0 0,-1 0 0 0 0,1-1 0 0 0,-1 0 0 0 0,0-1 0 0 0,-1-1 0 0 0,0 0 0 0 0,0-1 0 0 0,-15 3 0 0 0,-7 3 96 0 0,-48 21-1 0 0,8-3-36 0 0,67-26-180 0 0,0 0-1 0 0,-1-1 1 0 0,1 0 0 0 0,-1-1-1 0 0,-10 0 1 0 0,10 0 0 0 0,1 0-1 0 0,-1 0 1 0 0,1 1 0 0 0,0 0-1 0 0,-12 4 1 0 0,-8 1 16 0 0,-1-1-1 0 0,0-1 1 0 0,0-2 0 0 0,-41-1-1 0 0,69-1-41 0 0,-16 0 17 0 0,0 1 0 0 0,0 0 1 0 0,0 2-1 0 0,0 0 0 0 0,0 1 1 0 0,-18 6-1 0 0,31-8-26 0 0,-52 9-118 0 0,-22 7 185 0 0,70-15-25 0 0,-1-1 1 0 0,1 0 0 0 0,-1 0-1 0 0,-12 0 1 0 0,-34 7-48 0 0,-70 13 80 0 0,115-20-106 0 0,0-1 0 0 0,0 0 1 0 0,0 0-1 0 0,0-1 0 0 0,0-1 1 0 0,0 0-1 0 0,0 0 0 0 0,0-1 1 0 0,-12-4-1 0 0,-62-11-167 0 0,58 13 119 0 0,1-1 0 0 0,-51-17 0 0 0,-53-24-93 0 0,63 23 133 0 0,47 14 93 0 0,17 8-33 0 0,1-1 0 0 0,-1 1 0 0 0,0 0 0 0 0,0 0-1 0 0,0 0 1 0 0,0 0 0 0 0,0 1 0 0 0,0-1 0 0 0,0 1 0 0 0,0 0-1 0 0,-5 0 1 0 0,-10-1 1 0 0,13-4-28 0 0,0 4-66 0 0,2 0 64 0 0,0 1 0 0 0,0-1 0 0 0,-1 1 0 0 0,1-1 0 0 0,0 0-1 0 0,0 0 1 0 0,0 0 0 0 0,0-1 0 0 0,0 1 0 0 0,0-1 0 0 0,0 1-1 0 0,1-1 1 0 0,-1 0 0 0 0,1 0 0 0 0,-1 0 0 0 0,1-1 0 0 0,0 1 0 0 0,-3-3-1 0 0,-14-11 40 0 0,15 13-17 0 0,0 0 0 0 0,0 0-1 0 0,0 0 1 0 0,1-1 0 0 0,-1 1 0 0 0,1-1-1 0 0,0 0 1 0 0,0 1 0 0 0,-2-6-1 0 0,-1 0-7 0 0,4 6-4 0 0,0-1 0 0 0,0 1 0 0 0,0 0 0 0 0,1-1 0 0 0,-1 1 0 0 0,1-1 0 0 0,-1 0 0 0 0,1 0 0 0 0,1 1 0 0 0,-1-1 0 0 0,0 0 0 0 0,1-7 0 0 0,-1 4-9 0 0,0 1 0 0 0,0 0 0 0 0,0-1 0 0 0,0 1 1 0 0,-4-8-1 0 0,-4-23-29 0 0,18 3 75 0 0,-7 29-27 0 0,0 0 0 0 0,-1 0-1 0 0,1 0 1 0 0,-1 0 0 0 0,1-10-1 0 0,-2 14-4 0 0,0 0 0 0 0,0-1 0 0 0,0 1-1 0 0,0 0 1 0 0,0 0 0 0 0,0 0-1 0 0,0-1 1 0 0,1 1 0 0 0,-1 0-1 0 0,0 0 1 0 0,1 0 0 0 0,-1 0 0 0 0,1 0-1 0 0,-1 0 1 0 0,1 0 0 0 0,0 0-1 0 0,-1 0 1 0 0,1 0 0 0 0,0 0 0 0 0,0 0-1 0 0,0 0 1 0 0,0 0 0 0 0,0 1-1 0 0,0-1 1 0 0,1-1 0 0 0,-1 2-2 0 0,0-1 1 0 0,0 1 0 0 0,0-1 0 0 0,0 0-1 0 0,0 1 1 0 0,-1-1 0 0 0,1 0-1 0 0,0 0 1 0 0,0 1 0 0 0,-1-1-1 0 0,1 0 1 0 0,-1 0 0 0 0,1 0 0 0 0,-1 0-1 0 0,1 0 1 0 0,-1 0 0 0 0,1 0-1 0 0,-1 0 1 0 0,0 0 0 0 0,0 0 0 0 0,1 0-1 0 0,-1 0 1 0 0,0 0 0 0 0,0 0-1 0 0,0-2 1 0 0,0-77-51 0 0,0 78 55 0 0,0 0 1 0 0,0 1 0 0 0,0-1 0 0 0,0 0 0 0 0,1 0 0 0 0,-1 1-1 0 0,0-1 1 0 0,1 0 0 0 0,0 1 0 0 0,-1-1 0 0 0,1 0 0 0 0,0 1-1 0 0,0-1 1 0 0,0 1 0 0 0,0-1 0 0 0,0 1 0 0 0,0 0-1 0 0,0-1 1 0 0,0 1 0 0 0,1 0 0 0 0,-1 0 0 0 0,3-2 0 0 0,0 0-2 0 0,-3 2-1 0 0,-1 1-3 0 0,0 0 0 0 0,0 0-1 0 0,-1 0 1 0 0,1 0-1 0 0,0 0 1 0 0,0 0-1 0 0,0 0 1 0 0,0 0-1 0 0,-1 0 1 0 0,1-1-1 0 0,0 1 1 0 0,0 0-1 0 0,0 0 1 0 0,0 0-1 0 0,0 0 1 0 0,0 0-1 0 0,-1 0 1 0 0,1 0-1 0 0,0 0 1 0 0,0-1-1 0 0,0 1 1 0 0,0 0-1 0 0,0 0 1 0 0,0 0-1 0 0,0 0 1 0 0,0 0-1 0 0,-1-1 1 0 0,1 1-1 0 0,0 0 1 0 0,0 0-1 0 0,0 0 1 0 0,0 0-1 0 0,0-1 1 0 0,0 1-1 0 0,0 0 1 0 0,0 0-1 0 0,0 0 1 0 0,0 0-1 0 0,0-1 1 0 0,0 1-1 0 0,0 0 1 0 0,0 0-1 0 0,1 0 1 0 0,-1 0-1 0 0,0-1 1 0 0,0 1-1 0 0,0 0 1 0 0,0 0-1 0 0,0 0 1 0 0,0 0-1 0 0,0 0 1 0 0,0-1 0 0 0,0 1-1 0 0,1 0 1 0 0,-1 0-1 0 0,0 0 1 0 0,0 0-1 0 0,0 0 1 0 0,0 0-1 0 0,0 0 1 0 0,1 0-1 0 0,-1 0 1 0 0,0-1-1 0 0,0 1 1 0 0,-2 0 66 0 0,-11 0-1191 0 0,6 8-3230 0 0,1 0 870 0 0,-17 13-5783 0 0</inkml:trace>
</inkml:ink>
</file>

<file path=ppt/ink/ink6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06T18:49:01.72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57 533 3041 0 0,'1'-3'8153'0'0,"-1"3"-8127"0"0,0 0 1 0 0,0 0-1 0 0,0-1 0 0 0,0 1 0 0 0,0 0 1 0 0,0-1-1 0 0,0 1 0 0 0,0 0 1 0 0,0 0-1 0 0,0-1 0 0 0,0 1 1 0 0,0 0-1 0 0,0-1 0 0 0,0 1 0 0 0,0 0 1 0 0,0-1-1 0 0,0 1 0 0 0,0 0 1 0 0,0 0-1 0 0,0-1 0 0 0,-1 1 1 0 0,1 0-1 0 0,0 0 0 0 0,0-1 0 0 0,0 1 1 0 0,0 0-1 0 0,-1 0 0 0 0,1 0 1 0 0,0-1-1 0 0,0 1 0 0 0,-1 0 1 0 0,1 0-1 0 0,0 0 0 0 0,0 0 0 0 0,-1-1 1 0 0,1 1-1 0 0,0 0 0 0 0,0 0 1 0 0,-1 0-1 0 0,0 0 0 0 0,-28-11 458 0 0,27 10-450 0 0,1 0 0 0 0,0 1 0 0 0,-1-1 0 0 0,1 0 1 0 0,0 0-1 0 0,0 0 0 0 0,-1 0 0 0 0,1 0 0 0 0,0 0 0 0 0,0 0 0 0 0,0 0 1 0 0,0 0-1 0 0,0 0 0 0 0,0 0 0 0 0,1-1 0 0 0,-1 1 0 0 0,0 0 0 0 0,1-1 1 0 0,-1 1-1 0 0,0-3 0 0 0,1 2 13 0 0,0 1 0 0 0,0-1 0 0 0,1 1 0 0 0,-1-1 0 0 0,0 1-1 0 0,1 0 1 0 0,-1-1 0 0 0,1 1 0 0 0,0 0 0 0 0,-1-1 0 0 0,1 1 0 0 0,0 0 0 0 0,0 0 0 0 0,0 0 0 0 0,-1-1 0 0 0,1 1 0 0 0,1 0 0 0 0,-1 0 0 0 0,1-1 0 0 0,7-8 294 0 0,24-56 1260 0 0,5 0-489 0 0,8-11-210 0 0,-24 44-621 0 0,-19 27-269 0 0,-1 1 1 0 0,1 0-1 0 0,0 1 0 0 0,1-1 1 0 0,-1 0-1 0 0,1 1 0 0 0,0 0 1 0 0,0 0-1 0 0,1 0 0 0 0,-1 0 1 0 0,1 1-1 0 0,0-1 1 0 0,9-4-1 0 0,121-55-25 0 0,-77 41 6 0 0,-18 7-36 0 0,53-14-1 0 0,-56 18-36 0 0,-13 11 27 0 0,-6 5 71 0 0,-18-5-13 0 0,1 0 0 0 0,-1 0 0 0 0,0 0 0 0 0,0 1-1 0 0,0-1 1 0 0,1 0 0 0 0,-1 0 0 0 0,0 0 0 0 0,0 1 0 0 0,0-1-1 0 0,1 0 1 0 0,-1 0 0 0 0,0 1 0 0 0,0-1 0 0 0,0 0 0 0 0,0 1-1 0 0,0-1 1 0 0,0 0 0 0 0,0 1 0 0 0,0-1 0 0 0,0 0 0 0 0,0 0-1 0 0,0 1 1 0 0,0-1 0 0 0,0 0 0 0 0,0 1 0 0 0,0-1-1 0 0,0 0 1 0 0,0 1 0 0 0,0-1 0 0 0,0 0 0 0 0,0 1 0 0 0,-3 3 59 0 0,0 1 0 0 0,-1-1 0 0 0,1 0 0 0 0,-1 0 0 0 0,0 0 1 0 0,-5 4-1 0 0,-21 19 270 0 0,-93 81 1053 0 0,97-87-1254 0 0,0-2 0 0 0,-1-1 1 0 0,-35 17-1 0 0,-6-6 39 0 0,62-27-204 0 0,0-1 0 0 0,0 1 0 0 0,0-1 0 0 0,0 0 0 0 0,0 0 1 0 0,0-1-1 0 0,0 0 0 0 0,-1 0 0 0 0,-6-1 0 0 0,12-1 16 0 0,0 1 1 0 0,1-1-1 0 0,-1 1 0 0 0,0-1 0 0 0,1 1 0 0 0,-1-1 0 0 0,1 1 0 0 0,-1-1 0 0 0,1 0 0 0 0,0 1 0 0 0,0-1 0 0 0,0 0 0 0 0,0 1 0 0 0,0-1 0 0 0,0 0 0 0 0,0 0 0 0 0,1-2 0 0 0,-1 1 37 0 0,0-10 45 0 0,-1 9-57 0 0,1 0 1 0 0,0 0 0 0 0,0 1 0 0 0,0-1-1 0 0,0 0 1 0 0,1 0 0 0 0,0 0 0 0 0,-1 1 0 0 0,1-1-1 0 0,2-4 1 0 0,16-16 57 0 0,-12 8-23 0 0,-6 14-37 0 0,-1 0 0 0 0,1 0 0 0 0,0 0-1 0 0,0 0 1 0 0,1 0 0 0 0,-1 0 0 0 0,0 0 0 0 0,0 1-1 0 0,1-1 1 0 0,-1 0 0 0 0,1 1 0 0 0,0-1 0 0 0,0 1-1 0 0,-1 0 1 0 0,1-1 0 0 0,3 0 0 0 0,17-14 82 0 0,-20 13-84 0 0,0 1 1 0 0,1 0 0 0 0,-1 0 0 0 0,0 0-1 0 0,1 0 1 0 0,0 0 0 0 0,0 0 0 0 0,-1 1-1 0 0,1 0 1 0 0,0-1 0 0 0,0 1 0 0 0,0 0-1 0 0,0 0 1 0 0,0 1 0 0 0,1-1-1 0 0,-1 1 1 0 0,0-1 0 0 0,0 1 0 0 0,0 0-1 0 0,1 0 1 0 0,-1 0 0 0 0,0 1 0 0 0,0-1-1 0 0,0 1 1 0 0,0 0 0 0 0,0 0 0 0 0,0 0-1 0 0,0 0 1 0 0,0 0 0 0 0,4 3 0 0 0,8 5 88 0 0,0 1 0 0 0,-1 1 0 0 0,-1 0 1 0 0,0 0-1 0 0,-1 1 0 0 0,0 1 0 0 0,11 14 1 0 0,-12-13-8 0 0,0-1 1 0 0,0-1-1 0 0,2 0 1 0 0,-1 0-1 0 0,2-1 1 0 0,-1-1-1 0 0,23 13 1 0 0,-26-19-137 0 0,0 0 0 0 0,1-1 0 0 0,-1 0 0 0 0,1 0 0 0 0,0-1 0 0 0,0-1 0 0 0,-1 0 0 0 0,1 0 0 0 0,11-1 0 0 0,6-2-200 0 0,52-11 0 0 0,-63 10-305 0 0,-1-1-1 0 0,1-1 1 0 0,-1-1-1 0 0,1 0 1 0 0,-2-1-1 0 0,27-16 1 0 0,-28 13-2052 0 0,0 0 0 0 0,19-20 1 0 0</inkml:trace>
</inkml:ink>
</file>

<file path=ppt/ink/ink6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06T18:50:12.31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165 477 480 0 0,'4'0'1774'0'0,"15"0"54"0"0,-14-2 3117 0 0,-5-13-3581 0 0,0-99 6147 0 0,-5 116-7778 0 0,3-2 147 0 0,-1 0 0 0 0,1 1 0 0 0,0-1 0 0 0,-1 1-1 0 0,1 0 1 0 0,0 0 0 0 0,-1-1 0 0 0,1 1 0 0 0,0 1 0 0 0,0-1 0 0 0,0 0 0 0 0,0 1 0 0 0,0-1 0 0 0,0 1 0 0 0,1-1 0 0 0,-1 1 0 0 0,0 0 0 0 0,1 0 0 0 0,-1-1 0 0 0,1 1 0 0 0,0 0 0 0 0,-1 1-1 0 0,1-1 1 0 0,0 0 0 0 0,0 0 0 0 0,1 0 0 0 0,-1 1 0 0 0,0-1 0 0 0,1 0 0 0 0,-1 1 0 0 0,1 3 0 0 0,0-3 75 0 0,0 0 0 0 0,0 0-1 0 0,0 0 1 0 0,0 0 0 0 0,-1 0 0 0 0,1-1 0 0 0,-1 1 0 0 0,0 0-1 0 0,0 0 1 0 0,0-1 0 0 0,0 1 0 0 0,0 0 0 0 0,0-1 0 0 0,-1 1-1 0 0,1-1 1 0 0,-1 0 0 0 0,0 1 0 0 0,0-1 0 0 0,0 0 0 0 0,0 0-1 0 0,0 0 1 0 0,0 0 0 0 0,0-1 0 0 0,-5 4 0 0 0,-10 8 67 0 0,7-5 49 0 0,1-1 0 0 0,-2 0 0 0 0,1-1 0 0 0,-1 0 1 0 0,-13 4-1 0 0,24-9-50 0 0,-1-1 1 0 0,0 0-1 0 0,1 0 1 0 0,-1 1-1 0 0,1-1 1 0 0,-1 0-1 0 0,0 1 1 0 0,1-1-1 0 0,-1 1 1 0 0,1-1-1 0 0,-1 0 1 0 0,1 1 0 0 0,-1-1-1 0 0,1 1 1 0 0,0 0-1 0 0,-1-1 1 0 0,1 1-1 0 0,0-1 1 0 0,-1 1-1 0 0,1 0 1 0 0,1-5 2020 0 0,0 2-2003 0 0,1 0-1 0 0,-1 0 0 0 0,1 0 1 0 0,0 0-1 0 0,0 1 0 0 0,-1-1 1 0 0,1 1-1 0 0,0-1 0 0 0,0 1 1 0 0,1 0-1 0 0,-1 0 1 0 0,0 0-1 0 0,0 0 0 0 0,4-1 1 0 0,13-9 172 0 0,-8 3-99 0 0,-9 7-101 0 0,-1 1-1 0 0,1-1 0 0 0,-1 0 1 0 0,0 0-1 0 0,1 0 1 0 0,-1 0-1 0 0,0-1 0 0 0,1 1 1 0 0,-1 0-1 0 0,0 0 1 0 0,0-1-1 0 0,0 1 0 0 0,0-1 1 0 0,-1 1-1 0 0,1-1 1 0 0,0 1-1 0 0,0-1 1 0 0,-1 0-1 0 0,1-1 0 0 0,-1 2-7 0 0,0 0-1 0 0,1 0 0 0 0,-1 0 1 0 0,0 0-1 0 0,0 0 0 0 0,1 0 1 0 0,-1 0-1 0 0,0 0 0 0 0,1 0 1 0 0,-1 1-1 0 0,1-1 0 0 0,-1 0 1 0 0,1 0-1 0 0,0 1 0 0 0,-1-1 1 0 0,1 0-1 0 0,0 1 0 0 0,-1-1 1 0 0,1 0-1 0 0,0 1 1 0 0,0-1-1 0 0,-1 1 0 0 0,1-1 1 0 0,0 1-1 0 0,2-1 0 0 0,5-4 31 0 0,15-34 207 0 0,-20 21-89 0 0,-3 17-140 0 0,0 0 0 0 0,0-1 0 0 0,0 1 1 0 0,0 0-1 0 0,1 0 0 0 0,-1 0 1 0 0,0 0-1 0 0,0-1 0 0 0,1 1 1 0 0,-1 0-1 0 0,1 0 0 0 0,-1 0 0 0 0,1 0 1 0 0,0-2-1 0 0,8-5 57 0 0,-8 7-52 0 0,0-1 0 0 0,0 1 0 0 0,1 0-1 0 0,-1 0 1 0 0,0 0 0 0 0,0-1 0 0 0,0 1 0 0 0,-1 0-1 0 0,1-1 1 0 0,0 1 0 0 0,0-1 0 0 0,-1 1 0 0 0,1-1 0 0 0,-1 0-1 0 0,1 1 1 0 0,-1-1 0 0 0,0 1 0 0 0,1-1 0 0 0,-1 0-1 0 0,0-2 1 0 0,-1-1 92 0 0,1 3-76 0 0,0 1 0 0 0,-1-1 0 0 0,1 1 1 0 0,0-1-1 0 0,0 1 0 0 0,0-1 0 0 0,0 1 1 0 0,0-1-1 0 0,0 0 0 0 0,1 1 0 0 0,-1-1 1 0 0,0 1-1 0 0,1-1 0 0 0,-1 1 0 0 0,1 0 1 0 0,0-1-1 0 0,-1 1 0 0 0,2-3 0 0 0,17-1 115 0 0,-14-2-53 0 0,-1 1-41 0 0,50-17-26 0 0,-30 11 6 0 0,34-10 0 0 0,22-4 47 0 0,-80 26-80 0 0,0 0 0 0 0,0 0-1 0 0,0 0 1 0 0,1 0-1 0 0,-1 0 1 0 0,0 0-1 0 0,0 0 1 0 0,0 0 0 0 0,1 0-1 0 0,-1 0 1 0 0,0 0-1 0 0,0 0 1 0 0,0 0 0 0 0,1 0-1 0 0,-1 0 1 0 0,0 0-1 0 0,0 0 1 0 0,0 0 0 0 0,1 0-1 0 0,-1-1 1 0 0,0 1-1 0 0,0 0 1 0 0,0 0 0 0 0,0 0-1 0 0,0 0 1 0 0,1 0-1 0 0,-1-1 1 0 0,0 1-1 0 0,0 0 1 0 0,0 0 0 0 0,0 0-1 0 0,0 0 1 0 0,0-1-1 0 0,0 1 1 0 0,0 0 0 0 0,0 0-1 0 0,1 0 1 0 0,-1-1-1 0 0,0 1 1 0 0,0 0 0 0 0,0 0-1 0 0,0 0 1 0 0,0-1-1 0 0,0 1 1 0 0,0 0-1 0 0,0 0 1 0 0,0 0 0 0 0,-1-1-1 0 0,1 1 1 0 0,0 0-1 0 0,0 0 1 0 0,0 0 0 0 0,0 0-1 0 0,0-1 1 0 0,0 1-1 0 0,0 0 1 0 0,-1 0 0 0 0,2 0-2 0 0,-1 0 0 0 0,0 0 1 0 0,0 0-1 0 0,0 0 0 0 0,0 0 1 0 0,0 0-1 0 0,0 0 1 0 0,0 0-1 0 0,1 0 0 0 0,-1 0 1 0 0,0 0-1 0 0,0 0 1 0 0,0 0-1 0 0,0 1 0 0 0,0-1 1 0 0,0 0-1 0 0,1 0 1 0 0,-1 0-1 0 0,0 0 0 0 0,0 0 1 0 0,0 0-1 0 0,0-1 0 0 0,0 1 1 0 0,0 0-1 0 0,1 0 1 0 0,-1 0-1 0 0,0 0 0 0 0,0 0 1 0 0,0 0-1 0 0,0 0 1 0 0,0 0-1 0 0,0 0 0 0 0,0 0 1 0 0,1 0-1 0 0,-1 0 1 0 0,0 0-1 0 0,0 0 0 0 0,0-1 1 0 0,0 1-1 0 0,0 0 0 0 0,0 0 1 0 0,0 0-1 0 0,0 0 1 0 0,0 0-1 0 0,0 0 0 0 0,0 0 1 0 0,1-1-1 0 0,-1 1 1 0 0,0 0-1 0 0,0 0 0 0 0,0 0 1 0 0,0 0-1 0 0,0 0 1 0 0,0-1-1 0 0,0 1 0 0 0,0 0 1 0 0,0 0-1 0 0,0 0 0 0 0,0 0 1 0 0,0 0-1 0 0,-1 0 1 0 0,1-1-1 0 0,0 1 0 0 0,0 0 1 0 0,0 0-1 0 0,0 0 1 0 0,0 0-1 0 0,23-1-11 0 0,5-3-18 0 0,-26 1 13 0 0,1 1 0 0 0,100-20 153 0 0,9-1 130 0 0,-51 7-265 0 0,-6 9-173 0 0,-20 1 86 0 0,-28 3 102 0 0,59-4 57 0 0,9 4-29 0 0,-49 3-53 0 0,0-1 0 0 0,43-7 0 0 0,11-3-4 0 0,-15 4 15 0 0,257-34-1 0 0,-315 40 0 0 0,11-1 20 0 0,1 1 0 0 0,0 1-1 0 0,33 3 1 0 0,-45-2-19 0 0,7 0 7 0 0,94 11-149 0 0,-95-10 102 0 0,-1 1 1 0 0,1 0 0 0 0,-1 1 0 0 0,0 0 0 0 0,0 1 0 0 0,17 9 0 0 0,8 13-8 0 0,-23-20 12 0 0,42 23 114 0 0,-52-28-69 0 0,-1-1 1 0 0,1 1-1 0 0,-1 0 1 0 0,0 0-1 0 0,0 0 1 0 0,1 0 0 0 0,2 3-1 0 0,20 12 110 0 0,110 49-94 0 0,-48-32-27 0 0,-13-9 0 0 0,-47-17 0 0 0,-20-7 0 0 0,0 0 0 0 0,0 1 0 0 0,-1 0 0 0 0,1 1 0 0 0,-1 0 0 0 0,12 6 0 0 0,56 15-14 0 0,-66-13-66 0 0,38 7 67 0 0,-42-12-11 0 0,0 0-19 0 0,0-4 27 0 0,-4-2 15 0 0,0 0-1 0 0,0 0 1 0 0,-1 0-1 0 0,1 0 1 0 0,0 1-1 0 0,0-1 0 0 0,-1 0 1 0 0,1 0-1 0 0,0 1 1 0 0,-1-1-1 0 0,1 0 1 0 0,0 1-1 0 0,-1-1 1 0 0,1 1-1 0 0,0-1 1 0 0,-1 1-1 0 0,1-1 1 0 0,-1 1-1 0 0,1-1 1 0 0,-1 1-1 0 0,1-1 0 0 0,-1 1 1 0 0,1 0-1 0 0,-1-1 1 0 0,0 1-1 0 0,1 0 1 0 0,-1-1-1 0 0,0 1 1 0 0,0 0-1 0 0,1 0 1 0 0,-1-1-1 0 0,0 2 1 0 0,0-1 1 0 0,0 0 0 0 0,0 0 0 0 0,0 0 0 0 0,0 0 0 0 0,1 0 0 0 0,-1 0 0 0 0,0 0 0 0 0,0 0 0 0 0,1 0 0 0 0,-1 0 0 0 0,1 0 0 0 0,-1-1 0 0 0,1 1 0 0 0,-1 0 0 0 0,1 0 0 0 0,-1 0 0 0 0,1-1 0 0 0,0 1 0 0 0,-1 0 0 0 0,1-1 0 0 0,0 1 0 0 0,0 0 0 0 0,-1-1 0 0 0,3 2 0 0 0,-2-2 0 0 0,0 1 0 0 0,0-1 0 0 0,0 1 0 0 0,0 0 0 0 0,0 0 0 0 0,0-1 0 0 0,0 1 0 0 0,-1 0 0 0 0,1 0 0 0 0,0 0 0 0 0,0 0 0 0 0,-1 0 0 0 0,1 0 0 0 0,-1 0 0 0 0,1 0 0 0 0,-1 0 0 0 0,1 0 0 0 0,-1 0 0 0 0,0 1 0 0 0,1-1 0 0 0,-1 0 0 0 0,0 0 0 0 0,0 0 0 0 0,0 0 0 0 0,0 2 0 0 0,0-1-1 0 0,0 0 1 0 0,-1 0 0 0 0,1 0-1 0 0,0-1 1 0 0,1 1 0 0 0,-1 0-1 0 0,0 0 1 0 0,0 0 0 0 0,1-1-1 0 0,-1 1 1 0 0,1 0 0 0 0,-1 0 0 0 0,1-1-1 0 0,0 1 1 0 0,0 0 0 0 0,0-1-1 0 0,0 1 1 0 0,0-1 0 0 0,0 1-1 0 0,0-1 1 0 0,0 0 0 0 0,1 1 0 0 0,-1-1-1 0 0,1 0 1 0 0,1 2 0 0 0,1 0-6 0 0,-3-3 2 0 0,0 1 0 0 0,-1-1-1 0 0,1 1 1 0 0,-1 0 0 0 0,1-1 0 0 0,-1 1-1 0 0,1-1 1 0 0,-1 1 0 0 0,0 0 0 0 0,1-1-1 0 0,-1 1 1 0 0,0 0 0 0 0,0 0 0 0 0,1-1-1 0 0,-1 1 1 0 0,0 0 0 0 0,0 0 0 0 0,0-1-1 0 0,0 1 1 0 0,0 0 0 0 0,0 0 0 0 0,0-1-1 0 0,0 1 1 0 0,0 0 0 0 0,0 0 0 0 0,0-1-1 0 0,-1 1 1 0 0,1 0 0 0 0,0-1 0 0 0,0 1-1 0 0,-1 0 1 0 0,1 0 0 0 0,0-1 0 0 0,-1 1-1 0 0,1-1 1 0 0,-1 2 0 0 0,-18 16-37 0 0,17-16 26 0 0,0 2 14 0 0,1 0 0 0 0,0-1 0 0 0,0 1 0 0 0,0 0 1 0 0,0 1-1 0 0,1-1 0 0 0,-1 0 0 0 0,1 0 0 0 0,0 0 0 0 0,1 0 1 0 0,0 8-1 0 0,0-3 11 0 0,-1 57 56 0 0,1-65-67 0 0,0 0 0 0 0,0-1 0 0 0,-1 1 0 0 0,1-1 0 0 0,0 1-1 0 0,0-1 1 0 0,0 1 0 0 0,0-1 0 0 0,0 0 0 0 0,0 1-1 0 0,0-1 1 0 0,0 0 0 0 0,0 0 0 0 0,0 0 0 0 0,1 1-1 0 0,-1-1 1 0 0,0-1 0 0 0,0 1 0 0 0,0 0 0 0 0,0 0-1 0 0,1 0 1 0 0,-2 0 14 0 0,-23 0 1254 0 0,23 1-1307 0 0,0-1 40 0 0,0 1 0 0 0,0 0-1 0 0,0-1 1 0 0,0 1 0 0 0,0-1-1 0 0,0 1 1 0 0,0 0 0 0 0,0-1-1 0 0,1 1 1 0 0,-1-1 0 0 0,0 1-1 0 0,0-1 1 0 0,0 1 0 0 0,1 0-1 0 0,-1-1 1 0 0,0 1 0 0 0,1-1-1 0 0,-1 0 1 0 0,1 1 0 0 0,-1-1-1 0 0,0 1 1 0 0,1-1 0 0 0,-1 1-1 0 0,1-1 1 0 0,-1 0 0 0 0,1 1-1 0 0,-1-1 1 0 0,1 0 0 0 0,-1 0 0 0 0,1 1-1 0 0,0-1 1 0 0,-1 0 0 0 0,1 0-1 0 0,-1 0 1 0 0,1 0 0 0 0,0 0-1 0 0,-1 0 1 0 0,1 0 0 0 0,0 0-1 0 0,0 0 1 0 0,-1 0 0 0 0,1 0-1 0 0,-1 0 1 0 0,1 0-1 0 0,-1 0 1 0 0,1 1 0 0 0,-1-1-1 0 0,1 0 1 0 0,-1 0 0 0 0,1 0-1 0 0,-1 0 1 0 0,0 0 0 0 0,1 1-1 0 0,-1-1 1 0 0,1 0 0 0 0,-1 0-1 0 0,1 1 1 0 0,-1-1 0 0 0,0 0-1 0 0,1 1 1 0 0,-1-1 0 0 0,0 1-1 0 0,1-1 1 0 0,-1 0 0 0 0,0 1-1 0 0,1-1 1 0 0,-1 1-1 0 0,0-1 1 0 0,0 1 0 0 0,0-1-1 0 0,1 1 1 0 0,-1-1 0 0 0,0 1-1 0 0,0-1 1 0 0,0 1 0 0 0,0-1-1 0 0,0 1 1 0 0,0 0 0 0 0,0 165 26 0 0,0-165-22 0 0,0 0-1 0 0,0 0 0 0 0,0 0 0 0 0,0 0 1 0 0,1 0-1 0 0,-1 0 0 0 0,0 0 0 0 0,1 0 0 0 0,-1 0 1 0 0,0 0-1 0 0,1 0 0 0 0,-1 0 0 0 0,1 0 1 0 0,0 0-1 0 0,-1 0 0 0 0,1 0 0 0 0,0-1 1 0 0,-1 1-1 0 0,1 0 0 0 0,0 0 0 0 0,0-1 1 0 0,0 1-1 0 0,-1 0 0 0 0,3 0 0 0 0,-2-1 0 0 0,0 1 0 0 0,0 0-1 0 0,0-1 1 0 0,0 1-1 0 0,-1 0 1 0 0,1 0 0 0 0,0-1-1 0 0,0 1 1 0 0,0 0 0 0 0,-1 0-1 0 0,1 0 1 0 0,0 0-1 0 0,-1 0 1 0 0,1 0 0 0 0,-1 0-1 0 0,1 0 1 0 0,-1 1 0 0 0,0-1-1 0 0,1 0 1 0 0,-1 0 0 0 0,0 0-1 0 0,0 0 1 0 0,0 0-1 0 0,0 3 1 0 0,0 119 157 0 0,0-123-160 0 0,0 1 0 0 0,0 0-1 0 0,0 0 1 0 0,0 0 0 0 0,0 0 0 0 0,0 0-1 0 0,0 0 1 0 0,-1-1 0 0 0,1 1 0 0 0,0 0-1 0 0,-1 0 1 0 0,1 0 0 0 0,0 0 0 0 0,-1-1-1 0 0,1 1 1 0 0,-1 0 0 0 0,1-1 0 0 0,-1 1-1 0 0,0 0 1 0 0,1-1 0 0 0,-1 1 0 0 0,0 0-1 0 0,1-1 1 0 0,-1 1 0 0 0,0-1 0 0 0,0 0-1 0 0,1 1 1 0 0,-3 0 0 0 0,2-1 9 0 0,1 0 0 0 0,-1 1 0 0 0,0-1 0 0 0,0 1 0 0 0,0-1 0 0 0,1 1 0 0 0,-1-1 0 0 0,0 1 0 0 0,1-1 0 0 0,-1 1 0 0 0,0 0 0 0 0,1 0 0 0 0,-1-1 0 0 0,1 1 0 0 0,-1 0 0 0 0,1 0 0 0 0,-1-1 0 0 0,1 1 0 0 0,-1 0 0 0 0,1 0 0 0 0,0 0 0 0 0,0 0 0 0 0,-1 0 0 0 0,1-1 0 0 0,0 1 0 0 0,0 0 0 0 0,0 0 0 0 0,0 2 0 0 0,0 0 34 0 0,0 0 0 0 0,0 0 0 0 0,0 0 0 0 0,-1 0 0 0 0,0 0 0 0 0,1 0 0 0 0,-1 0 0 0 0,0 0 0 0 0,0-1 0 0 0,-1 1 0 0 0,1 0 0 0 0,0-1 0 0 0,-1 1 0 0 0,-3 4 0 0 0,-2 4-61 0 0,-1 3 27 0 0,7-12 4 0 0,0 0-1 0 0,0 0 1 0 0,0-1 0 0 0,0 1 0 0 0,0 0-1 0 0,-1 0 1 0 0,1-1 0 0 0,-1 1 0 0 0,1-1-1 0 0,-1 1 1 0 0,1-1 0 0 0,-1 0 0 0 0,0 1-1 0 0,0-1 1 0 0,-2 1 0 0 0,-2 1 18 0 0,5-2-28 0 0,-1-1 1 0 0,1 0-1 0 0,0 1 0 0 0,0-1 0 0 0,0 1 0 0 0,0 0 0 0 0,0-1 0 0 0,0 1 0 0 0,0 0 0 0 0,0 0 0 0 0,0-1 0 0 0,0 1 0 0 0,0 0 0 0 0,0 0 0 0 0,0 0 0 0 0,1 0 0 0 0,-1 0 0 0 0,0 0 0 0 0,1 0 1 0 0,-1 1-1 0 0,1-1 0 0 0,-1 0 0 0 0,1 0 0 0 0,0 0 0 0 0,-1 1 0 0 0,1-1 0 0 0,0 0 0 0 0,0 2 0 0 0,0-1 3 0 0,-1-1 0 0 0,1 0 0 0 0,-1 1 0 0 0,1-1 0 0 0,-1 1 1 0 0,1-1-1 0 0,-1 0 0 0 0,0 1 0 0 0,0-1 0 0 0,0 0 0 0 0,0 1 0 0 0,0-1 0 0 0,0 0 0 0 0,0 0 0 0 0,0 0 0 0 0,0 0 0 0 0,0 0 1 0 0,-1 0-1 0 0,-1 1 0 0 0,-36 18 20 0 0,13-7-27 0 0,-35 23 146 0 0,34-21-82 0 0,0 2-1 0 0,-27 21 1 0 0,45-31-6 0 0,-1-1 0 0 0,-20 12-1 0 0,24-16-43 0 0,1 1-1 0 0,-1 0 0 0 0,1 0 1 0 0,0 1-1 0 0,0 0 0 0 0,0 0 1 0 0,0 0-1 0 0,1 0 0 0 0,-8 10 1 0 0,9-11-2 0 0,0 1 0 0 0,0-1 0 0 0,0 0 0 0 0,0 0 0 0 0,-1 0 0 0 0,1 0 0 0 0,-1-1 0 0 0,0 1 0 0 0,0-1 0 0 0,0 0 0 0 0,0 0 0 0 0,-5 2 0 0 0,-28 14-168 0 0,26-12 219 0 0,1-1-1 0 0,-1 0 0 0 0,0-1 1 0 0,-1 0-1 0 0,1-1 0 0 0,-1 0 0 0 0,1-1 1 0 0,-22 1-1 0 0,-108-2 122 0 0,76-2 376 0 0,53 1-465 0 0,0 1-1 0 0,0 0 1 0 0,-19 5 0 0 0,-19 3 12 0 0,15-4-103 0 0,1 1 0 0 0,-1 2 1 0 0,-56 21-1 0 0,11 5 210 0 0,63-29-428 0 0,-1-1 0 0 0,1-1 0 0 0,-1-1 0 0 0,0-1 0 0 0,0 0 0 0 0,0-1 0 0 0,-21-3 0 0 0,10-8-439 0 0,29 11 648 0 0,0 0 0 0 0,0 0 0 0 0,0 0 0 0 0,0 0 0 0 0,0 0 0 0 0,-1 1 0 0 0,1-1 0 0 0,0 0 0 0 0,0 0 0 0 0,0 0 0 0 0,0 0-1 0 0,-1 0 1 0 0,1-1 0 0 0,0 1 0 0 0,0 0 0 0 0,0 0 0 0 0,0 0 0 0 0,-1 0 0 0 0,1 0 0 0 0,0 0 0 0 0,0 0 0 0 0,0 0 0 0 0,0 0 0 0 0,0 0 0 0 0,-1 0 0 0 0,1 0 0 0 0,0-1 0 0 0,0 1 0 0 0,0 0 0 0 0,0 0 0 0 0,0 0 0 0 0,0 0 0 0 0,0 0 0 0 0,0-1 0 0 0,0 1 0 0 0,-1 0 0 0 0,1 0 0 0 0,0 0 0 0 0,0 0-1 0 0,0 0 1 0 0,0-1 0 0 0,0 1 0 0 0,0 0 0 0 0,0 0 0 0 0,0 0 0 0 0,0 0 0 0 0,0-1 0 0 0,0 1 0 0 0,0 0 0 0 0,0 0 0 0 0,0 0 0 0 0,0 0 0 0 0,0-1 0 0 0,0 1 0 0 0,1 0 0 0 0,-1 0 0 0 0,0 0 0 0 0,0 0 0 0 0,0 0 0 0 0,0-1 0 0 0,0 1 0 0 0,0 0 0 0 0,0-4-36 0 0,-24 2-70 0 0,20 2 166 0 0,-1 1-1 0 0,-9 1-59 0 0,1 0 0 0 0,-1 1 0 0 0,1 1 0 0 0,0 0 0 0 0,0 1 0 0 0,1 0 1 0 0,-1 1-1 0 0,-22 14 0 0 0,27-15 25 0 0,0 0 0 0 0,0-1 0 0 0,0 0 0 0 0,-15 4 0 0 0,15-5-17 0 0,0-1 1 0 0,1 2-1 0 0,-1-1 0 0 0,-9 7 0 0 0,-67 55 212 0 0,80-57-166 0 0,4-7-47 0 0,0-1 1 0 0,0 1 0 0 0,0-1-1 0 0,0 1 1 0 0,0-1 0 0 0,0 0-1 0 0,0 1 1 0 0,0-1 0 0 0,0 1 0 0 0,0-1-1 0 0,-1 1 1 0 0,1-1 0 0 0,0 0-1 0 0,0 1 1 0 0,-1-1 0 0 0,1 0-1 0 0,0 1 1 0 0,0-1 0 0 0,-1 1-1 0 0,1-1 1 0 0,0 0 0 0 0,-1 0-1 0 0,1 1 1 0 0,0-1 0 0 0,-1 0 0 0 0,0 1-1 0 0,-80 39 140 0 0,65-33-122 0 0,16-7-15 0 0,-1 0 0 0 0,1 0-1 0 0,0 0 1 0 0,-1 0 0 0 0,1 0 0 0 0,0 1-1 0 0,-1-1 1 0 0,1 0 0 0 0,0 0 0 0 0,0 0-1 0 0,-1 1 1 0 0,1-1 0 0 0,0 0 0 0 0,0 0-1 0 0,0 1 1 0 0,-1-1 0 0 0,1 0 0 0 0,0 0-1 0 0,0 1 1 0 0,0-1 0 0 0,0 0 0 0 0,-1 1-1 0 0,1-1 1 0 0,0 0 0 0 0,0 1-1 0 0,0-1 1 0 0,0 0 0 0 0,0 1 0 0 0,0-1-1 0 0,0 0 1 0 0,0 1 0 0 0,0 0 0 0 0,-3 6 72 0 0,-4-6-56 0 0,6-1-20 0 0,1 0 0 0 0,-1-1 0 0 0,0 1-1 0 0,1 0 1 0 0,-1 0 0 0 0,1 0 0 0 0,-1 1 0 0 0,0-1-1 0 0,1 0 1 0 0,-1 0 0 0 0,1 0 0 0 0,-1 0 0 0 0,1 0 0 0 0,-1 1-1 0 0,0-1 1 0 0,1 0 0 0 0,-1 1 0 0 0,1-1 0 0 0,-1 0 0 0 0,1 1-1 0 0,-1-1 1 0 0,1 0 0 0 0,0 1 0 0 0,-1-1 0 0 0,1 1-1 0 0,-1-1 1 0 0,1 1 0 0 0,0-1 0 0 0,0 1 0 0 0,-1-1 0 0 0,1 1-1 0 0,0-1 1 0 0,0 1 0 0 0,-1 0 0 0 0,1 0 0 0 0,0 0-5 0 0,0 0 0 0 0,-1 0 1 0 0,1 0-1 0 0,-1-1 0 0 0,1 1 1 0 0,-1 0-1 0 0,1 0 0 0 0,-1 0 0 0 0,1-1 1 0 0,-1 1-1 0 0,0 0 0 0 0,1 0 1 0 0,-1-1-1 0 0,0 1 0 0 0,0-1 1 0 0,1 1-1 0 0,-1 0 0 0 0,0-1 0 0 0,0 0 1 0 0,0 1-1 0 0,0-1 0 0 0,0 0 1 0 0,-1 1-1 0 0,-4 2-16 0 0,-22 26 75 0 0,27-28-53 0 0,1-1 1 0 0,-1 1-1 0 0,1-1 1 0 0,0 0-1 0 0,-1 1 1 0 0,1-1-1 0 0,0 1 1 0 0,-1-1-1 0 0,1 1 1 0 0,0-1-1 0 0,0 1 1 0 0,-1-1-1 0 0,1 1 1 0 0,0 0-1 0 0,0-1 1 0 0,0 1-1 0 0,0-1 1 0 0,0 1-1 0 0,0-1 1 0 0,0 1-1 0 0,0 0 1 0 0,-5 11 31 0 0,-4-6-3 0 0,0 0 0 0 0,0-1-1 0 0,-1 0 1 0 0,0-1 0 0 0,0 0-1 0 0,0-1 1 0 0,0 0 0 0 0,-16 3-1 0 0,26-6-28 0 0,0 0-1 0 0,0 0 1 0 0,0 0-1 0 0,-1 0 0 0 0,1 0 1 0 0,0 0-1 0 0,0 0 1 0 0,0 0-1 0 0,-1 0 1 0 0,1 0-1 0 0,0 0 1 0 0,0 0-1 0 0,0 1 0 0 0,0-1 1 0 0,-1 0-1 0 0,1 0 1 0 0,0 0-1 0 0,0 0 1 0 0,0 0-1 0 0,0 0 1 0 0,-1 1-1 0 0,1-1 1 0 0,0 0-1 0 0,0 0 0 0 0,0 0 1 0 0,0 0-1 0 0,0 1 1 0 0,0-1-1 0 0,0 0 1 0 0,0 0-1 0 0,0 0 1 0 0,-1 1-1 0 0,1-1 0 0 0,0 0 1 0 0,0 0-1 0 0,0 0 1 0 0,0 1-1 0 0,0-1 1 0 0,-4 5-6 0 0,-15-3 72 0 0,15-2 13 0 0,4-1-77 0 0,0 0-9 0 0,0 1 0 0 0,0 0-1 0 0,0 0 1 0 0,0 0 0 0 0,0-1 0 0 0,0 1 0 0 0,0 0 0 0 0,0 0-1 0 0,0 0 1 0 0,0-1 0 0 0,0 1 0 0 0,0 0 0 0 0,0 0 0 0 0,0 0-1 0 0,0-1 1 0 0,0 1 0 0 0,0 0 0 0 0,0 0 0 0 0,0-1 0 0 0,0 1-1 0 0,0 0 1 0 0,0 0 0 0 0,0 0 0 0 0,0 0 0 0 0,-1-1 0 0 0,1 1-1 0 0,0 0 1 0 0,0 0 0 0 0,0 0 0 0 0,0 0 0 0 0,0-1-1 0 0,-1 1 1 0 0,1 0 0 0 0,0 0 0 0 0,0 0 0 0 0,0 0 0 0 0,-1 0-1 0 0,1 0 1 0 0,0 0 0 0 0,0 0 0 0 0,0 0 0 0 0,-1 0 0 0 0,1 0-1 0 0,0-1 1 0 0,0 1 0 0 0,0 0 0 0 0,-1 0 0 0 0,-18-3-10 0 0,3 1 1 0 0,0-1 0 0 0,0 0 0 0 0,0-1-1 0 0,1-1 1 0 0,-18-8 0 0 0,33 13 12 0 0,-1 0 1 0 0,1 0-1 0 0,0-1 1 0 0,-1 1-1 0 0,1 0 0 0 0,0 0 1 0 0,-1 0-1 0 0,1-1 0 0 0,0 1 1 0 0,0 0-1 0 0,-1 0 1 0 0,1-1-1 0 0,0 1 0 0 0,0 0 1 0 0,0-1-1 0 0,-1 1 1 0 0,1 0-1 0 0,0-1 0 0 0,0 1 1 0 0,0 0-1 0 0,0-1 0 0 0,0 1 1 0 0,0-1-1 0 0,0 1 1 0 0,0 0-1 0 0,0-1 0 0 0,0 0 1 0 0,-4-9-5 0 0,-43-30 60 0 0,19 6-106 0 0,27 31 55 0 0,-1 0 0 0 0,1 1 1 0 0,1-1-1 0 0,-1 0 0 0 0,0 0 0 0 0,1 0 0 0 0,-1 0 1 0 0,1 1-1 0 0,0-1 0 0 0,0 0 0 0 0,0 0 0 0 0,0 0 1 0 0,1-4-1 0 0,0-4 34 0 0,0 10-47 0 0,0 0 0 0 0,0 0 0 0 0,0 0 0 0 0,0 0 1 0 0,0 0-1 0 0,0 0 0 0 0,1 0 0 0 0,-1 1 1 0 0,0-1-1 0 0,0 0 0 0 0,1 1 0 0 0,-1-1 0 0 0,0 1 1 0 0,1 0-1 0 0,-1-1 0 0 0,0 1 0 0 0,1 0 0 0 0,-1 0 1 0 0,1 0-1 0 0,1 0 0 0 0,-3 2-71 0 0,0-1 82 0 0,0-1 0 0 0,0 0 0 0 0,0 0 1 0 0,0 0-1 0 0,0 1 0 0 0,0-1 1 0 0,-1 0-1 0 0,1 0 0 0 0,0 0 0 0 0,0 1 1 0 0,0-1-1 0 0,0 0 0 0 0,0 0 1 0 0,0 1-1 0 0,0-1 0 0 0,0 0 0 0 0,0 0 1 0 0,0 0-1 0 0,0 1 0 0 0,0-1 1 0 0,0 0-1 0 0,0 0 0 0 0,0 1 1 0 0,0-1-1 0 0,0 0 0 0 0,1 0 0 0 0,-1 0 1 0 0,0 1-1 0 0,0-1 0 0 0,0 0 1 0 0,0 0-1 0 0,0 0 0 0 0,0 1 0 0 0,1-1 1 0 0,-1 0-1 0 0,0 0 0 0 0,0 0 1 0 0,0 0-1 0 0,0 0 0 0 0,1 1 0 0 0,-1-1 1 0 0,0 0-1 0 0,0 0 0 0 0,0 0 1 0 0,1 0-1 0 0,-1 0 0 0 0,0 0 0 0 0,0 0 1 0 0,1 0-1 0 0,-1 0 0 0 0,0 0 1 0 0,0 0-1 0 0,1 0 0 0 0,18 0 54 0 0,-15-3-28 0 0,1 1 28 0 0,18-4-41 0 0,90-23 227 0 0,-6 3-13 0 0,-92 23-553 0 0,0-1 1 0 0,0-1 0 0 0,19-9-1 0 0,-21 7-919 0 0,0 0 0 0 0,-1 0-1 0 0,12-10 1 0 0,-21 14 639 0 0,0 1 1 0 0,0-1-1 0 0,0 0 1 0 0,-1 0-1 0 0,1 0 0 0 0,-1 0 1 0 0,1 0-1 0 0,-1-1 0 0 0,2-3 1 0 0,-3 4-41 0 0,0 0 1 0 0,-1 0-1 0 0,1 1 0 0 0,0-1 1 0 0,-1 0-1 0 0,0 0 1 0 0,0 0-1 0 0,0-4 0 0 0,0 7 641 0 0</inkml:trace>
</inkml:ink>
</file>

<file path=ppt/ink/ink6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06T18:50:04.98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142 72 400 0 0,'6'-2'411'0'0,"-5"2"-325"0"0,0-1-1 0 0,0 1 1 0 0,0 0-1 0 0,0-1 1 0 0,0 1 0 0 0,0-1-1 0 0,0 1 1 0 0,0-1-1 0 0,0 1 1 0 0,0-1-1 0 0,0 0 1 0 0,0 1-1 0 0,0-1 1 0 0,0 0 0 0 0,0 0-1 0 0,-1 0 1 0 0,1 0-1 0 0,0 0 1 0 0,-1 0-1 0 0,1 1 1 0 0,0-2 0 0 0,-1 1-1 0 0,0 0 1 0 0,1 0-1 0 0,-1 0 1 0 0,1-2-1 0 0,-1 3-25 0 0,0-1 0 0 0,0 1 0 0 0,0-1 0 0 0,0 0 0 0 0,0 1-1 0 0,0-1 1 0 0,1 1 0 0 0,-1-1 0 0 0,0 1 0 0 0,0-1 0 0 0,1 1-1 0 0,-1-1 1 0 0,0 1 0 0 0,0-1 0 0 0,1 1 0 0 0,-1-1 0 0 0,1 1 0 0 0,-1 0-1 0 0,0-1 1 0 0,1 1 0 0 0,-1 0 0 0 0,1-1 0 0 0,-1 1 0 0 0,1 0-1 0 0,-1-1 1 0 0,1 1 0 0 0,-1 0 0 0 0,1 0 0 0 0,-1 0 0 0 0,1-1-1 0 0,-1 1 1 0 0,1 0 0 0 0,-1 0 0 0 0,2 0 0 0 0,-1 0 29 0 0,-1 0 1 0 0,1 0 0 0 0,0 0-1 0 0,-1 0 1 0 0,1-1 0 0 0,0 1-1 0 0,-1 0 1 0 0,1 0 0 0 0,0-1-1 0 0,-1 1 1 0 0,1 0 0 0 0,-1-1-1 0 0,1 1 1 0 0,-1 0 0 0 0,1-1-1 0 0,-1 1 1 0 0,1-1 0 0 0,-1 1-1 0 0,1-1 1 0 0,-1 1 0 0 0,1-1-1 0 0,-1 1 1 0 0,0-1 0 0 0,1 0-1 0 0,-1 1 1 0 0,0-1 0 0 0,0 0 0 0 0,0 1-1 0 0,1-1 1 0 0,-1 1 0 0 0,0-1-1 0 0,0 0 1 0 0,0 1 0 0 0,0-1-1 0 0,0-1 1 0 0,0 1-18 0 0,1 1 1 0 0,0-1-1 0 0,-1 0 1 0 0,1 0-1 0 0,-1 1 1 0 0,1-1-1 0 0,0 0 1 0 0,-1 1-1 0 0,1-1 1 0 0,0 1-1 0 0,0-1 1 0 0,0 1-1 0 0,-1-1 1 0 0,1 1-1 0 0,0-1 1 0 0,0 1-1 0 0,0 0 1 0 0,0 0-1 0 0,0-1 1 0 0,0 1-1 0 0,0 0 1 0 0,0 0-1 0 0,-1 0 1 0 0,1 0-1 0 0,2 0 1 0 0,-2 0 149 0 0,-1 0-147 0 0,0 0 0 0 0,0 0 0 0 0,0 0 0 0 0,0-1 0 0 0,0 1 0 0 0,0 0 0 0 0,-1 0 0 0 0,1 0 0 0 0,0 0 0 0 0,0 0 0 0 0,0 0 0 0 0,0-1 0 0 0,0 1 0 0 0,0 0 0 0 0,0 0 0 0 0,0 0 0 0 0,0 0 0 0 0,0-1 0 0 0,0 1 0 0 0,0 0 0 0 0,0 0 0 0 0,0 0 0 0 0,0 0 0 0 0,0 0 0 0 0,0-1 0 0 0,0 1 0 0 0,0 0 0 0 0,0 0 0 0 0,0 0 0 0 0,0 0 0 0 0,0-1 0 0 0,0 1 0 0 0,0 0 0 0 0,0 0 0 0 0,0 0 0 0 0,0 0 0 0 0,0 0 0 0 0,0-1 0 0 0,1 1 0 0 0,-1 0 0 0 0,0 0 0 0 0,0 0 0 0 0,0 0 0 0 0,0 0 0 0 0,-46 0 1913 0 0,41 0-374 0 0,5 5-1264 0 0,1 8-86 0 0,-1 0 0 0 0,-1 0 0 0 0,0 1 0 0 0,0-1-1 0 0,-1 0 1 0 0,-1 0 0 0 0,0 0 0 0 0,-1-1-1 0 0,-10 24 1 0 0,-98 188-1211 0 0,107-216 370 0 0,1 1 1 0 0,0 0-1 0 0,1 0 1 0 0,0 0-1 0 0,0 0 1 0 0,1 0-1 0 0,0 1 0 0 0,0 10 1 0 0,1-20 417 0 0,1 1 0 0 0,0-1 0 0 0,0 0 0 0 0,0 1 0 0 0,0-1 0 0 0,0 0 0 0 0,-1 1 0 0 0,1-1 0 0 0,0 1 0 0 0,0-1 0 0 0,0 0 0 0 0,0 1 0 0 0,0-1 0 0 0,0 1 0 0 0,1-1 0 0 0,-1 1 0 0 0,0-1 0 0 0,0 0 0 0 0,0 1 0 0 0,0-1 0 0 0,0 0 0 0 0,1 1 0 0 0,-1-1 0 0 0,0 0 0 0 0,0 1 0 0 0,0-1 0 0 0,1 0 0 0 0,-1 1 0 0 0,0-1 0 0 0,1 0 0 0 0,-1 1 0 0 0,0-1 0 0 0,0 0 0 0 0,1 0 0 0 0,-1 0 0 0 0,1 1 0 0 0,23-9-7698 0 0</inkml:trace>
</inkml:ink>
</file>

<file path=ppt/ink/ink6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06T18:50:05.44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48 320 0 0,'0'0'5122'0'0,"28"0"-2640"0"0,-28-7-401 0 0,0 14 0 0 0,29-7-3282 0 0,-29-7-1280 0 0,0-3-721 0 0,-29-21 1 0 0</inkml:trace>
</inkml:ink>
</file>

<file path=ppt/ink/ink6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06T18:50:06.25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108 11 1201 0 0,'-5'0'1574'0'0,"-26"-3"430"0"0,11 0 2968 0 0,-32-1 190 0 0,52 4-5101 0 0,0 0 0 0 0,0 0-1 0 0,1 0 1 0 0,-1 0-1 0 0,0 0 1 0 0,0 0-1 0 0,0 1 1 0 0,0-1-1 0 0,0 0 1 0 0,0 0-1 0 0,0 0 1 0 0,0 0 0 0 0,0 0-1 0 0,0 1 1 0 0,0-1-1 0 0,0 0 1 0 0,0 0-1 0 0,0 0 1 0 0,0 0-1 0 0,0 0 1 0 0,0 1-1 0 0,0-1 1 0 0,0 0-1 0 0,0 0 1 0 0,0 0 0 0 0,0 0-1 0 0,0 1 1 0 0,0-1-1 0 0,0 0 1 0 0,0 0-1 0 0,0 0 1 0 0,0 0-1 0 0,0 0 1 0 0,0 0-1 0 0,0 1 1 0 0,0-1-1 0 0,-1 0 1 0 0,1 0 0 0 0,33 5 405 0 0,-25-4-448 0 0,-1 1 0 0 0,1-1-1 0 0,-1 1 1 0 0,1 0 0 0 0,-1 1 0 0 0,0 0 0 0 0,0 0 0 0 0,9 5 0 0 0,-3-1-256 0 0,1-2 1 0 0,0 0 0 0 0,0-1 0 0 0,0 0 0 0 0,1-1 0 0 0,-1-1 0 0 0,25 1 0 0 0,-6-1-2559 0 0,0-3 0 0 0,40-5 0 0 0,-45 0-499 0 0,-28 5 3179 0 0,1 1-1 0 0,-1 0 1 0 0,0-1-1 0 0,1 1 1 0 0,-1 0-1 0 0,0-1 1 0 0,1 1 0 0 0,-1-1-1 0 0,0 1 1 0 0,0 0-1 0 0,1-1 1 0 0,-1 1-1 0 0,0-1 1 0 0,0 1-1 0 0,0-1 1 0 0,0 1 0 0 0,0-1-1 0 0,1 1 1 0 0,-1-1-1 0 0,0 1 1 0 0,0-1-1 0 0,0 1 1 0 0,0-1 0 0 0,0 0-1 0 0,0 1 67 0 0</inkml:trace>
</inkml:ink>
</file>

<file path=ppt/ink/ink6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06T18:50:06.64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13 1201 0 0,'28'0'7203'0'0,"1"0"-6003"0"0,-1 0 1 0 0,0-7-161 0 0,0 7-159 0 0,22-5-81 0 0,6 5-160 0 0,1 0-159 0 0,-1 0-161 0 0,0 5-400 0 0,0-5-881 0 0,0 0-1040 0 0,-28 0-4722 0 0,-56 7 3362 0 0</inkml:trace>
</inkml:ink>
</file>

<file path=ppt/ink/ink6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06T18:50:17.52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41 273 720 0 0,'-2'-11'4110'0'0,"-11"9"-2232"0"0,6 2-742 0 0,7-34 3506 0 0,0 33-4607 0 0,0 0 0 0 0,1 0 0 0 0,-1 0 1 0 0,0 0-1 0 0,1 1 0 0 0,-1-1 0 0 0,0 0 0 0 0,1 0 0 0 0,-1 1 1 0 0,1-1-1 0 0,-1 0 0 0 0,1 0 0 0 0,0 1 0 0 0,-1-1 1 0 0,1 1-1 0 0,0-1 0 0 0,-1 0 0 0 0,1 1 0 0 0,0-1 1 0 0,0 1-1 0 0,1-1 0 0 0,4-3 164 0 0,-2-2-11 0 0,-3 4-124 0 0,0 0 1 0 0,1 0-1 0 0,-1 0 1 0 0,1 1 0 0 0,0-1-1 0 0,0 0 1 0 0,0 0 0 0 0,0 1-1 0 0,0 0 1 0 0,0-1-1 0 0,0 1 1 0 0,4-2 0 0 0,45-27 678 0 0,11-5-299 0 0,4 6-169 0 0,-30 11-198 0 0,1 2 0 0 0,72-20 1 0 0,-95 33-50 0 0,-3 0-30 0 0,1 1 1 0 0,0 0-1 0 0,-1 1 0 0 0,14-1 0 0 0,-22 3-4 0 0,0-1-1 0 0,0 0 0 0 0,0 1 1 0 0,0 0-1 0 0,0 0 1 0 0,0 0-1 0 0,0 0 0 0 0,0 0 1 0 0,0 0-1 0 0,0 1 0 0 0,-1-1 1 0 0,1 1-1 0 0,0 0 0 0 0,-1 0 1 0 0,0 0-1 0 0,1 0 0 0 0,-1 0 1 0 0,3 5-1 0 0,-3-3 8 0 0,-1 0-1 0 0,0 0 1 0 0,0 0-1 0 0,0 0 1 0 0,0 0 0 0 0,-1 1-1 0 0,1-1 1 0 0,-1 0-1 0 0,0 0 1 0 0,0 1-1 0 0,-1-1 1 0 0,0 4 0 0 0,0 11-9 0 0,1-14-15 0 0,0 0-1 0 0,0 0 1 0 0,-1 0 0 0 0,0-1 0 0 0,0 1-1 0 0,0 0 1 0 0,0-1 0 0 0,0 1-1 0 0,-1-1 1 0 0,-4 9 0 0 0,0-5-1 0 0,0 1 1 0 0,-1-2-1 0 0,0 1 1 0 0,-9 7 0 0 0,-13 12 14 0 0,-2-1 0 0 0,-50 33 0 0 0,50-39 67 0 0,-13 7-80 0 0,-73 36-1 0 0,62-38 317 0 0,32-14-45 0 0,0-1 0 0 0,-39 10 0 0 0,61-19-251 0 0,0-1 0 0 0,0 0 0 0 0,1 0 0 0 0,-1 0 0 0 0,0 0 1 0 0,0 0-1 0 0,0 0 0 0 0,1 0 0 0 0,-1 0 0 0 0,0 0 0 0 0,0 0 1 0 0,0-1-1 0 0,1 1 0 0 0,-1 0 0 0 0,0-1 0 0 0,0 1 0 0 0,1 0 1 0 0,-1-1-1 0 0,0 1 0 0 0,1-1 0 0 0,-1 1 0 0 0,0-1 0 0 0,1 1 1 0 0,-1-1-1 0 0,1 1 0 0 0,-1-1 0 0 0,1 0 0 0 0,-1 1 0 0 0,1-1 1 0 0,0 0-1 0 0,-1 0 0 0 0,0 0-33 0 0,7-5-75 0 0,-5 6 108 0 0,0 0 1 0 0,0-1 0 0 0,-1 1 0 0 0,1 0-1 0 0,0-1 1 0 0,-1 1 0 0 0,1-1 0 0 0,0 1 0 0 0,-1-1-1 0 0,1 1 1 0 0,-1-1 0 0 0,1 0 0 0 0,-1 1-1 0 0,1-1 1 0 0,-1 0 0 0 0,1 1 0 0 0,-1-1-1 0 0,0 0 1 0 0,1 1 0 0 0,-1-1 0 0 0,0 0-1 0 0,0 0 1 0 0,1 1 0 0 0,-1-1 0 0 0,0 0-1 0 0,0 0 1 0 0,0 0 0 0 0,0 0 0 0 0,0-2 13 0 0,1 0 0 0 0,-1 0 0 0 0,1 0 0 0 0,-1 0 0 0 0,1 0 1 0 0,0 0-1 0 0,0 0 0 0 0,1 0 0 0 0,-1 0 0 0 0,1 1 1 0 0,-1-1-1 0 0,1 1 0 0 0,0-1 0 0 0,0 1 0 0 0,0-1 0 0 0,0 1 1 0 0,0 0-1 0 0,1 0 0 0 0,-1 0 0 0 0,0 0 0 0 0,1 1 1 0 0,0-1-1 0 0,-1 1 0 0 0,1-1 0 0 0,0 1 0 0 0,0 0 0 0 0,0 0 1 0 0,5-1-1 0 0,0 0 15 0 0,0 0 0 0 0,1 1 1 0 0,-1 0-1 0 0,0 1 0 0 0,0-1 0 0 0,0 2 1 0 0,1-1-1 0 0,-1 1 0 0 0,0 0 0 0 0,0 1 1 0 0,11 3-1 0 0,93 39-580 0 0,-65-24-1071 0 0,66 19-1 0 0,-94-34 1061 0 0,-12-2-166 0 0,0-1 0 0 0,0 0 0 0 0,0-1 0 0 0,1 1 0 0 0,-1-1 0 0 0,1-1 0 0 0,-1 1 0 0 0,0-1 0 0 0,1-1 0 0 0,-1 1 0 0 0,11-3 0 0 0,10-8-2191 0 0</inkml:trace>
</inkml:ink>
</file>

<file path=ppt/ink/ink6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06T18:50:17.99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557 35 880 0 0,'3'-1'344'0'0,"-2"1"-129"0"0,1-1 0 0 0,-1 1-1 0 0,0 0 1 0 0,0 0 0 0 0,0-1 0 0 0,0 1 0 0 0,0-1-1 0 0,0 1 1 0 0,0-1 0 0 0,0 1 0 0 0,0-1-1 0 0,0 0 1 0 0,0 1 0 0 0,0-1 0 0 0,0 0 0 0 0,0 0-1 0 0,-1 0 1 0 0,1 1 0 0 0,0-1 0 0 0,0 0-1 0 0,-1 0 1 0 0,1 0 0 0 0,-1 0 0 0 0,1 0 0 0 0,-1-1-1 0 0,1 1 1 0 0,-1 0 0 0 0,0 0 0 0 0,0 0-1 0 0,1 0 1 0 0,-1-2 0 0 0,5 0 1693 0 0,13-2-441 0 0,-13 7 145 0 0,0 4-796 0 0,-2-5-798 0 0,0 0 0 0 0,0 1 0 0 0,0-1-1 0 0,-1 1 1 0 0,1 0 0 0 0,0-1 0 0 0,-1 1 0 0 0,1 0 0 0 0,-1 1 0 0 0,1-1 0 0 0,-1 0 0 0 0,0 1 0 0 0,0-1 0 0 0,0 1 0 0 0,0 0 0 0 0,-1-1 0 0 0,1 1 0 0 0,-1 0 0 0 0,1 0 0 0 0,-1 0 0 0 0,1 4 0 0 0,-2-3-24 0 0,1 0 1 0 0,-1 0 0 0 0,0-1 0 0 0,-1 1-1 0 0,1 0 1 0 0,-1-1 0 0 0,1 1 0 0 0,-1 0 0 0 0,0-1-1 0 0,0 1 1 0 0,-1-1 0 0 0,1 1 0 0 0,-1-1 0 0 0,0 0-1 0 0,0 0 1 0 0,0 0 0 0 0,0 0 0 0 0,0 0-1 0 0,-1 0 1 0 0,1 0 0 0 0,-5 3 0 0 0,-6 8 25 0 0,6-6-15 0 0,-1-1-1 0 0,1 1 0 0 0,-1-1 0 0 0,0-1 0 0 0,-1 0 0 0 0,1 0 0 0 0,-13 5 0 0 0,-4-1 117 0 0,-1-2-1 0 0,-36 7 1 0 0,21-5-3 0 0,20-5-31 0 0,0 0 0 0 0,-1-2 0 0 0,0 0 0 0 0,-25-1 0 0 0,36-3 23 0 0,0 1 0 0 0,0-2 0 0 0,0 1 0 0 0,0-2 0 0 0,0 1 0 0 0,0-1 0 0 0,1-1 0 0 0,0 0 0 0 0,-13-7-1 0 0,20 9-38 0 0,-13-5 173 0 0,1-2-1 0 0,1 0 0 0 0,0 0 1 0 0,0-1-1 0 0,1-1 0 0 0,-14-13 1 0 0,25 22-170 0 0,0 0 0 0 0,0 0-1 0 0,0 0 1 0 0,0-1 0 0 0,1 1 0 0 0,-1 0 0 0 0,0-1 0 0 0,1 1 0 0 0,0-1 0 0 0,0 0 0 0 0,0 1 0 0 0,0-1 0 0 0,0 0 0 0 0,0 0 0 0 0,1 0 0 0 0,-1 1 0 0 0,1-1 0 0 0,0 0 0 0 0,-1 0 0 0 0,2 0 0 0 0,-1-3 0 0 0,1 4-54 0 0,-1 1 0 0 0,1 0 1 0 0,-1 0-1 0 0,1 0 0 0 0,0-1 0 0 0,0 1 0 0 0,0 0 0 0 0,-1 0 1 0 0,1 0-1 0 0,0 0 0 0 0,0 0 0 0 0,1 0 0 0 0,-1 0 1 0 0,0 1-1 0 0,0-1 0 0 0,0 0 0 0 0,0 1 0 0 0,1-1 0 0 0,-1 1 1 0 0,0-1-1 0 0,1 1 0 0 0,-1-1 0 0 0,0 1 0 0 0,1 0 0 0 0,-1 0 1 0 0,1 0-1 0 0,1 0 0 0 0,4-2 3 0 0,0 1 0 0 0,0 1 0 0 0,1 0 0 0 0,10 0 0 0 0,2 5 5 0 0,-1 0 0 0 0,1 1-1 0 0,-1 1 1 0 0,0 0-1 0 0,0 2 1 0 0,-1 0 0 0 0,0 1-1 0 0,-1 1 1 0 0,0 1 0 0 0,-1 0-1 0 0,0 1 1 0 0,-1 1 0 0 0,18 21-1 0 0,-31-33-24 0 0,-1 0 0 0 0,1 0 0 0 0,-1 0-1 0 0,0 0 1 0 0,0 1 0 0 0,0-1 0 0 0,0 0 0 0 0,0 1-1 0 0,-1-1 1 0 0,1 1 0 0 0,-1-1 0 0 0,1 1 0 0 0,-1-1-1 0 0,0 1 1 0 0,0 2 0 0 0,0-2 12 0 0,0-1 0 0 0,0 0 1 0 0,0 0-1 0 0,0 0 0 0 0,0 1 0 0 0,1-1 0 0 0,-1 0 0 0 0,1 0 0 0 0,0 0 1 0 0,0 0-1 0 0,1 4 0 0 0,17 17-95 0 0,-17-21-124 0 0,0 0 0 0 0,1 1 0 0 0,-1-1 0 0 0,1 0 0 0 0,0-1 0 0 0,-1 1 0 0 0,1 0 0 0 0,0-1 0 0 0,0 1 0 0 0,0-1 0 0 0,0 0 0 0 0,0 0 0 0 0,0 0 0 0 0,1-1 0 0 0,-1 1 0 0 0,0-1 0 0 0,0 0 0 0 0,1 1 0 0 0,3-2 0 0 0,10 1-1425 0 0,-1-1 1 0 0,22-5-1 0 0,-31 5 817 0 0,54-14-6751 0 0</inkml:trace>
</inkml:ink>
</file>

<file path=ppt/ink/ink6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06T18:50:18.38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462 93 1601 0 0,'-32'6'2758'0'0,"21"-4"-1457"0"0,-1 0 1 0 0,1 0-1 0 0,-17 7 0 0 0,-52 17 1971 0 0,47-16-2419 0 0,0 0 0 0 0,1 2 0 0 0,1 1 0 0 0,-55 32 0 0 0,80-40-665 0 0,-1 0 0 0 0,1 0 0 0 0,0 1 0 0 0,0-1 0 0 0,0 1 0 0 0,1 1 0 0 0,0-1 0 0 0,0 1 0 0 0,0 0 0 0 0,1 0-1 0 0,-3 8 1 0 0,6-13-127 0 0,0 0 0 0 0,0 1 0 0 0,1-1 0 0 0,-1 0 0 0 0,1 1 0 0 0,0-1 0 0 0,0 1 0 0 0,0-1 0 0 0,0 1 0 0 0,0-1 0 0 0,0 0 0 0 0,0 1 0 0 0,1-1 0 0 0,-1 1 0 0 0,3 3-1 0 0,-2-3-23 0 0,1 0 0 0 0,0 0-1 0 0,0-1 1 0 0,0 0-1 0 0,0 1 1 0 0,0-1-1 0 0,0 0 1 0 0,1 0-1 0 0,-1 0 1 0 0,1 0 0 0 0,-1 0-1 0 0,1-1 1 0 0,0 1-1 0 0,0-1 1 0 0,3 2-1 0 0,7 2 21 0 0,-1-1 0 0 0,1-1-1 0 0,0 0 1 0 0,0-1 0 0 0,0 0-1 0 0,0-1 1 0 0,0 0 0 0 0,0-1 0 0 0,22-3-1 0 0,-9 0 95 0 0,0-2 0 0 0,-1-1-1 0 0,0-1 1 0 0,31-14 0 0 0,-39 12-219 0 0,-1-1 0 0 0,0 0 0 0 0,-1-2 1 0 0,-1 0-1 0 0,1 0 0 0 0,-2-1 0 0 0,0-1 0 0 0,0 0 1 0 0,-2-1-1 0 0,1-1 0 0 0,16-30 0 0 0,-27 42-160 0 0,0 1-1 0 0,0-1 1 0 0,0 0-1 0 0,0 0 1 0 0,0 1-1 0 0,-1-1 1 0 0,1 0-1 0 0,-1 0 0 0 0,0 0 1 0 0,0 0-1 0 0,-1 0 1 0 0,1 1-1 0 0,-1-1 1 0 0,0 0-1 0 0,0 0 1 0 0,0 0-1 0 0,0 1 1 0 0,-1-1-1 0 0,1 1 1 0 0,-1-1-1 0 0,0 1 1 0 0,0 0-1 0 0,-1 0 1 0 0,1-1-1 0 0,-4-2 1 0 0,-1-1-593 0 0,0 0-1 0 0,0 1 1 0 0,-1 0 0 0 0,0 0 0 0 0,0 1 0 0 0,0 0-1 0 0,-1 0 1 0 0,0 1 0 0 0,-9-4 0 0 0,-62-16-3328 0 0</inkml:trace>
</inkml:ink>
</file>

<file path=ppt/ink/ink6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06T18:50:19.17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113 0 320 0 0,'-24'5'1041'0'0,"19"-4"-1"0"0,1-1 41 0 0,-15 4 213 0 0,14-3 280 0 0,1-1 120 0 0,-43 0 1601 0 0,42 0-521 0 0,5 1-2721 0 0,1 0 0 0 0,-1 0 0 0 0,0 0 0 0 0,0 0 1 0 0,1-1-1 0 0,-1 1 0 0 0,1 0 0 0 0,-1 0 0 0 0,1 0 0 0 0,-1 0 0 0 0,1-1 0 0 0,-1 1 0 0 0,1 0 0 0 0,-1-1 0 0 0,1 1 1 0 0,0 0-1 0 0,0-1 0 0 0,-1 1 0 0 0,1-1 0 0 0,0 1 0 0 0,0-1 0 0 0,0 1 0 0 0,0-1 0 0 0,-1 0 0 0 0,1 1 0 0 0,0-1 1 0 0,0 0-1 0 0,0 0 0 0 0,0 1 0 0 0,2-1 0 0 0,45 4 134 0 0,-24-3 154 0 0,368 2 2139 0 0,-303-4-1891 0 0,540-1 842 0 0,-361 3-2689 0 0,-247-1 570 0 0,19 0-1531 0 0,-17 5-2024 0 0</inkml:trace>
</inkml:ink>
</file>

<file path=ppt/ink/ink6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06T18:50:20.18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383 119 720 0 0,'139'-72'9004'0'0,"-117"63"-8178"0"0,0 1-1 0 0,0 0 0 0 0,1 2 0 0 0,0 1 0 0 0,0 1 0 0 0,34-2 0 0 0,-54 6-788 0 0,0 0-1 0 0,-1 0 1 0 0,1 1-1 0 0,0 0 1 0 0,0-1-1 0 0,-1 1 1 0 0,1 0-1 0 0,0 0 1 0 0,-1 1-1 0 0,1-1 1 0 0,-1 0-1 0 0,1 1 1 0 0,3 3-1 0 0,-5-4-34 0 0,0 0 0 0 0,0 0-1 0 0,1 1 1 0 0,-1-1 0 0 0,0 0 0 0 0,-1 1 0 0 0,1-1-1 0 0,0 0 1 0 0,0 1 0 0 0,0-1 0 0 0,-1 1-1 0 0,1-1 1 0 0,-1 1 0 0 0,1 0 0 0 0,-1-1-1 0 0,0 1 1 0 0,0 0 0 0 0,1-1 0 0 0,-1 1 0 0 0,0 0-1 0 0,-1-1 1 0 0,1 1 0 0 0,0 0 0 0 0,0-1-1 0 0,-1 1 1 0 0,1-1 0 0 0,-2 3 0 0 0,-3 10-3 0 0,-2-1 1 0 0,0 0 0 0 0,-1 0-1 0 0,0-1 1 0 0,-1 0 0 0 0,0-1-1 0 0,0 0 1 0 0,-2 0 0 0 0,-13 11-1 0 0,-13 8 79 0 0,-64 37-1 0 0,37-26 12 0 0,27-20-6 0 0,0-1 1 0 0,-2-3-1 0 0,0-1 0 0 0,0-1 1 0 0,-2-3-1 0 0,0-1 0 0 0,-45 6 1 0 0,80-16-55 0 0,-6 1 98 0 0,0 0 1 0 0,-1-1 0 0 0,1 0-1 0 0,-22-2 1 0 0,17-2 209 0 0,21-4 30 0 0,4-2-124 0 0,1-8-70 0 0,-8 15-164 0 0,0 1 1 0 0,-1-1-1 0 0,1 0 0 0 0,0 0 0 0 0,1 0 0 0 0,-1 1 0 0 0,0-1 1 0 0,1 0-1 0 0,-1 1 0 0 0,0 0 0 0 0,1-1 0 0 0,0 1 0 0 0,-1 0 1 0 0,1-1-1 0 0,3 0 0 0 0,5-4 68 0 0,0 1-1 0 0,0 1 1 0 0,1 0 0 0 0,-1 0-1 0 0,22-4 1 0 0,-26 8-39 0 0,0-1-1 0 0,1 1 1 0 0,-1 0-1 0 0,0 0 0 0 0,1 0 1 0 0,-1 1-1 0 0,0 0 1 0 0,1 0-1 0 0,-1 1 1 0 0,0 0-1 0 0,0 0 1 0 0,9 5-1 0 0,11 6 46 0 0,74 41 221 0 0,-73-35-250 0 0,-19-12-22 0 0,1-1 0 0 0,0 0 0 0 0,0-1-1 0 0,0 0 1 0 0,13 4 0 0 0,-14-7-151 0 0,0 0 0 0 0,0-1 0 0 0,0 0-1 0 0,0 0 1 0 0,1-1 0 0 0,-1-1 0 0 0,0 1 0 0 0,16-4 0 0 0,29-7-3223 0 0,95-34 1 0 0,34-16-4583 0 0</inkml:trace>
</inkml:ink>
</file>

<file path=ppt/ink/ink6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06T18:50:20.58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475 235 1040 0 0,'-19'8'1908'0'0,"0"-1"-1"0"0,-27 7 0 0 0,8-4-238 0 0,-1 1-226 0 0,-104 34 2681 0 0,126-38-3751 0 0,1 0 0 0 0,0 1-1 0 0,1 0 1 0 0,0 1 0 0 0,1 1 0 0 0,0 0 0 0 0,-14 14 0 0 0,24-20-288 0 0,1 0-1 0 0,-1 0 1 0 0,1 0-1 0 0,0 1 0 0 0,1-1 1 0 0,-1 1-1 0 0,1 0 1 0 0,0-1-1 0 0,0 1 1 0 0,0 0-1 0 0,1 0 1 0 0,-1 1-1 0 0,1 5 1 0 0,0-8-24 0 0,1-1 1 0 0,0 1 0 0 0,0 0-1 0 0,0-1 1 0 0,0 1-1 0 0,1-1 1 0 0,-1 1 0 0 0,1 0-1 0 0,-1-1 1 0 0,1 1 0 0 0,0-1-1 0 0,0 1 1 0 0,0-1-1 0 0,0 0 1 0 0,1 1 0 0 0,-1-1-1 0 0,1 0 1 0 0,-1 0 0 0 0,1 0-1 0 0,0 0 1 0 0,0 0-1 0 0,-1 0 1 0 0,1 0 0 0 0,1-1-1 0 0,-1 1 1 0 0,0-1-1 0 0,4 2 1 0 0,8 3 73 0 0,1-1-1 0 0,0-1 1 0 0,0 0 0 0 0,0-1-1 0 0,1-1 1 0 0,-1 0 0 0 0,1-1-1 0 0,26-1 1 0 0,1-3 240 0 0,82-16-1 0 0,-81 8-187 0 0,-1-1 0 0 0,-1-3-1 0 0,0-1 1 0 0,-1-2 0 0 0,-1-1 0 0 0,-1-3-1 0 0,0-1 1 0 0,66-53 0 0 0,-86 58-89 0 0,-2-1 0 0 0,0-1 0 0 0,15-22 0 0 0,5-5-50 0 0,-34 43-62 0 0,35-48-340 0 0,-36 47 211 0 0,0 0-1 0 0,1 0 1 0 0,-2 0 0 0 0,1 0 0 0 0,-1 0-1 0 0,1-1 1 0 0,-2 1 0 0 0,1 0-1 0 0,0-10 1 0 0,-1-32-2609 0 0,0 32-661 0 0,0-1-3454 0 0</inkml:trace>
</inkml:ink>
</file>

<file path=ppt/ink/ink6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06T18:50:21.26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57 13 800 0 0,'-7'0'287'0'0,"6"1"-226"0"0,1-1 0 0 0,-1 0 1 0 0,1 0-1 0 0,-1 0 0 0 0,0 1 1 0 0,1-1-1 0 0,-1 0 0 0 0,1 0 0 0 0,-1 0 1 0 0,0 0-1 0 0,1 0 0 0 0,-1 0 0 0 0,0 0 1 0 0,1 0-1 0 0,-1 0 0 0 0,0-1 1 0 0,1 1-1 0 0,-1 0 0 0 0,1 0 0 0 0,-1-1 1 0 0,0 1-1 0 0,1 0 0 0 0,-1 0 0 0 0,1-1 1 0 0,-1 1-1 0 0,1-1 0 0 0,-1 1 1 0 0,1-1-1 0 0,-1 1 0 0 0,1 0 0 0 0,0-1 1 0 0,-1 0-1 0 0,1 1 0 0 0,0-1 1 0 0,-1 1-1 0 0,1-1 0 0 0,0 1 0 0 0,0-1 1 0 0,-1 0-1 0 0,1 1 0 0 0,0-1 0 0 0,0-1 1 0 0,-5 2 992 0 0,-2-1-361 0 0,-9 2 6951 0 0,16 0-7596 0 0,1-1 0 0 0,0 1 0 0 0,0 0 0 0 0,0 0 0 0 0,-1 0 0 0 0,1 0 0 0 0,0-1 0 0 0,0 1 0 0 0,0-1 0 0 0,0 1 0 0 0,0 0 0 0 0,0-1 0 0 0,0 0 0 0 0,1 1 0 0 0,-1-1-1 0 0,0 0 1 0 0,0 1 0 0 0,0-1 0 0 0,0 0 0 0 0,0 0 0 0 0,3 0 0 0 0,0 1 84 0 0,37 8-672 0 0,82 6 0 0 0,-94-14-1538 0 0,-1-1-1 0 0,1-2 1 0 0,-1-1-1 0 0,30-7 1 0 0,-7 0-430 0 0</inkml:trace>
</inkml:ink>
</file>

<file path=ppt/ink/ink6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06T18:50:21.63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72 2081 0 0,'28'-12'1441'0'0,"-28"1"-241"0"0,56-2-159 0 0,-28 1-81 0 0,28 1-240 0 0,0 6-560 0 0,1-2-960 0 0,-1 7-881 0 0,0 0-400 0 0,-28 7 161 0 0</inkml:trace>
</inkml:ink>
</file>

<file path=ppt/ink/ink6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06T18:50:22.35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0 267 720 0 0,'3'5'4293'0'0,"6"-4"-2745"0"0,12-8 415 0 0,58-33 1572 0 0,-34 16-2442 0 0,-38 21-974 0 0,0 0-1 0 0,0-1 1 0 0,0 0 0 0 0,-1 0-1 0 0,1-1 1 0 0,-1 0 0 0 0,0 0-1 0 0,9-10 1 0 0,11-17 271 0 0,-15 17-273 0 0,0 1 1 0 0,1 1 0 0 0,1 0 0 0 0,0 1-1 0 0,0 0 1 0 0,28-18 0 0 0,-18 18-38 0 0,-23 12-80 0 0,1 0 0 0 0,-1 0 1 0 0,0 0-1 0 0,0 0 0 0 0,0 1 1 0 0,0-1-1 0 0,0 0 0 0 0,0 0 1 0 0,0 0-1 0 0,0 0 0 0 0,0 0 1 0 0,0 0-1 0 0,0 0 0 0 0,0 0 1 0 0,1 0-1 0 0,-1 0 0 0 0,0 1 1 0 0,0-1-1 0 0,0 0 0 0 0,0 0 1 0 0,0 0-1 0 0,0 0 0 0 0,0 0 0 0 0,0 0 1 0 0,1 0-1 0 0,-1 0 0 0 0,0 0 1 0 0,0 0-1 0 0,0 0 0 0 0,0 0 1 0 0,0 0-1 0 0,0 0 0 0 0,1 0 1 0 0,-1 0-1 0 0,0 0 0 0 0,0 0 1 0 0,0 0-1 0 0,0 0 0 0 0,0 0 1 0 0,-13 21-14 0 0,-52 62-41 0 0,-1 7 54 0 0,-4-17 54 0 0,28-19-94 0 0,24-36-60 0 0,15-16 43 0 0,1 0-1 0 0,-1 0 0 0 0,1 0 0 0 0,-1 0 1 0 0,1 1-1 0 0,0-1 0 0 0,0 1 0 0 0,0 0 1 0 0,0 0-1 0 0,1-1 0 0 0,-1 1 1 0 0,1 0-1 0 0,-1 0 0 0 0,1 0 0 0 0,0 1 1 0 0,0-1-1 0 0,1 0 0 0 0,-1 0 1 0 0,0 6-1 0 0,1-5-289 0 0,0-1 0 0 0,0 0-1 0 0,-1 1 1 0 0,1-1 0 0 0,-1 0 0 0 0,0 0 0 0 0,0 0 0 0 0,0 0 0 0 0,-1 1 0 0 0,1-2 0 0 0,-1 1-1 0 0,1 0 1 0 0,-5 5 0 0 0,0 2-1556 0 0,1 9-4674 0 0</inkml:trace>
</inkml:ink>
</file>

<file path=ppt/ink/ink6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06T18:50:22.78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0 325 1521 0 0,'1'1'187'0'0,"0"-1"0"0"0,0 1 0 0 0,0-1 1 0 0,0 1-1 0 0,0 0 0 0 0,0-1 0 0 0,0 0 1 0 0,0 1-1 0 0,0-1 0 0 0,0 0 0 0 0,0 1 1 0 0,0-1-1 0 0,0 0 0 0 0,0 0 0 0 0,0 0 0 0 0,0 0 1 0 0,0 0-1 0 0,0 0 0 0 0,0 0 0 0 0,0 0 1 0 0,1-1-1 0 0,-1 1 82 0 0,-1 0-61 0 0,1 0 0 0 0,-1-1 0 0 0,0 1 0 0 0,1 0-1 0 0,-1 0 1 0 0,1-1 0 0 0,-1 1 0 0 0,0 0 0 0 0,1-1-1 0 0,-1 1 1 0 0,0-1 0 0 0,0 1 0 0 0,1 0 0 0 0,-1-1 0 0 0,0 1-1 0 0,0-1 1 0 0,0 1 0 0 0,1-1 0 0 0,-1 1 0 0 0,0-1-1 0 0,0 1 1 0 0,0-1 0 0 0,0 0 0 0 0,3-6 607 0 0,16-5 380 0 0,13-12 91 0 0,-13 4-656 0 0,-2 1-271 0 0,1 1 1 0 0,0 0-1 0 0,22-14 1 0 0,111-57 745 0 0,-31 21-636 0 0,-95 56-599 0 0,-22 12 113 0 0,2 1-105 0 0,-8 6 110 0 0,1-5-1 0 0,-16 30-40 0 0,-2-1 0 0 0,-2 0-1 0 0,0-2 1 0 0,-2 0 0 0 0,-33 30-1 0 0,9-19-154 0 0,-66 64 15 0 0,103-92-369 0 0,0 0 0 0 0,0 2 0 0 0,2-1 0 0 0,-1 1 0 0 0,2 0 0 0 0,-14 30 0 0 0,21-40-70 0 0,0-1 1 0 0,1 1-1 0 0,-1 0 1 0 0,0-1-1 0 0,1 1 1 0 0,0 0-1 0 0,0 4 1 0 0,1-2-1507 0 0</inkml:trace>
</inkml:ink>
</file>

<file path=ppt/ink/ink6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06T18:50:23.17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297 131 240 0 0,'0'-1'177'0'0,"0"0"-1"0"0,0-1 1 0 0,1 1-1 0 0,-1 0 1 0 0,0 0 0 0 0,1 0-1 0 0,-1-1 1 0 0,0 1-1 0 0,1 0 1 0 0,-1 0 0 0 0,1 0-1 0 0,0 0 1 0 0,-1 0-1 0 0,1 0 1 0 0,0 0-1 0 0,0 0 1 0 0,0 0 0 0 0,0 0-1 0 0,0 0 1 0 0,1-1-1 0 0,-1 1 119 0 0,1 0 0 0 0,-1 0 0 0 0,0 0-1 0 0,0 0 1 0 0,0 0 0 0 0,0 0 0 0 0,0 0-1 0 0,0-1 1 0 0,-1 1 0 0 0,1 0 0 0 0,0 0-1 0 0,-1-1 1 0 0,1 1 0 0 0,0-1 0 0 0,-1 1-1 0 0,0-1 1 0 0,1 1 0 0 0,-1-1-1 0 0,0 1 1 0 0,0-4 0 0 0,0 4-1 0 0,1-1 0 0 0,-1 0 0 0 0,0 1 0 0 0,0-1 0 0 0,0 1 0 0 0,-1-1 0 0 0,1 0 0 0 0,0 1 0 0 0,0-1 0 0 0,-1 1 0 0 0,1-1 0 0 0,-1 1 0 0 0,0-1 0 0 0,1 1 0 0 0,-1-1 0 0 0,0 1 0 0 0,0-1 0 0 0,0 1 0 0 0,0 0 0 0 0,0 0 0 0 0,0-1 0 0 0,0 1 0 0 0,-2-1 0 0 0,0 1-144 0 0,0 0 0 0 0,0 0 0 0 0,0 0 1 0 0,-1 1-1 0 0,1-1 0 0 0,0 1 0 0 0,0 0 0 0 0,-1 0 0 0 0,1 0 0 0 0,0 0 0 0 0,-4 1 0 0 0,2 0-146 0 0,0 0-1 0 0,0 0 0 0 0,0 1 1 0 0,0 0-1 0 0,0-1 0 0 0,0 1 0 0 0,0 1 1 0 0,1-1-1 0 0,-1 1 0 0 0,1 0 1 0 0,0 0-1 0 0,-7 6 0 0 0,-10 7-19 0 0,5-4 27 0 0,-3 0 56 0 0,1 1 0 0 0,1 0 0 0 0,0 2 0 0 0,0 0 0 0 0,2 1 0 0 0,0 0 0 0 0,-15 22 0 0 0,29-36-48 0 0,-1 1 1 0 0,0 0-1 0 0,0 0 0 0 0,1-1 1 0 0,0 1-1 0 0,0 0 0 0 0,-1 0 1 0 0,2 0-1 0 0,-1 0 0 0 0,0 1 1 0 0,1-1-1 0 0,-1 0 0 0 0,1 6 0 0 0,1-2 86 0 0,1 0-1 0 0,0-1 1 0 0,0 1-1 0 0,1-1 0 0 0,5 11 1 0 0,-6-13-28 0 0,0-1-9 0 0,-1-1 0 0 0,1 1 0 0 0,-1-1 0 0 0,1 0 0 0 0,0 1 0 0 0,0-1 0 0 0,0 0 0 0 0,0 0 0 0 0,0 0 0 0 0,1-1 0 0 0,-1 1 0 0 0,1 0 0 0 0,-1-1 0 0 0,1 0 0 0 0,4 2 0 0 0,0 0-42 0 0,0-1 0 0 0,0-1 1 0 0,0 1-1 0 0,0-1 0 0 0,0 0 0 0 0,8-1 1 0 0,12-1-123 0 0,-1-1 1 0 0,40-8 0 0 0,-60 9 123 0 0,26-4-33 0 0,-20 4 0 0 0,1-1-1 0 0,-1 0 0 0 0,0-1 1 0 0,0 0-1 0 0,0-1 0 0 0,-1 0 1 0 0,0-1-1 0 0,1 0 0 0 0,-1-1 1 0 0,17-12-1 0 0,-9 3-90 0 0,0 0 0 0 0,-1-2 0 0 0,23-25 0 0 0,-35 35-1 0 0,0 0 1 0 0,0 0-1 0 0,-1-1 1 0 0,-1 1-1 0 0,1-1 1 0 0,-1 0 0 0 0,0-1-1 0 0,-1 1 1 0 0,0-1-1 0 0,0 0 1 0 0,-1 1 0 0 0,0-1-1 0 0,1-17 1 0 0,-2 13-628 0 0,-1 10 303 0 0,1 0 0 0 0,-1 0 0 0 0,0 0 0 0 0,0 0 1 0 0,0 0-1 0 0,0 0 0 0 0,0 0 0 0 0,-1 0 0 0 0,1 0 1 0 0,-1 0-1 0 0,0 1 0 0 0,0-1 0 0 0,0 0 1 0 0,0 0-1 0 0,-3-4 0 0 0,-1 3-775 0 0,-1 0 0 0 0,1 1 0 0 0,-1-1 0 0 0,1 1-1 0 0,-10-3 1 0 0</inkml:trace>
</inkml:ink>
</file>

<file path=ppt/ink/ink6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06T18:50:23.96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20 457 2481 0 0,'-20'1'5427'0'0,"36"-3"-2343"0"0,-16 2-2980 0 0,0-1-1 0 0,1 1 1 0 0,-1 0 0 0 0,1 0 0 0 0,-1-1 0 0 0,0 1 0 0 0,1 0 0 0 0,-1-1 0 0 0,0 1 0 0 0,0 0-1 0 0,1-1 1 0 0,-1 1 0 0 0,0-1 0 0 0,0 1 0 0 0,1 0 0 0 0,-1-1 0 0 0,0 1 0 0 0,0-1-1 0 0,0 1 1 0 0,0-1 0 0 0,0 1 0 0 0,0-1 0 0 0,1 1 0 0 0,-1 0 0 0 0,0-1 0 0 0,0 1 0 0 0,-1-1-1 0 0,5-11 777 0 0,29-10 375 0 0,-23 17-978 0 0,-1-1-1 0 0,0 0 1 0 0,10-9-1 0 0,45-39 999 0 0,-42 38-658 0 0,27-28-1 0 0,50-40 507 0 0,-71 62-892 0 0,-1 0-1 0 0,43-47 0 0 0,-64 61-281 0 0,2 1 0 0 0,-1 0 0 0 0,0 0 1 0 0,1 1-1 0 0,18-12 0 0 0,-23 16 23 0 0,1 0 1 0 0,0 0-1 0 0,0 0 0 0 0,0 1 1 0 0,0 0-1 0 0,1-1 1 0 0,-1 1-1 0 0,0 0 0 0 0,1 1 1 0 0,-1-1-1 0 0,0 1 1 0 0,1 0-1 0 0,-1 0 0 0 0,0 0 1 0 0,7 2-1 0 0,-10-1 7 0 0,0-1-1 0 0,-1 1 1 0 0,1-1-1 0 0,-1 1 1 0 0,1 0-1 0 0,-1-1 1 0 0,1 1 0 0 0,-1 0-1 0 0,0 0 1 0 0,1-1-1 0 0,-1 1 1 0 0,0 0-1 0 0,0 0 1 0 0,1 0-1 0 0,-1-1 1 0 0,0 1 0 0 0,0 0-1 0 0,0 0 1 0 0,0 0-1 0 0,0-1 1 0 0,0 1-1 0 0,0 0 1 0 0,0 0-1 0 0,-1 0 1 0 0,1-1 0 0 0,0 2-1 0 0,-1 8-146 0 0,2 24-225 0 0,0-11 15 0 0,-4 41 1 0 0,2-57 321 0 0,-1 1 0 0 0,1-1 0 0 0,-1 0 0 0 0,0 0 0 0 0,-1 0 0 0 0,0 0 0 0 0,0 0 1 0 0,0 0-1 0 0,-9 10 0 0 0,-23 24-281 0 0,21-25-174 0 0,-21 29 0 0 0,32-40 123 0 0,0 0 0 0 0,0 0 0 0 0,1 0 0 0 0,-1 1 0 0 0,1-1-1 0 0,1 0 1 0 0,-1 1 0 0 0,1-1 0 0 0,0 1 0 0 0,0 0 0 0 0,0 6 0 0 0,1-10 66 0 0,0-1 0 0 0,0 1-1 0 0,0 0 1 0 0,0-1 0 0 0,0 1 0 0 0,0-1 0 0 0,-1 1 0 0 0,1-1 0 0 0,0 1 0 0 0,-1-1 0 0 0,0 1 0 0 0,1-1 0 0 0,-2 3 0 0 0,-21 10-5814 0 0</inkml:trace>
</inkml:ink>
</file>

<file path=ppt/ink/ink6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06T18:50:24.30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41 1681 0 0,'0'-12'3601'0'0,"0"1"-399"0"0,0 4-561 0 0,28 2-560 0 0,0-1-640 0 0,28 6-561 0 0,0 6-1040 0 0,0-6-1361 0 0,0 5-1360 0 0,28-5-641 0 0,-27 0 241 0 0,-29 7 480 0 0</inkml:trace>
</inkml:ink>
</file>

<file path=ppt/ink/ink6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06T18:50:30.14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225 78 560 0 0,'-5'0'827'0'0,"-74"0"7044"0"0,79-4-6830 0 0,0 3-1009 0 0,-1 0 0 0 0,1 0 0 0 0,0 0-1 0 0,0 0 1 0 0,0 1 0 0 0,0-1 0 0 0,0 0 0 0 0,0 0 0 0 0,0 0 0 0 0,0 0-1 0 0,0 1 1 0 0,1-1 0 0 0,-1 0 0 0 0,0 0 0 0 0,1 0 0 0 0,-1 0 0 0 0,0 1-1 0 0,1-1 1 0 0,-1 0 0 0 0,1 1 0 0 0,-1-1 0 0 0,2-1 0 0 0,44-14 768 0 0,-41 15-627 0 0,0 1-26 0 0,1-2-65 0 0,39 5 10 0 0,-44-4-88 0 0,1 1 1 0 0,-1 1-1 0 0,0-1 1 0 0,0 0-1 0 0,1 0 1 0 0,-1 0-1 0 0,0 1 1 0 0,0-1-1 0 0,0 0 1 0 0,1 1-1 0 0,-1-1 1 0 0,0 1-1 0 0,0-1 1 0 0,0 1-1 0 0,0 0 1 0 0,0 0-1 0 0,0-1 1 0 0,0 1-1 0 0,0 0 1 0 0,1 2-1 0 0,-1-1 17 0 0,0 0-1 0 0,-1 1 1 0 0,1-1-1 0 0,-1 1 0 0 0,0-1 1 0 0,1 1-1 0 0,-1-1 1 0 0,0 1-1 0 0,-1 2 1 0 0,1 3 26 0 0,-3 41 674 0 0,2-46-654 0 0,0 0-1 0 0,0 0 1 0 0,-1-1 0 0 0,1 1-1 0 0,0 0 1 0 0,-1 0 0 0 0,0-1-1 0 0,1 1 1 0 0,-1-1 0 0 0,0 0 0 0 0,-1 1-1 0 0,-3 2 1 0 0,-6 6 274 0 0,9-8-201 0 0,0 0 1 0 0,0 0 0 0 0,0-1-1 0 0,0 1 1 0 0,0-1 0 0 0,-1 0-1 0 0,1 0 1 0 0,-1 0 0 0 0,-6 2-1 0 0,9-4-115 0 0,0-1-1 0 0,1 0 0 0 0,-1 1 1 0 0,1-1-1 0 0,-1 0 1 0 0,1 0-1 0 0,0 0 0 0 0,-1 1 1 0 0,1-1-1 0 0,0 0 1 0 0,-1 0-1 0 0,1 0 0 0 0,0 0 1 0 0,0 0-1 0 0,0 1 0 0 0,0-1 1 0 0,0 0-1 0 0,0 0 1 0 0,0 0-1 0 0,0 0 0 0 0,0 0 1 0 0,0 0-1 0 0,1-1 1 0 0,-1 0 30 0 0,0-4-48 0 0,0 0 1 0 0,1-1-1 0 0,0 1 1 0 0,0 0-1 0 0,1 0 1 0 0,-1 0-1 0 0,1 1 1 0 0,0-1-1 0 0,5-8 1 0 0,-1 0-3 0 0,-4 9-20 0 0,0-1 0 0 0,1 1 0 0 0,-1 0 0 0 0,1 0 0 0 0,0 0 0 0 0,0 0 0 0 0,0 0 0 0 0,1 1 0 0 0,0-1 0 0 0,0 1 0 0 0,0 0 0 0 0,0 0 0 0 0,1 0 0 0 0,0 1 0 0 0,5-4 0 0 0,-3 3-31 0 0,-1 1 1 0 0,1 0-1 0 0,0 0 1 0 0,0 0-1 0 0,0 1 1 0 0,0 0-1 0 0,0 0 1 0 0,0 1-1 0 0,1 0 1 0 0,-1 0-1 0 0,0 1 1 0 0,1 0-1 0 0,12 1 1 0 0,-16 0 28 0 0,0 0 0 0 0,0 0 0 0 0,0 0 0 0 0,0 0 0 0 0,0 1 0 0 0,0 0 0 0 0,0-1 0 0 0,-1 2 0 0 0,1-1 0 0 0,-1 0 1 0 0,1 1-1 0 0,-1-1 0 0 0,0 1 0 0 0,0 0 0 0 0,0 0 0 0 0,-1 0 0 0 0,1 0 0 0 0,-1 1 0 0 0,1-1 0 0 0,-1 1 0 0 0,0-1 0 0 0,-1 1 0 0 0,1 0 0 0 0,0 0 1 0 0,-1 0-1 0 0,1 4 0 0 0,-1-3 24 0 0,0 0 0 0 0,0-1 0 0 0,0 1 1 0 0,-1 0-1 0 0,1 0 0 0 0,-1 0 0 0 0,-1-1 1 0 0,1 1-1 0 0,-1 0 0 0 0,1 0 0 0 0,-1 0 0 0 0,-1-1 1 0 0,1 1-1 0 0,-1-1 0 0 0,0 1 0 0 0,0-1 1 0 0,0 1-1 0 0,0-1 0 0 0,-1 0 0 0 0,0 0 0 0 0,1 0 1 0 0,-2 0-1 0 0,-6 6 0 0 0,-1-3 72 0 0,0-1 0 0 0,-1 0 0 0 0,1-1 0 0 0,-1 0 0 0 0,-1-1 0 0 0,1 0 0 0 0,-19 3 0 0 0,-99 11 623 0 0,106-16-801 0 0,0 0 1 0 0,1-2-1 0 0,-1-1 0 0 0,-40-7 1 0 0,61 8-88 0 0,1 0 0 0 0,0-1 0 0 0,-1 1 1 0 0,1-1-1 0 0,0 0 0 0 0,-1 0 0 0 0,1 0 1 0 0,0 0-1 0 0,0 0 0 0 0,0 0 1 0 0,-1-1-1 0 0,-2-2 0 0 0,4 3-236 0 0,1 0 0 0 0,-1-1 0 0 0,1 1 0 0 0,-1-1 0 0 0,1 1-1 0 0,-1 0 1 0 0,1-1 0 0 0,0 1 0 0 0,-1-1 0 0 0,1 1 0 0 0,0-1 0 0 0,0 1 0 0 0,0-2 0 0 0</inkml:trace>
</inkml:ink>
</file>

<file path=ppt/ink/ink6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06T18:50:27.27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85 0 400 0 0,'-28'8'961'0'0,"28"-3"-561"0"0,-28-5 400 0 0,28 5-400 0 0,-28-5-160 0 0</inkml:trace>
</inkml:ink>
</file>

<file path=ppt/ink/ink6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06T18:50:27.62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29 6 720 0 0,'0'0'1521'0'0,"-28"0"480"0"0,28-6-2401 0 0,28 6 160 0 0,-28 6-881 0 0,28-6-159 0 0</inkml:trace>
</inkml:ink>
</file>

<file path=ppt/ink/ink6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06T18:50:28.57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435 18 1040 0 0,'50'-1'2634'0'0,"-23"-1"-716"0"0,36 4 0 0 0,12 7 550 0 0,-75-9-2447 0 0,0 0 1 0 0,1 1-1 0 0,-1-1 0 0 0,0 0 1 0 0,1 0-1 0 0,-1 0 1 0 0,0 1-1 0 0,1-1 0 0 0,-1 0 1 0 0,0 0-1 0 0,0 1 1 0 0,1-1-1 0 0,-1 0 0 0 0,0 1 1 0 0,0-1-1 0 0,0 0 1 0 0,0 1-1 0 0,1-1 0 0 0,-1 0 1 0 0,0 1-1 0 0,0-1 1 0 0,0 1-1 0 0,0-1 0 0 0,0 0 1 0 0,0 1-1 0 0,0-1 1 0 0,0 0-1 0 0,0 1 0 0 0,0-1 1 0 0,0 1-1 0 0,0-1 1 0 0,0 0-1 0 0,0 1 0 0 0,0-1 1 0 0,0 0-1 0 0,-1 1 0 0 0,1-1 1 0 0,0 0-1 0 0,0 1 1 0 0,0-1-1 0 0,0 0 0 0 0,-1 1 1 0 0,1-1-1 0 0,0 0 1 0 0,-1 1-1 0 0,1-1 0 0 0,0 0 1 0 0,0 0-1 0 0,-1 1 1 0 0,1-1-1 0 0,0 0 0 0 0,-1 0 1 0 0,-21 0 364 0 0,0-1 1 0 0,0 0-1 0 0,0-2 1 0 0,-28-8-1 0 0,6 3 416 0 0,-12-3 1346 0 0,56 11-2129 0 0,0 0 0 0 0,0 0-1 0 0,1 0 1 0 0,-1 0 0 0 0,0 0 0 0 0,0 0 0 0 0,0 0 0 0 0,0-1-1 0 0,0 1 1 0 0,0 0 0 0 0,1 0 0 0 0,-1 0 0 0 0,0 0 0 0 0,0 0-1 0 0,0-1 1 0 0,0 1 0 0 0,0 0 0 0 0,0 0 0 0 0,0 0 0 0 0,0 0-1 0 0,0-1 1 0 0,0 1 0 0 0,0 0 0 0 0,0 0 0 0 0,0 0 0 0 0,0 0-1 0 0,0-1 1 0 0,0 1 0 0 0,0 0 0 0 0,0 0 0 0 0,0 0 0 0 0,0 0-1 0 0,0-1 1 0 0,0 1 0 0 0,0 0 0 0 0,0 0 0 0 0,0 0 0 0 0,0 0-1 0 0,0 0 1 0 0,0-1 0 0 0,-1 1 0 0 0,1 0 0 0 0,0 0 0 0 0,0 0-1 0 0,0 0 1 0 0,0 0 0 0 0,0 0 0 0 0,0-1 0 0 0,-1 1 0 0 0,1 0-1 0 0,108 8 236 0 0,-106-8-262 0 0,1 0 1 0 0,-1 1-1 0 0,1-1 1 0 0,-1 1-1 0 0,1-1 0 0 0,-1 1 1 0 0,1 0-1 0 0,-1 0 1 0 0,1 0-1 0 0,-1 0 1 0 0,0 0-1 0 0,1 0 0 0 0,-1 1 1 0 0,0-1-1 0 0,0 1 1 0 0,3 3-1 0 0,-3-2 12 0 0,0 0-1 0 0,-1 0 1 0 0,1 0-1 0 0,-1 0 1 0 0,0 0-1 0 0,0 1 0 0 0,0-1 1 0 0,0 0-1 0 0,-1 1 1 0 0,1-1-1 0 0,-1 1 1 0 0,0-1-1 0 0,0 5 1 0 0,-1-5-2 0 0,0-1 0 0 0,0 1 0 0 0,0-1 0 0 0,-1 1-1 0 0,1-1 1 0 0,0 0 0 0 0,-1 0 0 0 0,0 1 0 0 0,0-1 0 0 0,1 0 0 0 0,-1 0 0 0 0,0-1 0 0 0,-1 1 0 0 0,1 0 0 0 0,0-1 0 0 0,0 1 0 0 0,-1-1 0 0 0,1 0 0 0 0,-1 1-1 0 0,1-1 1 0 0,-6 1 0 0 0,-6 4 20 0 0,-1-1-1 0 0,-23 5 1 0 0,24-7 105 0 0,-1-1 1 0 0,0-1 0 0 0,1 0-1 0 0,-1-1 1 0 0,0 0 0 0 0,0-1-1 0 0,0-1 1 0 0,1-1 0 0 0,-1 0-1 0 0,1 0 1 0 0,0-2 0 0 0,0 0-1 0 0,-26-12 1 0 0,31 12-110 0 0,8 5-20 0 0,0-1 1 0 0,0 1-1 0 0,1 0 0 0 0,-1-1 1 0 0,0 1-1 0 0,0-1 0 0 0,0 1 1 0 0,1-1-1 0 0,-1 1 0 0 0,0-1 1 0 0,1 0-1 0 0,-1 1 0 0 0,0-1 1 0 0,1 0-1 0 0,-1 0 0 0 0,1 1 1 0 0,-1-1-1 0 0,1 0 0 0 0,0 0 1 0 0,-1 0-1 0 0,1 0 1 0 0,0 0-1 0 0,-1 0 0 0 0,1 1 1 0 0,0-1-1 0 0,0 0 0 0 0,0 0 1 0 0,0 0-1 0 0,0 0 0 0 0,0 0 1 0 0,0 0-1 0 0,0 0 0 0 0,0 0 1 0 0,1-1-1 0 0,-1 2 2 0 0,1-1-1 0 0,0 0 0 0 0,0 1 1 0 0,-1-1-1 0 0,1 1 1 0 0,0-1-1 0 0,0 1 1 0 0,0-1-1 0 0,0 1 1 0 0,0-1-1 0 0,0 1 1 0 0,-1 0-1 0 0,1 0 1 0 0,0-1-1 0 0,0 1 1 0 0,0 0-1 0 0,0 0 1 0 0,0 0-1 0 0,0 0 1 0 0,0 0-1 0 0,0 0 1 0 0,0 0-1 0 0,1 1 1 0 0,4-1-1 0 0,30-5-12 0 0,-20 3 1 0 0,0 0 1 0 0,24 0 0 0 0,-35 3-36 0 0,0-1 1 0 0,-1 1-1 0 0,1-1 0 0 0,-1 1 1 0 0,1 1-1 0 0,-1-1 0 0 0,1 1 1 0 0,-1-1-1 0 0,0 1 0 0 0,0 0 0 0 0,1 1 1 0 0,6 5-1 0 0,-5-5-48 0 0,-6-3 85 0 0,1 0 0 0 0,0 1 0 0 0,0-1 0 0 0,0 0 0 0 0,-1 0 0 0 0,1 1 0 0 0,0-1 0 0 0,-1 0 0 0 0,1 1 0 0 0,0-1 1 0 0,-1 1-1 0 0,1-1 0 0 0,0 1 0 0 0,-1-1 0 0 0,1 1 0 0 0,-1 0 0 0 0,1-1 0 0 0,-1 1 0 0 0,1-1 0 0 0,-1 1 0 0 0,0 0 0 0 0,1 0 0 0 0,-1-1 0 0 0,0 1 0 0 0,1 0 0 0 0,-1 0 0 0 0,0-1 0 0 0,0 1 0 0 0,0 0 0 0 0,0 0 0 0 0,0 0 0 0 0,0-1 0 0 0,0 1 0 0 0,0 0 0 0 0,0 0 0 0 0,0 0 0 0 0,0-1 0 0 0,0 1 0 0 0,0 0 0 0 0,-1 0 0 0 0,1-1 0 0 0,0 1 0 0 0,-1 1 0 0 0,-5 5 4 0 0,0 0-1 0 0,0-1 0 0 0,-1 0 1 0 0,0 0-1 0 0,0 0 0 0 0,0-1 1 0 0,-1 0-1 0 0,0 0 0 0 0,-10 4 1 0 0,7-4 52 0 0,0 1 1 0 0,0-2-1 0 0,-1 0 0 0 0,0 0 1 0 0,0-1-1 0 0,-13 2 1 0 0,-8-2 156 0 0,-40-1-1 0 0,72-2-199 0 0,-135 0 544 0 0,123-2-541 0 0,29-3-41 0 0,54-6-83 0 0,-35 5 65 0 0,-3-1-169 0 0,0 1 0 0 0,0 1-1 0 0,0 2 1 0 0,1 1 0 0 0,35 3-1 0 0,-65 0 196 0 0,-1-1-1 0 0,0 1 0 0 0,1-1 1 0 0,-1 1-1 0 0,0 0 1 0 0,1 0-1 0 0,-1 0 0 0 0,0 1 1 0 0,2 0-1 0 0,2 9-58 0 0,-6-10 92 0 0,-1 0-1 0 0,1 0 0 0 0,-1 0 1 0 0,1 0-1 0 0,-1 0 0 0 0,1-1 0 0 0,-1 1 1 0 0,1 0-1 0 0,-1 0 0 0 0,1-1 1 0 0,-1 1-1 0 0,0 0 0 0 0,0-1 0 0 0,1 1 1 0 0,-1-1-1 0 0,0 1 0 0 0,-1 0 1 0 0,-14 6 165 0 0,0-1 0 0 0,-1-1 0 0 0,1 0 0 0 0,-1-2 0 0 0,-27 4 1 0 0,28-5-58 0 0,-1-1 1 0 0,1 0-1 0 0,0-1 1 0 0,0-1-1 0 0,0 0 1 0 0,0-1-1 0 0,-29-8 0 0 0,25 6-2 0 0,-22-5-86 0 0,41 9-66 0 0,1 0 0 0 0,-1 0 0 0 0,1 0 0 0 0,-1 0 0 0 0,1-1 0 0 0,-1 1 0 0 0,1 0 0 0 0,-1 0 0 0 0,1 0 0 0 0,0-1 0 0 0,-1 1 0 0 0,1 0 0 0 0,-1-1 0 0 0,1 1 0 0 0,0 0 0 0 0,-1-1 0 0 0,1 1 0 0 0,0 0 0 0 0,-1-1 0 0 0,1 1 0 0 0,0-1 0 0 0,0 1 0 0 0,-1-1 0 0 0,1 1 0 0 0,0-1 0 0 0,0 1 0 0 0,0-1 0 0 0,0 1 0 0 0,0-1 0 0 0,-1 1 0 0 0,1-1 0 0 0,0 1 0 0 0,0-1 0 0 0,0 1 0 0 0,0-1 0 0 0,1 1 0 0 0,-1-1 0 0 0,0 1 0 0 0,0-1 0 0 0,0 1 0 0 0,0-1 0 0 0,0 1 0 0 0,1 0 0 0 0,-1-1 0 0 0,0 1 0 0 0,0-1 0 0 0,1 1 0 0 0,-1-1 0 0 0,0 1 0 0 0,1 0 0 0 0,-1-1 0 0 0,0 1 0 0 0,1 0 0 0 0,-1-1-1 0 0,1 1 1 0 0,83-12-13592 0 0,-32 5 10470 0 0</inkml:trace>
</inkml:ink>
</file>

<file path=ppt/ink/ink6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06T18:50:31.93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503 121 320 0 0,'0'-3'212'0'0,"0"1"-1"0"0,0-1 1 0 0,0 0-1 0 0,1 1 1 0 0,-1-1-1 0 0,1 0 1 0 0,-1 1-1 0 0,3-5 1 0 0,-3 6-156 0 0,1 0 0 0 0,0 0 0 0 0,-1 0 0 0 0,1 0 1 0 0,0 1-1 0 0,0-1 0 0 0,-1 0 0 0 0,1 1 1 0 0,0-1-1 0 0,0 0 0 0 0,0 1 0 0 0,0-1 1 0 0,0 1-1 0 0,0-1 0 0 0,0 1 0 0 0,0 0 0 0 0,0-1 1 0 0,0 1-1 0 0,2 0 0 0 0,1-1 531 0 0,-3 4-499 0 0,-1 1 0 0 0,1 0 0 0 0,-1-1-1 0 0,0 1 1 0 0,-1-1 0 0 0,1 1 0 0 0,-1 0 0 0 0,1-1-1 0 0,-1 1 1 0 0,0-1 0 0 0,0 0 0 0 0,-1 1 0 0 0,1-1 0 0 0,-1 0-1 0 0,0 1 1 0 0,0-1 0 0 0,0 0 0 0 0,0 0 0 0 0,0-1-1 0 0,0 1 1 0 0,-1 0 0 0 0,1-1 0 0 0,-5 4 0 0 0,-4 5 294 0 0,-1 0 1 0 0,0-1 0 0 0,0-1-1 0 0,-1 0 1 0 0,0 0 0 0 0,0-1-1 0 0,-1-1 1 0 0,0 0 0 0 0,0-1 0 0 0,-1-1-1 0 0,0 0 1 0 0,0-1 0 0 0,0 0-1 0 0,0-2 1 0 0,-29 3 0 0 0,35-5-196 0 0,-4 0 76 0 0,-1 0 1 0 0,0 0-1 0 0,0-2 0 0 0,0 1 1 0 0,1-2-1 0 0,-1 0 1 0 0,-17-6-1 0 0,-20-15 404 0 0,13-15 200 0 0,36 38-826 0 0,-18-17 292 0 0,19 17-322 0 0,1 0 0 0 0,-1 1 0 0 0,1-1 1 0 0,-1 0-1 0 0,1 1 0 0 0,0-1 0 0 0,-1 0 1 0 0,1 1-1 0 0,0-1 0 0 0,0 0 0 0 0,0 0 0 0 0,-1 1 1 0 0,1-1-1 0 0,0 0 0 0 0,0 0 0 0 0,0 0 1 0 0,0 1-1 0 0,0-1 0 0 0,0 0 0 0 0,0 0 0 0 0,1 1 1 0 0,-1-1-1 0 0,0 0 0 0 0,0 0 0 0 0,1 1 1 0 0,-1-1-1 0 0,0 0 0 0 0,1 0 0 0 0,-1 1 1 0 0,1-1-1 0 0,-1 0 0 0 0,1 1 0 0 0,-1-1 0 0 0,1 1 1 0 0,-1-1-1 0 0,1 1 0 0 0,0-1 0 0 0,6-4 9 0 0,0 1 1 0 0,0 0-1 0 0,0 1 0 0 0,1-1 0 0 0,-1 1 0 0 0,1 1 0 0 0,0 0 0 0 0,-1 0 0 0 0,1 0 1 0 0,0 1-1 0 0,0 0 0 0 0,0 0 0 0 0,0 1 0 0 0,0 0 0 0 0,0 1 0 0 0,0 0 0 0 0,10 2 1 0 0,11 3-85 0 0,1 1 0 0 0,-2 1 0 0 0,37 16 0 0 0,-63-23 71 0 0,-1-1-1 0 0,1 1 1 0 0,0-1-1 0 0,0 1 0 0 0,-1 0 1 0 0,1 0-1 0 0,-1 0 1 0 0,1 0-1 0 0,0 0 1 0 0,-1 0-1 0 0,0 0 1 0 0,1 0-1 0 0,-1 1 1 0 0,0-1-1 0 0,1 0 1 0 0,-1 1-1 0 0,0 0 1 0 0,0-1-1 0 0,0 1 1 0 0,-1-1-1 0 0,1 1 1 0 0,0 0-1 0 0,0-1 1 0 0,-1 1-1 0 0,1 0 1 0 0,-1 0-1 0 0,0 0 0 0 0,0 0 1 0 0,1-1-1 0 0,-1 1 1 0 0,0 0-1 0 0,0 0 1 0 0,-1 0-1 0 0,1 3 1 0 0,-5-3 73 0 0,-2-3-56 0 0,0 0 0 0 0,0-1 0 0 0,0 1 0 0 0,0-1 0 0 0,1-1 1 0 0,-1 1-1 0 0,0-1 0 0 0,1 0 0 0 0,0-1 0 0 0,0 0 0 0 0,0 0 0 0 0,0 0 0 0 0,1 0 1 0 0,-1-1-1 0 0,1 0 0 0 0,-5-6 0 0 0,5 5 3 0 0,-1 0 0 0 0,1 0 0 0 0,1-1 0 0 0,-1 1-1 0 0,1-1 1 0 0,0 0 0 0 0,1-1 0 0 0,-1 1 0 0 0,1 0 0 0 0,1-1 0 0 0,0 0 0 0 0,0 0 0 0 0,0 1 0 0 0,0-10 0 0 0,2 15-51 0 0,0 1 1 0 0,0-1 0 0 0,0 1 0 0 0,1-1-1 0 0,-1 1 1 0 0,0-1 0 0 0,1 1 0 0 0,-1-1-1 0 0,1 1 1 0 0,-1 0 0 0 0,1-1 0 0 0,-1 1 0 0 0,1 0-1 0 0,0-1 1 0 0,0 1 0 0 0,0 0 0 0 0,0 0-1 0 0,0 0 1 0 0,0 0 0 0 0,0 0 0 0 0,1-1-1 0 0,1 0-174 0 0,0 1-1 0 0,0-1 1 0 0,0 1-1 0 0,0 0 0 0 0,0 0 1 0 0,0 0-1 0 0,0 0 0 0 0,0 1 1 0 0,6-1-1 0 0,7 1-1882 0 0,1 0-1 0 0,0 1 0 0 0,20 4 1 0 0,-29-3 712 0 0,44 4-2139 0 0</inkml:trace>
</inkml:ink>
</file>

<file path=ppt/ink/ink6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06T18:50:33.34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404 142 80 0 0,'-4'2'587'0'0,"-66"27"-520"0"0,69-29-68 0 0,-1 1 1 0 0,1 0-1 0 0,-1 0 1 0 0,0-1-1 0 0,1 1 0 0 0,-1-1 1 0 0,0 1-1 0 0,0-1 1 0 0,1 0-1 0 0,-1 0 1 0 0,-3 0-1 0 0,0 0 8 0 0,4-2 65 0 0,0 1 1 0 0,1-1 0 0 0,-1 0-1 0 0,0 0 1 0 0,1 0 0 0 0,-1 0 0 0 0,1 0-1 0 0,0 0 1 0 0,-1 0 0 0 0,1 0-1 0 0,0 0 1 0 0,0 0 0 0 0,0 0-1 0 0,1 0 1 0 0,-1-2 0 0 0,1 2 124 0 0,-1 0-131 0 0,0 1 0 0 0,-1-1 0 0 0,1 1 0 0 0,0-1-1 0 0,0 1 1 0 0,-1-1 0 0 0,1 1 0 0 0,-1 0 0 0 0,1-1-1 0 0,-1 1 1 0 0,1-1 0 0 0,-1 1 0 0 0,0 0 0 0 0,0 0-1 0 0,0-1 1 0 0,1 1 0 0 0,-1 0 0 0 0,0 0 0 0 0,-1 0 0 0 0,1 0-1 0 0,-1-1 1 0 0,1 1-18 0 0,0 1 0 0 0,0-1 0 0 0,0 0 0 0 0,0 0 0 0 0,0 0 0 0 0,0 0 0 0 0,0 0 0 0 0,1 0 0 0 0,-1 0-1 0 0,0 0 1 0 0,1 0 0 0 0,-1-1 0 0 0,1 1 0 0 0,-1 0 0 0 0,1 0 0 0 0,-1 0 0 0 0,1-1 0 0 0,0 1 0 0 0,0 0 0 0 0,-1-3 0 0 0,1 3-13 0 0,0 0 1 0 0,0 0-1 0 0,1 0 0 0 0,-1 0 1 0 0,0 0-1 0 0,0 0 0 0 0,0 0 1 0 0,1 0-1 0 0,-1 0 1 0 0,1 0-1 0 0,-1 0 0 0 0,0 0 1 0 0,1 0-1 0 0,0 0 0 0 0,-1 0 1 0 0,1 0-1 0 0,-1 0 1 0 0,1 1-1 0 0,0-1 0 0 0,0 0 1 0 0,0 0-1 0 0,-1 1 1 0 0,1-1-1 0 0,2 0 0 0 0,-2 0 27 0 0,0 1 0 0 0,0-1 0 0 0,0 0-1 0 0,0 0 1 0 0,0 0 0 0 0,0 1-1 0 0,-1-1 1 0 0,1 0 0 0 0,0 0 0 0 0,0 0-1 0 0,-1 0 1 0 0,1-1 0 0 0,0 1 0 0 0,-1 0-1 0 0,1 0 1 0 0,-1 0 0 0 0,0 0-1 0 0,1-1 1 0 0,-1 1 0 0 0,0 0 0 0 0,0 0-1 0 0,1-1 1 0 0,-1 1 0 0 0,0-2 0 0 0,0 2-6 0 0,0-1 0 0 0,0 1 0 0 0,0 0 0 0 0,1 0 0 0 0,-1 0 0 0 0,1 0 0 0 0,-1 0 0 0 0,1 0 0 0 0,-1 0 0 0 0,1 0 0 0 0,0 0 0 0 0,-1 0 1 0 0,1 0-1 0 0,0 1 0 0 0,0-1 0 0 0,0 0 0 0 0,-1 0 0 0 0,1 1 0 0 0,0-1 0 0 0,0 0 0 0 0,2 0 0 0 0,24-11 1146 0 0,-18 9-783 0 0,-65 73 2556 0 0,48-62-2822 0 0,-1-2-1 0 0,1 1 1 0 0,-1-1 0 0 0,-1 0-1 0 0,1-1 1 0 0,-1 0-1 0 0,0 0 1 0 0,0-1 0 0 0,0-1-1 0 0,-1 1 1 0 0,1-2 0 0 0,-1 1-1 0 0,0-2 1 0 0,0 1 0 0 0,0-2-1 0 0,0 1 1 0 0,-12-2 0 0 0,10 0 159 0 0,0-1 0 0 0,0 0 0 0 0,0-1 0 0 0,-24-8 1 0 0,25 6-280 0 0,21 4-118 0 0,4 2-357 0 0,117 10-10750 0 0,-97-11 7524 0 0</inkml:trace>
</inkml:ink>
</file>

<file path=ppt/ink/ink6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06T18:48:32.37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31 560 0 0,'0'-1'120'0'0,"0"1"-1"0"0,0 0 0 0 0,1-1 1 0 0,-1 1-1 0 0,0 0 1 0 0,0-1-1 0 0,0 1 0 0 0,0 0 1 0 0,0 0-1 0 0,0-1 1 0 0,0 1-1 0 0,1 0 0 0 0,-1-1 1 0 0,0 1-1 0 0,0 0 1 0 0,0 0-1 0 0,1-1 0 0 0,-1 1 1 0 0,0 0-1 0 0,0 0 1 0 0,0 0-1 0 0,1-1 0 0 0,-1 1 1 0 0,0 0-1 0 0,1 0 0 0 0,-1 0 1 0 0,0 0-1 0 0,0 0 1 0 0,1 0-1 0 0,0-1 0 0 0,14 1 622 0 0,-13 1-234 0 0,3-1 1161 0 0,-7 8 2275 0 0,2-7-3864 0 0,0 0 1 0 0,0 0-1 0 0,0 0 1 0 0,0 0 0 0 0,0 0-1 0 0,0 0 1 0 0,0 0 0 0 0,0 0-1 0 0,1 0 1 0 0,-1 0 0 0 0,0 0-1 0 0,1 0 1 0 0,-1 0 0 0 0,0 0-1 0 0,1 0 1 0 0,-1 0 0 0 0,1 0-1 0 0,-1 0 1 0 0,2 1-1 0 0,3 0 76 0 0,0 0-1 0 0,-1 0 0 0 0,1 0 1 0 0,0 0-1 0 0,0-1 0 0 0,1 0 1 0 0,-1 0-1 0 0,0-1 0 0 0,0 1 1 0 0,8-1-1 0 0,61-6 936 0 0,-47 3-676 0 0,108-23 947 0 0,-96 21-940 0 0,95-4 198 0 0,-27 9-446 0 0,-70 1-95 0 0,-30 2-76 0 0,10-1 65 0 0,119 10 187 0 0,-24-7-14 0 0,411-10-867 0 0,-504 4-2601 0 0,-15-2 1099 0 0,-27-8-2159 0 0,-28-10-1047 0 0</inkml:trace>
</inkml:ink>
</file>

<file path=ppt/ink/ink6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06T18:48:28.88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115 1 160 0 0,'-24'0'467'0'0,"19"0"2614"0"0,1 0-2134 0 0,-10 0-281 0 0,4 0 2577 0 0,10 1-2558 0 0,1-1-553 0 0,-1 1-1 0 0,0-1 1 0 0,0 0-1 0 0,0 1 1 0 0,0-1-1 0 0,0 1 1 0 0,0-1-1 0 0,0 1 0 0 0,0-1 1 0 0,0 0-1 0 0,0 1 1 0 0,-1-1-1 0 0,1 1 1 0 0,0-1-1 0 0,0 0 1 0 0,0 1-1 0 0,0-1 0 0 0,0 0 1 0 0,-1 1-1 0 0,1-1 1 0 0,0 0-1 0 0,0 1 1 0 0,-1-1-1 0 0,1 0 0 0 0,0 1 1 0 0,-1-1-1 0 0,1 0 1 0 0,0 0-1 0 0,-1 1 1 0 0,-18 4 508 0 0,19-5-580 0 0,-1 0 1 0 0,1 0-1 0 0,0 0 0 0 0,-1 1 0 0 0,1-1 1 0 0,0 0-1 0 0,-1 0 0 0 0,1 1 0 0 0,0-1 1 0 0,-1 0-1 0 0,1 1 0 0 0,0-1 0 0 0,0 0 1 0 0,-1 1-1 0 0,1-1 0 0 0,0 0 0 0 0,0 1 1 0 0,0-1-1 0 0,0 1 0 0 0,-1-1 0 0 0,1 0 1 0 0,0 1-1 0 0,0-1 0 0 0,0 1 0 0 0,0-1 1 0 0,0 0-1 0 0,0 1 0 0 0,0-1 0 0 0,0 1 1 0 0,0-1-1 0 0,0 1 0 0 0,1-1 0 0 0,-1 1 1 0 0,0-1-20 0 0,0 1 1 0 0,0 0-1 0 0,0-1 1 0 0,0 1-1 0 0,0 0 0 0 0,0-1 1 0 0,0 1-1 0 0,0 0 1 0 0,0-1-1 0 0,0 1 1 0 0,0 0-1 0 0,-1-1 1 0 0,1 1-1 0 0,0-1 1 0 0,0 1-1 0 0,-1 0 1 0 0,1-1-1 0 0,0 1 1 0 0,-1-1-1 0 0,1 1 1 0 0,-1 0-1 0 0,-5 2 104 0 0,5-3-122 0 0,0 0 0 0 0,0 1 0 0 0,0-1 0 0 0,0 0 0 0 0,0 1 0 0 0,0-1 0 0 0,1 1 0 0 0,-1-1 0 0 0,0 1 0 0 0,0 0 0 0 0,0-1 0 0 0,1 1 0 0 0,-1 0 0 0 0,0-1 0 0 0,1 1 0 0 0,-1 0 0 0 0,0 0 0 0 0,1 0 0 0 0,-1-1 1 0 0,1 1-1 0 0,0 0 0 0 0,-1 0 0 0 0,1 0 0 0 0,-1 2 0 0 0,1-1 604 0 0,0-2-646 0 0,0 0 27 0 0,0 0-1 0 0,0 0 1 0 0,0 0 0 0 0,0 1 0 0 0,-1-1-1 0 0,1 0 1 0 0,0 0 0 0 0,0 0 0 0 0,0 1 0 0 0,0-1-1 0 0,0 0 1 0 0,0 0 0 0 0,0 0 0 0 0,0 0-1 0 0,0 1 1 0 0,0-1 0 0 0,0 0 0 0 0,0 0 0 0 0,0 0-1 0 0,0 1 1 0 0,0-1 0 0 0,0 0 0 0 0,0 0-1 0 0,0 0 1 0 0,0 1 0 0 0,0-1 0 0 0,1 0 0 0 0,-1 0-1 0 0,0 0 1 0 0,0 0 0 0 0,0 1 0 0 0,0-1 0 0 0,0 0-1 0 0,0 0 1 0 0,0 0 0 0 0,1 0 0 0 0,-1 0-1 0 0,0 1 1 0 0,0-1 0 0 0,0 0 0 0 0,0 0 0 0 0,1 0-1 0 0,-1 0 1 0 0,0 0 0 0 0,0 0 0 0 0,0 0-1 0 0,1 0 1 0 0,-1 0 0 0 0,0 0 0 0 0,0 0 0 0 0,0 0-1 0 0,1 0 1 0 0,-1 0 0 0 0,0 0 0 0 0,0 0-1 0 0,0 0 1 0 0,1 0 0 0 0,-1 0 0 0 0,5 2 43 0 0,8 5 121 0 0,-13-6-141 0 0,1 1 0 0 0,0 0 0 0 0,0-1 0 0 0,-1 1 1 0 0,1 0-1 0 0,-1 0 0 0 0,1 0 0 0 0,-1-1 0 0 0,0 1 0 0 0,0 0 0 0 0,1 0 0 0 0,-2 3 0 0 0,1 17 142 0 0,5-15-106 0 0,2-5-56 0 0,-6-1-3 0 0,0-1 1 0 0,0 0-1 0 0,0 0 0 0 0,-1 1 1 0 0,1-1-1 0 0,0 1 0 0 0,0-1 1 0 0,0 0-1 0 0,-1 1 1 0 0,1 0-1 0 0,0-1 0 0 0,0 1 1 0 0,-1-1-1 0 0,1 1 0 0 0,-1 0 1 0 0,1-1-1 0 0,0 1 0 0 0,-1 0 1 0 0,1 0-1 0 0,-1 0 0 0 0,0-1 1 0 0,1 1-1 0 0,-1 0 0 0 0,0 0 1 0 0,1 0-1 0 0,-1 0 1 0 0,0 0-1 0 0,0 0 0 0 0,0 0 1 0 0,0-1-1 0 0,0 1 0 0 0,0 0 1 0 0,0 0-1 0 0,0 0 0 0 0,0 0 1 0 0,-1 1-1 0 0,2-1 3 0 0,-1 1 0 0 0,0-1 1 0 0,0 0-1 0 0,-1 1 0 0 0,1-1 0 0 0,0 0 1 0 0,0 0-1 0 0,-1 1 0 0 0,1-1 0 0 0,0 0 0 0 0,-1 0 1 0 0,1 1-1 0 0,-1-1 0 0 0,0 0 0 0 0,1 0 1 0 0,-1 0-1 0 0,0 0 0 0 0,0 0 0 0 0,0 0 0 0 0,0 0 1 0 0,1 0-1 0 0,-1 0 0 0 0,-1 0 0 0 0,1-1 1 0 0,0 1-1 0 0,0 0 0 0 0,-2 0 0 0 0,-2 2-5 0 0,4-1 2 0 0,0-1 0 0 0,0 1-1 0 0,1 0 1 0 0,-1-1 0 0 0,0 1 0 0 0,1 0-1 0 0,-1 0 1 0 0,1-1 0 0 0,-1 1 0 0 0,1 0-1 0 0,0 0 1 0 0,0 0 0 0 0,0-1 0 0 0,0 1-1 0 0,0 0 1 0 0,1 0 0 0 0,-1 0 0 0 0,1 1-1 0 0,-1 6 86 0 0,0 43-13 0 0,0-51-80 0 0,1-1 0 0 0,-1 1 0 0 0,0-1 0 0 0,0 1 0 0 0,0-1 0 0 0,0 0 0 0 0,1 1 0 0 0,-1-1 0 0 0,0 1 0 0 0,0-1 0 0 0,1 1 0 0 0,-1-1 0 0 0,0 0 0 0 0,1 1 0 0 0,-1-1 0 0 0,1 0 0 0 0,-1 1 0 0 0,0-1 0 0 0,1 0 1 0 0,-1 0-1 0 0,1 1 0 0 0,-1-1 0 0 0,1 0 0 0 0,-1 0 0 0 0,0 0 0 0 0,1 0 0 0 0,-1 0 0 0 0,1 1 0 0 0,-1-1 0 0 0,1 0 0 0 0,-1 0 0 0 0,1 0 0 0 0,0 0 0 0 0,0-1-2 0 0,-1 1 0 0 0,1 0 0 0 0,-1 1 0 0 0,1-1 0 0 0,0 0 0 0 0,-1 0 0 0 0,1 0 0 0 0,-1 0 0 0 0,1 0 0 0 0,0 1 1 0 0,-1-1-1 0 0,1 0 0 0 0,-1 0 0 0 0,1 1 0 0 0,-1-1 0 0 0,1 0 0 0 0,-1 1 0 0 0,1-1 0 0 0,-1 1 0 0 0,1-1 0 0 0,-1 0 1 0 0,0 1-1 0 0,1-1 0 0 0,-1 1 0 0 0,0-1 0 0 0,1 1 0 0 0,-1 0 0 0 0,0-1 0 0 0,1 1 0 0 0,-1-1 0 0 0,0 1 0 0 0,0-1 0 0 0,0 1 1 0 0,0 1-1 0 0,0 402-145 0 0,0-404 98 0 0,0 1-1 0 0,0 0 1 0 0,0-1-1 0 0,0 1 1 0 0,-1-1 0 0 0,1 1-1 0 0,0-1 1 0 0,0 1 0 0 0,-1 0-1 0 0,1-1 1 0 0,0 1 0 0 0,-1-1-1 0 0,1 1 1 0 0,-1-1-1 0 0,1 0 1 0 0,0 1 0 0 0,-1-1-1 0 0,1 1 1 0 0,-1-1 0 0 0,1 0-1 0 0,-1 1 1 0 0,0-1 0 0 0,1 0-1 0 0,-1 0 1 0 0,1 1 0 0 0,-1-1-1 0 0,0 0 1 0 0,1 0-1 0 0,-1 0 1 0 0,1 0 0 0 0,-1 0-1 0 0,0 0 1 0 0,1 0 0 0 0,-1 0-1 0 0,1 0 1 0 0,-1 0 0 0 0,0 0-1 0 0,1 0 1 0 0,-2-1-1 0 0,-11-8-5539 0 0,-11-18-800 0 0</inkml:trace>
</inkml:ink>
</file>

<file path=ppt/ink/ink6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06T18:48:30.77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 1 1121 0 0,'0'0'6883'0'0,"-1"0"-6717"0"0,1 0 1 0 0,0 0-1 0 0,0 1 0 0 0,0-1 1 0 0,0 0-1 0 0,0 0 1 0 0,0 1-1 0 0,-1-1 1 0 0,1 0-1 0 0,0 1 1 0 0,0-1-1 0 0,0 0 1 0 0,0 0-1 0 0,0 1 0 0 0,0-1 1 0 0,0 0-1 0 0,0 1 1 0 0,0-1-1 0 0,0 0 1 0 0,1 0-1 0 0,-1 1 1 0 0,0-1-1 0 0,0 0 1 0 0,0 1-1 0 0,0-1 0 0 0,0 0 1 0 0,0 0-1 0 0,1 1 1 0 0,-1-1-1 0 0,0 0 1 0 0,0 0-1 0 0,0 0 1 0 0,1 1-1 0 0,-1-1 1 0 0,0 0-1 0 0,0 0 0 0 0,1 0 1 0 0,-1 1-1 0 0,0-1 1 0 0,0 0-1 0 0,1 0 1 0 0,-1 0-1 0 0,0 0 1 0 0,0 0-1 0 0,1 0 1 0 0,1 0-71 0 0,-2 0-71 0 0,1 0 1 0 0,0 0 0 0 0,0-1-1 0 0,0 1 1 0 0,-1 0-1 0 0,1 0 1 0 0,0 0 0 0 0,0 0-1 0 0,0 0 1 0 0,0 0 0 0 0,-1 0-1 0 0,1 1 1 0 0,0-1-1 0 0,0 0 1 0 0,0 0 0 0 0,-1 1-1 0 0,1-1 1 0 0,0 0 0 0 0,0 1-1 0 0,-1-1 1 0 0,1 1-1 0 0,0-1 1 0 0,-1 1 0 0 0,1-1-1 0 0,0 1 1 0 0,-1-1 0 0 0,2 2-1 0 0,-2-1-5 0 0,1 0 1 0 0,0 0-1 0 0,0-1 0 0 0,-1 1 1 0 0,1 0-1 0 0,0 0 0 0 0,0-1 0 0 0,0 1 1 0 0,0-1-1 0 0,0 1 0 0 0,0-1 1 0 0,0 1-1 0 0,0-1 0 0 0,0 0 0 0 0,0 1 1 0 0,0-1-1 0 0,0 0 0 0 0,0 0 1 0 0,0 0-1 0 0,0 0 0 0 0,2 0 0 0 0,-2 0 14 0 0,-1 0-22 0 0,1 0 0 0 0,-1 0 0 0 0,0 0 0 0 0,0 1 0 0 0,1-1 0 0 0,-1 0-1 0 0,0 0 1 0 0,0 0 0 0 0,1 0 0 0 0,-1 0 0 0 0,0 0 0 0 0,0 1 0 0 0,0-1-1 0 0,1 0 1 0 0,-1 0 0 0 0,0 0 0 0 0,0 0 0 0 0,0 1 0 0 0,1-1 0 0 0,-1 0-1 0 0,0 0 1 0 0,0 1 0 0 0,0-1 0 0 0,0 0 0 0 0,0 0 0 0 0,0 1 0 0 0,0-1 0 0 0,0 0-1 0 0,1 0 1 0 0,-1 1 0 0 0,0-1 0 0 0,0 0 0 0 0,0 0 0 0 0,0 1 0 0 0,0-1-1 0 0,0 0 1 0 0,0 0 0 0 0,-1 1 0 0 0,1-1 0 0 0,0 0 0 0 0,0 0 0 0 0,0 1-1 0 0,0-1-4 0 0,0 1-1 0 0,0-1 1 0 0,0 0-1 0 0,0 1 0 0 0,0-1 1 0 0,-1 0-1 0 0,1 1 1 0 0,0-1-1 0 0,0 0 0 0 0,0 1 1 0 0,1-1-1 0 0,-1 0 1 0 0,0 1-1 0 0,0-1 0 0 0,0 0 1 0 0,0 1-1 0 0,0-1 0 0 0,0 0 1 0 0,0 0-1 0 0,0 1 1 0 0,1-1-1 0 0,-1 0 0 0 0,0 1 1 0 0,0-1-1 0 0,0 0 1 0 0,1 0-1 0 0,-1 1 0 0 0,0-1 1 0 0,0 0-1 0 0,1 0 1 0 0,-1 0-1 0 0,0 0 0 0 0,1 1 1 0 0,-1-1-1 0 0,6 1 84 0 0,-5-1-82 0 0,0 0-1 0 0,-1 0 1 0 0,1 0-1 0 0,0 0 1 0 0,-1 1-1 0 0,1-1 0 0 0,0 0 1 0 0,0 0-1 0 0,-1 0 1 0 0,1 1-1 0 0,0-1 1 0 0,-1 0-1 0 0,1 1 1 0 0,-1-1-1 0 0,1 0 1 0 0,0 1-1 0 0,-1-1 0 0 0,1 1 1 0 0,-1-1-1 0 0,1 1 1 0 0,-1-1-1 0 0,1 1 1 0 0,-1 0-1 0 0,0-1 1 0 0,1 1-1 0 0,-1-1 1 0 0,0 1-1 0 0,1 0 0 0 0,-1-1 1 0 0,0 1-1 0 0,0 0 1 0 0,0-1-1 0 0,1 1 1 0 0,-1 0-1 0 0,0 0 1 0 0,0-1-1 0 0,0 2 1 0 0,-2 0-35 0 0,3-1 26 0 0,0-1-1 0 0,0 1 1 0 0,0-1 0 0 0,1 1 0 0 0,-1-1-1 0 0,0 0 1 0 0,0 0 0 0 0,0 1-1 0 0,0-1 1 0 0,0 0 0 0 0,1 0 0 0 0,-1 0-1 0 0,0 0 1 0 0,0 0 0 0 0,0 0 0 0 0,0-1-1 0 0,0 1 1 0 0,1 0 0 0 0,-1-1 0 0 0,1 0-1 0 0,3 0-3 0 0,-7 1 12 0 0,32-4-89 0 0,-2-1 82 0 0,9-4 0 0 0,-31 5 0 0 0,6 1 0 0 0,12 2 0 0 0,-18 1 19 0 0,1 0-1 0 0,-1 1 1 0 0,1 0-1 0 0,-1 1 1 0 0,1-1-1 0 0,-1 1 1 0 0,0 0-1 0 0,0 1 0 0 0,0-1 1 0 0,0 1-1 0 0,0 1 1 0 0,7 4-1 0 0,12 6 100 0 0,-24-13-108 0 0,-3 7 36 0 0,7-7 7 0 0,13 0-40 0 0,-8 3-13 0 0,8-3-13 0 0,38-6-147 0 0,-49 3 97 0 0,-9 2 24 0 0,3 0 39 0 0,-1-1-1 0 0,0 1 1 0 0,0 0 0 0 0,0 0-1 0 0,0 0 1 0 0,0 0 0 0 0,0 0-1 0 0,0 0 1 0 0,0 0 0 0 0,0 0-1 0 0,0 0 1 0 0,0 0 0 0 0,0 0-1 0 0,0 0 1 0 0,0 0 0 0 0,0 0 0 0 0,0 0-1 0 0,0 0 1 0 0,0 0 0 0 0,0 0-1 0 0,0 0 1 0 0,0 0 0 0 0,0-1-1 0 0,0 1 1 0 0,0 0 0 0 0,0 0-1 0 0,0 0 1 0 0,0 0 0 0 0,0 0 0 0 0,0 0-1 0 0,0 0 1 0 0,0 0 0 0 0,0 0-1 0 0,0 0 1 0 0,0 0 0 0 0,0 0-1 0 0,0 0 1 0 0,0 0 0 0 0,0 0-1 0 0,0 0 1 0 0,0-1 0 0 0,0 1-1 0 0,0 0 1 0 0,0 0 0 0 0,0 0 0 0 0,0 0-1 0 0,0 0 1 0 0,0 0 0 0 0,0 0-1 0 0,32-7 39 0 0,-13 6-11 0 0,-10 1 39 0 0,38 1 28 0 0,-43 3-41 0 0,1 3-40 0 0,14-2-26 0 0,1-3-53 0 0,-3-3-1 0 0,7 0 67 0 0,24-5 47 0 0,-40 6 6 0 0,76 1-7 0 0,-77-1-46 0 0,0-1 0 0 0,0 1 0 0 0,1 1 0 0 0,-1-1 0 0 0,0 1 0 0 0,0 0 0 0 0,7 3 0 0 0,5 0 0 0 0,61 15 14 0 0,87 5 208 0 0,-143-22-357 0 0,0-2 0 0 0,0 0 0 0 0,0-2 1 0 0,0-1-1 0 0,30-7 0 0 0,-50 9-100 0 0,6-2-1959 0 0,-47 2-2781 0 0,-85 7-3935 0 0</inkml:trace>
</inkml:ink>
</file>

<file path=ppt/ink/ink6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06T18:48:33.93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87 56 560 0 0,'-25'5'2650'0'0,"-35"-3"9747"0"0,61-3-11040 0 0,-2 1-1339 0 0,1 0 0 0 0,0-1 0 0 0,0 1 0 0 0,0 0 0 0 0,0 0 0 0 0,0 0 0 0 0,0-1 0 0 0,0 1 0 0 0,0 0 0 0 0,0 0 0 0 0,0 0 0 0 0,0 0 0 0 0,0-1 0 0 0,0 1 0 0 0,0 0 0 0 0,0 0 0 0 0,0 0 0 0 0,0-1 1 0 0,0 1-1 0 0,0 0 0 0 0,0 0 0 0 0,0 0 0 0 0,0 0 0 0 0,0-1 0 0 0,1 1 0 0 0,-1 0 0 0 0,0 0 0 0 0,0 0 0 0 0,0 0 0 0 0,0 0 0 0 0,0-1 0 0 0,0 1 0 0 0,1 0 0 0 0,-1 0 0 0 0,0 0 0 0 0,0 0 0 0 0,0 0 0 0 0,0 0 0 0 0,1 0 0 0 0,-1 0 0 0 0,0-1 0 0 0,0 1 0 0 0,0 0 0 0 0,0 0 0 0 0,1 0 0 0 0,-1 0 0 0 0,0 0 0 0 0,0 0 0 0 0,0 0 0 0 0,1 0 0 0 0,-1 0 1 0 0,108-34 808 0 0,-98 32-793 0 0,17-5 62 0 0,50-4 1 0 0,-65 11-94 0 0,0 0 1 0 0,0 0-1 0 0,1 1 0 0 0,-1 1 0 0 0,0 0 1 0 0,0 1-1 0 0,12 4 0 0 0,-2 3 24 0 0,-1 0-1 0 0,0 1 1 0 0,-1 1 0 0 0,27 20-1 0 0,-44-30-30 0 0,-1-1-1 0 0,0 1 0 0 0,1 0 0 0 0,-1 0 1 0 0,0 0-1 0 0,0 0 0 0 0,0 1 0 0 0,-1-1 1 0 0,1 0-1 0 0,-1 1 0 0 0,1-1 0 0 0,-1 1 1 0 0,0 0-1 0 0,0-1 0 0 0,0 1 0 0 0,0 0 0 0 0,0 0 1 0 0,0 5-1 0 0,-1-5 10 0 0,0-1-1 0 0,-1 1 1 0 0,1-1 0 0 0,-1 1 0 0 0,0 0 0 0 0,0-1-1 0 0,0 0 1 0 0,0 1 0 0 0,0-1 0 0 0,-1 1-1 0 0,1-1 1 0 0,-1 0 0 0 0,1 0 0 0 0,-1 0-1 0 0,0 0 1 0 0,0 0 0 0 0,0 0 0 0 0,-3 2-1 0 0,-10 8 45 0 0,-1-1 0 0 0,0 0-1 0 0,-1-1 1 0 0,-29 13-1 0 0,39-20-10 0 0,-14 6 135 0 0,-1-1 0 0 0,0-1 0 0 0,-39 8 0 0 0,-4 0 388 0 0,-18 2-3 0 0,77-16-628 0 0,0 0-1 0 0,-1 0 1 0 0,1-1-1 0 0,-1 0 1 0 0,1 0-1 0 0,-1-1 1 0 0,1 0 0 0 0,-1 0-1 0 0,-11-4 1 0 0,17 4 8 0 0,1 1 1 0 0,-1-1-1 0 0,1 0 1 0 0,-1 1 0 0 0,1-1-1 0 0,-1 0 1 0 0,1 0-1 0 0,-1 1 1 0 0,1-1-1 0 0,0 0 1 0 0,-1 0 0 0 0,1 0-1 0 0,0 1 1 0 0,0-1-1 0 0,0 0 1 0 0,0 0-1 0 0,0 0 1 0 0,-1 0 0 0 0,1 0-1 0 0,1 1 1 0 0,-1-1-1 0 0,0 0 1 0 0,0-2-1 0 0,6-16-264 0 0,0 12 229 0 0,0 2-1 0 0,0-1 1 0 0,0 0 0 0 0,1 1-1 0 0,0 1 1 0 0,0-1 0 0 0,0 1 0 0 0,0 0-1 0 0,1 0 1 0 0,0 1 0 0 0,-1 0-1 0 0,1 1 1 0 0,0 0 0 0 0,1 0-1 0 0,-1 0 1 0 0,16 0 0 0 0,-8 2 89 0 0,-1 2 1 0 0,1-1-1 0 0,-1 2 0 0 0,0 0 1 0 0,0 0-1 0 0,24 10 0 0 0,92 49-1005 0 0,-107-48-446 0 0,-18-10 602 0 0,0-1 1 0 0,0 1 0 0 0,0-1 0 0 0,0 0 0 0 0,1 0 0 0 0,-1-1 0 0 0,1 0 0 0 0,8 1-1 0 0,18 0-4118 0 0</inkml:trace>
</inkml:ink>
</file>

<file path=ppt/ink/ink6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06T18:48:34.42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586 1 800 0 0,'2'0'105'0'0,"0"1"-1"0"0,0-1 0 0 0,1 1 1 0 0,-1 0-1 0 0,0 0 0 0 0,0 0 1 0 0,0 0-1 0 0,0 0 0 0 0,0 0 0 0 0,-1 1 1 0 0,1-1-1 0 0,0 0 0 0 0,0 1 1 0 0,-1 0-1 0 0,1-1 0 0 0,-1 1 1 0 0,0 0-1 0 0,1 0 0 0 0,-1-1 1 0 0,0 1-1 0 0,0 0 0 0 0,0 0 0 0 0,0 1 1 0 0,0-1-1 0 0,-1 0 0 0 0,1 0 1 0 0,-1 0-1 0 0,1 0 0 0 0,-1 1 1 0 0,0 1-1 0 0,0 2 134 0 0,0 0 1 0 0,0 0-1 0 0,0 0 1 0 0,-1 0-1 0 0,0 0 0 0 0,-1 0 1 0 0,1-1-1 0 0,-1 1 1 0 0,0 0-1 0 0,-4 6 0 0 0,-1 3 168 0 0,-1 0-1 0 0,0-1 0 0 0,-2-1 0 0 0,1 1 0 0 0,-1-1 0 0 0,-1-1 1 0 0,-15 14-1 0 0,19-20-289 0 0,-9 8 345 0 0,0-1 0 0 0,-1-1 0 0 0,0 0-1 0 0,-1-1 1 0 0,-30 13 0 0 0,6-12 293 0 0,0-2 0 0 0,0-1-1 0 0,-48 2 1 0 0,77-10-505 0 0,-1-1 1 0 0,0 0-1 0 0,0-1 1 0 0,-19-3-1 0 0,27 3-234 0 0,1 0 0 0 0,-1 0 0 0 0,1-1-1 0 0,0 1 1 0 0,-1-1 0 0 0,1 0 0 0 0,0-1 0 0 0,0 0 0 0 0,0 1 0 0 0,0-1 0 0 0,1-1 0 0 0,-9-7 0 0 0,12 9-54 0 0,0 0 0 0 0,0 0 0 0 0,0 0 0 0 0,1 0 0 0 0,-1-1 0 0 0,1 1 0 0 0,-1 0 0 0 0,1 0 0 0 0,0-1 0 0 0,0 1 1 0 0,0 0-1 0 0,0-1 0 0 0,1-2 0 0 0,-1-1 143 0 0,5 3-24 0 0,21-1-62 0 0,1 2 0 0 0,0 0 0 0 0,-1 2-1 0 0,1 1 1 0 0,44 7 0 0 0,135 36-1783 0 0,-98-18-3727 0 0,-47-12-870 0 0</inkml:trace>
</inkml:ink>
</file>

<file path=ppt/ink/ink6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06T18:48:34.79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251 45 160 0 0,'-14'12'1461'0'0,"0"-1"0"0"0,0-1-1 0 0,-1 0 1 0 0,-1-1 0 0 0,-24 12 0 0 0,-37 21 2236 0 0,70-37-3465 0 0,1 0 1 0 0,-1 0-1 0 0,1 0 0 0 0,0 1 1 0 0,1 0-1 0 0,-1 0 1 0 0,1 1-1 0 0,-5 8 0 0 0,9-13-188 0 0,1 0-1 0 0,-1-1 0 0 0,1 1 0 0 0,0 0 1 0 0,0 0-1 0 0,0 0 0 0 0,0 0 1 0 0,0 0-1 0 0,0 0 0 0 0,1-1 0 0 0,-1 1 1 0 0,0 0-1 0 0,1 0 0 0 0,-1 0 0 0 0,1-1 1 0 0,0 1-1 0 0,0 0 0 0 0,0-1 0 0 0,0 1 1 0 0,0 0-1 0 0,0-1 0 0 0,0 0 0 0 0,0 1 1 0 0,0-1-1 0 0,1 1 0 0 0,-1-1 0 0 0,1 0 1 0 0,1 1-1 0 0,2 4 143 0 0,1-1-130 0 0,0 1 0 0 0,0-1 0 0 0,1 0 1 0 0,-1 0-1 0 0,1-1 0 0 0,0 0 0 0 0,0 0 0 0 0,1 0 0 0 0,-1-1 0 0 0,1 0 0 0 0,0-1 1 0 0,-1 0-1 0 0,1 0 0 0 0,0 0 0 0 0,0-1 0 0 0,1-1 0 0 0,13 1 0 0 0,10-3 52 0 0,-1-1-1 0 0,0-1 1 0 0,36-9-1 0 0,-65 12-93 0 0,16-4 17 0 0,0 0 0 0 0,0-1 0 0 0,0-1-1 0 0,-1-1 1 0 0,0 0 0 0 0,-1-2 0 0 0,0 0 0 0 0,0 0 0 0 0,-1-2 0 0 0,0 1-1 0 0,-1-2 1 0 0,-1 0 0 0 0,0-1 0 0 0,0 0 0 0 0,12-20 0 0 0,-23 32-21 0 0,-1-1 1 0 0,1 1 0 0 0,-1-1-1 0 0,0 0 1 0 0,0 1-1 0 0,0-1 1 0 0,0 0 0 0 0,0 0-1 0 0,0 0 1 0 0,-1 1 0 0 0,1-1-1 0 0,-1 0 1 0 0,0 0 0 0 0,0 0-1 0 0,0 0 1 0 0,0 0 0 0 0,-1 0-1 0 0,1 0 1 0 0,-1 0 0 0 0,0 0-1 0 0,1 1 1 0 0,-1-1-1 0 0,-1 0 1 0 0,1 1 0 0 0,0-1-1 0 0,-1 0 1 0 0,-1-2 0 0 0,-1 1 24 0 0,0 0 1 0 0,0 0-1 0 0,0 1 1 0 0,-1 0 0 0 0,1 0-1 0 0,-1 0 1 0 0,0 0-1 0 0,0 1 1 0 0,1 0-1 0 0,-2 0 1 0 0,1 0-1 0 0,-10-2 1 0 0,-3 1-120 0 0,1 0 0 0 0,-1 1 0 0 0,0 0-1 0 0,1 2 1 0 0,-27 1 0 0 0,-49 14-3173 0 0,-13 6-3199 0 0</inkml:trace>
</inkml:ink>
</file>

<file path=ppt/ink/ink6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06T18:48:37.29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2 286 400 0 0,'0'-1'140'0'0,"-1"0"0"0"0,1 1 0 0 0,0-1 0 0 0,0 0 1 0 0,0 0-1 0 0,0 1 0 0 0,0-1 0 0 0,0 0 0 0 0,0 1 0 0 0,0-1 0 0 0,0 0 0 0 0,0 0 0 0 0,0 1 0 0 0,0-1 0 0 0,0 0 0 0 0,1 1 0 0 0,-1-1 0 0 0,0 0 0 0 0,0 1 0 0 0,1-1 1 0 0,-1 1-1 0 0,0-1 0 0 0,1 0 0 0 0,-1 1 0 0 0,1-1 0 0 0,-1 1 0 0 0,2-2 0 0 0,1 2 549 0 0,12-5-820 0 0,-10-6 6776 0 0,-10 11-6071 0 0,-13 0 39 0 0,13 0-39 0 0,8 0 2509 0 0,9-3-2709 0 0,-4 1-309 0 0,-7 1-42 0 0,0-1 0 0 0,0 0 0 0 0,0 0 1 0 0,-1 0-1 0 0,1 0 0 0 0,-1 0 0 0 0,1 0 1 0 0,-1 0-1 0 0,0 0 0 0 0,1 0 1 0 0,-1 0-1 0 0,0 0 0 0 0,-1 0 0 0 0,1 0 1 0 0,-1-4-1 0 0,1 5 5 0 0,0-65 132 0 0,0 65-159 0 0,0-1 0 0 0,0 1 0 0 0,0-1 0 0 0,0 1 0 0 0,0 0 0 0 0,1-1-1 0 0,-1 1 1 0 0,1-1 0 0 0,-1 1 0 0 0,1-1 0 0 0,-1 1 0 0 0,1 0 0 0 0,0-1 0 0 0,-1 1 0 0 0,1 0 0 0 0,0 0 0 0 0,0-1 0 0 0,0 1 0 0 0,0 0 0 0 0,0 0-1 0 0,2-1 1 0 0,-2 1 2 0 0,1 0 0 0 0,-1 0-1 0 0,0 0 1 0 0,0 0 0 0 0,0 0 0 0 0,-1 0-1 0 0,1 0 1 0 0,0-1 0 0 0,0 1-1 0 0,-1 0 1 0 0,1 0 0 0 0,0-1 0 0 0,-1 1-1 0 0,1 0 1 0 0,-1-1 0 0 0,0 1-1 0 0,1-1 1 0 0,-1 1 0 0 0,0 0 0 0 0,0-1-1 0 0,0-1 1 0 0,0-4 93 0 0,-1 5-61 0 0,1 1 1 0 0,0-1 0 0 0,0 1-1 0 0,-1-1 1 0 0,1 1 0 0 0,0-1-1 0 0,1 1 1 0 0,-1-1 0 0 0,0 1-1 0 0,0-1 1 0 0,1 0 0 0 0,-1 1 0 0 0,0 0-1 0 0,1-1 1 0 0,0 1 0 0 0,-1-1-1 0 0,1 1 1 0 0,1-2 0 0 0,22-1-42 0 0,0-2-25 0 0,-24 6 31 0 0,0-1 0 0 0,1 1-1 0 0,-1 0 1 0 0,0-1 0 0 0,1 1 0 0 0,-1 0 0 0 0,0-1 0 0 0,0 1 0 0 0,1-1-1 0 0,-1 1 1 0 0,0 0 0 0 0,0-1 0 0 0,0 1 0 0 0,0-1 0 0 0,0 1 0 0 0,0-1-1 0 0,1 1 1 0 0,-1 0 0 0 0,0-1 0 0 0,0 1 0 0 0,0-1 0 0 0,0 1 0 0 0,-1-1-1 0 0,1 0 1 0 0,0 1 1 0 0,0-1 1 0 0,0 1 0 0 0,1-1 0 0 0,-1 1 0 0 0,0-1 0 0 0,0 1 0 0 0,0-1 0 0 0,1 1 0 0 0,-1-1 0 0 0,0 1 0 0 0,0-1 0 0 0,1 1 0 0 0,-1-1 0 0 0,0 1 0 0 0,1 0 0 0 0,-1-1 0 0 0,1 1 0 0 0,-1 0 0 0 0,1-1 0 0 0,-1 1 0 0 0,0 0 0 0 0,1 0 0 0 0,-1-1 1 0 0,1 1-1 0 0,-1 0 0 0 0,1 0 0 0 0,0 0 0 0 0,-1-1 0 0 0,1 1 0 0 0,-1 0 0 0 0,1 0 0 0 0,-1 0 0 0 0,1 0 0 0 0,-1 0 0 0 0,2 0 0 0 0,-2 1-3 0 0,1-1 0 0 0,-1 0 0 0 0,1 0 0 0 0,-1 0 0 0 0,1 0 0 0 0,-1 0 1 0 0,1 0-1 0 0,-1 0 0 0 0,1-1 0 0 0,-1 1 0 0 0,1 0 0 0 0,-1 0 0 0 0,1 0 0 0 0,-1 0 0 0 0,1-1 0 0 0,-1 1 0 0 0,0 0 0 0 0,1 0 0 0 0,-1-1 1 0 0,1 1-1 0 0,-1 0 0 0 0,0-1 0 0 0,1 1 0 0 0,-1 0 0 0 0,0-1 0 0 0,1 1 0 0 0,-1-1 0 0 0,0 1 0 0 0,0 0 0 0 0,0-1 0 0 0,1 1 0 0 0,-1-1 1 0 0,0 0-1 0 0,1 0-7 0 0,-1 1 0 0 0,0-1 1 0 0,1 1-1 0 0,-1 0 1 0 0,0-1-1 0 0,1 1 0 0 0,-1-1 1 0 0,1 1-1 0 0,-1 0 0 0 0,0-1 1 0 0,1 1-1 0 0,-1 0 0 0 0,1 0 1 0 0,-1 0-1 0 0,1-1 1 0 0,-1 1-1 0 0,1 0 0 0 0,0 0 1 0 0,-1 0-1 0 0,1 0 0 0 0,-1 0 1 0 0,1 0-1 0 0,-1 0 0 0 0,1 0 1 0 0,-1 0-1 0 0,1 0 1 0 0,-1 0-1 0 0,1 0 0 0 0,-1 0 1 0 0,1 0-1 0 0,0 0 0 0 0,0 1 1 0 0,1-1-48 0 0,-6 2-40 0 0,3-2 79 0 0,1 0 1 0 0,-1 0 0 0 0,0 0 0 0 0,1 0 0 0 0,-1 1 0 0 0,1-1 0 0 0,-1 0-1 0 0,0 0 1 0 0,1 0 0 0 0,-1 1 0 0 0,1-1 0 0 0,-1 0 0 0 0,0 1 0 0 0,1-1-1 0 0,-1 1 1 0 0,1-1 0 0 0,-1 1 0 0 0,1-1 0 0 0,0 0 0 0 0,-1 1 0 0 0,1 0 0 0 0,-1-1-1 0 0,1 1 1 0 0,0-1 0 0 0,0 1 0 0 0,-1-1 0 0 0,1 1 0 0 0,0 0 0 0 0,0-1-1 0 0,0 1 1 0 0,-1 0 0 0 0,1-1 0 0 0,0 1 0 0 0,0-1 0 0 0,0 2 0 0 0,0 0-25 0 0,0-1 0 0 0,0 0 0 0 0,0 1 0 0 0,-1-1 0 0 0,1 1 1 0 0,-1-1-1 0 0,1 0 0 0 0,-1 1 0 0 0,1-1 0 0 0,-1 0 0 0 0,0 1 1 0 0,0-1-1 0 0,1 0 0 0 0,-1 0 0 0 0,0 0 0 0 0,0 0 0 0 0,0 0 1 0 0,0 0-1 0 0,0 0 0 0 0,-2 1 0 0 0,-5 6-284 0 0,-25 40-2851 0 0,5-15-546 0 0,0-3-1815 0 0</inkml:trace>
</inkml:ink>
</file>

<file path=ppt/ink/ink6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06T18:48:38.96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172 277 240 0 0,'23'-4'560'0'0,"-22"2"-299"0"0,0 0-1 0 0,0 0 0 0 0,0 1 0 0 0,-1-1 1 0 0,1 0-1 0 0,-1 0 0 0 0,1 0 0 0 0,-1 0 1 0 0,0 0-1 0 0,0 0 0 0 0,0 0 0 0 0,0 0 0 0 0,0 0 1 0 0,0 0-1 0 0,-1-4 0 0 0,1 4-48 0 0,0-68 2042 0 0,-1 69-2233 0 0,0 0 0 0 0,1 0 0 0 0,-1 0 0 0 0,0 1 0 0 0,0-1 0 0 0,0 0 0 0 0,0 0 0 0 0,0 1 0 0 0,0-1 0 0 0,0 0 0 0 0,0 1 0 0 0,0-1 0 0 0,0 1 0 0 0,0-1 0 0 0,0 1 0 0 0,0 0 0 0 0,0 0 0 0 0,0-1 0 0 0,-1 1 0 0 0,1 0 0 0 0,-1 0 0 0 0,-27-4 571 0 0,1 8 195 0 0,24-4-600 0 0,4 0-182 0 0,0 0 0 0 0,0 0 0 0 0,0 0 0 0 0,0 1 0 0 0,0-1 1 0 0,0 0-1 0 0,0 0 0 0 0,1 0 0 0 0,-1 0 0 0 0,0 0 0 0 0,0 0 0 0 0,0 1 1 0 0,0-1-1 0 0,0 0 0 0 0,0 0 0 0 0,0 0 0 0 0,0 0 0 0 0,0 1 0 0 0,0-1 1 0 0,0 0-1 0 0,0 0 0 0 0,0 0 0 0 0,0 0 0 0 0,0 0 0 0 0,0 1 0 0 0,0-1 1 0 0,0 0-1 0 0,0 0 0 0 0,-1 0 0 0 0,1 0 0 0 0,0 0 0 0 0,0 1 0 0 0,0-1 1 0 0,0 0-1 0 0,0 0 0 0 0,0 0 0 0 0,0 0 0 0 0,0 0 0 0 0,-1 0 0 0 0,1 0 1 0 0,0 1-1 0 0,0-1 0 0 0,0 0 0 0 0,0 0 0 0 0,0 0 0 0 0,0 0 0 0 0,-1 0 1 0 0,1 0-1 0 0,0 0 0 0 0,0 0 0 0 0,0 0 0 0 0,0 0 0 0 0,-1 0 1 0 0,1 0-1 0 0,0 0 0 0 0,0 0 0 0 0,0 0 0 0 0,0 0 0 0 0,0 0 0 0 0,-1 0 1 0 0,1 0-1 0 0,0 0 0 0 0,0 0 0 0 0,0 0 0 0 0,0 0 0 0 0,0 0 0 0 0,-1 0 1 0 0,1-1-1 0 0,0 1 0 0 0,-1 0-9 0 0,0 0-4 0 0,0 0 0 0 0,0 0 1 0 0,0-1-1 0 0,1 1 0 0 0,-1 0 0 0 0,0 0 0 0 0,0 0 0 0 0,0 0 0 0 0,0 0 0 0 0,1 0 0 0 0,-1 0 0 0 0,0 1 0 0 0,0-1 0 0 0,0 0 0 0 0,1 0 0 0 0,-1 1 0 0 0,0-1 0 0 0,0 0 0 0 0,1 1 0 0 0,-1-1 0 0 0,0 1 0 0 0,0-1 0 0 0,1 1 0 0 0,-1-1 0 0 0,1 1 0 0 0,-1-1 0 0 0,0 2 0 0 0,0-1-15 0 0,1 0 0 0 0,-1 0 0 0 0,0 0 0 0 0,1 0 0 0 0,-1 0 0 0 0,0 0 0 0 0,0 0 0 0 0,1 0 0 0 0,-1-1 0 0 0,0 1-1 0 0,0 0 1 0 0,0-1 0 0 0,0 1 0 0 0,0 0 0 0 0,0-1 0 0 0,0 0 0 0 0,0 1 0 0 0,-2 0 0 0 0,-3 2-99 0 0,2 10-167 0 0,4-12 277 0 0,1 0 0 0 0,-1-1 0 0 0,0 1-1 0 0,-1 0 1 0 0,1 0 0 0 0,0 0 0 0 0,0-1-1 0 0,0 1 1 0 0,0 0 0 0 0,-1 0 0 0 0,1 0-1 0 0,0-1 1 0 0,0 1 0 0 0,-1 0 0 0 0,1-1-1 0 0,-1 1 1 0 0,1 0 0 0 0,-1-1-1 0 0,0 2 1 0 0,-7 4-15 0 0,-4 8-90 0 0,8 19 155 0 0,4-33-33 0 0,0-1 1 0 0,0 0-1 0 0,0 0 1 0 0,0 1 0 0 0,0-1-1 0 0,0 0 1 0 0,0 1 0 0 0,0-1-1 0 0,0 0 1 0 0,0 0-1 0 0,0 1 1 0 0,0-1 0 0 0,0 0-1 0 0,0 1 1 0 0,1-1 0 0 0,-1 0-1 0 0,0 1 1 0 0,0-1-1 0 0,1 0 1 0 0,-1 1 0 0 0,1-1-1 0 0,-1 1 1 0 0,1-1 0 0 0,-1 1-1 0 0,0-1 1 0 0,1 1 0 0 0,0-1-1 0 0,-1 1 1 0 0,1-1-1 0 0,-1 1 1 0 0,1 0 0 0 0,0-1-1 0 0,-1 1 1 0 0,1 0 0 0 0,0-1-1 0 0,-1 1 1 0 0,1 0-1 0 0,0 0 1 0 0,-1 0 0 0 0,2 0-1 0 0,-2-1-3 0 0,1 1 1 0 0,0 0-1 0 0,-1 0 0 0 0,1 0 0 0 0,0 0 0 0 0,-1 0 1 0 0,1-1-1 0 0,0 1 0 0 0,-1 0 0 0 0,1-1 0 0 0,-1 1 0 0 0,1 0 1 0 0,-1-1-1 0 0,1 1 0 0 0,-1-1 0 0 0,1 1 0 0 0,-1-1 1 0 0,1 1-1 0 0,-1-1 0 0 0,1 1 0 0 0,-1-1 0 0 0,0 1 0 0 0,1-1 1 0 0,-1 0-1 0 0,0 1 0 0 0,0-1 0 0 0,1 1 0 0 0,-1-1 1 0 0,0 0-1 0 0,0 1 0 0 0,0-1 0 0 0,0 0 0 0 0,0 1 0 0 0,0-1 1 0 0,0 0-1 0 0,0 1 0 0 0,0-1 0 0 0,0 0 0 0 0,0 1 0 0 0,0-2 1 0 0,-4-21 115 0 0,-11 17-42 0 0,10 5-84 0 0,5 1 14 0 0,0 0-1 0 0,-1 0 0 0 0,1 0 0 0 0,0 0 0 0 0,0 0 0 0 0,-1 0 0 0 0,1 0 0 0 0,0-1 1 0 0,0 1-1 0 0,-1 0 0 0 0,1 0 0 0 0,0 0 0 0 0,0 0 0 0 0,0-1 0 0 0,0 1 0 0 0,-1 0 1 0 0,1 0-1 0 0,0 0 0 0 0,0-1 0 0 0,0 1 0 0 0,0 0 0 0 0,0 0 0 0 0,-1-1 0 0 0,1 1 1 0 0,0 0-1 0 0,0 0 0 0 0,0-1 0 0 0,0 1 0 0 0,0 0 0 0 0,0 0 0 0 0,0-1 1 0 0,0 1-1 0 0,0 0 0 0 0,0 0 0 0 0,0-1 0 0 0,0 1 0 0 0,0 0 0 0 0,0 0 0 0 0,0-1 1 0 0,0 1-1 0 0,0 0 0 0 0,1-1 0 0 0,-1 1 12 0 0,0 0 0 0 0,0 0 0 0 0,0-1 0 0 0,0 1-1 0 0,0 0 1 0 0,0 0 0 0 0,0-1 0 0 0,0 1 0 0 0,0 0 0 0 0,0-1 0 0 0,0 1 0 0 0,0 0 0 0 0,0 0 0 0 0,0-1-1 0 0,0 1 1 0 0,0 0 0 0 0,0 0 0 0 0,0-1 0 0 0,0 1 0 0 0,0 0 0 0 0,0 0 0 0 0,-1-1 0 0 0,1 1-1 0 0,0 0 1 0 0,0 0 0 0 0,0-1 0 0 0,0 1 0 0 0,-1 0 0 0 0,1 0 0 0 0,0 0 0 0 0,0 0 0 0 0,0-1 0 0 0,-1 1-1 0 0,1 0 1 0 0,0 0 0 0 0,0 0 0 0 0,-1 0 0 0 0,1 0 0 0 0,0 0 0 0 0,0-1 0 0 0,-1 1 0 0 0,1 0 0 0 0,-18-6 229 0 0,17 5-240 0 0,1 1 0 0 0,-1 0 0 0 0,1 0 0 0 0,-1-1-1 0 0,1 1 1 0 0,0 0 0 0 0,-1 0 0 0 0,1-1 0 0 0,-1 1-1 0 0,1 0 1 0 0,0-1 0 0 0,-1 1 0 0 0,1-1 0 0 0,0 1-1 0 0,0 0 1 0 0,-1-1 0 0 0,1 1 0 0 0,0-1 0 0 0,0 1-1 0 0,0-1 1 0 0,-1 1 0 0 0,1-1 0 0 0,0 1 0 0 0,0 0-1 0 0,0-1 1 0 0,0 1 0 0 0,0-1 0 0 0,0 1 0 0 0,0-1-1 0 0,0 1 1 0 0,0-1 0 0 0,0 1 0 0 0,0-1 0 0 0,0 1-1 0 0,1-1 1 0 0,-1 1 0 0 0,0-1 0 0 0,0 1 0 0 0,0-1 0 0 0,1 1-1 0 0,-1-1 1 0 0,0 1 0 0 0,0 0 0 0 0,1-1 0 0 0,-1 1-1 0 0,0 0 1 0 0,1-1 0 0 0,-1 1 0 0 0,1 0 0 0 0,-1-1-1 0 0,0 1 1 0 0,1 0 0 0 0,0-1 0 0 0,1 0 7 0 0,16-12 62 0 0,-17 12-72 0 0,-1 1 1 0 0,0 0-1 0 0,1-1 0 0 0,-1 1 1 0 0,0-1-1 0 0,1 1 0 0 0,-1-1 1 0 0,0 1-1 0 0,1-1 0 0 0,-1 1 0 0 0,0-1 1 0 0,0 1-1 0 0,0-1 0 0 0,1 1 1 0 0,-1-1-1 0 0,0 1 0 0 0,0-1 0 0 0,0 0 1 0 0,0 1-1 0 0,0-1 0 0 0,0 1 1 0 0,0-1-1 0 0,0 1 0 0 0,0-1 1 0 0,0 0-1 0 0,-1 1 0 0 0,1-1 0 0 0,0 1 1 0 0,0-1-1 0 0,0 1 0 0 0,-1-1 1 0 0,1 1-1 0 0,0-1 0 0 0,-1 1 0 0 0,1-1 1 0 0,0 1-1 0 0,-1-1 0 0 0,1 1 1 0 0,-1 0-1 0 0,1-1 0 0 0,-1 1 1 0 0,-3-4-3 0 0,2 3 5 0 0,1 0 0 0 0,-1 0 0 0 0,1 0 0 0 0,-1 0 0 0 0,1-1 0 0 0,0 1 1 0 0,0-1-1 0 0,0 1 0 0 0,0 0 0 0 0,0-1 0 0 0,0 0 0 0 0,0 1 0 0 0,0-1 0 0 0,0 0 0 0 0,1 1 1 0 0,-1-1-1 0 0,1 0 0 0 0,-1 0 0 0 0,1 1 0 0 0,0-1 0 0 0,0 0 0 0 0,0 0 0 0 0,0 0 0 0 0,0 0 1 0 0,0-2-1 0 0,0-4 48 0 0,-1 6-47 0 0,1 1-1 0 0,0 0 1 0 0,0-1-1 0 0,0 1 1 0 0,-1-1 0 0 0,1 1-1 0 0,0-1 1 0 0,1 1 0 0 0,-1-1-1 0 0,0 1 1 0 0,0 0-1 0 0,1-1 1 0 0,-1 1 0 0 0,1-1-1 0 0,-1 1 1 0 0,1 0-1 0 0,-1 0 1 0 0,1-1 0 0 0,1-1-1 0 0,2 2 8 0 0,-3 1-13 0 0,0 0 1 0 0,0 0 0 0 0,0 0 0 0 0,-1-1-1 0 0,1 1 1 0 0,0 0 0 0 0,0-1 0 0 0,0 1-1 0 0,0 0 1 0 0,0-1 0 0 0,-1 1 0 0 0,1-1-1 0 0,0 0 1 0 0,0 1 0 0 0,-1-1 0 0 0,1 1 0 0 0,0-1-1 0 0,-1 0 1 0 0,1 0 0 0 0,-1 1 0 0 0,1-1-1 0 0,-1 0 1 0 0,1 0 0 0 0,-1 0 0 0 0,1 0-1 0 0,-1 1 1 0 0,0-1 0 0 0,0 0 0 0 0,1 0-1 0 0,-1 0 1 0 0,0 0 0 0 0,0 0 0 0 0,0 0-1 0 0,0 0 1 0 0,0 0 0 0 0,0 0 0 0 0,-1-2 2294 0 0,-3 3-2190 0 0,-20 0 428 0 0,24 1-378 0 0,0-1-141 0 0,0 0 1 0 0,0 1-1 0 0,0-1 0 0 0,0 0 0 0 0,0 1 0 0 0,0-1 0 0 0,0 0 0 0 0,0 1 0 0 0,0-1 0 0 0,0 0 0 0 0,0 1 0 0 0,0-1 0 0 0,0 0 0 0 0,0 1 0 0 0,1-1 0 0 0,-1 0 0 0 0,0 0 0 0 0,0 1 0 0 0,0-1 0 0 0,0 0 0 0 0,1 1 0 0 0,-1-1 0 0 0,0 0 0 0 0,0 0 0 0 0,0 0 0 0 0,1 1 0 0 0,-1-1 0 0 0,0 0 0 0 0,0 0 0 0 0,1 0 0 0 0,-1 1 0 0 0,0-1 0 0 0,1 0 0 0 0,5 0 76 0 0,-5 0-72 0 0,-1 0 0 0 0,1 0 0 0 0,-1 0 0 0 0,1 0 0 0 0,-1 0 0 0 0,1 0 0 0 0,0 0 0 0 0,-1 0-1 0 0,1 0 1 0 0,-1 0 0 0 0,1 0 0 0 0,-1 0 0 0 0,1 0 0 0 0,0 0 0 0 0,-1 1 0 0 0,1-1 0 0 0,-1 0 0 0 0,1 0 0 0 0,-1 1 0 0 0,1-1 0 0 0,-1 0 0 0 0,1 1-1 0 0,-1-1 1 0 0,0 0 0 0 0,1 1 0 0 0,-1-1 0 0 0,1 1 0 0 0,-1-1 0 0 0,0 1 0 0 0,1-1 0 0 0,-1 1 0 0 0,0-1 0 0 0,0 1 0 0 0,1-1 0 0 0,-1 1-1 0 0,0-1 1 0 0,0 1 0 0 0,0-1 0 0 0,0 1 0 0 0,0 1 0 0 0,0-2 448 0 0,0 19 734 0 0,0-15-1108 0 0,0-3-13 0 0,19-7-4629 0 0,-23 6 3082 0 0,-7 0-574 0 0</inkml:trace>
</inkml:ink>
</file>

<file path=ppt/ink/ink6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06T18:50:36.32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614 162 880 0 0,'74'-34'894'0'0,"0"3"0"0"0,2 3 0 0 0,1 4-1 0 0,95-17 1 0 0,-164 39-972 0 0,1 1 0 0 0,0 1 0 0 0,0-1 0 0 0,-1 1 0 0 0,10 2-1 0 0,10-1-706 0 0,-33 4 158 0 0,-141 62 1447 0 0,77-34 94 0 0,21-9-128 0 0,41-19-456 0 0,-1 0-1 0 0,0 0 0 0 0,0-1 1 0 0,0-1-1 0 0,-1 1 1 0 0,1-2-1 0 0,-1 1 1 0 0,0-1-1 0 0,0 0 1 0 0,0-1-1 0 0,0 0 1 0 0,-15 0-1 0 0,-3-2 226 0 0,22 2-495 0 0,0-1 1 0 0,1 0 0 0 0,-1-1-1 0 0,0 1 1 0 0,0-1-1 0 0,0 0 1 0 0,1 0 0 0 0,-1 0-1 0 0,-5-3 1 0 0,2-1 21 0 0,0 0 0 0 0,0 1 1 0 0,-1 0-1 0 0,0 0 0 0 0,-10-3 0 0 0,-8-8 36 0 0,-2 0 58 0 0,-4 4-122 0 0,27 8-55 0 0,0 1 0 0 0,1 0 0 0 0,-1 0 0 0 0,0 0 0 0 0,0 1 1 0 0,0 0-1 0 0,0 0 0 0 0,0 0 0 0 0,0 1 0 0 0,0 0 0 0 0,0 0 0 0 0,0 0 1 0 0,0 1-1 0 0,0 0 0 0 0,-6 2 0 0 0,-11 5-26 0 0,1 2 1 0 0,0 0-1 0 0,1 1 0 0 0,0 1 1 0 0,1 1-1 0 0,1 1 0 0 0,0 1 1 0 0,0 0-1 0 0,-20 24 0 0 0,20-21 7 0 0,-1-1 0 0 0,0 0 0 0 0,-33 19 0 0 0,51-35 20 0 0,0 0 0 0 0,0 0 0 0 0,0 0 0 0 0,1 0 0 0 0,-1 0 0 0 0,0 1 0 0 0,1-1 0 0 0,-1 1 0 0 0,1-1 0 0 0,-1 1 0 0 0,1 0 0 0 0,0-1 0 0 0,0 1 0 0 0,0 0 0 0 0,0 0 0 0 0,0 0 0 0 0,0 0 0 0 0,0 0 0 0 0,1 0 0 0 0,-1 0 0 0 0,1 0 0 0 0,-1 0 0 0 0,1 0 0 0 0,0 0 0 0 0,0 0 0 0 0,0 0 0 0 0,0 1 0 0 0,0-1 0 0 0,1 2 0 0 0,-1-2-2 0 0,-1 1 1 0 0,1-1-1 0 0,0 0 0 0 0,-1 0 1 0 0,1 0-1 0 0,-1 1 0 0 0,0-1 1 0 0,0 0-1 0 0,0 0 0 0 0,0 0 1 0 0,0 0-1 0 0,0 0 0 0 0,0-1 1 0 0,-3 4-1 0 0,-6 10-40 0 0,1 17-24 0 0,0-16 54 0 0,7-14 14 0 0,0 0 0 0 0,1 1 0 0 0,-1-1-1 0 0,1 0 1 0 0,0 1 0 0 0,0-1 0 0 0,0 1-1 0 0,0-1 1 0 0,0 1 0 0 0,1 0 0 0 0,-1-1 0 0 0,1 1-1 0 0,0 4 1 0 0,0 201 38 0 0,-1-205 25 0 0,1 1 0 0 0,0-1-1 0 0,-1 1 1 0 0,0-1 0 0 0,0 0 0 0 0,0 1 0 0 0,0-1-1 0 0,0 0 1 0 0,-1 0 0 0 0,-3 6 0 0 0,3-6 6 0 0,0 1 0 0 0,0-1 0 0 0,1 1 0 0 0,-1-1 0 0 0,1 1 0 0 0,0-1 0 0 0,0 1 0 0 0,0 0 0 0 0,0-1 0 0 0,0 9 0 0 0,1 15 99 0 0,-1-17-132 0 0,0 0 1 0 0,1 0 0 0 0,0 0-1 0 0,1 0 1 0 0,1 0 0 0 0,2 14-1 0 0,15 12 29 0 0,-12-17-54 0 0,-6-14-5 0 0,1-1-1 0 0,0 1 0 0 0,0-1 1 0 0,0 0-1 0 0,0 0 1 0 0,1 1-1 0 0,0-1 1 0 0,6 6-1 0 0,1 2-29 0 0,2-1 0 0 0,-1-1-1 0 0,1 0 1 0 0,1-1 0 0 0,0 0 0 0 0,0-1-1 0 0,1 0 1 0 0,23 9 0 0 0,-21-11 16 0 0,17 6 101 0 0,0 1 1 0 0,30 17-1 0 0,-50-24-29 0 0,-1 0-1 0 0,1-1 1 0 0,0 0-1 0 0,0-1 1 0 0,1 0-1 0 0,-1-1 0 0 0,1-1 1 0 0,17 1-1 0 0,7-3 157 0 0,63-7 0 0 0,-12 0-54 0 0,-27 3-101 0 0,371-11 199 0 0,-316 9-173 0 0,-46 7-44 0 0,0-4 0 0 0,124-19 0 0 0,-49-16-376 0 0,-90 22 14 0 0,1 2-1 0 0,90-11 1 0 0,-119 25 118 0 0,0 1 1 0 0,0 1-1 0 0,31 6 0 0 0,-27-3-22 0 0,50 1-1 0 0,-57-5 360 0 0,0-2 1 0 0,33-5-1 0 0,-25-5 552 0 0,-25 8-550 0 0,0 0 0 0 0,0 0 0 0 0,0-1 0 0 0,0 0 0 0 0,0 0 0 0 0,-1-1-1 0 0,8-6 1 0 0,31-18 145 0 0,-20 12-152 0 0,-1-2 0 0 0,-1 0 0 0 0,0-2 0 0 0,23-26 0 0 0,-6 6-8 0 0,-19 24-21 0 0,-20 16-91 0 0,0 0-1 0 0,1-1 0 0 0,-1 1 0 0 0,0-1 0 0 0,0 1 0 0 0,0-1 1 0 0,0 0-1 0 0,-1 0 0 0 0,1 0 0 0 0,0 0 0 0 0,-1 0 0 0 0,1 0 1 0 0,-1 0-1 0 0,0 0 0 0 0,1-1 0 0 0,-1 1 0 0 0,0 0 0 0 0,-1-1 1 0 0,1 1-1 0 0,0-1 0 0 0,-1 1 0 0 0,1-4 0 0 0,-1-1-21 0 0,0 0 0 0 0,0-1-1 0 0,-1 1 1 0 0,0 0 0 0 0,0 0-1 0 0,-1-1 1 0 0,0 1-1 0 0,0 0 1 0 0,-1 1 0 0 0,0-1-1 0 0,0 0 1 0 0,0 1 0 0 0,-1-1-1 0 0,0 1 1 0 0,0 0 0 0 0,-1 0-1 0 0,0 1 1 0 0,0-1 0 0 0,0 1-1 0 0,0 0 1 0 0,-1 1 0 0 0,0-1-1 0 0,0 1 1 0 0,-12-6 0 0 0,-27-9 156 0 0,0 2 0 0 0,-69-17 0 0 0,-92-19 316 0 0,173 47-362 0 0,12 3-33 0 0,0-2 0 0 0,-35-12-1 0 0,-23-10 13 0 0,57 20-81 0 0,0 0 1 0 0,-33-17-1 0 0,44 18 0 0 0,-104-57 287 0 0,64 31-246 0 0,-1 2-1 0 0,-1 3 0 0 0,-76-28 1 0 0,44 20 91 0 0,47 17-125 0 0,-1 3-1 0 0,-1 1 1 0 0,-67-15-1 0 0,27 19-111 0 0,-1 3-1 0 0,-117 4 1 0 0,84 9 258 0 0,1-5-1 0 0,-188-24 1 0 0,295 22-151 0 0,-16-3-19 0 0,0 1 0 0 0,0 0 0 0 0,0 1 0 0 0,0 2 0 0 0,-1 0 0 0 0,-34 6 0 0 0,56-6-45 0 0,-1 0 0 0 0,1 0 0 0 0,0 0 0 0 0,0 0 0 0 0,-1 1 0 0 0,1-1 0 0 0,0 0 0 0 0,0 1 0 0 0,0-1 0 0 0,-1 1 0 0 0,1-1 0 0 0,0 1 0 0 0,0 0 0 0 0,0-1 0 0 0,0 1 0 0 0,0 0 0 0 0,0 0 0 0 0,0 0 0 0 0,0 0 0 0 0,0-1 0 0 0,1 1 0 0 0,-1 0 0 0 0,0 1 0 0 0,0 0 0 0 0,1 0-81 0 0,0-1 0 0 0,1 0 1 0 0,-1 0-1 0 0,0 0 1 0 0,1 1-1 0 0,-1-1 0 0 0,1 0 1 0 0,0 0-1 0 0,-1 0 0 0 0,1 0 1 0 0,0 0-1 0 0,0 0 0 0 0,0 0 1 0 0,-1 0-1 0 0,1-1 1 0 0,0 1-1 0 0,0 0 0 0 0,0 0 1 0 0,2 0-1 0 0,11 7-1736 0 0,0 0 1 0 0,25 10-1 0 0,-38-18 1739 0 0,55 23-5999 0 0</inkml:trace>
</inkml:ink>
</file>

<file path=ppt/ink/ink6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06T18:49:53.11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472 240 560 0 0,'0'-4'11587'0'0,"0"-21"-9968"0"0,0 24-1587 0 0,0 0-1 0 0,0 0 1 0 0,0 0 0 0 0,1 0-1 0 0,-1-1 1 0 0,0 1-1 0 0,1 0 1 0 0,-1 0-1 0 0,1 0 1 0 0,-1 0 0 0 0,1 0-1 0 0,0 0 1 0 0,-1 0-1 0 0,1 0 1 0 0,0 0-1 0 0,0 0 1 0 0,0 1 0 0 0,0-1-1 0 0,0 0 1 0 0,0 0-1 0 0,1 0 1 0 0,7-7 154 0 0,0-6 83 0 0,-7 10-205 0 0,0 1 1 0 0,1-1-1 0 0,0 1 1 0 0,-1-1-1 0 0,1 1 1 0 0,6-5-1 0 0,14-10 249 0 0,35-21 1 0 0,1-1 166 0 0,-45 31-336 0 0,0 1-1 0 0,0 1 0 0 0,24-9 1 0 0,-39 16-137 0 0,0 0 1 0 0,0 1-1 0 0,0-1 1 0 0,0 1-1 0 0,0-1 0 0 0,0 1 1 0 0,0-1-1 0 0,0 1 1 0 0,0-1-1 0 0,0 1 1 0 0,0 0-1 0 0,0-1 1 0 0,1 1-1 0 0,-1 0 0 0 0,0 0 1 0 0,1 0-1 0 0,-1 0 1 0 0,1 0-1 0 0,-2 1 1 0 0,-18 26 230 0 0,-15 10-6 0 0,-3-1-1 0 0,-77 58 1 0 0,9-7 180 0 0,8 3-452 0 0,-136 165 0 0 0,219-237-480 0 0,0 0 0 0 0,-14 25 0 0 0,25-37-195 0 0,0 0 0 0 0,1 1 0 0 0,0-1 0 0 0,1 1 0 0 0,-1 0 0 0 0,1 0-1 0 0,1 0 1 0 0,0 0 0 0 0,-1 16 0 0 0,2 10-7035 0 0</inkml:trace>
</inkml:ink>
</file>

<file path=ppt/ink/ink6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06T18:49:53.51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277 99 3282 0 0,'24'-17'1313'0'0,"0"2"1"0"0,2 1 0 0 0,0 1 0 0 0,0 1 0 0 0,39-11 0 0 0,-56 21-1149 0 0,2 1-1 0 0,-1 0 1 0 0,0 0-1 0 0,0 1 1 0 0,0 0-1 0 0,0 1 1 0 0,0 0-1 0 0,0 1 1 0 0,0 0-1 0 0,0 1 1 0 0,15 5-1 0 0,-15 5-30 0 0,-10-12-133 0 0,2 2 24 0 0,1 0-1 0 0,-1 0 0 0 0,0 0 0 0 0,0 0 0 0 0,-1 0 0 0 0,1 1 0 0 0,-1-1 0 0 0,1 0 0 0 0,-1 1 0 0 0,0 0 0 0 0,-1-1 0 0 0,1 1 0 0 0,0-1 0 0 0,-1 1 0 0 0,0 0 0 0 0,0-1 0 0 0,0 1 0 0 0,0 0 1 0 0,-1-1-1 0 0,-1 7 0 0 0,0-4 28 0 0,0 1 0 0 0,0-1 0 0 0,-1 0 0 0 0,0 0 0 0 0,0 0 0 0 0,0 0 0 0 0,-1 0 0 0 0,0-1 0 0 0,0 1 0 0 0,-1-1 0 0 0,1 0 1 0 0,-1 0-1 0 0,0-1 0 0 0,0 1 0 0 0,-1-1 0 0 0,-8 5 0 0 0,-7 2 91 0 0,-1-1 0 0 0,0 0 0 0 0,-33 8 0 0 0,-21 9 160 0 0,39-11-45 0 0,-1-2 0 0 0,-48 11-1 0 0,50-16-283 0 0,18-4-158 0 0,-1-2 0 0 0,0 0 0 0 0,0-1 0 0 0,-1-1 0 0 0,-21-1 0 0 0,14 0-459 0 0,27 0 568 0 0,0 0 1 0 0,0-1-1 0 0,0 1 1 0 0,0 0-1 0 0,0 0 1 0 0,1 0-1 0 0,-1 0 1 0 0,0 0-1 0 0,0 0 0 0 0,0 0 1 0 0,0 0-1 0 0,0 0 1 0 0,0-1-1 0 0,0 1 1 0 0,1 0-1 0 0,-1 0 0 0 0,0 0 1 0 0,0 0-1 0 0,0 0 1 0 0,0-1-1 0 0,0 1 1 0 0,0 0-1 0 0,0 0 1 0 0,0 0-1 0 0,0 0 0 0 0,0 0 1 0 0,0-1-1 0 0,0 1 1 0 0,0 0-1 0 0,0 0 1 0 0,0 0-1 0 0,0 0 1 0 0,0 0-1 0 0,0-1 0 0 0,0 1 1 0 0,0 0-1 0 0,0 0 1 0 0,0 0-1 0 0,0 0 1 0 0,0 0-1 0 0,-1-1 1 0 0,1 1-1 0 0,0 0 0 0 0,0 0 1 0 0,0 0-1 0 0,0 0 1 0 0,0 0-1 0 0,0 0 1 0 0,0 0-1 0 0,0-1 1 0 0,-1 1-1 0 0,1 0 0 0 0,0 0 1 0 0,0 0-1 0 0,0 0 1 0 0,18-12-3501 0 0,-4-5 213 0 0,33-1 654 0 0</inkml:trace>
</inkml:ink>
</file>

<file path=ppt/ink/ink6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06T18:49:53.96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77 1 1601 0 0,'0'0'191'0'0,"0"1"0"0"0,-1-1 1 0 0,1 1-1 0 0,-1-1 0 0 0,1 1 0 0 0,-1-1 1 0 0,1 1-1 0 0,-1-1 0 0 0,1 0 0 0 0,-1 1 1 0 0,1-1-1 0 0,-1 0 0 0 0,1 1 0 0 0,-1-1 1 0 0,0 0-1 0 0,1 0 0 0 0,-1 1 0 0 0,1-1 1 0 0,-1 0-1 0 0,0 0 0 0 0,1 0 0 0 0,-1 0 1 0 0,0 0-1 0 0,1 0 0 0 0,-1 0 0 0 0,0 0 1 0 0,-26 1 2221 0 0,18-1-666 0 0,-10 3 3420 0 0,13-2 120 0 0,12 0-1845 0 0,13 3-3812 0 0,44 0 745 0 0,12-6-8111 0 0,-26 1-2764 0 0,-44 1 6391 0 0</inkml:trace>
</inkml:ink>
</file>

<file path=ppt/ink/ink6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06T18:49:54.33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16 160 0 0,'0'0'2401'0'0,"0"-5"160"0"0,0 0 1 0 0,0-1-321 0 0,28 6 1200 0 0,0 0-1200 0 0,22 6-1601 0 0,-22 11-319 0 0,29-6-962 0 0,-1 7-1600 0 0,0-5-1761 0 0,-28-1-320 0 0,0-1 881 0 0</inkml:trace>
</inkml:ink>
</file>

<file path=ppt/ink/ink6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06T18:49:55.75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603 1 320 0 0,'1'15'2332'0'0,"0"-12"-2073"0"0,0 0-1 0 0,-1 1 1 0 0,1-1 0 0 0,-1 0-1 0 0,0 1 1 0 0,0-1 0 0 0,0 1-1 0 0,-1-1 1 0 0,1 0 0 0 0,-1 1-1 0 0,1-1 1 0 0,-1 0 0 0 0,0 1-1 0 0,-1-1 1 0 0,1 0-1 0 0,0 0 1 0 0,-1 0 0 0 0,0 0-1 0 0,0 0 1 0 0,-2 3 0 0 0,-31 20 543 0 0,6-4-123 0 0,-34 32 1 0 0,-55 51-142 0 0,12-12-263 0 0,56-42-212 0 0,3 2-1 0 0,-43 63 0 0 0,53-44-1743 0 0,23-58-1520 0 0,33-20-2122 0 0</inkml:trace>
</inkml:ink>
</file>

<file path=ppt/ink/ink6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06T18:49:56.43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29 31 240 0 0,'-7'-2'864'0'0,"-10"-3"-108"0"0,13-7 4374 0 0,5 11-4978 0 0,0 0-1 0 0,1 0 1 0 0,-1 0 0 0 0,0 0-1 0 0,1 0 1 0 0,-1 1 0 0 0,1-1-1 0 0,-1 0 1 0 0,1 1 0 0 0,-1 0-1 0 0,1-1 1 0 0,-1 1 0 0 0,1 0-1 0 0,-1-1 1 0 0,4 1 0 0 0,2-1 702 0 0,0 1-707 0 0,0-1-1 0 0,0 1 1 0 0,0 1-1 0 0,0-1 0 0 0,0 1 1 0 0,0 1-1 0 0,0-1 1 0 0,0 1-1 0 0,0 0 0 0 0,-1 1 1 0 0,1-1-1 0 0,7 5 1 0 0,-8-4-90 0 0,-6-3-65 0 0,0 0 0 0 0,1 1 0 0 0,-1-1 1 0 0,1 1-1 0 0,-1-1 0 0 0,0 0 0 0 0,1 1 0 0 0,-1-1 0 0 0,0 1 0 0 0,1-1 0 0 0,-1 1 0 0 0,0-1 0 0 0,0 1 0 0 0,0-1 0 0 0,1 1 0 0 0,-1-1 0 0 0,0 1 0 0 0,0-1 0 0 0,0 1 0 0 0,0-1 1 0 0,0 1-1 0 0,0-1 0 0 0,0 1 0 0 0,0-1 0 0 0,0 1 0 0 0,0 0 0 0 0,0-1 0 0 0,-1 1 0 0 0,1 2-1149 0 0,-9-8-1137 0 0,-33-1-868 0 0,9 0-66 0 0</inkml:trace>
</inkml:ink>
</file>

<file path=ppt/ink/ink6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06T18:49:57.42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24 131 480 0 0,'-5'0'1201'0'0,"-7"-2"-566"0"0,6-1 957 0 0,10 1-1327 0 0,0-1-1 0 0,0 1 0 0 0,0-1 1 0 0,0 0-1 0 0,0 0 0 0 0,-1 0 1 0 0,1 0-1 0 0,-1 0 0 0 0,0-1 1 0 0,0 0-1 0 0,5-6 0 0 0,0-1 153 0 0,47-36 1197 0 0,-49 42-1446 0 0,-5 5-126 0 0,0-1 0 0 0,0 1 0 0 0,0-1 0 0 0,-1 1 0 0 0,1-1 0 0 0,0 1 0 0 0,-1-1 0 0 0,1 0 0 0 0,0 1 0 0 0,-1-1 0 0 0,1 0 0 0 0,-1 0 0 0 0,1 1 0 0 0,-1-1 0 0 0,1 0 0 0 0,-1 0 0 0 0,0 0 0 0 0,1 0 0 0 0,-1 0 0 0 0,0 0 0 0 0,0 0 0 0 0,1-1 0 0 0,3 1 278 0 0,-3 1-275 0 0,13 1 105 0 0,-14-1-145 0 0,-1 0 0 0 0,1 1 1 0 0,0-1-1 0 0,0 0 0 0 0,0 0 0 0 0,0 0 1 0 0,0 0-1 0 0,0 0 0 0 0,0 0 1 0 0,0 1-1 0 0,0-1 0 0 0,-1 0 0 0 0,1 0 1 0 0,0 0-1 0 0,0 0 0 0 0,0 1 1 0 0,0-1-1 0 0,0 0 0 0 0,0 0 1 0 0,0 0-1 0 0,0 0 0 0 0,0 1 0 0 0,0-1 1 0 0,0 0-1 0 0,0 0 0 0 0,0 0 1 0 0,0 0-1 0 0,1 0 0 0 0,-1 1 1 0 0,0-1-1 0 0,0 0 0 0 0,0 0 0 0 0,0 0 1 0 0,0 0-1 0 0,0 0 0 0 0,0 1 1 0 0,0-1-1 0 0,0 0 0 0 0,1 0 0 0 0,-1 0 1 0 0,0 0-1 0 0,0 0 0 0 0,0 0 1 0 0,0 0-1 0 0,0 1 0 0 0,0-1 1 0 0,1 0-1 0 0,-1 0 0 0 0,0 0 0 0 0,0 0 1 0 0,0 0-1 0 0,0 0 0 0 0,1 0 1 0 0,-1 0-1 0 0,0 0 0 0 0,0 0 1 0 0,0 0-1 0 0,0 0 0 0 0,1 0 0 0 0,-1 0 1 0 0,0 0-1 0 0,0 0 0 0 0,0 0 1 0 0,0 0-1 0 0,0 0 0 0 0,1 0 0 0 0,-1-1 1 0 0,0 1-1 0 0,-2 1 25 0 0,1 0 0 0 0,-1 0 0 0 0,0 0 0 0 0,1 1 0 0 0,-1-1-1 0 0,1 0 1 0 0,0 1 0 0 0,-1-1 0 0 0,1 0 0 0 0,0 1 0 0 0,0 0 0 0 0,0-1 0 0 0,0 1 0 0 0,0 0 0 0 0,0-1-1 0 0,0 1 1 0 0,1 0 0 0 0,-1 0 0 0 0,1 0 0 0 0,-1 0 0 0 0,1 0 0 0 0,0 0 0 0 0,0 0 0 0 0,-1-1 0 0 0,2 1-1 0 0,-1 0 1 0 0,0 0 0 0 0,1 4 0 0 0,-4 21 345 0 0,3-27-382 0 0,-1 1-1 0 0,1-1 0 0 0,0 1 0 0 0,0-1 0 0 0,0 1 0 0 0,0-1 0 0 0,-1 1 0 0 0,1-1 1 0 0,0 1-1 0 0,0-1 0 0 0,-1 1 0 0 0,1-1 0 0 0,0 1 0 0 0,-1-1 0 0 0,1 1 1 0 0,0-1-1 0 0,-1 0 0 0 0,1 1 0 0 0,-1-1 0 0 0,1 0 0 0 0,-1 1 0 0 0,1-1 0 0 0,-1 0 1 0 0,1 0-1 0 0,-1 0 0 0 0,1 1 0 0 0,-1-1 0 0 0,1 0 0 0 0,-1 0 0 0 0,1 0 1 0 0,-1 0-1 0 0,1 0 0 0 0,-1 0 0 0 0,1 0 0 0 0,-1 0 0 0 0,1 0 0 0 0,-1 0 0 0 0,0 0 1 0 0,1 0-1 0 0,-1 0 0 0 0,1 0 0 0 0,-1-1 0 0 0,1 1 0 0 0,-1 0 0 0 0,0-1 0 0 0,-1 1-320 0 0,1-1-1 0 0,-1 0 0 0 0,0 0 0 0 0,1 0 0 0 0,-1 0 0 0 0,1 0 1 0 0,-1-1-1 0 0,1 1 0 0 0,-1 0 0 0 0,1-1 0 0 0,0 1 0 0 0,0-1 0 0 0,-1 1 1 0 0,1-1-1 0 0,0 1 0 0 0,1-1 0 0 0,-1 0 0 0 0,0 0 0 0 0,0 1 1 0 0,1-1-1 0 0,-1 0 0 0 0,0-3 0 0 0,1-13-2192 0 0</inkml:trace>
</inkml:ink>
</file>

<file path=ppt/ink/ink6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06T18:49:57.97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28 0 640 0 0,'0'0'1521'0'0,"0"6"0"0"0,-28 6-1 0 0,28-1 81 0 0,28 30 320 0 0,-28 18-640 0 0,28 7-881 0 0,-28-7-80 0 0,51 6-80 0 0,-23-12-80 0 0,-28 1-80 0 0,28-13-400 0 0,0-11-640 0 0,-28-1-1762 0 0,-28-17-1600 0 0</inkml:trace>
</inkml:ink>
</file>

<file path=ppt/ink/ink6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06T18:49:58.37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1 190 640 0 0,'56'-7'1761'0'0,"23"-3"0"0"0,89-21 400 0 0,57-22-320 0 0,-29 11-2562 0 0,-112-4-3120 0 0</inkml:trace>
</inkml:ink>
</file>

<file path=ppt/ink/ink6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06T18:49:59.04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333 84 480 0 0,'4'-37'5448'0'0,"-3"35"-5239"0"0,-1 0 0 0 0,1 1 0 0 0,0-1 1 0 0,0 1-1 0 0,1-1 0 0 0,-1 1 1 0 0,0-1-1 0 0,0 1 0 0 0,1 0 0 0 0,-1 0 1 0 0,1-1-1 0 0,-1 1 0 0 0,4-1 0 0 0,-5 1-122 0 0,1 1-1 0 0,-1 0 0 0 0,0-1 0 0 0,1 1 1 0 0,-1-1-1 0 0,0 1 0 0 0,1-1 0 0 0,-1 1 1 0 0,0-1-1 0 0,1 1 0 0 0,-1-1 1 0 0,0 1-1 0 0,0-1 0 0 0,0 1 0 0 0,0-1 1 0 0,1 1-1 0 0,-1-1 0 0 0,0 1 0 0 0,0-1 1 0 0,0 1-1 0 0,0-1 0 0 0,0 1 0 0 0,0-1 1 0 0,0 0-1 0 0,-1 0 0 0 0,1 1-46 0 0,0 0 0 0 0,0-1 0 0 0,0 1 0 0 0,0 0 0 0 0,0-1 0 0 0,0 1 0 0 0,0 0 0 0 0,0 0 0 0 0,0-1 0 0 0,0 1 0 0 0,0 0 0 0 0,0-1 0 0 0,0 1 0 0 0,0 0 0 0 0,0-1 0 0 0,0 1 0 0 0,0 0 0 0 0,0 0 0 0 0,0-1 0 0 0,0 1 0 0 0,1 0 0 0 0,-1-1-1 0 0,0 1 1 0 0,0 0 0 0 0,0 0 0 0 0,1 0 0 0 0,-1-1 0 0 0,0 1 0 0 0,0 0 0 0 0,0 0 0 0 0,1 0 0 0 0,-1-1 0 0 0,0 1 0 0 0,1 0 0 0 0,-1 0 0 0 0,14-2 322 0 0,-10 4 38 0 0,-7 2-360 0 0,1-1 0 0 0,-1 0 0 0 0,0 0-1 0 0,1 0 1 0 0,-1 0 0 0 0,-1-1 0 0 0,-3 4 0 0 0,-72 70 233 0 0,-5 6 67 0 0,-56 57 687 0 0,134-135-983 0 0,0 1-1 0 0,1 0 0 0 0,0 0 1 0 0,0 1-1 0 0,0-1 0 0 0,0 1 1 0 0,1 0-1 0 0,-4 8 1 0 0,7-12-30 0 0,0 0 1 0 0,1 0-1 0 0,-1 1 1 0 0,1-1-1 0 0,0 0 0 0 0,-1 1 1 0 0,1-1-1 0 0,0 1 1 0 0,1-1-1 0 0,-1 0 1 0 0,0 1-1 0 0,1-1 1 0 0,-1 0-1 0 0,1 0 1 0 0,-1 1-1 0 0,1-1 1 0 0,0 0-1 0 0,0 0 1 0 0,0 0-1 0 0,1 0 1 0 0,-1 0-1 0 0,0 0 1 0 0,1 0-1 0 0,-1 0 1 0 0,1 0-1 0 0,0-1 1 0 0,-1 1-1 0 0,1-1 1 0 0,0 1-1 0 0,0-1 1 0 0,2 2-1 0 0,13 8 123 0 0,0 0 0 0 0,1-1-1 0 0,0-1 1 0 0,0 0 0 0 0,1-1 0 0 0,0-2 0 0 0,0 1 0 0 0,1-2-1 0 0,-1-1 1 0 0,1 0 0 0 0,0-2 0 0 0,1 0 0 0 0,31-2-1 0 0,-9-2 301 0 0,-1-2 0 0 0,0-2-1 0 0,-1-1 1 0 0,1-3 0 0 0,54-19-1 0 0,-65 16-96 0 0,0-1-1 0 0,-1-1 0 0 0,-1-1 1 0 0,0-2-1 0 0,32-26 0 0 0,120-116 1107 0 0,-148 129-1286 0 0,-22 20-148 0 0,-7 9-36 0 0,-1 0 1 0 0,-1 0-1 0 0,1-1 0 0 0,0 1 1 0 0,0-1-1 0 0,-1 0 1 0 0,0 0-1 0 0,1 0 1 0 0,-1 0-1 0 0,0 0 0 0 0,-1-1 1 0 0,1 1-1 0 0,0 0 1 0 0,-1-1-1 0 0,0 0 1 0 0,0 1-1 0 0,0-1 0 0 0,0 0 1 0 0,-1 1-1 0 0,1-1 1 0 0,-1-4-1 0 0,-1 7-118 0 0,1 1-1 0 0,-1-1 1 0 0,0 1-1 0 0,1 0 1 0 0,-1-1-1 0 0,0 1 1 0 0,0 0-1 0 0,1-1 1 0 0,-1 1-1 0 0,0 0 0 0 0,0 0 1 0 0,0-1-1 0 0,1 1 1 0 0,-1 0-1 0 0,0 0 1 0 0,0 0-1 0 0,0 0 1 0 0,1 0-1 0 0,-1 0 1 0 0,0 1-1 0 0,0-1 1 0 0,0 0-1 0 0,0 0 1 0 0,1 1-1 0 0,-1-1 1 0 0,-1 1-1 0 0,-23 5-4639 0 0,12 2-7 0 0,-34 8-534 0 0</inkml:trace>
</inkml:ink>
</file>

<file path=ppt/ink/ink6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06T18:50:53.53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1893 153 640 0 0,'0'-50'6723'0'0,"5"47"-5162"0"0,6-2-810 0 0,-4-1 1153 0 0,-30 6 1604 0 0,23-17-2601 0 0,0 15-910 0 0,0-1 1 0 0,-1 1-1 0 0,1 0 1 0 0,0 0-1 0 0,-1 0 1 0 0,0 0-1 0 0,1-1 0 0 0,-1 1 1 0 0,0 0-1 0 0,0 0 1 0 0,0 0-1 0 0,0 1 1 0 0,-1-1-1 0 0,1 0 1 0 0,0 0-1 0 0,-1 1 0 0 0,0-1 1 0 0,1 0-1 0 0,-1 1 1 0 0,0 0-1 0 0,1-1 1 0 0,-1 1-1 0 0,0 0 0 0 0,0 0 1 0 0,-3-1-1 0 0,-4-2 37 0 0,1 1 0 0 0,-2 0 0 0 0,1 0-1 0 0,0 1 1 0 0,0 1 0 0 0,-1-1 0 0 0,1 1-1 0 0,-1 1 1 0 0,-17 1 0 0 0,-26-3 202 0 0,-82-3 297 0 0,76 8-467 0 0,26-2-132 0 0,0 2-1 0 0,-43 8 1 0 0,-11 12 14 0 0,2 4-1 0 0,-123 56 1 0 0,-20 7 9 0 0,221-87 44 0 0,-25 7 28 0 0,1 1 0 0 0,0 2 0 0 0,1 1 0 0 0,-35 23 1 0 0,-90 79-150 0 0,118-87 133 0 0,-28 28-84 0 0,-93 107 1 0 0,134-138 64 0 0,6-6 35 0 0,1 0 0 0 0,0 1 0 0 0,2 0 0 0 0,1 1 0 0 0,-13 25 0 0 0,26-43-37 0 0,-1-1 1 0 0,1 0 0 0 0,0 1-1 0 0,0 0 1 0 0,0-1-1 0 0,0 1 1 0 0,1-1 0 0 0,-1 1-1 0 0,1 0 1 0 0,0 0-1 0 0,0-1 1 0 0,0 1 0 0 0,1 0-1 0 0,-1-1 1 0 0,1 1-1 0 0,0 0 1 0 0,0-1 0 0 0,0 1-1 0 0,4 5 1 0 0,-3-4-23 0 0,1-2 1 0 0,1 1-1 0 0,-1 0 1 0 0,1-1-1 0 0,-1 1 1 0 0,1-1-1 0 0,0 0 0 0 0,0 0 1 0 0,0-1-1 0 0,1 1 1 0 0,-1-1-1 0 0,10 4 1 0 0,7 0-74 0 0,1 0 1 0 0,0-1-1 0 0,1-1 1 0 0,-1-1-1 0 0,25-1 0 0 0,53 0-180 0 0,107-12 0 0 0,101-26 479 0 0,-200 22-79 0 0,5 0 243 0 0,0-6 0 0 0,138-42 1 0 0,-185 43-55 0 0,32-11 695 0 0,178-78-1 0 0,-238 90-768 0 0,108-57 3 0 0,-126 63-206 0 0,0-1 1 0 0,-1-1-1 0 0,-1-1 0 0 0,33-34 1 0 0,0 0 101 0 0,-38 38-128 0 0,-1 0-1 0 0,-1-1 1 0 0,1 0 0 0 0,-2-1-1 0 0,17-25 1 0 0,-13 14-42 0 0,-9 16 39 0 0,0 0 0 0 0,0-1-1 0 0,0 1 1 0 0,-1-1 0 0 0,0-1 0 0 0,-1 1 0 0 0,0 0 0 0 0,-1-1 0 0 0,0 0 0 0 0,2-18 0 0 0,-4 24-38 0 0,0 1 0 0 0,0 0 0 0 0,-1 0 0 0 0,1-1 0 0 0,-1 1 0 0 0,0 0 0 0 0,0 0 0 0 0,0 0 0 0 0,0 0 0 0 0,-1 0 0 0 0,1 0 0 0 0,-1 0 1 0 0,0 0-1 0 0,0 0 0 0 0,0 1 0 0 0,0-1 0 0 0,0 1 0 0 0,-4-3 0 0 0,-2-2-192 0 0,0 1 0 0 0,-1 1-1 0 0,0 0 1 0 0,-13-6 0 0 0,-3-1-580 0 0,18 7 107 0 0,-1 2 0 0 0,-1-1-1 0 0,1 1 1 0 0,0 0 0 0 0,-1 0-1 0 0,-12-1 1 0 0,3 0-723 0 0,-39-12-4457 0 0</inkml:trace>
</inkml:ink>
</file>

<file path=ppt/ink/ink6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06T18:50:54.50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1759 165 480 0 0,'-4'-3'277'0'0,"1"1"0"0"0,0-1 0 0 0,-1 0 0 0 0,1 0-1 0 0,0 0 1 0 0,-4-7 0 0 0,4 5-49 0 0,0 1 0 0 0,-1 0 0 0 0,1 0 0 0 0,-1 1 0 0 0,0-1 0 0 0,0 1 0 0 0,-5-3 0 0 0,-14-9 37 0 0,-2 1 0 0 0,1 2 0 0 0,-2 0 0 0 0,0 2 1 0 0,0 0-1 0 0,0 2 0 0 0,-1 1 0 0 0,-1 1 0 0 0,1 2 0 0 0,-1 0 0 0 0,1 2 0 0 0,-1 1 1 0 0,0 2-1 0 0,0 0 0 0 0,-46 9 0 0 0,-210 49 275 0 0,156-30-213 0 0,-163 47 248 0 0,240-59-452 0 0,1 3 0 0 0,0 2 0 0 0,-69 42 0 0 0,93-46-1 0 0,1 0 0 0 0,0 2 0 0 0,1 1 0 0 0,1 0 0 0 0,1 2 0 0 0,-24 33 0 0 0,38-47-68 0 0,2 0 0 0 0,-1 1 1 0 0,1 0-1 0 0,1 0 0 0 0,0 1 0 0 0,0-1 1 0 0,1 1-1 0 0,0 0 0 0 0,1 0 0 0 0,0 1 1 0 0,1-1-1 0 0,1 1 0 0 0,-1-1 0 0 0,2 24 1 0 0,0 1 53 0 0,-1 0 113 0 0,8 69-1 0 0,-5-93-181 0 0,1 0-1 0 0,0 0 0 0 0,0 0 1 0 0,1-1-1 0 0,1 1 1 0 0,0-1-1 0 0,1 0 0 0 0,0 0 1 0 0,12 15-1 0 0,-5-11 3 0 0,0-1-1 0 0,1 0 1 0 0,1-1-1 0 0,0 0 1 0 0,1-1-1 0 0,1-1 1 0 0,0-1-1 0 0,0 0 1 0 0,1-1-1 0 0,0-1 1 0 0,0-1-1 0 0,1 0 1 0 0,0-1-1 0 0,21 3 1 0 0,8-1 104 0 0,0-1 0 0 0,0-3 1 0 0,0-2-1 0 0,65-5 0 0 0,-73 0 62 0 0,0-1 0 0 0,0-2 0 0 0,68-20 0 0 0,-81 17-101 0 0,0-2 1 0 0,0-1 0 0 0,-1-1-1 0 0,0-1 1 0 0,39-29 0 0 0,-23 8-54 0 0,0-3 0 0 0,-3-1 1 0 0,-1-1-1 0 0,-3-2 0 0 0,44-66 1 0 0,-72 97-55 0 0,0 0 1 0 0,0-1 0 0 0,-1 0 0 0 0,-1-1-1 0 0,0 1 1 0 0,-1-1 0 0 0,0 0-1 0 0,-1 0 1 0 0,2-16 0 0 0,-4 22-115 0 0,0 1 0 0 0,-1-1 0 0 0,-1 1 1 0 0,1-1-1 0 0,-1 1 0 0 0,0-1 0 0 0,0 1 0 0 0,-1 0 0 0 0,0-1 1 0 0,0 1-1 0 0,0 0 0 0 0,-1 0 0 0 0,0 0 0 0 0,0 1 0 0 0,0-1 0 0 0,-1 1 1 0 0,0-1-1 0 0,0 1 0 0 0,0 0 0 0 0,-10-8 0 0 0,7 8-456 0 0,1 1 0 0 0,-1 0-1 0 0,0 0 1 0 0,0 0-1 0 0,-15-5 1 0 0,-58-15-4845 0 0</inkml:trace>
</inkml:ink>
</file>

<file path=ppt/ink/ink6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06T18:49:07.98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278 44 720 0 0,'30'-11'2268'0'0,"63"-13"0"0"0,-78 21-1557 0 0,0 0 0 0 0,0 2 0 0 0,0 0-1 0 0,0 1 1 0 0,0 0 0 0 0,20 3-1 0 0,-34-3-634 0 0,0 0 0 0 0,0 0 0 0 0,0 0 0 0 0,0 1-1 0 0,1-1 1 0 0,-1 0 0 0 0,0 0 0 0 0,0 1 0 0 0,0-1 0 0 0,0 1-1 0 0,0-1 1 0 0,0 1 0 0 0,0-1 0 0 0,0 1 0 0 0,0 0 0 0 0,0 0-1 0 0,0-1 1 0 0,0 1 0 0 0,0 0 0 0 0,-1 0 0 0 0,1 0 0 0 0,0 0-1 0 0,0 0 1 0 0,-1 0 0 0 0,1 0 0 0 0,-1 0 0 0 0,1 0 0 0 0,-1 0-1 0 0,1 2 1 0 0,9 16 757 0 0,-2-10-649 0 0,-7-9-165 0 0,0 1-1 0 0,0 0 0 0 0,0 0 0 0 0,0 0 0 0 0,0 1 0 0 0,0-1 1 0 0,0 0-1 0 0,0 0 0 0 0,0 0 0 0 0,-1 1 0 0 0,1-1 0 0 0,0 0 1 0 0,-1 1-1 0 0,1-1 0 0 0,-1 1 0 0 0,0-1 0 0 0,1 1 0 0 0,-1-1 1 0 0,0 0-1 0 0,0 1 0 0 0,0-1 0 0 0,0 1 0 0 0,0-1 0 0 0,0 1 0 0 0,0-1 1 0 0,-1 1-1 0 0,1-1 0 0 0,0 1 0 0 0,-1-1 0 0 0,0 2 0 0 0,-18 43 263 0 0,12-16-206 0 0,6-22-68 0 0,0-1 0 0 0,-1 0 0 0 0,0 1 0 0 0,0-1 0 0 0,-1 0 0 0 0,0 0 0 0 0,0-1 0 0 0,0 1 0 0 0,-1-1 0 0 0,0 1 0 0 0,0-1 0 0 0,-1 0-1 0 0,0-1 1 0 0,0 1 0 0 0,-7 5 0 0 0,-34 30-4 0 0,8-7 436 0 0,-74 51 0 0 0,79-64-216 0 0,0-2 32 0 0,-32 27 0 0 0,57-39-221 0 0,0 0 0 0 0,-1-1 0 0 0,0-1 0 0 0,0 0-1 0 0,0 0 1 0 0,0 0 0 0 0,-1-1 0 0 0,0-1 0 0 0,0 0-1 0 0,0 0 1 0 0,0-1 0 0 0,0 0 0 0 0,-1-1 0 0 0,-20 1-1 0 0,30-4-32 0 0,1 1 0 0 0,-1-1 0 0 0,0 1 0 0 0,0-1 0 0 0,1 1 0 0 0,-1-1-1 0 0,1 0 1 0 0,0 1 0 0 0,-1-1 0 0 0,1 0 0 0 0,0 1 0 0 0,0-1 0 0 0,0 0-1 0 0,0 1 1 0 0,0-1 0 0 0,1 0 0 0 0,-1-1 0 0 0,1-1-43 0 0,-2-9-61 0 0,0 8 68 0 0,1 1 1 0 0,0 0 0 0 0,0 0-1 0 0,0 0 1 0 0,0-1 0 0 0,1 1 0 0 0,-1 0-1 0 0,1 0 1 0 0,0 0 0 0 0,2-5-1 0 0,0 4 7 0 0,1-2 5 0 0,-1 0-1 0 0,1 1 1 0 0,1 0-1 0 0,-1 0 0 0 0,1 0 1 0 0,0 0-1 0 0,0 1 1 0 0,9-7-1 0 0,8-6 57 0 0,-20 16-22 0 0,1-1 0 0 0,-1 1 0 0 0,1 0 0 0 0,-1 0 0 0 0,1 0-1 0 0,0 0 1 0 0,0 0 0 0 0,0 1 0 0 0,0-1 0 0 0,0 1 0 0 0,0 0 0 0 0,1 0 0 0 0,-1 0 0 0 0,0 0 0 0 0,1 1 0 0 0,-1-1 0 0 0,0 1-1 0 0,5 0 1 0 0,7 1 48 0 0,1 1-1 0 0,-1 0 0 0 0,0 1 1 0 0,0 1-1 0 0,-1 0 1 0 0,1 1-1 0 0,25 13 0 0 0,-5-2 1 0 0,-1 1 0 0 0,-1 2-1 0 0,-1 1 1 0 0,40 33 0 0 0,-50-30-149 0 0,-20-20-78 0 0,0-1-1 0 0,0 1 0 0 0,1-1 1 0 0,-1 1-1 0 0,1-1 0 0 0,-1 0 1 0 0,1 0-1 0 0,0 0 0 0 0,0 0 1 0 0,0-1-1 0 0,0 1 0 0 0,0-1 1 0 0,0 1-1 0 0,0-1 0 0 0,5 1 1 0 0,43 0-5808 0 0</inkml:trace>
</inkml:ink>
</file>

<file path=ppt/ink/ink6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06T18:49:08.57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504 171 880 0 0,'0'-1'178'0'0,"0"-1"0"0"0,1 0-1 0 0,-1 0 1 0 0,0 0 0 0 0,1 1-1 0 0,-1-1 1 0 0,1 0 0 0 0,0 1-1 0 0,-1-1 1 0 0,1 1 0 0 0,0-1-1 0 0,0 1 1 0 0,0-1 0 0 0,0 1-1 0 0,0-1 1 0 0,0 1 0 0 0,3-2-1 0 0,5-8 734 0 0,-2-2 219 0 0,-4 8-888 0 0,-1 0 0 0 0,1 1 1 0 0,0-1-1 0 0,0 1 0 0 0,1 0 1 0 0,-1 0-1 0 0,1 0 0 0 0,0 0 0 0 0,0 1 1 0 0,0-1-1 0 0,1 1 0 0 0,-1 0 1 0 0,8-3-1 0 0,24-9 580 0 0,-26 11-429 0 0,1 0 0 0 0,0 0 1 0 0,-1-2-1 0 0,15-8 0 0 0,-22 12-282 0 0,-1 1 1 0 0,1-1 0 0 0,0 1-1 0 0,0 0 1 0 0,0 0-1 0 0,0 0 1 0 0,0 0-1 0 0,0 0 1 0 0,0 1-1 0 0,0-1 1 0 0,1 1-1 0 0,-1 0 1 0 0,5 0-1 0 0,-7 0-83 0 0,0 0 0 0 0,1 0 0 0 0,-1 0-1 0 0,0 1 1 0 0,1-1 0 0 0,-1 0 0 0 0,0 0-1 0 0,0 1 1 0 0,1-1 0 0 0,-1 1 0 0 0,0-1 0 0 0,0 1-1 0 0,0-1 1 0 0,1 1 0 0 0,-1 0 0 0 0,0 0-1 0 0,0 0 1 0 0,0-1 0 0 0,0 1 0 0 0,0 0 0 0 0,-1 0-1 0 0,1 0 1 0 0,0 0 0 0 0,0 1 0 0 0,0-1-1 0 0,-1 0 1 0 0,1 0 0 0 0,-1 0 0 0 0,1 0 0 0 0,-1 1-1 0 0,0-1 1 0 0,1 0 0 0 0,-1 1 0 0 0,0-1-1 0 0,0 2 1 0 0,-1 3 48 0 0,0 0 0 0 0,0-1 0 0 0,-1 1 0 0 0,0 0 0 0 0,0-1 0 0 0,-1 1 0 0 0,1-1 0 0 0,-1 1 0 0 0,-7 8 0 0 0,-36 47 486 0 0,45-60-550 0 0,-18 20 177 0 0,0-2-1 0 0,-1 0 1 0 0,-35 25-1 0 0,27-23 142 0 0,-28 29 0 0 0,23-20-93 0 0,-2-1 0 0 0,-1-2 0 0 0,-53 31 0 0 0,58-38-131 0 0,-100 57 427 0 0,125-74-511 0 0,1 0 0 0 0,0 1 0 0 0,-1-2 0 0 0,1 1 0 0 0,-1-1 0 0 0,0 0 0 0 0,0 0 0 0 0,0 0 0 0 0,0-1 0 0 0,0 0 0 0 0,-1 0-1 0 0,1-1 1 0 0,-11 0 0 0 0,13 0-29 0 0,1 0-1 0 0,-1 0 0 0 0,0 0 1 0 0,1-1-1 0 0,-1 0 0 0 0,0 0 1 0 0,1 0-1 0 0,-1 0 0 0 0,-6-3 1 0 0,9 3 9 0 0,0 0 0 0 0,0 0 1 0 0,1 0-1 0 0,-1 1 0 0 0,0-1 1 0 0,0 0-1 0 0,0 0 0 0 0,1 0 0 0 0,-1 0 1 0 0,0-1-1 0 0,1 1 0 0 0,-1 0 1 0 0,1 0-1 0 0,-1 0 0 0 0,1 0 1 0 0,0-1-1 0 0,-1 1 0 0 0,1 0 0 0 0,0 0 1 0 0,0-1-1 0 0,0 1 0 0 0,0 0 1 0 0,0 0-1 0 0,0-1 0 0 0,0 1 1 0 0,0 0-1 0 0,1 0 0 0 0,-1-1 1 0 0,0 1-1 0 0,1 0 0 0 0,-1 0 0 0 0,1 0 1 0 0,0 0-1 0 0,-1 0 0 0 0,1 0 1 0 0,0 0-1 0 0,-1 0 0 0 0,2-1 1 0 0,2-5 4 0 0,0 1 1 0 0,0 1-1 0 0,0-1 1 0 0,1 1 0 0 0,0-1-1 0 0,0 1 1 0 0,0 1 0 0 0,0-1-1 0 0,1 1 1 0 0,0 0-1 0 0,0 0 1 0 0,0 0 0 0 0,9-3-1 0 0,-7 4 14 0 0,0-1-1 0 0,0 1 1 0 0,0 0-1 0 0,0 1 1 0 0,1 0-1 0 0,-1 1 0 0 0,1-1 1 0 0,0 2-1 0 0,-1-1 1 0 0,1 1-1 0 0,0 0 1 0 0,0 1-1 0 0,-1 0 1 0 0,13 3-1 0 0,15 5 9 0 0,0 2 1 0 0,-1 1-1 0 0,-1 1 1 0 0,59 33-1 0 0,-79-38-68 0 0,0 0 1 0 0,-1 0-1 0 0,0 2 1 0 0,0 0-1 0 0,-1 0 1 0 0,0 1-1 0 0,-1 0 1 0 0,13 18-1 0 0,-20-24-180 0 0,0-1 1 0 0,1 0-1 0 0,-1 0 0 0 0,1 0 0 0 0,-1-1 1 0 0,1 0-1 0 0,0 0 0 0 0,11 5 0 0 0,-10-5-827 0 0,1-1 0 0 0,0 0-1 0 0,0-1 1 0 0,0 1 0 0 0,0-1-1 0 0,0-1 1 0 0,1 1-1 0 0,-1-1 1 0 0,14-2 0 0 0,12-7-6171 0 0</inkml:trace>
</inkml:ink>
</file>

<file path=ppt/ink/ink6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06T18:49:08.96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555 1 880 0 0,'-88'20'6763'0'0,"-27"15"-2382"0"0,103-31-3933 0 0,-19 7 134 0 0,1 2 0 0 0,0 2 0 0 0,1 0 0 0 0,1 2 0 0 0,0 1 0 0 0,1 2 0 0 0,-26 24 0 0 0,43-36-438 0 0,0 1 0 0 0,1 0 0 0 0,0 0 0 0 0,1 1 0 0 0,-12 17 0 0 0,18-22-96 0 0,-1-1-1 0 0,1 1 0 0 0,0-1 0 0 0,0 1 0 0 0,0 0 1 0 0,1 0-1 0 0,0 0 0 0 0,0 0 0 0 0,0 0 1 0 0,1 0-1 0 0,-1 0 0 0 0,1 0 0 0 0,0 0 1 0 0,1 1-1 0 0,-1-1 0 0 0,3 8 0 0 0,-1-5-18 0 0,1-1 0 0 0,0 0 0 0 0,0 1-1 0 0,1-1 1 0 0,-1-1 0 0 0,1 1 0 0 0,1 0 0 0 0,0-1-1 0 0,0 0 1 0 0,0 0 0 0 0,0 0 0 0 0,1-1-1 0 0,0 0 1 0 0,0 0 0 0 0,0-1 0 0 0,1 1 0 0 0,0-1-1 0 0,0 0 1 0 0,0-1 0 0 0,0 0 0 0 0,0 0-1 0 0,1-1 1 0 0,-1 1 0 0 0,14 1 0 0 0,1-1-9 0 0,0 0 0 0 0,0-2 0 0 0,0 0 0 0 0,0-1 0 0 0,0-2 0 0 0,0 0 1 0 0,25-6-1 0 0,-9-2 58 0 0,-1-1-1 0 0,0-2 1 0 0,59-31 0 0 0,-79 37-56 0 0,12-7 49 0 0,35-23-1 0 0,-56 32-45 0 0,-1 0-1 0 0,0 0 1 0 0,-1-1-1 0 0,1 1 1 0 0,-1-2 0 0 0,0 1-1 0 0,-1-1 1 0 0,1 1-1 0 0,6-14 1 0 0,-10 17-15 0 0,-1 0 1 0 0,0 0-1 0 0,0-1 0 0 0,0 1 1 0 0,0 0-1 0 0,-1-1 1 0 0,1 1-1 0 0,-1-1 0 0 0,0 1 1 0 0,0-1-1 0 0,0 1 0 0 0,0-1 1 0 0,-1 1-1 0 0,0-1 1 0 0,1 1-1 0 0,-1-1 0 0 0,0 1 1 0 0,-1 0-1 0 0,1-1 0 0 0,0 1 1 0 0,-1 0-1 0 0,0 0 1 0 0,0 0-1 0 0,-2-2 0 0 0,-3-4-33 0 0,0 1-1 0 0,0 0 0 0 0,-1 0 1 0 0,0 1-1 0 0,-1 0 0 0 0,-14-9 0 0 0,2 4-272 0 0,-1 1 0 0 0,1 1 0 0 0,-2 0 0 0 0,-37-10 0 0 0,-94-13-3306 0 0,128 28 2602 0 0,-86-18-5643 0 0</inkml:trace>
</inkml:ink>
</file>

<file path=ppt/ink/ink6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06T18:49:09.64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532 112 80 0 0,'0'-1'232'0'0,"0"-1"0"0"0,0 1 0 0 0,0-1 0 0 0,0 1 0 0 0,0-1-1 0 0,0 1 1 0 0,0 0 0 0 0,1-1 0 0 0,-1 1 0 0 0,1-1 0 0 0,-1 1 0 0 0,1 0 0 0 0,0-1 0 0 0,-1 1-1 0 0,1 0 1 0 0,0 0 0 0 0,0 0 0 0 0,0 0 0 0 0,0 0 0 0 0,0-1 0 0 0,2 0 0 0 0,2-3 322 0 0,-3 2-151 0 0,-1 0-1 0 0,0 0 1 0 0,0 0 0 0 0,-1 0 0 0 0,1 0 0 0 0,-1 0-1 0 0,1 0 1 0 0,-1 0 0 0 0,0 0 0 0 0,0 0-1 0 0,0 0 1 0 0,-1 0 0 0 0,0-5 0 0 0,0-6 1615 0 0,1-2 89 0 0,-13 28-1666 0 0,-42 26-25 0 0,2 2 1 0 0,1 2 0 0 0,-83 89 0 0 0,115-108-335 0 0,-19 20 139 0 0,1 3 0 0 0,-49 77 0 0 0,78-108-183 0 0,1 0-1 0 0,0 0 0 0 0,1 1 0 0 0,1 0 1 0 0,0 0-1 0 0,2 1 0 0 0,0-1 1 0 0,0 1-1 0 0,2 0 0 0 0,0 0 0 0 0,1 0 1 0 0,0 0-1 0 0,4 28 0 0 0,0-24-15 0 0,1-1 0 0 0,1 0 1 0 0,0-1-1 0 0,11 24 0 0 0,-13-35-64 0 0,1-1 1 0 0,0 1 0 0 0,0-1-1 0 0,0 0 1 0 0,1 0 0 0 0,0-1-1 0 0,1 1 1 0 0,-1-1 0 0 0,1 0-1 0 0,1-1 1 0 0,-1 1 0 0 0,14 8-1 0 0,-10-10-354 0 0,-1 0 0 0 0,1 0-1 0 0,-1 0 1 0 0,1-2 0 0 0,0 1-1 0 0,17 1 1 0 0,80 0-7194 0 0</inkml:trace>
</inkml:ink>
</file>

<file path=ppt/ink/ink6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06T18:49:10.16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169 15 400 0 0,'7'-3'726'0'0,"1"1"0"0"0,-1-1-1 0 0,1 1 1 0 0,0 1 0 0 0,-1 0 0 0 0,1 0-1 0 0,0 0 1 0 0,0 1 0 0 0,0 0-1 0 0,0 0 1 0 0,0 1 0 0 0,14 3 0 0 0,-15-1-490 0 0,1-1 1 0 0,-1 1 0 0 0,0 1 0 0 0,12 6-1 0 0,1 5 287 0 0,0 1-1 0 0,0 1 1 0 0,-2 1-1 0 0,0 0 1 0 0,17 24-1 0 0,-25-29-365 0 0,-1 2 0 0 0,0-1 0 0 0,-1 1 0 0 0,10 25 1 0 0,-7-14-50 0 0,-5-12-22 0 0,0 1-1 0 0,-1 1 1 0 0,-1-1 0 0 0,-1 0 0 0 0,0 1-1 0 0,-1 0 1 0 0,0 0 0 0 0,-2-1 0 0 0,1 1-1 0 0,-2 0 1 0 0,0 0 0 0 0,-1 0 0 0 0,-7 25-1 0 0,-8 6 423 0 0,-46 88-1 0 0,17-41-81 0 0,20-34-171 0 0,-37 74 250 0 0,34-83-616 0 0,-4 8 390 0 0,-39 53 0 0 0,62-98-578 0 0,-1 0-1 0 0,0-1 1 0 0,-1-1-1 0 0,-1 0 1 0 0,1 0-1 0 0,-2-1 1 0 0,0-1 0 0 0,0 0-1 0 0,-16 8 1 0 0,-26 3-7598 0 0</inkml:trace>
</inkml:ink>
</file>

<file path=ppt/ink/ink6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06T18:49:10.79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57 101 2961 0 0,'52'-40'5510'0'0,"-37"27"-3303"0"0,-14 12-2107 0 0,0 1 0 0 0,1-1 0 0 0,-1 0 0 0 0,0 0 0 0 0,0 0 0 0 0,0 1 0 0 0,0-1 0 0 0,0 0 0 0 0,0 0 0 0 0,-1 0 0 0 0,1-1 1 0 0,0 1-1 0 0,0 0 0 0 0,-1 0 0 0 0,1 0 0 0 0,-1 0 0 0 0,1-1 0 0 0,-1 1 0 0 0,1 0 0 0 0,-1-3 0 0 0,1 3-29 0 0,0 0 1 0 0,-1-1-1 0 0,1 1 0 0 0,0 0 0 0 0,0 0 0 0 0,0 0 1 0 0,-1 0-1 0 0,1 0 0 0 0,0 0 0 0 0,1 0 0 0 0,-1 0 0 0 0,0 0 1 0 0,0 0-1 0 0,0 0 0 0 0,0 1 0 0 0,1-1 0 0 0,-1 0 1 0 0,0 1-1 0 0,1-1 0 0 0,-1 1 0 0 0,0 0 0 0 0,1-1 1 0 0,-1 1-1 0 0,1 0 0 0 0,-1 0 0 0 0,1 0 0 0 0,1 0 0 0 0,47-3 820 0 0,-49 3-880 0 0,11-1 98 0 0,1 1 1 0 0,0 1 0 0 0,0 0-1 0 0,0 0 1 0 0,-1 1-1 0 0,1 1 1 0 0,-1 0-1 0 0,0 1 1 0 0,0 0 0 0 0,0 1-1 0 0,0 0 1 0 0,-1 1-1 0 0,19 12 1 0 0,-25-14-27 0 0,-1-1 1 0 0,0 1 0 0 0,0-1-1 0 0,0 1 1 0 0,-1 0-1 0 0,0 1 1 0 0,1-1-1 0 0,-2 1 1 0 0,1-1-1 0 0,0 1 1 0 0,-1 0 0 0 0,0 0-1 0 0,0 0 1 0 0,0 0-1 0 0,-1 0 1 0 0,1 1-1 0 0,-1-1 1 0 0,-1 0-1 0 0,1 7 1 0 0,-1-6-25 0 0,-1 0 0 0 0,0 1 0 0 0,0-1 0 0 0,-1 0 0 0 0,0 0 1 0 0,0 0-1 0 0,0-1 0 0 0,0 1 0 0 0,-1 0 0 0 0,0-1 0 0 0,-1 0 0 0 0,1 0 0 0 0,-1 0 0 0 0,0 0 0 0 0,0 0 0 0 0,0-1 0 0 0,-6 5 0 0 0,-63 52 542 0 0,48-39-411 0 0,5-3-44 0 0,-2 0 0 0 0,-1-1 0 0 0,-32 19-1 0 0,36-26-87 0 0,1-1 0 0 0,-1-1 0 0 0,0-1 0 0 0,-1 0-1 0 0,-21 4 1 0 0,39-11-73 0 0,-1-1 0 0 0,1 1 0 0 0,0-1 0 0 0,-1 0 0 0 0,1 1 0 0 0,0-1 1 0 0,-1 0-1 0 0,1-1 0 0 0,0 1 0 0 0,-1 0 0 0 0,1-1 0 0 0,0 1 0 0 0,0-1 0 0 0,-1 1 0 0 0,1-1 0 0 0,0 0 0 0 0,0 0 0 0 0,0 0 0 0 0,-4-3 0 0 0,5 2 0 0 0,-1 1 1 0 0,1-1-1 0 0,0 0 1 0 0,0 0-1 0 0,0 1 1 0 0,0-1-1 0 0,0 0 1 0 0,0 0-1 0 0,1 0 1 0 0,-1 0-1 0 0,1 0 1 0 0,-1 0-1 0 0,1 0 1 0 0,0-1-1 0 0,0 1 1 0 0,0 0-1 0 0,0-3 0 0 0,1-3-16 0 0,0 0 0 0 0,1 0 0 0 0,0 0 0 0 0,0 0 0 0 0,0 0 0 0 0,1 0 0 0 0,1 0 0 0 0,7-13 0 0 0,-7 15 39 0 0,0 0 0 0 0,1 0 0 0 0,0 1 0 0 0,0-1 0 0 0,0 1 0 0 0,0 1 0 0 0,1-1 0 0 0,0 1 0 0 0,0 0 0 0 0,0 0 0 0 0,0 0 0 0 0,1 1 0 0 0,10-4 0 0 0,-6 4 42 0 0,0 0 0 0 0,0 1-1 0 0,0 1 1 0 0,0 0 0 0 0,0 1 0 0 0,1 0 0 0 0,-1 0-1 0 0,14 3 1 0 0,11 4 89 0 0,-1 1 0 0 0,0 2-1 0 0,-1 2 1 0 0,45 21 0 0 0,-31-11-16 0 0,72 43 0 0 0,-16 11-4078 0 0,-72-46-4248 0 0</inkml:trace>
</inkml:ink>
</file>

<file path=ppt/ink/ink7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06T18:49:12.11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1 112 400 0 0,'0'0'97'0'0,"0"-1"0"0"0,0 1 0 0 0,0 0 1 0 0,0-1-1 0 0,0 1 0 0 0,0 0 0 0 0,0-1 0 0 0,0 1 0 0 0,1 0 0 0 0,-1 0 0 0 0,0-1 0 0 0,0 1 1 0 0,0 0-1 0 0,1 0 0 0 0,-1-1 0 0 0,0 1 0 0 0,0 0 0 0 0,1 0 0 0 0,-1 0 0 0 0,0-1 0 0 0,1 1 0 0 0,-1 0 1 0 0,0 0-1 0 0,1 0 0 0 0,-1 0 0 0 0,0 0 0 0 0,0 0 0 0 0,1-1 0 0 0,-1 1 0 0 0,0 0 0 0 0,1 0 1 0 0,-1 0-1 0 0,0 0 0 0 0,1 0 0 0 0,-1 0 0 0 0,0 1 0 0 0,1-1 0 0 0,-1 0 0 0 0,0 0 0 0 0,1 0 0 0 0,-1 0 1 0 0,1 0-1 0 0,12-2 1541 0 0,-9-9 4941 0 0,-4 10-6347 0 0,0-1 1 0 0,0 1 0 0 0,1 0 0 0 0,-1 0-1 0 0,0-1 1 0 0,1 1 0 0 0,0 0 0 0 0,-1 0-1 0 0,1 0 1 0 0,-1-1 0 0 0,1 1 0 0 0,0 0-1 0 0,0 0 1 0 0,0 0 0 0 0,0 0 0 0 0,0 0 0 0 0,0 1-1 0 0,0-1 1 0 0,2-1 0 0 0,33-16 1383 0 0,42-2-1283 0 0,-72 18-68 0 0,48-11 105 0 0,-37 8-272 0 0,2 1-1 0 0,-1 1 1 0 0,24-2 0 0 0,89 5 622 0 0,95 24 652 0 0,-4-1-543 0 0,126-21 317 0 0,-196-3-705 0 0,12-3 157 0 0,64 2 128 0 0,-166 3-534 0 0,92 15 0 0 0,-39 7-225 0 0,139 46-1 0 0,-254-69-15 0 0,48 13-1301 0 0,-23-13-2586 0 0,-25 0 3578 0 0,1 0 0 0 0,-1 0 1 0 0,1 0-1 0 0,-1 0 0 0 0,1 0 0 0 0,-1 0 1 0 0,1-1-1 0 0,-1 1 0 0 0,1 0 0 0 0,-1 0 1 0 0,0-1-1 0 0,1 1 0 0 0,-1 0 0 0 0,1 0 1 0 0,-1-1-1 0 0,0 1 0 0 0,1 0 0 0 0,-1-1 1 0 0,0 1-1 0 0,1-1 0 0 0,-1 1 0 0 0,0 0 1 0 0,0-1-1 0 0,1 1 0 0 0,-1-1 0 0 0,0 1 0 0 0,0-1 1 0 0,0 1-1 0 0,0-1 0 0 0,1 1 0 0 0,-1 0 1 0 0,0-2-1 0 0,0-9-8993 0 0</inkml:trace>
</inkml:ink>
</file>

<file path=ppt/ink/ink7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06T18:49:14.00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237 191 2561 0 0,'15'-12'1439'0'0,"-9"8"-830"0"0,-1 0 1 0 0,0-1-1 0 0,-1 1 1 0 0,1-1-1 0 0,7-10 1 0 0,-2-6 929 0 0,-9 17-1339 0 0,1 1-1 0 0,0-1 1 0 0,-1 0-1 0 0,2 1 1 0 0,-1-1-1 0 0,0 1 1 0 0,1 0-1 0 0,4-5 1 0 0,3-1 380 0 0,1-1 1 0 0,1 2-1 0 0,19-12 0 0 0,-21 14-253 0 0,1 0-1 0 0,-1 2 0 0 0,1-1 0 0 0,0 1 0 0 0,1 1 0 0 0,-1 0 0 0 0,23-3 0 0 0,-27 6-229 0 0,1 0 0 0 0,-1 0-1 0 0,0 0 1 0 0,0 0 0 0 0,0 1-1 0 0,0 1 1 0 0,0-1 0 0 0,0 1-1 0 0,0 0 1 0 0,0 1 0 0 0,-1-1-1 0 0,1 1 1 0 0,-1 1-1 0 0,0-1 1 0 0,0 1 0 0 0,0 0-1 0 0,0 1 1 0 0,-1-1 0 0 0,1 1-1 0 0,-1 0 1 0 0,-1 0 0 0 0,1 1-1 0 0,-1-1 1 0 0,1 1-1 0 0,2 7 1 0 0,3 2 99 0 0,-5-7-100 0 0,1 1-1 0 0,-2-1 1 0 0,1 1-1 0 0,-1-1 1 0 0,0 1-1 0 0,-1 1 1 0 0,3 9 0 0 0,-7-15-70 0 0,0 0 1 0 0,0 0 0 0 0,-1 1-1 0 0,1-1 1 0 0,-1 0 0 0 0,0 0-1 0 0,0 0 1 0 0,-1-1 0 0 0,1 1-1 0 0,-1-1 1 0 0,-5 6 0 0 0,-71 56 666 0 0,52-43-528 0 0,-1-1 0 0 0,-1 0 0 0 0,0-3 0 0 0,-1 0 0 0 0,-1-2 0 0 0,-1-1 0 0 0,0-2 0 0 0,-1-1 0 0 0,0-1 0 0 0,-46 7 0 0 0,61-15-256 0 0,0-2 1 0 0,0 0 0 0 0,0-1 0 0 0,-1-1 0 0 0,1-1 0 0 0,0 0 0 0 0,-19-6 0 0 0,12-2-137 0 0,25 9 225 0 0,-1 1 0 0 0,0-1 0 0 0,1 0 0 0 0,-1 1 0 0 0,1-1 1 0 0,-1 0-1 0 0,0 0 0 0 0,1 0 0 0 0,0 1 0 0 0,-1-1 0 0 0,1 0 0 0 0,-1 0 0 0 0,1 0 1 0 0,0 0-1 0 0,0 0 0 0 0,0 0 0 0 0,-1 0 0 0 0,1 0 0 0 0,0 0 0 0 0,0-1 0 0 0,0 1 8 0 0,1 1-1 0 0,-1-1 0 0 0,0 0 0 0 0,0 1 0 0 0,-1-1 0 0 0,1 0 0 0 0,0 1 0 0 0,0-1 1 0 0,0 0-1 0 0,0 1 0 0 0,-1-1 0 0 0,1 0 0 0 0,0 1 0 0 0,0-1 0 0 0,-1 1 1 0 0,1-1-1 0 0,-1 0 0 0 0,1 1 0 0 0,0-1 0 0 0,-1 1 0 0 0,1-1 0 0 0,-1 1 0 0 0,0-1 1 0 0,1 1-1 0 0,-1 0 0 0 0,1-1 0 0 0,-1 1 0 0 0,1 0 0 0 0,-1-1 0 0 0,0 1 1 0 0,1 0-1 0 0,-1 0 0 0 0,0 0 0 0 0,1-1 0 0 0,-1 1 0 0 0,0 0 0 0 0,1 0 1 0 0,-2 0-1 0 0,0 0 2 0 0,8-3-5 0 0,2 0 2 0 0,-4-4 4 0 0,-4 7-5 0 0,0 0-1 0 0,0 0 0 0 0,0 0 0 0 0,0-1 0 0 0,0 1 1 0 0,0 0-1 0 0,0 0 0 0 0,0 0 0 0 0,0-1 1 0 0,0 1-1 0 0,0 0 0 0 0,1 0 0 0 0,-1 0 1 0 0,0 0-1 0 0,0-1 0 0 0,0 1 0 0 0,0 0 1 0 0,0 0-1 0 0,0 0 0 0 0,1 0 0 0 0,-1-1 0 0 0,0 1 1 0 0,0 0-1 0 0,0 0 0 0 0,0 0 0 0 0,1 0 1 0 0,-1 0-1 0 0,0 0 0 0 0,0 0 0 0 0,0 0 1 0 0,1 0-1 0 0,-1-1 0 0 0,0 1 0 0 0,0 0 1 0 0,0 0-1 0 0,1 0 0 0 0,-1 0 0 0 0,7-1 62 0 0,1 1 0 0 0,-1 0 0 0 0,0 0 0 0 0,0 0 0 0 0,1 1 0 0 0,-1 0 0 0 0,0 0 0 0 0,13 4 0 0 0,-3 1 32 0 0,0 1 0 0 0,0 0 0 0 0,18 12 1 0 0,146 85 490 0 0,-165-94-549 0 0,-1 1 0 0 0,20 16 0 0 0,-7-3-139 0 0,-23-21-94 0 0,0 0 1 0 0,1 0-1 0 0,-1 0 0 0 0,1-1 0 0 0,0 0 1 0 0,0 0-1 0 0,0-1 0 0 0,0 1 1 0 0,0-1-1 0 0,0 0 0 0 0,9 0 1 0 0,-9-1-138 0 0,50 0-4470 0 0,0-9-3869 0 0</inkml:trace>
</inkml:ink>
</file>

<file path=ppt/ink/ink7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06T18:49:14.38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504 1 1521 0 0,'-48'13'4774'0'0,"1"2"0"0"0,-76 36 0 0 0,80-29-3101 0 0,1 2 1 0 0,-71 54-1 0 0,104-71-1493 0 0,0 1 1 0 0,1 0-1 0 0,0 0 1 0 0,0 1-1 0 0,1 0 1 0 0,0 1-1 0 0,0-1 1 0 0,-6 14-1 0 0,11-20-106 0 0,1 0-1 0 0,-1 1 0 0 0,1-1 0 0 0,0 0 1 0 0,0 1-1 0 0,0-1 0 0 0,0 1 0 0 0,0-1 1 0 0,1 1-1 0 0,0-1 0 0 0,0 1 0 0 0,0-1 1 0 0,0 1-1 0 0,0 0 0 0 0,1-1 0 0 0,0 1 1 0 0,-1-1-1 0 0,1 1 0 0 0,0-1 0 0 0,1 0 1 0 0,-1 1-1 0 0,1-1 0 0 0,-1 0 0 0 0,1 0 1 0 0,0 0-1 0 0,0 0 0 0 0,1 0 0 0 0,-1-1 1 0 0,0 1-1 0 0,6 4 0 0 0,-1-2-63 0 0,-1-1 0 0 0,1-1 0 0 0,0 1 0 0 0,0-1 0 0 0,0 0 0 0 0,0 0 0 0 0,0-1 0 0 0,1 0 0 0 0,-1-1 0 0 0,1 1 0 0 0,-1-1 0 0 0,1-1 0 0 0,0 1 0 0 0,-1-1 0 0 0,1-1 0 0 0,0 1 0 0 0,-1-2 0 0 0,14-2 0 0 0,6-3-41 0 0,-1-1 0 0 0,0-1 0 0 0,42-22 1 0 0,-63 29 35 0 0,0-1 1 0 0,0 0-1 0 0,-1 0 1 0 0,1-1 0 0 0,-1 0-1 0 0,1 0 1 0 0,-1 0-1 0 0,-1 0 1 0 0,1 0 0 0 0,0-1-1 0 0,3-7 1 0 0,1-1-2 0 0,-2-1 0 0 0,9-25 0 0 0,-10 26 10 0 0,0 0 4 0 0,-1 0 0 0 0,0-1 0 0 0,0 1 1 0 0,-1-1-1 0 0,-1 0 0 0 0,1-16 0 0 0,-4 25-10 0 0,1 0 0 0 0,0 1-1 0 0,-1-1 1 0 0,0 0 0 0 0,0 0 0 0 0,0 0 0 0 0,-1 1 0 0 0,0-1-1 0 0,0 1 1 0 0,0-1 0 0 0,0 1 0 0 0,0 0 0 0 0,-1 0-1 0 0,0 0 1 0 0,0 0 0 0 0,0 0 0 0 0,0 1 0 0 0,-1-1 0 0 0,0 1-1 0 0,1 0 1 0 0,-1 0 0 0 0,-7-4 0 0 0,3 2-3 0 0,-1 1 1 0 0,0 0-1 0 0,0 1 1 0 0,0-1-1 0 0,0 2 1 0 0,0-1-1 0 0,-1 1 1 0 0,1 1-1 0 0,-1 0 1 0 0,1 0-1 0 0,-1 1 1 0 0,-11 0-1 0 0,-49 10-2081 0 0,1 10-4870 0 0,40-10-1004 0 0</inkml:trace>
</inkml:ink>
</file>

<file path=ppt/ink/ink7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06T18:49:15.53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0 480 0 0,'28'7'2962'0'0,"0"-1"-1"0"0,0 4-400 0 0,28 3-320 0 0,0-1-720 0 0,0-6-561 0 0,-5 6-880 0 0,5-12-1680 0 0,-28 0-1682 0 0,28-7-320 0 0,-28 2 321 0 0</inkml:trace>
</inkml:ink>
</file>

<file path=ppt/ink/ink7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06T18:49:15.93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13 1521 0 0,'28'-7'4722'0'0,"0"7"-2241"0"0,-28-6-160 0 0,28 6-400 0 0,28 0-400 0 0,0 0-401 0 0,57 13-79 0 0,55 16-81 0 0,-61 12-800 0 0,-79 2-2641 0 0,-28 3-6003 0 0</inkml:trace>
</inkml:ink>
</file>

<file path=ppt/ink/ink7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06T18:49:18.82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247 101 1921 0 0,'0'-1'157'0'0,"0"-1"-1"0"0,1 1 1 0 0,-1-1 0 0 0,1 1 0 0 0,-1 0 0 0 0,1-1-1 0 0,0 1 1 0 0,0 0 0 0 0,-1-1 0 0 0,1 1-1 0 0,0 0 1 0 0,0 0 0 0 0,0 0 0 0 0,0 0-1 0 0,0 0 1 0 0,0 0 0 0 0,1 0 0 0 0,-1 0 0 0 0,0 0-1 0 0,0 0 1 0 0,1 1 0 0 0,-1-1 0 0 0,1 1-1 0 0,-1-1 1 0 0,0 1 0 0 0,1-1 0 0 0,1 1-1 0 0,-2-1 4 0 0,1 1-1 0 0,-1 0 0 0 0,0-1 0 0 0,1 1 0 0 0,-1-1 0 0 0,0 1 0 0 0,0-1 0 0 0,1 1 0 0 0,-1-1 0 0 0,0 0 0 0 0,0 0 0 0 0,0 0 0 0 0,0 0 0 0 0,0 0 0 0 0,0 0 0 0 0,0 0 0 0 0,0 0 0 0 0,0 0 0 0 0,0 0 1 0 0,-1 0-1 0 0,1-1 0 0 0,0 1 0 0 0,-1 0 0 0 0,1 0 0 0 0,-1-1 0 0 0,1-1 0 0 0,-1 2-45 0 0,0-1 1 0 0,0 1 0 0 0,1 0-1 0 0,-1 0 1 0 0,0 0-1 0 0,0-1 1 0 0,1 1-1 0 0,-1 0 1 0 0,1 0 0 0 0,-1 0-1 0 0,1 0 1 0 0,0 0-1 0 0,-1 0 1 0 0,1 0-1 0 0,0 0 1 0 0,0 0-1 0 0,0 0 1 0 0,-1 1 0 0 0,1-1-1 0 0,0 0 1 0 0,0 0-1 0 0,0 1 1 0 0,0-1-1 0 0,0 1 1 0 0,3-2 0 0 0,0-1 254 0 0,6-9 1805 0 0,-7 11-2084 0 0,0 0 1 0 0,0 0-1 0 0,0 1 0 0 0,0-1 0 0 0,0 1 0 0 0,0-1 0 0 0,0 1 0 0 0,0 0 0 0 0,1 0 0 0 0,-1 0 0 0 0,0 1 0 0 0,0-1 0 0 0,6 2 0 0 0,-1 1-16 0 0,-1 0-1 0 0,1 0 0 0 0,-1 1 0 0 0,0-1 0 0 0,8 7 0 0 0,2 3-48 0 0,0 0 1 0 0,-1 1-1 0 0,20 23 0 0 0,-32-32-13 0 0,1 0 0 0 0,-1 1 0 0 0,0-1-1 0 0,5 12 1 0 0,-8-15-12 0 0,0 0 1 0 0,0 0-1 0 0,-1 0 1 0 0,1 0-1 0 0,-1 0 1 0 0,1 0-1 0 0,-1 0 0 0 0,0 0 1 0 0,1 1-1 0 0,-1-1 1 0 0,0 0-1 0 0,0 0 0 0 0,-1 0 1 0 0,1 0-1 0 0,0 1 1 0 0,-1-1-1 0 0,1 0 0 0 0,-2 2 1 0 0,-17 23-54 0 0,8-1 38 0 0,8-20 18 0 0,1 0 0 0 0,-1-1 0 0 0,0 1 0 0 0,-8 9 0 0 0,-1-1 25 0 0,-1 0 1 0 0,-1-1-1 0 0,0 0 1 0 0,-31 20-1 0 0,3-3-10 0 0,19-14 38 0 0,0-1 1 0 0,-1-1 0 0 0,-41 17-1 0 0,50-24-24 0 0,-2-1 0 0 0,1 0 0 0 0,-1-2 0 0 0,-18 4 0 0 0,27-7-23 0 0,-1 0 0 0 0,1 0 0 0 0,-1-1 0 0 0,0 0 0 0 0,1 0 0 0 0,-1-1 0 0 0,1 0 0 0 0,-11-3 0 0 0,19 4-9 0 0,-1 0 1 0 0,1 0 0 0 0,0 0 0 0 0,-1-1 0 0 0,1 1 0 0 0,-1 0-1 0 0,1 0 1 0 0,-1 0 0 0 0,1 0 0 0 0,0 0 0 0 0,-1-1 0 0 0,1 1-1 0 0,-1 0 1 0 0,1 0 0 0 0,0 0 0 0 0,-1-1 0 0 0,1 1 0 0 0,0 0 0 0 0,-1-1-1 0 0,1 1 1 0 0,0 0 0 0 0,0-1 0 0 0,-1 1 0 0 0,1 0 0 0 0,0-1-1 0 0,0 1 1 0 0,0-1 0 0 0,-1 1 0 0 0,1 0 0 0 0,0-1 0 0 0,0 1-1 0 0,0-1 1 0 0,0 1 0 0 0,0-1 0 0 0,0 0 0 0 0,-4-6 35 0 0,0 5-29 0 0,-11-6 1 0 0,15 7-9 0 0,0 1 1 0 0,-1 0 0 0 0,1 0-1 0 0,0-1 1 0 0,0 1 0 0 0,-1 0-1 0 0,1-1 1 0 0,0 1 0 0 0,0 0-1 0 0,0-1 1 0 0,-1 1 0 0 0,1 0-1 0 0,0-1 1 0 0,0 1 0 0 0,0 0-1 0 0,0-1 1 0 0,0 1-1 0 0,0-1 1 0 0,0 1 0 0 0,0 0-1 0 0,0-1 1 0 0,0 1 0 0 0,0 0-1 0 0,0-1 1 0 0,0 1 0 0 0,0-1-1 0 0,0 1 1 0 0,0 0 0 0 0,0-1-1 0 0,0 1 1 0 0,1 0 0 0 0,-1-1-1 0 0,0 1 1 0 0,0 0 0 0 0,0-1-1 0 0,1 1 1 0 0,-1 0 0 0 0,0-1-1 0 0,0 1 1 0 0,1 0 0 0 0,0-1-1 0 0,8-5-25 0 0,-9 5 24 0 0,1 1 0 0 0,0-1 0 0 0,0 1 0 0 0,0-1-1 0 0,0 0 1 0 0,0 1 0 0 0,-1-1 0 0 0,1 0 0 0 0,0 1 0 0 0,0-1-1 0 0,-1 0 1 0 0,1 0 0 0 0,-1 0 0 0 0,1 1 0 0 0,-1-1 0 0 0,1 0-1 0 0,-1 0 1 0 0,1 0 0 0 0,-1 0 0 0 0,0 0 0 0 0,0 0 0 0 0,1 0-1 0 0,-1 0 1 0 0,0-1 0 0 0,0 1 0 0 0,0 1 0 0 0,0 0-1 0 0,0-1 1 0 0,0 1 0 0 0,0 0-1 0 0,0-1 1 0 0,0 1 0 0 0,0 0-1 0 0,0-1 1 0 0,0 1 0 0 0,0 0 0 0 0,0-1-1 0 0,1 1 1 0 0,-1 0 0 0 0,0-1-1 0 0,0 1 1 0 0,0 0 0 0 0,0-1-1 0 0,1 1 1 0 0,-1 0 0 0 0,0 0 0 0 0,0-1-1 0 0,1 1 1 0 0,-1 0 0 0 0,0 0-1 0 0,0 0 1 0 0,1-1 0 0 0,0 1-1 0 0,22-8-50 0 0,-20 8 62 0 0,1 0 1 0 0,-1 0-1 0 0,1 0 0 0 0,-1 1 1 0 0,0-1-1 0 0,1 1 0 0 0,-1 0 1 0 0,0 0-1 0 0,4 2 0 0 0,15 5 81 0 0,0 1 0 0 0,-2 1 0 0 0,1 1-1 0 0,-1 0 1 0 0,0 2 0 0 0,-2 0 0 0 0,1 1-1 0 0,-2 1 1 0 0,1 1 0 0 0,18 23 0 0 0,-25-25-243 0 0,2 3 301 0 0,1-1-1 0 0,18 17 0 0 0,-27-29-554 0 0,0 1 0 0 0,1-1 0 0 0,-1-1 0 0 0,1 1 0 0 0,0-1 0 0 0,0 0-1 0 0,0 0 1 0 0,1 0 0 0 0,-1-1 0 0 0,11 2 0 0 0,11-2-6756 0 0</inkml:trace>
</inkml:ink>
</file>

<file path=ppt/ink/ink7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06T18:49:19.65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225 220 880 0 0,'-6'0'1256'0'0,"0"0"0"0"0,0 0-1 0 0,0 0 1 0 0,-1-1 0 0 0,1 0-1 0 0,0 0 1 0 0,-11-5 0 0 0,16 5-1032 0 0,-1 0 0 0 0,0 0 0 0 0,1 0 1 0 0,-1 0-1 0 0,1 0 0 0 0,-1-1 0 0 0,1 1 0 0 0,0 0 0 0 0,0-1 1 0 0,-1 1-1 0 0,1-1 0 0 0,0 0 0 0 0,0 1 0 0 0,0-1 0 0 0,1 0 1 0 0,-1 0-1 0 0,0 1 0 0 0,1-1 0 0 0,-1 0 0 0 0,1 0 0 0 0,-1 0 1 0 0,1 0-1 0 0,0 0 0 0 0,0 0 0 0 0,0-3 0 0 0,0 3-173 0 0,0 1 0 0 0,0 0 0 0 0,0 0 0 0 0,0-1 0 0 0,1 1 0 0 0,-1 0 0 0 0,0 0 0 0 0,1-1 0 0 0,-1 1 0 0 0,1 0 0 0 0,-1 0 0 0 0,1 0-1 0 0,-1 0 1 0 0,1 0 0 0 0,0 0 0 0 0,-1 0 0 0 0,1 0 0 0 0,0 0 0 0 0,0 0 0 0 0,0 0 0 0 0,0 0 0 0 0,0 0 0 0 0,1 0 0 0 0,-1 0-30 0 0,0 1-1 0 0,0-1 1 0 0,0 0 0 0 0,0 0 0 0 0,0 0-1 0 0,0 0 1 0 0,0 0 0 0 0,0 0 0 0 0,-1 0-1 0 0,1 0 1 0 0,0 0 0 0 0,-1 0 0 0 0,1-1-1 0 0,-1 1 1 0 0,1 0 0 0 0,-1 0 0 0 0,1-1 0 0 0,-1 1-1 0 0,0 0 1 0 0,0-1 0 0 0,0 1 0 0 0,0 0-1 0 0,0-2 1 0 0,0 1-12 0 0,0 1-1 0 0,1-1 1 0 0,-1 0 0 0 0,0 1-1 0 0,1-1 1 0 0,-1 0-1 0 0,1 1 1 0 0,-1-1 0 0 0,1 0-1 0 0,0 1 1 0 0,-1-1-1 0 0,1 1 1 0 0,0-1-1 0 0,0 1 1 0 0,0 0 0 0 0,0-1-1 0 0,1 1 1 0 0,-1 0-1 0 0,2-1 1 0 0,5-7-7 0 0,20-27-69 0 0,-28 36 62 0 0,1-1-1 0 0,0 0 1 0 0,-1 1 0 0 0,1-1-1 0 0,-1 0 1 0 0,1 1 0 0 0,-1-1-1 0 0,1 0 1 0 0,-1 0 0 0 0,1 1 0 0 0,-1-1-1 0 0,0 0 1 0 0,1 0 0 0 0,-1 0-1 0 0,0 1 1 0 0,0-1 0 0 0,0 0 0 0 0,0 0-1 0 0,0 0 1 0 0,0 0 0 0 0,0 0-1 0 0,0 1 1 0 0,0-1 0 0 0,0 0 0 0 0,0 0-1 0 0,0 0 1 0 0,-1 0 0 0 0,1 0-1 0 0,0 1 1 0 0,-1-1 0 0 0,1 0-1 0 0,0 0 1 0 0,-1 1 0 0 0,1-1 0 0 0,-1 0-1 0 0,1 0 1 0 0,-1 1 0 0 0,0-1-1 0 0,1 1 1 0 0,-1-1 0 0 0,0 1 0 0 0,1-1-1 0 0,-1 1 1 0 0,0-1 0 0 0,1 1-1 0 0,-1-1 1 0 0,0 1 0 0 0,0 0-1 0 0,0-1 1 0 0,0 1 0 0 0,1 0 0 0 0,-1 0-1 0 0,0 0 1 0 0,0 0 0 0 0,0 0-1 0 0,0-1 1 0 0,0 2 0 0 0,1-1 0 0 0,-1 0-1 0 0,0 0 1 0 0,0 0 0 0 0,-1 1-1 0 0,-3 0-20 0 0,0 1-1 0 0,0 0 0 0 0,1 0 1 0 0,-1 1-1 0 0,1-1 0 0 0,-1 1 1 0 0,1 0-1 0 0,0 0 0 0 0,0 1 1 0 0,0-1-1 0 0,-3 6 0 0 0,-21 29-66 0 0,27-37 89 0 0,1-1 0 0 0,-1 1-1 0 0,0 0 1 0 0,1-1 0 0 0,-1 1 0 0 0,1 0 0 0 0,-1 0 0 0 0,1 0-1 0 0,0-1 1 0 0,-1 1 0 0 0,1 0 0 0 0,0 0 0 0 0,0 0 0 0 0,-1 0-1 0 0,1 0 1 0 0,0 0 0 0 0,0 0 0 0 0,0-1 0 0 0,0 1 0 0 0,0 0 0 0 0,0 0-1 0 0,0 0 1 0 0,1 0 0 0 0,-1 0 0 0 0,1 1 0 0 0,-1-1 2 0 0,0-1 1 0 0,0 1-1 0 0,0 0 1 0 0,1 0-1 0 0,-1-1 0 0 0,0 1 1 0 0,0 0-1 0 0,0 0 1 0 0,0 0-1 0 0,0 0 1 0 0,0-1-1 0 0,0 1 1 0 0,-1 0-1 0 0,1 0 1 0 0,0 0-1 0 0,0-1 0 0 0,-1 1 1 0 0,1 0-1 0 0,0 0 1 0 0,-1-1-1 0 0,1 1 1 0 0,-1 0-1 0 0,1-1 1 0 0,-2 2-1 0 0,-1 1-5 0 0,-13 14 56 0 0,12 16-24 0 0,4-31-31 0 0,0 0-1 0 0,-1 0 1 0 0,1 0 0 0 0,-1 0 0 0 0,1-1-1 0 0,-1 1 1 0 0,1 0 0 0 0,-1 0 0 0 0,0-1 0 0 0,0 1-1 0 0,0 0 1 0 0,0-1 0 0 0,0 1 0 0 0,0-1-1 0 0,-1 1 1 0 0,-1 0 0 0 0,-5 10-8 0 0,-30 59 267 0 0,32-63-246 0 0,4-5 2 0 0,0-1-1 0 0,1 1 1 0 0,-1 0-1 0 0,0 0 0 0 0,1 0 1 0 0,0 0-1 0 0,-1 0 1 0 0,1 0-1 0 0,0 0 1 0 0,1 0-1 0 0,-1 0 0 0 0,0 0 1 0 0,1 1-1 0 0,0 4 1 0 0,0-6 8 0 0,1 0 0 0 0,-1-1 0 0 0,1 1 0 0 0,-1 0 0 0 0,1-1 0 0 0,0 1 0 0 0,0 0 0 0 0,0-1 0 0 0,0 1 0 0 0,0-1 0 0 0,0 0 0 0 0,0 1 0 0 0,1-1 0 0 0,-1 0 0 0 0,0 0 0 0 0,1 1 0 0 0,-1-1 0 0 0,1 0-1 0 0,-1-1 1 0 0,1 1 0 0 0,0 0 0 0 0,-1 0 0 0 0,1-1 0 0 0,0 1 0 0 0,2 0 0 0 0,3 1-10 0 0,0 0-1 0 0,0 0 1 0 0,0-1-1 0 0,0 0 0 0 0,9 0 1 0 0,-4 0-7 0 0,0-1 0 0 0,0 0 0 0 0,-1-1 0 0 0,1 0 0 0 0,0-1 0 0 0,0-1 0 0 0,-1 0 0 0 0,0 0 0 0 0,1-1 0 0 0,-1-1 0 0 0,-1 1 0 0 0,20-13 0 0 0,-6 0 21 0 0,39-29 149 0 0,98-91-1 0 0,-104 74-142 0 0,-53 43-11 0 0,-4 15 13 0 0,0 13 19 0 0,0-6-31 0 0,0 1 0 0 0,0-1 0 0 0,-1 1 0 0 0,1-1 0 0 0,-1 1 0 0 0,0-1 0 0 0,0 0 0 0 0,0 1 0 0 0,0-1 0 0 0,-2 4 0 0 0,-3 6 39 0 0,-15 25 250 0 0,-27 75-1 0 0,-64 208-65 0 0,106-307-362 0 0,1 0 0 0 0,1 0 0 0 0,0 1 0 0 0,1 0 0 0 0,0 0 0 0 0,0 20 0 0 0,2-33 46 0 0,1 0 1 0 0,0 1-1 0 0,0-1 0 0 0,0 1 0 0 0,0-1 0 0 0,1 0 1 0 0,-1 1-1 0 0,0-1 0 0 0,1 0 0 0 0,-1 1 1 0 0,0-1-1 0 0,1 0 0 0 0,0 1 0 0 0,-1-1 0 0 0,1 0 1 0 0,1 2-1 0 0,-1-2-53 0 0,0-1 1 0 0,0 0 0 0 0,0 1-1 0 0,-1-1 1 0 0,1 0-1 0 0,0 0 1 0 0,0 0 0 0 0,0 1-1 0 0,0-1 1 0 0,0 0-1 0 0,0 0 1 0 0,0 0-1 0 0,0-1 1 0 0,0 1 0 0 0,-1 0-1 0 0,1 0 1 0 0,0 0-1 0 0,0-1 1 0 0,0 1-1 0 0,0 0 1 0 0,0-1 0 0 0,1 0-1 0 0,26-18-6367 0 0</inkml:trace>
</inkml:ink>
</file>

<file path=ppt/ink/ink7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06T18:49:20.60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475 38 2881 0 0,'-19'0'3655'0'0,"0"-2"0"0"0,-23-4 0 0 0,50 1-235 0 0,3 0-3198 0 0,-2 1 112 0 0,1 1 0 0 0,-1 0 0 0 0,20-4 0 0 0,-26 6-288 0 0,0 1 1 0 0,-1-1-1 0 0,1 1 0 0 0,0 0 0 0 0,0 0 1 0 0,0 0-1 0 0,-1 0 0 0 0,1 1 0 0 0,0-1 0 0 0,0 1 1 0 0,-1-1-1 0 0,1 1 0 0 0,0 0 0 0 0,-1 0 1 0 0,1 0-1 0 0,-1 0 0 0 0,1 1 0 0 0,3 2 0 0 0,-5-3-25 0 0,-1 0 0 0 0,1-1 0 0 0,-1 1-1 0 0,0 0 1 0 0,1 0 0 0 0,-1-1 0 0 0,0 1-1 0 0,1 0 1 0 0,-1 0 0 0 0,0 0 0 0 0,0 0-1 0 0,0-1 1 0 0,0 1 0 0 0,0 0 0 0 0,0 0-1 0 0,0 0 1 0 0,0 0 0 0 0,0-1 0 0 0,0 1-1 0 0,-1 0 1 0 0,1 0 0 0 0,0 0 0 0 0,-1-1-1 0 0,1 1 1 0 0,0 0 0 0 0,-2 1 0 0 0,-18 48 1039 0 0,-39 71 1 0 0,51-109-1016 0 0,0-1-1 0 0,-1 1 1 0 0,0-1 0 0 0,-1-1 0 0 0,0 0 0 0 0,-18 14 0 0 0,-7 7-13 0 0,16-15 60 0 0,-2 0-1 0 0,1-1 1 0 0,-2-2-1 0 0,0 0 1 0 0,0-1-1 0 0,-44 17 1 0 0,62-29-102 0 0,-1 1 0 0 0,1-1 0 0 0,-1 1 0 0 0,0-1 0 0 0,1-1 0 0 0,-1 1 0 0 0,1-1 0 0 0,-1 1 0 0 0,1-1 0 0 0,-1-1 0 0 0,1 1 0 0 0,0 0 0 0 0,0-1 0 0 0,0 0 0 0 0,-1 0 0 0 0,2 0 0 0 0,-1-1 0 0 0,0 0 0 0 0,0 1 0 0 0,1-1 0 0 0,0 0 0 0 0,-1-1 0 0 0,-2-3 0 0 0,-22-28-57 0 0,27 34 66 0 0,1 1 1 0 0,-1-1-1 0 0,1 1 1 0 0,-1-1 0 0 0,1 1-1 0 0,-1-1 1 0 0,1 0-1 0 0,-1 1 1 0 0,1-1-1 0 0,0 1 1 0 0,-1-1-1 0 0,1 0 1 0 0,0 1-1 0 0,0-1 1 0 0,-1 0-1 0 0,1 0 1 0 0,0 1 0 0 0,0-1-1 0 0,0 0 1 0 0,0 0-1 0 0,0 1 1 0 0,0-1-1 0 0,0 0 1 0 0,0 0-1 0 0,0 1 1 0 0,0-1-1 0 0,0 0 1 0 0,1 1-1 0 0,-1-2 1 0 0,16-12 0 0 0,-15 14 0 0 0,0 0 0 0 0,0-1 0 0 0,0 1 0 0 0,0-1 0 0 0,0 1 0 0 0,-1-1 1 0 0,1 1-1 0 0,0-1 0 0 0,-1 0 0 0 0,1 1 0 0 0,0-1 0 0 0,-1 0 0 0 0,1 1 0 0 0,-1-1 0 0 0,1 0 0 0 0,-1 0 0 0 0,1-1 0 0 0,-1 2 0 0 0,1-1 0 0 0,-1 1 0 0 0,0-1 0 0 0,0 1 0 0 0,0 0 0 0 0,0-1 0 0 0,0 1 0 0 0,0 0 0 0 0,1-1 0 0 0,-1 1 0 0 0,0 0 0 0 0,0-1 0 0 0,0 1 0 0 0,1 0 0 0 0,-1-1 0 0 0,0 1 0 0 0,0 0 0 0 0,1 0 0 0 0,-1-1 0 0 0,0 1 0 0 0,1 0 0 0 0,-1 0 0 0 0,0 0 0 0 0,1-1 0 0 0,-1 1 0 0 0,0 0 1 0 0,1 0-1 0 0,-1 0 0 0 0,1 0 0 0 0,-1 0 0 0 0,0 0 0 0 0,1 0 0 0 0,-1 0 0 0 0,0 0 0 0 0,1 0 0 0 0,-1 0 0 0 0,1 0 0 0 0,-1 0 0 0 0,13 2 25 0 0,0 13 122 0 0,0-2-34 0 0,-1 1 1 0 0,0 0-1 0 0,-1 1 1 0 0,-1 0-1 0 0,0 1 0 0 0,-1 0 1 0 0,7 21-1 0 0,-15-35-138 0 0,0 0 0 0 0,-1 1 0 0 0,1-1 0 0 0,0 0 0 0 0,0 0 0 0 0,0 0 0 0 0,0 0 0 0 0,1 0-1 0 0,-1 0 1 0 0,0 0 0 0 0,1 0 0 0 0,-1 0 0 0 0,1-1 0 0 0,0 1 0 0 0,0-1 0 0 0,0 1 0 0 0,0-1 0 0 0,-1 0 0 0 0,2 1 0 0 0,-1-1 0 0 0,0 0 0 0 0,0 0 0 0 0,0-1 0 0 0,0 1 0 0 0,1 0-1 0 0,-1-1 1 0 0,0 1 0 0 0,1-1 0 0 0,-1 0 0 0 0,0 0 0 0 0,1 0 0 0 0,3 0 0 0 0,9-3-477 0 0,-1 0 0 0 0,0-1 0 0 0,0 0 0 0 0,0-1 1 0 0,0-1-1 0 0,-1 0 0 0 0,25-16 0 0 0,63-40-4820 0 0,51-36-3669 0 0,-30 21 5192 0 0,-76 50 4796 0 0,3 3 1943 0 0,-19 17 2324 0 0,-54 7-1596 0 0,16-2 885 0 0,6 2-4453 0 0,0 0 0 0 0,0 0 0 0 0,0 0 1 0 0,0 0-1 0 0,0 0 0 0 0,0 0 1 0 0,0 0-1 0 0,0 0 0 0 0,0 1 1 0 0,1-1-1 0 0,-1 1 0 0 0,-3 1 0 0 0,-29 9 427 0 0,1 1 0 0 0,1 2 0 0 0,0 1 0 0 0,1 2 0 0 0,1 1 0 0 0,1 1 0 0 0,-40 34 0 0 0,63-48-456 0 0,0 0 0 0 0,0 1 0 0 0,1 0 0 0 0,0 0 0 0 0,1 1 0 0 0,-1 0 0 0 0,1-1 0 0 0,0 1 0 0 0,1 1 0 0 0,-1-1 0 0 0,2 0 0 0 0,-1 1 1 0 0,-1 7-1 0 0,3-10-23 0 0,0 0 0 0 0,1-1 1 0 0,-1 1-1 0 0,1 0 0 0 0,0 0 1 0 0,0 0-1 0 0,1-1 1 0 0,-1 1-1 0 0,1 0 0 0 0,0-1 1 0 0,1 1-1 0 0,-1-1 1 0 0,1 1-1 0 0,0-1 0 0 0,0 1 1 0 0,0-1-1 0 0,0 0 0 0 0,1 0 1 0 0,0 0-1 0 0,0-1 1 0 0,0 1-1 0 0,5 4 0 0 0,3 1-28 0 0,1 0 0 0 0,0-1 0 0 0,0 0 0 0 0,1-1 0 0 0,0-1 0 0 0,0 0 0 0 0,0-1 0 0 0,17 5-1 0 0,1-2-78 0 0,1-1-1 0 0,46 4 0 0 0,-62-10-14 0 0,1 0 0 0 0,-1-1-1 0 0,1 0 1 0 0,-1-2 0 0 0,0 0-1 0 0,22-5 1 0 0,-32 5 86 0 0,0 0 0 0 0,1-1 1 0 0,-1 0-1 0 0,0 0 0 0 0,0-1 0 0 0,-1 1 0 0 0,1-1 0 0 0,-1 0 0 0 0,0-1 1 0 0,0 1-1 0 0,0-1 0 0 0,-1 0 0 0 0,1 0 0 0 0,-1-1 0 0 0,0 1 1 0 0,-1-1-1 0 0,1 0 0 0 0,-1 0 0 0 0,-1 0 0 0 0,1 0 0 0 0,-1-1 0 0 0,3-11 1 0 0,-1 3 42 0 0,-1-1-1 0 0,-1 0 1 0 0,0 0 0 0 0,-1 0 0 0 0,-1 0 0 0 0,0 0 0 0 0,-1 0 0 0 0,-5-24 0 0 0,3 31-51 0 0,1 0 1 0 0,-2 1-1 0 0,1-1 0 0 0,-1 0 1 0 0,-1 1-1 0 0,1 0 1 0 0,-2 0-1 0 0,1 1 0 0 0,-1-1 1 0 0,0 1-1 0 0,0 0 1 0 0,-1 1-1 0 0,0-1 0 0 0,0 1 1 0 0,0 1-1 0 0,-15-9 1 0 0,5 4-305 0 0,0 1 1 0 0,-1 1-1 0 0,0 1 1 0 0,0 0-1 0 0,-1 1 1 0 0,0 1-1 0 0,-22-3 1 0 0,-7 3-2172 0 0,17 4-3102 0 0</inkml:trace>
</inkml:ink>
</file>

<file path=ppt/ink/ink7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06T18:49:21.97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57 41 1521 0 0,'7'-10'2125'0'0,"5"-7"104"0"0,-9 3 2154 0 0,-7 15-2329 0 0,4-1-1893 0 0,-16 13 1512 0 0,15-12-1615 0 0,1-1-1 0 0,-1 0 0 0 0,1 0 1 0 0,0 1-1 0 0,-1-1 0 0 0,1 0 1 0 0,0 1-1 0 0,-1-1 0 0 0,1 1 1 0 0,0-1-1 0 0,0 0 0 0 0,-1 1 0 0 0,1-1 1 0 0,0 1-1 0 0,0-1 0 0 0,0 1 1 0 0,0-1-1 0 0,0 1 0 0 0,0-1 1 0 0,0 1-1 0 0,0-1 0 0 0,0 1 1 0 0,0-1-1 0 0,0 1 0 0 0,0-1 0 0 0,0 0 1 0 0,0 1-1 0 0,0-1 0 0 0,0 1 1 0 0,0-1-1 0 0,0 1 0 0 0,1-1 1 0 0,-1 1-1 0 0,0-1 0 0 0,0 0 0 0 0,1 1 1 0 0,-1-1-1 0 0,0 1 0 0 0,0-1 1 0 0,1 0-1 0 0,-1 1 0 0 0,0-1 1 0 0,1 0-1 0 0,-1 1 0 0 0,1-1 1 0 0,-1 0-1 0 0,0 0 0 0 0,1 1 0 0 0,2-1 16 0 0,-2 0-61 0 0,-1 1 0 0 0,1-1 0 0 0,0 0 0 0 0,0 0 0 0 0,-1 0 1 0 0,1 0-1 0 0,0 1 0 0 0,0-1 0 0 0,-1 0 0 0 0,1 1 0 0 0,0-1 0 0 0,-1 1 1 0 0,1-1-1 0 0,0 1 0 0 0,-1-1 0 0 0,1 1 0 0 0,-1-1 0 0 0,1 1 0 0 0,-1-1 1 0 0,1 1-1 0 0,-1 0 0 0 0,1-1 0 0 0,-1 1 0 0 0,0 0 0 0 0,1-1 0 0 0,-1 2 1 0 0,0-1-5 0 0,0 0 0 0 0,1 0 0 0 0,-1 0 0 0 0,0 1 0 0 0,0-1 0 0 0,1 0 0 0 0,-1 0 0 0 0,1 0 0 0 0,-1 0 0 0 0,1 0 0 0 0,-1 0 0 0 0,1-1 0 0 0,0 1 0 0 0,-1 0 0 0 0,1 0 0 0 0,0 0 0 0 0,0 0 0 0 0,-1-1 1 0 0,1 1-1 0 0,1 0 0 0 0,10 12 89 0 0,-10-5-32 0 0,-1-1-1 0 0,1 1 0 0 0,-1 0 1 0 0,0 0-1 0 0,-1 0 0 0 0,0-1 1 0 0,-2 16-1 0 0,1-1 115 0 0,0-11-98 0 0,0 1-1 0 0,-1-1 1 0 0,-1 0-1 0 0,0 0 1 0 0,0 0-1 0 0,-1 0 1 0 0,0-1-1 0 0,-1 0 1 0 0,-10 17-1 0 0,7-13 119 0 0,1 1-1 0 0,-11 29 1 0 0,9 2 414 0 0,-2-24-250 0 0,10-20-293 0 0,-1 1 0 0 0,0 0 1 0 0,1 0-1 0 0,0-1 0 0 0,0 1 0 0 0,0 0 0 0 0,0 0 0 0 0,0 0 0 0 0,0 0 0 0 0,1 5 0 0 0,51-35 397 0 0,-23-15-120 0 0,-14 28-205 0 0,-4 4 29 0 0,-1 0-1 0 0,13-19 0 0 0,-8 9 101 0 0,1 0-1 0 0,1 0 0 0 0,23-21 0 0 0,-20 22-33 0 0,-1-1 0 0 0,-2-1-1 0 0,16-22 1 0 0,-26 35-178 0 0,0 0-1 0 0,1 0 1 0 0,1 1 0 0 0,-1 0 0 0 0,12-7-1 0 0,7-9 4 0 0,-24 18-51 0 0,1 0 16 0 0,20-3-12 0 0,-22 9-17 0 0,-1-1 1 0 0,0 0-1 0 0,0 0 0 0 0,1 0 1 0 0,-1 0-1 0 0,0 0 0 0 0,1 0 1 0 0,-1 1-1 0 0,0-1 0 0 0,0 0 1 0 0,1 0-1 0 0,-1 0 0 0 0,0 1 1 0 0,0-1-1 0 0,0 0 0 0 0,1 0 1 0 0,-1 1-1 0 0,0-1 0 0 0,0 0 1 0 0,0 1-1 0 0,0-1 0 0 0,0 0 1 0 0,1 0-1 0 0,-1 1 0 0 0,0-1 1 0 0,0 0-1 0 0,0 1 0 0 0,0-1 1 0 0,0 0-1 0 0,0 1 0 0 0,0-1 1 0 0,0 0-1 0 0,0 1 0 0 0,0-1 1 0 0,0 0-1 0 0,0 0 0 0 0,-1 1 1 0 0,1-1-1 0 0,0 0 0 0 0,0 1 1 0 0,0-1-1 0 0,-5 20-48 0 0,-74 178 423 0 0,66-167-182 0 0,2 0 1 0 0,-11 47-1 0 0,16-56-31 0 0,5-16-105 0 0,0-1-1 0 0,0 1 0 0 0,0 0 1 0 0,0 0-1 0 0,1 0 1 0 0,0 1-1 0 0,1-1 0 0 0,-1 0 1 0 0,1 0-1 0 0,0 0 1 0 0,1-1-1 0 0,3 11 0 0 0,-4-14-69 0 0,0 1-1 0 0,0-1 1 0 0,0 0-1 0 0,1 0 1 0 0,-1 0-1 0 0,1-1 0 0 0,-1 1 1 0 0,1 0-1 0 0,0 0 1 0 0,0-1-1 0 0,-1 1 1 0 0,1-1-1 0 0,0 0 0 0 0,1 1 1 0 0,-1-1-1 0 0,0 0 1 0 0,0 0-1 0 0,0-1 1 0 0,1 1-1 0 0,-1 0 0 0 0,0-1 1 0 0,1 1-1 0 0,-1-1 1 0 0,0 0-1 0 0,1 0 1 0 0,-1 0-1 0 0,1 0 0 0 0,-1 0 1 0 0,0 0-1 0 0,1-1 1 0 0,-1 1-1 0 0,0-1 1 0 0,1 1-1 0 0,-1-1 0 0 0,3-1 1 0 0,6-3 20 0 0,1 0 1 0 0,-1 0-1 0 0,0-1 1 0 0,-1 0-1 0 0,1-1 1 0 0,-1 0-1 0 0,15-15 0 0 0,62-70 496 0 0,-23 22-151 0 0,44-22 235 0 0,-1-1 57 0 0,-98 84-475 0 0,0 0-1 0 0,1 1 1 0 0,0 0 0 0 0,0 0 0 0 0,1 1-1 0 0,0 1 1 0 0,0 0 0 0 0,1 0-1 0 0,12-4 1 0 0,4 4 20 0 0,-5 5-294 0 0,-14 5-2000 0 0,-2-3 2754 0 0,5 4-8407 0 0,-11-4 6783 0 0,0 0 1 0 0,-1 0-1 0 0,1 1 1 0 0,-1-1 0 0 0,1 0-1 0 0,-1 1 1 0 0,0-1-1 0 0,1 1 1 0 0,-1-1-1 0 0,0 0 1 0 0,0 1 0 0 0,0-1-1 0 0,0 3 1 0 0,0 13-4640 0 0</inkml:trace>
</inkml:ink>
</file>

<file path=ppt/ink/ink7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06T18:50:45.46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395 71 720 0 0,'1'-1'93'0'0,"-1"0"-1"0"0,0 0 0 0 0,1 0 1 0 0,-1-1-1 0 0,1 1 1 0 0,0 0-1 0 0,-1 0 0 0 0,1 0 1 0 0,0 0-1 0 0,0 0 0 0 0,-1 1 1 0 0,1-1-1 0 0,0 0 1 0 0,0 0-1 0 0,0 0 0 0 0,0 1 1 0 0,0-1-1 0 0,0 0 1 0 0,0 1-1 0 0,0-1 0 0 0,2 1 1 0 0,11-10 1383 0 0,-9 7-1199 0 0,0 0 0 0 0,1 0 1 0 0,-1 0-1 0 0,1 1 0 0 0,0 0 0 0 0,-1 0 1 0 0,1 0-1 0 0,10-1 0 0 0,58-7 1635 0 0,-44 7-1277 0 0,-22 2-482 0 0,0-1 18 0 0,-1 1 0 0 0,1 0 0 0 0,0 1 1 0 0,0 0-1 0 0,0 0 0 0 0,0 0 0 0 0,0 1 1 0 0,9 3-1 0 0,-4-3 63 0 0,-11-1-185 0 0,0 0 0 0 0,1 0 0 0 0,-1 0 1 0 0,0 0-1 0 0,0 1 0 0 0,1-1 0 0 0,-1 1 0 0 0,0-1 0 0 0,4 3 0 0 0,-6-3-39 0 0,1 1-1 0 0,0 0 0 0 0,-1-1 0 0 0,1 1 0 0 0,0 0 0 0 0,-1 0 0 0 0,1 0 1 0 0,-1 0-1 0 0,0-1 0 0 0,1 1 0 0 0,-1 0 0 0 0,0 0 0 0 0,1 0 0 0 0,-1 0 1 0 0,0 0-1 0 0,0 0 0 0 0,0 0 0 0 0,0 0 0 0 0,0 0 0 0 0,0 0 0 0 0,0 0 1 0 0,0 0-1 0 0,0 0 0 0 0,0-1 0 0 0,-1 1 0 0 0,1 0 0 0 0,0 0 0 0 0,-1 0 1 0 0,1 0-1 0 0,-1 0 0 0 0,1 0 0 0 0,-1 0 0 0 0,-6 17 46 0 0,-1-1-1 0 0,-1-1 1 0 0,-1 1-1 0 0,0-1 1 0 0,0-1 0 0 0,-2 0-1 0 0,0-1 1 0 0,-1 0-1 0 0,0-1 1 0 0,-18 14-1 0 0,-189 122 1414 0 0,179-124-945 0 0,-52 21 0 0 0,78-39-331 0 0,0-1-1 0 0,-1-1 1 0 0,1 0 0 0 0,-1-2-1 0 0,0 1 1 0 0,-33 1 0 0 0,44-5-136 0 0,0 0 1 0 0,-1 0 0 0 0,1-1-1 0 0,0 1 1 0 0,0-1 0 0 0,0 0 0 0 0,-1-1-1 0 0,1 1 1 0 0,0-1 0 0 0,1 0-1 0 0,-1-1 1 0 0,-7-4 0 0 0,10 6-54 0 0,1 0 0 0 0,-1-1 1 0 0,1 1-1 0 0,0-1 0 0 0,-1 1 1 0 0,1-1-1 0 0,0 0 0 0 0,0 0 1 0 0,0 1-1 0 0,0-1 0 0 0,0 0 1 0 0,1 0-1 0 0,-1 0 0 0 0,1 0 1 0 0,-1 0-1 0 0,1 0 0 0 0,0 0 1 0 0,-1 0-1 0 0,1 0 0 0 0,0 0 1 0 0,0 0-1 0 0,1 0 0 0 0,-1 0 1 0 0,0 0-1 0 0,1 0 0 0 0,-1 0 1 0 0,1 0-1 0 0,-1 0 0 0 0,1 0 1 0 0,2-3-1 0 0,3-6 22 0 0,0 1 0 0 0,1-1 1 0 0,1 2-1 0 0,0-1 0 0 0,0 1 0 0 0,0 0 0 0 0,1 1 0 0 0,15-11 1 0 0,-11 11-19 0 0,-1 0 1 0 0,1 1 0 0 0,0 0-1 0 0,24-8 1 0 0,-29 12-9 0 0,1 1 0 0 0,-1 0 0 0 0,0 1 0 0 0,1-1 0 0 0,0 1 0 0 0,-1 1 0 0 0,1 0 0 0 0,-1 0-1 0 0,1 1 1 0 0,10 2 0 0 0,22 8-83 0 0,0 3 0 0 0,67 32-1 0 0,-75-30-765 0 0,0-2-1 0 0,1-1 1 0 0,63 16-1 0 0,-89-28 275 0 0,-1 1-1 0 0,1-1 1 0 0,-1 0-1 0 0,1 0 1 0 0,0-1-1 0 0,-1 0 0 0 0,1 0 1 0 0,0-1-1 0 0,-1 0 1 0 0,1 0-1 0 0,-1-1 1 0 0,1 0-1 0 0,-1 0 1 0 0,0-1-1 0 0,0 0 0 0 0,0 0 1 0 0,11-8-1 0 0,34-22-2691 0 0</inkml:trace>
</inkml:ink>
</file>

<file path=ppt/ink/ink7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06T18:50:46.04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550 91 560 0 0,'0'-2'142'0'0,"0"0"0"0"0,-1 0 0 0 0,1 0 0 0 0,1 0 0 0 0,-1 0 0 0 0,0 1 0 0 0,0-1 0 0 0,1 0 0 0 0,-1 0 0 0 0,1 0 0 0 0,-1 1 0 0 0,1-1 0 0 0,0 0 0 0 0,-1 0 0 0 0,1 1 0 0 0,0-1 0 0 0,0 1 0 0 0,0-1 0 0 0,1 1 0 0 0,-1-1 0 0 0,0 1 0 0 0,0 0 0 0 0,1-1 0 0 0,-1 1 0 0 0,1 0-1 0 0,-1 0 1 0 0,3-1 0 0 0,13-8 1081 0 0,-12 6-1022 0 0,0 0 0 0 0,1 0 0 0 0,-1 1 0 0 0,1 0 0 0 0,0 0 0 0 0,0 0 0 0 0,0 1 0 0 0,0 0 0 0 0,0 0 0 0 0,1 1 0 0 0,-1-1 0 0 0,1 1 0 0 0,-1 1 1 0 0,1-1-1 0 0,-1 1 0 0 0,1 0 0 0 0,-1 1 0 0 0,8 1 0 0 0,-13-2-183 0 0,1 0 1 0 0,0 0-1 0 0,-1 1 1 0 0,1-1-1 0 0,-1 1 1 0 0,1-1-1 0 0,0 1 1 0 0,-1 0-1 0 0,0-1 1 0 0,1 1-1 0 0,-1 0 1 0 0,1 0-1 0 0,1 2 1 0 0,-2-1-11 0 0,0-1 1 0 0,-1 1-1 0 0,1 0 1 0 0,-1-1 0 0 0,0 1-1 0 0,1 0 1 0 0,-1 0-1 0 0,0-1 1 0 0,0 1 0 0 0,0 0-1 0 0,0 0 1 0 0,-1 0-1 0 0,1-1 1 0 0,0 1-1 0 0,-1 0 1 0 0,1-1 0 0 0,-2 3-1 0 0,2-3-5 0 0,-3 12 19 0 0,0 0 1 0 0,-1-1-1 0 0,0 0 1 0 0,-1 0-1 0 0,-1 0 0 0 0,0 0 1 0 0,0-1-1 0 0,-1 0 1 0 0,-10 11-1 0 0,2-9 119 0 0,-1 0-1 0 0,-22 14 1 0 0,-19 12 477 0 0,34-22-335 0 0,-1-1-1 0 0,-1-2 0 0 0,0 0 0 0 0,-1-2 0 0 0,-37 13 1 0 0,13-10 384 0 0,0-1 0 0 0,-56 6 1 0 0,95-18-494 0 0,-1 0 1 0 0,0-1-1 0 0,1-1 1 0 0,-1 0 0 0 0,0 0-1 0 0,0-1 1 0 0,1-1 0 0 0,-1 0-1 0 0,1 0 1 0 0,-18-7-1 0 0,18 1 75 0 0,16 0-56 0 0,34-7 19 0 0,-20 10-175 0 0,1 0 0 0 0,0 1 0 0 0,1 2 0 0 0,-1 0 0 0 0,0 1 0 0 0,0 1 0 0 0,1 0 0 0 0,33 7 0 0 0,-25-2-30 0 0,1 2-1 0 0,-1 1 1 0 0,-1 2 0 0 0,0 0 0 0 0,29 16 0 0 0,-44-19-138 0 0,-1 1 1 0 0,0 0 0 0 0,-1 0 0 0 0,20 20-1 0 0,-22-19-125 0 0,-7-8 133 0 0,0 1-1 0 0,0-1 0 0 0,0 1 0 0 0,0-1 0 0 0,0 0 0 0 0,1 0 0 0 0,-1 0 0 0 0,0 0 0 0 0,1 0 0 0 0,-1-1 1 0 0,0 1-1 0 0,1-1 0 0 0,-1 1 0 0 0,1-1 0 0 0,-1 0 0 0 0,1 0 0 0 0,-1 0 0 0 0,1 0 0 0 0,-1-1 1 0 0,1 1-1 0 0,2-2 0 0 0,6-1-923 0 0,0-1-1 0 0,0 0 1 0 0,15-9 0 0 0,1-1-1616 0 0,20-4-379 0 0,-14-5 188 0 0</inkml:trace>
</inkml:ink>
</file>

<file path=ppt/ink/ink7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06T18:50:46.44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550 27 80 0 0,'-123'12'6659'0'0,"72"-9"-4869"0"0,-1 3 0 0 0,1 2 1 0 0,-65 18-1 0 0,95-19-1536 0 0,-46 16 372 0 0,63-22-568 0 0,0 1 0 0 0,1 0 0 0 0,-1 0 0 0 0,1 0 1 0 0,-1 0-1 0 0,1 1 0 0 0,0 0 0 0 0,0-1 0 0 0,0 1 0 0 0,0 0 0 0 0,0 0 1 0 0,1 0-1 0 0,-4 6 0 0 0,2-2 84 0 0,1 1-1 0 0,0 0 1 0 0,0 0 0 0 0,0 0-1 0 0,-2 13 1 0 0,5-18-102 0 0,0 0 1 0 0,0 0-1 0 0,0 0 0 0 0,1 0 0 0 0,-1 0 0 0 0,1 0 1 0 0,0 0-1 0 0,-1 1 0 0 0,1-2 0 0 0,1 1 1 0 0,-1 0-1 0 0,0 0 0 0 0,1 0 0 0 0,-1 0 1 0 0,5 4-1 0 0,0 2 18 0 0,0-1 1 0 0,1 0-1 0 0,0 0 1 0 0,1 0-1 0 0,0-1 0 0 0,0 0 1 0 0,1 0-1 0 0,-1-1 1 0 0,1 0-1 0 0,1-1 1 0 0,-1 0-1 0 0,1 0 1 0 0,0-1-1 0 0,0 0 0 0 0,0-1 1 0 0,1 0-1 0 0,-1-1 1 0 0,1 0-1 0 0,-1 0 1 0 0,14-1-1 0 0,9 1-81 0 0,1-1 1 0 0,-1-2-1 0 0,65-9 0 0 0,-81 7 56 0 0,0-1 0 0 0,-1 0 0 0 0,1-1 1 0 0,-1 0-1 0 0,0-2 0 0 0,-1 0 0 0 0,0 0 0 0 0,0-2 0 0 0,22-15 0 0 0,-32 18-23 0 0,1 0-1 0 0,-1 0 0 0 0,0 0 1 0 0,0-1-1 0 0,-1 0 1 0 0,0 0-1 0 0,0 0 0 0 0,-1 0 1 0 0,6-16-1 0 0,2-4-49 0 0,-10 24 38 0 0,4-6 6 0 0,-1-1 1 0 0,-1 1-1 0 0,1-1 0 0 0,-1 1 1 0 0,1-14-1 0 0,-3 21-2 0 0,-1-1 0 0 0,0 0-1 0 0,0 1 1 0 0,0-1 0 0 0,-1 0-1 0 0,1 0 1 0 0,0 1 0 0 0,-1-1-1 0 0,0 1 1 0 0,0-1 0 0 0,0 0-1 0 0,0 1 1 0 0,0 0 0 0 0,0-1-1 0 0,-1 1 1 0 0,1 0 0 0 0,-1-1 0 0 0,1 1-1 0 0,-1 0 1 0 0,0 0 0 0 0,0 0-1 0 0,0 1 1 0 0,0-1 0 0 0,-4-2-1 0 0,-5-3-224 0 0,0 1-1 0 0,0 1 1 0 0,-1 0-1 0 0,1 0 1 0 0,-1 1 0 0 0,0 1-1 0 0,-1 0 1 0 0,-24-3-1 0 0,8 4-826 0 0,-1 1-1 0 0,-52 5 1 0 0,78-4 467 0 0,-14 3-817 0 0,11 5-2740 0 0,7-2 432 0 0</inkml:trace>
</inkml:ink>
</file>

<file path=ppt/ink/ink7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06T18:50:47.72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58 123 320 0 0,'0'0'100'0'0,"0"-1"-1"0"0,0 0 0 0 0,0 0 1 0 0,0 0-1 0 0,0 1 1 0 0,-1-1-1 0 0,1 0 1 0 0,0 0-1 0 0,-1 0 1 0 0,1 1-1 0 0,0-1 0 0 0,-1 0 1 0 0,1 1-1 0 0,-1-1 1 0 0,1 0-1 0 0,-1 1 1 0 0,1-1-1 0 0,-1 0 1 0 0,1 1-1 0 0,-1-1 0 0 0,0 1 1 0 0,1-1-1 0 0,-1 1 1 0 0,0 0-1 0 0,1-1 1 0 0,-1 1-1 0 0,-1-1 1 0 0,1 1 50 0 0,0-1 1 0 0,0 1 0 0 0,0 0-1 0 0,1-1 1 0 0,-1 0 0 0 0,0 1-1 0 0,0-1 1 0 0,0 1 0 0 0,1-1-1 0 0,-1 0 1 0 0,0 1 0 0 0,1-1-1 0 0,-1 0 1 0 0,1 0 0 0 0,-1 0-1 0 0,1 0 1 0 0,-1 1 0 0 0,1-1-1 0 0,-1 0 1 0 0,1 0 0 0 0,0 0-1 0 0,0 0 1 0 0,-1 0 0 0 0,1 0-1 0 0,0 0 1 0 0,0 0 0 0 0,0-2-1 0 0,0 11 5613 0 0,-5 51-5243 0 0,-4-23-161 0 0,5-26-279 0 0,1 0 1 0 0,1 1-1 0 0,0-1 0 0 0,0 0 0 0 0,1 1 0 0 0,0-1 0 0 0,0 1 0 0 0,2-1 0 0 0,-1 1 1 0 0,1 0-1 0 0,4 14 0 0 0,-3-17-53 0 0,1-1 1 0 0,0 1-1 0 0,1-1 0 0 0,-1 1 1 0 0,1-1-1 0 0,1 0 0 0 0,0-1 1 0 0,0 1-1 0 0,0-1 1 0 0,0 0-1 0 0,1 0 0 0 0,0-1 1 0 0,1 0-1 0 0,-1 0 0 0 0,1 0 1 0 0,0-1-1 0 0,0 0 0 0 0,9 4 1 0 0,-2-3 33 0 0,-1 0 1 0 0,0-1-1 0 0,1 0 0 0 0,0-2 1 0 0,0 1-1 0 0,0-2 1 0 0,0 0-1 0 0,0 0 0 0 0,26-4 1 0 0,-3-3-38 0 0,0-2 1 0 0,0-2-1 0 0,-1-2 1 0 0,-1-1-1 0 0,40-20 0 0 0,38-21-1046 0 0,125-81-1 0 0,-19-10-5749 0 0,-153 94 342 0 0</inkml:trace>
</inkml:ink>
</file>

<file path=ppt/ink/ink7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06T18:50:58.79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502 304 240 0 0,'2'2'217'0'0,"-9"1"43"0"0,-11 4 157 0 0,-4 5-387 0 0,6 1 100 0 0,13-10-84 0 0,0-1-1 0 0,0 1 1 0 0,0 0-1 0 0,0 0 1 0 0,1 1-1 0 0,-1-1 1 0 0,1 1 0 0 0,0-1-1 0 0,-2 5 1 0 0,-18 26 525 0 0,19-31-514 0 0,-5 7 162 0 0,-1 0 0 0 0,1 0 1 0 0,-11 21-1 0 0,10-9 195 0 0,7-16-257 0 0,-1 0 1 0 0,1 0 0 0 0,-1 0 0 0 0,-1 0 0 0 0,-6 9-1 0 0,-13 13 419 0 0,14-19-292 0 0,0 1 0 0 0,1 0 1 0 0,1 1-1 0 0,0-1 0 0 0,-9 20 0 0 0,8-7 172 0 0,6-17-283 0 0,0 1 0 0 0,0 0 0 0 0,-1-1 1 0 0,0 0-1 0 0,0 0 0 0 0,-7 10 0 0 0,1-2 228 0 0,1 1 0 0 0,0 0 1 0 0,-8 23-1 0 0,5-11-99 0 0,-26 69 672 0 0,29-80-832 0 0,6-13-97 0 0,0 1 0 0 0,0 0-1 0 0,0-1 1 0 0,1 1 0 0 0,-1 0 0 0 0,1 0 0 0 0,0 0 0 0 0,0 0 0 0 0,1 0 0 0 0,-1 0 0 0 0,1 4 0 0 0,-1-2 3 0 0,0 0 1 0 0,0-1 0 0 0,0 1 0 0 0,0-1 0 0 0,-1 1 0 0 0,0-1-1 0 0,0 0 1 0 0,0 1 0 0 0,-1-1 0 0 0,0 0 0 0 0,0 0 0 0 0,-4 4 0 0 0,4-4-5 0 0,0-1 1 0 0,0 1-1 0 0,0 0 1 0 0,0 0-1 0 0,1 0 1 0 0,0 0-1 0 0,0 0 1 0 0,0 1-1 0 0,1-1 1 0 0,0 1-1 0 0,0-1 1 0 0,-1 7-1 0 0,2 118 397 0 0,1-126-435 0 0,-1 1 1 0 0,1 0 0 0 0,0 0 0 0 0,0-1 0 0 0,0 1-1 0 0,0-1 1 0 0,1 1 0 0 0,0-1 0 0 0,3 7 0 0 0,4 8 5 0 0,0 17 54 0 0,10 0 1 0 0,-15-22-57 0 0,6 12 7 0 0,7-6 93 0 0,0-2 0 0 0,40 33 0 0 0,-22-21 213 0 0,-11-7-17 0 0,-11-11-128 0 0,0 0 0 0 0,26 17 1 0 0,19 18 107 0 0,-46-36-228 0 0,1 0-1 0 0,0-1 1 0 0,0 0-1 0 0,18 9 0 0 0,26 9 72 0 0,1-2 0 0 0,103 31 0 0 0,-101-42-54 0 0,324 72 2011 0 0,69-4-1059 0 0,-75-13 307 0 0,-258-47-693 0 0,161 25 759 0 0,311-24-271 0 0,-520-24-897 0 0,95-2 194 0 0,190 4 348 0 0,-329 0-666 0 0,0 1 1 0 0,52 11-1 0 0,-67-11-32 0 0,0 1-24 0 0,-5-2-36 0 0,0-1-1 0 0,0 0 0 0 0,0 0 1 0 0,0-1-1 0 0,0 0 0 0 0,11-1 1 0 0,-4 0 63 0 0,-1 0 0 0 0,1-1 1 0 0,0 0-1 0 0,-1-2 0 0 0,18-5 1 0 0,72-33 833 0 0,-62 24-755 0 0,21-7 126 0 0,90-42 139 0 0,-140 62-365 0 0,2-1 0 0 0,-1 2 0 0 0,0 0 0 0 0,1 1 0 0 0,0 0 0 0 0,18-1 0 0 0,21-3 96 0 0,-9 1-74 0 0,23-4-131 0 0,-64 9 39 0 0,1 0 1 0 0,0 0 0 0 0,-1-1 0 0 0,1 0 0 0 0,-1 0 0 0 0,1 0 0 0 0,-1 0 0 0 0,0-1 0 0 0,0 0 0 0 0,6-5 0 0 0,-4 4-8 0 0,-1-1 0 0 0,1 1 0 0 0,0 1-1 0 0,0-1 1 0 0,9-4 0 0 0,-10 6 14 0 0,1 0 1 0 0,-1-1-1 0 0,0 1 0 0 0,-1-1 0 0 0,1-1 0 0 0,0 1 1 0 0,-1-1-1 0 0,0 0 0 0 0,1 0 0 0 0,-2 0 0 0 0,1 0 1 0 0,0 0-1 0 0,-1-1 0 0 0,3-5 0 0 0,12-27-95 0 0,63-148-560 0 0,-66 125 578 0 0,-13 48 85 0 0,0 1 0 0 0,1 0 0 0 0,1 0 0 0 0,7-18 0 0 0,-5 17 30 0 0,-1-1 1 0 0,-1 1-1 0 0,0-1 0 0 0,-1 0 1 0 0,0 0-1 0 0,1-25 0 0 0,-3-84 130 0 0,-3 57 55 0 0,2 52-168 0 0,-1 10-38 0 0,1-1 1 0 0,0 1-1 0 0,0-1 0 0 0,0 1 1 0 0,1-1-1 0 0,-1 0 0 0 0,1 1 0 0 0,0-1 1 0 0,2-5-1 0 0,6-5 27 0 0,-7 12-36 0 0,-1 0 0 0 0,1 0-1 0 0,-1-1 1 0 0,0 1 0 0 0,1-1 0 0 0,-1 1-1 0 0,0-1 1 0 0,-1 1 0 0 0,1-1-1 0 0,0 1 1 0 0,-1-1 0 0 0,1 0 0 0 0,-1 1-1 0 0,0-4 1 0 0,-1-22-5 0 0,0 19 12 0 0,1 0 0 0 0,0 0 0 0 0,0-1-1 0 0,1 1 1 0 0,0 0 0 0 0,4-14 0 0 0,4 2 3 0 0,-7 17-6 0 0,0 0 0 0 0,0 0-1 0 0,0 0 1 0 0,-1-1 0 0 0,1 1-1 0 0,-1 0 1 0 0,0-1 0 0 0,-1 1-1 0 0,1-7 1 0 0,-3-31 24 0 0,1 30-22 0 0,0 0-1 0 0,1 0 1 0 0,1 0 0 0 0,-1-1 0 0 0,2 1 0 0 0,4-20 0 0 0,1 15-3 0 0,0 0-1 0 0,16-25 1 0 0,-13 25 19 0 0,-1 0 1 0 0,10-28 0 0 0,-18 42-12 0 0,-1 1-1 0 0,1-1 1 0 0,-1 0 0 0 0,0 0 0 0 0,1 1 0 0 0,-1-1 0 0 0,0 0 0 0 0,-1 0-1 0 0,1 1 1 0 0,0-1 0 0 0,-1 0 0 0 0,0 1 0 0 0,1-1 0 0 0,-1 0 0 0 0,0 1 0 0 0,0-1-1 0 0,-1 1 1 0 0,1-1 0 0 0,0 1 0 0 0,-4-4 0 0 0,-2-6 81 0 0,5 7-24 0 0,0 0-1 0 0,0 1 0 0 0,-1-1 0 0 0,0 1 0 0 0,0 0 0 0 0,0 0 0 0 0,0 0 0 0 0,0 0 0 0 0,-1 0 0 0 0,0 1 0 0 0,0 0 0 0 0,0 0 0 0 0,0 0 0 0 0,0 0 0 0 0,-9-4 0 0 0,-8-3 428 0 0,-2 0-1 0 0,1 2 1 0 0,-43-10-1 0 0,33 9-294 0 0,6 3-203 0 0,0 2 0 0 0,-1 0 0 0 0,-29 0 0 0 0,-10-1 0 0 0,-186-31 0 0 0,80 18 0 0 0,35 5 0 0 0,-45-15 0 0 0,-187-14 0 0 0,94 8 0 0 0,99 4 0 0 0,71 10 0 0 0,-87-21 0 0 0,173 36 0 0 0,0 0 0 0 0,-34-17 0 0 0,40 16 0 0 0,0 0 0 0 0,0 1 0 0 0,0 1 0 0 0,0 0 0 0 0,-1 1 0 0 0,-21-3 0 0 0,-7 2 0 0 0,-48-13 0 0 0,-58-7 0 0 0,127 22 0 0 0,9 2 0 0 0,-1-2 0 0 0,1 1 0 0 0,-1-2 0 0 0,-19-6 0 0 0,1 2 0 0 0,0 0 0 0 0,0 3 0 0 0,-44-2 0 0 0,18 1 0 0 0,-55-2 0 0 0,61 6 0 0 0,-201-4 0 0 0,32 0 0 0 0,43 5 0 0 0,170 0 0 0 0,-145 4 0 0 0,143-3 0 0 0,4-1 0 0 0,-37-5 0 0 0,-13 3 0 0 0,-2-2 0 0 0,1-2 0 0 0,-29 5 0 0 0,34-3 0 0 0,33 2 0 0 0,0 0 0 0 0,-1 2 0 0 0,1 0 0 0 0,-26 4 0 0 0,26-3 0 0 0,-48 5 0 0 0,1 3 0 0 0,-66 17 0 0 0,114-20 0 0 0,0 0 0 0 0,1 1 0 0 0,0 1 0 0 0,0 1 0 0 0,0 0 0 0 0,1 1 0 0 0,1 1 0 0 0,-18 16 0 0 0,29-25 5 0 0,0 2 1 0 0,0-1-1 0 0,0 0 0 0 0,0 1 1 0 0,1-1-1 0 0,-1 1 0 0 0,1 0 1 0 0,0 0-1 0 0,0 0 0 0 0,0 0 1 0 0,1 0-1 0 0,-1 0 0 0 0,1 0 1 0 0,0 1-1 0 0,1-1 0 0 0,-1 0 1 0 0,1 1-1 0 0,-1-1 0 0 0,1 1 1 0 0,0-1-1 0 0,1 0 0 0 0,-1 1 1 0 0,1-1-1 0 0,0 1 0 0 0,0-1 1 0 0,4 8-1 0 0,-1-3-137 0 0,0-1 0 0 0,1 1 0 0 0,1-1 0 0 0,-1 0 0 0 0,1 0 0 0 0,1-1 0 0 0,-1 0 0 0 0,1 0 0 0 0,0-1-1 0 0,1 1 1 0 0,9 5 0 0 0,-1-2-1506 0 0,0 0-1 0 0,1-2 0 0 0,18 8 0 0 0,73 17-10246 0 0</inkml:trace>
</inkml:ink>
</file>

<file path=ppt/ink/ink7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06T18:51:27.08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57 119 6963 0 0,'0'59'12966'0'0,"-29"-41"-7844"0"0,1-31-4641 0 0,28 8-561 0 0,0 0-160 0 0,28-3-561 0 0,1-2-1120 0 0,27-31-4322 0 0,84-72-8883 0 0</inkml:trace>
</inkml:ink>
</file>

<file path=ppt/ink/ink7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06T18:51:31.45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197 165 1601 0 0,'-2'-4'7503'0'0,"-8"2"-5026"0"0,-1 5-2893 0 0,-22 14 1243 0 0,-51 5 1668 0 0,84-24-1144 0 0,0 2-1326 0 0,0 0 0 0 0,0 0 0 0 0,-1 0 1 0 0,1 0-1 0 0,0 0 0 0 0,0-1 1 0 0,0 1-1 0 0,0 0 0 0 0,0 0 0 0 0,0 0 1 0 0,0 0-1 0 0,0 0 0 0 0,0-1 1 0 0,0 1-1 0 0,0 0 0 0 0,0 0 0 0 0,0 0 1 0 0,0 0-1 0 0,0 0 0 0 0,0-1 1 0 0,0 1-1 0 0,0 0 0 0 0,1 0 0 0 0,-1 0 1 0 0,0 0-1 0 0,0 0 0 0 0,0-1 1 0 0,0 1-1 0 0,0 0 0 0 0,0 0 0 0 0,0 0 1 0 0,0 0-1 0 0,0 0 0 0 0,1 0 1 0 0,-1 0-1 0 0,0 0 0 0 0,0 0 0 0 0,0-1 1 0 0,0 1-1 0 0,0 0 0 0 0,0 0 0 0 0,1 0 1 0 0,-1 0-1 0 0,0 0 0 0 0,0 0 1 0 0,0 0-1 0 0,0 0 0 0 0,0 0 0 0 0,1 0 1 0 0,-1 0-1 0 0,0 0 0 0 0,0 0 1 0 0,0 0-1 0 0,0 0 0 0 0,0 0 0 0 0,1 0 1 0 0,-1 0-1 0 0,0 0 0 0 0,0 1 1 0 0,4-2 126 0 0,-4 1-77 0 0,1 0-1 0 0,0 0 0 0 0,0 0 0 0 0,0 0 0 0 0,-1 0 0 0 0,1 0 0 0 0,0-1 0 0 0,0 1 0 0 0,0 0 0 0 0,-1 0 0 0 0,1-1 0 0 0,0 1 0 0 0,0 0 0 0 0,-1-1 0 0 0,1 1 1 0 0,0-1-1 0 0,-1 1 0 0 0,1-1 0 0 0,-1 1 0 0 0,1-1 0 0 0,0 0 0 0 0,-1 1 0 0 0,0-1 0 0 0,1 0 0 0 0,-1 1 0 0 0,1-1 0 0 0,-1 0 0 0 0,0 0 0 0 0,1 1 0 0 0,-1-1 1 0 0,0 0-1 0 0,0 0 0 0 0,1 0 0 0 0,-1 1 0 0 0,0-1 0 0 0,0 0 0 0 0,0 0 0 0 0,0-1 0 0 0,0 1 473 0 0,0-4 1135 0 0,0 11-1176 0 0,0-5-502 0 0,-1-1 1 0 0,1 0 0 0 0,0 1 0 0 0,0-1 0 0 0,0 1-1 0 0,-1-1 1 0 0,1 0 0 0 0,0 1 0 0 0,-1-1 0 0 0,1 0 0 0 0,0 1-1 0 0,-1-1 1 0 0,1 0 0 0 0,0 1 0 0 0,-1-1 0 0 0,1 0-1 0 0,0 0 1 0 0,-1 0 0 0 0,1 1 0 0 0,-1-1 0 0 0,1 0 0 0 0,-1 0-1 0 0,1 0 1 0 0,0 0 0 0 0,-1 0 0 0 0,1 0 0 0 0,-1 0-1 0 0,1 0 1 0 0,-1 0 0 0 0,1 0 0 0 0,-1 0 0 0 0,0 0 0 0 0,1 0-1 0 0,-1 0 0 0 0,1 0 1 0 0,-1 0-1 0 0,0 0 1 0 0,1 0-1 0 0,-1 0 1 0 0,1 0-1 0 0,-1 0 1 0 0,1 0-1 0 0,-1 0 1 0 0,1 0-1 0 0,-1 1 1 0 0,0-1-1 0 0,1 0 1 0 0,-1 0-1 0 0,1 1 1 0 0,-1-1-1 0 0,1 0 1 0 0,0 1-1 0 0,-1-1 1 0 0,1 0-1 0 0,-1 1 1 0 0,1-1-1 0 0,-1 0 1 0 0,1 1-1 0 0,0-1 0 0 0,-1 1 1 0 0,1-1-1 0 0,0 1 1 0 0,0-1-1 0 0,-1 1 1 0 0,1-1-1 0 0,0 1 1 0 0,0-1-1 0 0,0 2 1 0 0,0 145-85 0 0,-1-145 75 0 0,1 1 1 0 0,0-1-1 0 0,-1 0 1 0 0,1 1 0 0 0,-1-1-1 0 0,1 0 1 0 0,-1 0-1 0 0,0 1 1 0 0,0-1-1 0 0,0 0 1 0 0,0 0 0 0 0,-1 0-1 0 0,1 0 1 0 0,-1 0-1 0 0,1-1 1 0 0,-4 4-1 0 0,0 1 14 0 0,4-5 2 0 0,0 1 0 0 0,0-1 0 0 0,1 1-1 0 0,-1 0 1 0 0,0-1 0 0 0,1 1 0 0 0,-1 0 0 0 0,1-1 0 0 0,-1 1-1 0 0,1 0 1 0 0,0-1 0 0 0,0 1 0 0 0,0 0 0 0 0,0 0 0 0 0,0-1 0 0 0,0 1-1 0 0,0 0 1 0 0,2 3 0 0 0,-2-3-10 0 0,0-1 1 0 0,1 1-1 0 0,-1 0 0 0 0,0 0 0 0 0,0 0 0 0 0,0 0 1 0 0,0-1-1 0 0,0 1 0 0 0,0 0 0 0 0,-1 0 0 0 0,1 0 1 0 0,0-1-1 0 0,-1 1 0 0 0,0 0 0 0 0,1 0 1 0 0,-2 1-1 0 0,-4 6 11 0 0,4-7-9 0 0,0 0-1 0 0,0 1 1 0 0,0-1-1 0 0,1 1 1 0 0,0 0 0 0 0,-1-1-1 0 0,1 1 1 0 0,0 0-1 0 0,0 0 1 0 0,0 0-1 0 0,1 0 1 0 0,-1 0-1 0 0,1 0 1 0 0,-1 0 0 0 0,1 6-1 0 0,0-9-8 0 0,0 1 0 0 0,0 0 0 0 0,0 0 0 0 0,0 0-1 0 0,0 0 1 0 0,0 0 0 0 0,1 0 0 0 0,-1 0 0 0 0,0-1 0 0 0,0 1 0 0 0,1 0-1 0 0,-1 0 1 0 0,0 0 0 0 0,1 0 0 0 0,-1-1 0 0 0,1 1 0 0 0,-1 0 0 0 0,1 0-1 0 0,-1-1 1 0 0,1 1 0 0 0,0 0 0 0 0,-1-1 0 0 0,1 1 0 0 0,0-1 0 0 0,-1 1-1 0 0,1-1 1 0 0,0 1 0 0 0,0-1 0 0 0,1 1 0 0 0,-1-1 7 0 0,0 1 1 0 0,0-1 0 0 0,0 1 0 0 0,-1-1-1 0 0,1 1 1 0 0,0-1 0 0 0,0 1-1 0 0,0 0 1 0 0,-1-1 0 0 0,1 1-1 0 0,0 0 1 0 0,-1 0 0 0 0,1-1 0 0 0,-1 1-1 0 0,1 0 1 0 0,-1 0 0 0 0,1 0-1 0 0,-1 0 1 0 0,1 0 0 0 0,-1 0-1 0 0,0 0 1 0 0,0 0 0 0 0,1 0 0 0 0,-1 0-1 0 0,0 0 1 0 0,0-1 0 0 0,0 1-1 0 0,0 0 1 0 0,0 2 0 0 0,-1 0-5 0 0,1 0 1 0 0,0 0 0 0 0,1 0 0 0 0,-1 0-1 0 0,1 0 1 0 0,-1-1 0 0 0,1 1 0 0 0,0 0-1 0 0,0 0 1 0 0,0-1 0 0 0,0 1-1 0 0,0 0 1 0 0,1-1 0 0 0,-1 1 0 0 0,1-1-1 0 0,2 3 1 0 0,3 5 54 0 0,-6-9-42 0 0,0 1-1 0 0,-1-1 1 0 0,1 1 0 0 0,0 0-1 0 0,-1-1 1 0 0,1 1-1 0 0,-1 0 1 0 0,1 0 0 0 0,-1-1-1 0 0,0 1 1 0 0,0 0 0 0 0,0 0-1 0 0,0 2 1 0 0,3 15-25 0 0,7-6-67 0 0,-8-12 73 0 0,-1 0 1 0 0,0 1-1 0 0,0-1 0 0 0,0 1 0 0 0,0-1 0 0 0,0 1 1 0 0,0-1-1 0 0,0 1 0 0 0,-1-1 0 0 0,1 1 1 0 0,0 0-1 0 0,-1-1 0 0 0,1 1 0 0 0,-1 0 0 0 0,0-1 1 0 0,0 1-1 0 0,1 3 0 0 0,-2-3 20 0 0,1 1 1 0 0,0-1-1 0 0,0 0 1 0 0,0 1-1 0 0,1-1 0 0 0,-1 1 1 0 0,1-1-1 0 0,-1 1 1 0 0,1-1-1 0 0,1 3 1 0 0,-1-3 15 0 0,1-1 0 0 0,0 1 1 0 0,-1-1-1 0 0,1 0 0 0 0,0 0 1 0 0,0 1-1 0 0,-1-1 0 0 0,1 0 1 0 0,0-1-1 0 0,3 2 1 0 0,-3-1-15 0 0,20 14 527 0 0,-20-13-493 0 0,0 0 0 0 0,0-1-1 0 0,0 1 1 0 0,1-1 0 0 0,-1 1 0 0 0,0-1-1 0 0,1 0 1 0 0,-1 1 0 0 0,1-1-1 0 0,0-1 1 0 0,-1 1 0 0 0,4 1-1 0 0,5-1-70 0 0,1-1-1 0 0,-1 0 0 0 0,14-1 0 0 0,-20 1 36 0 0,-1-1 1 0 0,1 0-1 0 0,-1 1 1 0 0,0-2-1 0 0,0 1 1 0 0,1 0-1 0 0,-1-1 1 0 0,0 0-1 0 0,0 0 1 0 0,5-3-1 0 0,-5 2-10 0 0,0 0 0 0 0,0 1 1 0 0,0-1-1 0 0,0 1 0 0 0,1 0 0 0 0,-1 1 0 0 0,1-1 1 0 0,-1 1-1 0 0,1 0 0 0 0,5-1 0 0 0,-3 1-10 0 0,0-1-1 0 0,-1 0 1 0 0,1 0-1 0 0,-1 0 1 0 0,1-1-1 0 0,8-5 1 0 0,15-10-16 0 0,-10 4 156 0 0,1 2-1 0 0,0 0 0 0 0,1 2 0 0 0,32-12 1 0 0,2 4 429 0 0,57-6-160 0 0,-99 21-392 0 0,-4 1 16 0 0,1 0 0 0 0,-1 0 1 0 0,1-1-1 0 0,-1-1 0 0 0,0 0 1 0 0,0 0-1 0 0,-1-1 1 0 0,13-7-1 0 0,33-21 83 0 0,0-10 83 0 0,-2-1 1 0 0,64-70 0 0 0,-108 105-163 0 0,18-21 167 0 0,-2-1 1 0 0,37-58-1 0 0,1-2 539 0 0,-49 72-532 0 0,-11 15-148 0 0,0-1 1 0 0,0 1 0 0 0,0 0 0 0 0,0 0-1 0 0,1 1 1 0 0,0-1 0 0 0,0 1-1 0 0,7-6 1 0 0,-58 7-21024 0 0,42-3 15699 0 0</inkml:trace>
</inkml:ink>
</file>

<file path=ppt/ink/ink7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06T18:50:41.32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200 102 1761 0 0,'0'0'75'0'0,"0"0"0"0"0,0 0 0 0 0,1-1 1 0 0,-1 1-1 0 0,0 0 0 0 0,0 0 0 0 0,0 0 0 0 0,0-1 0 0 0,0 1 1 0 0,0 0-1 0 0,0 0 0 0 0,0 0 0 0 0,0-1 0 0 0,0 1 1 0 0,0 0-1 0 0,0 0 0 0 0,0 0 0 0 0,0-1 0 0 0,0 1 1 0 0,0 0-1 0 0,0 0 0 0 0,0-1 0 0 0,0 1 0 0 0,0 0 0 0 0,0 0 1 0 0,0 0-1 0 0,0-1 0 0 0,-1 1 0 0 0,1 0 0 0 0,0 0 1 0 0,0 0-1 0 0,0 0 0 0 0,0-1 0 0 0,0 1 0 0 0,-1 0 1 0 0,1 0-1 0 0,0 0 0 0 0,0 0 0 0 0,0 0 0 0 0,0 0 0 0 0,-1-1 1 0 0,1 1-1 0 0,0 0 0 0 0,0 0 0 0 0,0 0 0 0 0,-1 0 1 0 0,1 0-1 0 0,0 0 0 0 0,0 0 0 0 0,0 0 0 0 0,-1 0 0 0 0,1 0 1 0 0,0 0-1 0 0,-1 0 0 0 0,0 0 38 0 0,0 0 1 0 0,0 0-1 0 0,0 0 1 0 0,0-1-1 0 0,0 1 0 0 0,0 0 1 0 0,0-1-1 0 0,0 1 1 0 0,0-1-1 0 0,1 1 1 0 0,-1-1-1 0 0,0 1 0 0 0,0-1 1 0 0,0 1-1 0 0,0-1 1 0 0,1 0-1 0 0,-1 0 0 0 0,0 1 1 0 0,1-1-1 0 0,-1 0 1 0 0,0 0-1 0 0,1 0 0 0 0,-1-1 1 0 0,-2-30 4028 0 0,3 27-3803 0 0,0 4-305 0 0,0 1 0 0 0,0-1 0 0 0,0 1 0 0 0,-1-1 0 0 0,1 1 0 0 0,0-1 0 0 0,0 1 0 0 0,0-1 0 0 0,-1 1 0 0 0,1 0 0 0 0,0-1 0 0 0,-1 1 0 0 0,1-1 0 0 0,0 1 0 0 0,-1 0 0 0 0,1-1 0 0 0,0 1 0 0 0,-1 0 0 0 0,1-1 0 0 0,-1 1 0 0 0,1 0 0 0 0,-1 0 0 0 0,1-1 0 0 0,0 1 0 0 0,-1 0 0 0 0,1 0 0 0 0,-1 0 0 0 0,1 0 0 0 0,-1 0 0 0 0,0-1 0 0 0,0 1-10 0 0,0 0 0 0 0,0 0 0 0 0,0 0 0 0 0,1 0 0 0 0,-1-1 0 0 0,0 1 0 0 0,0 0 0 0 0,1-1 0 0 0,-1 1 0 0 0,0-1 0 0 0,1 1-1 0 0,-1 0 1 0 0,0-1 0 0 0,1 0 0 0 0,-1 1 0 0 0,1-1 0 0 0,-1 1 0 0 0,1-1 0 0 0,-1 0 0 0 0,1 1 0 0 0,-1-1 0 0 0,1 0 0 0 0,-1 1 0 0 0,1-1-1 0 0,0 0 1 0 0,0 0 0 0 0,-1 1 0 0 0,1-1 0 0 0,0 0 0 0 0,0 0 0 0 0,0 0 0 0 0,0 1 0 0 0,0-2 0 0 0,0-10 1173 0 0,0 27-794 0 0,-5 31-16 0 0,-16-20-161 0 0,17-22-195 0 0,0-1 0 0 0,1 2 1 0 0,-1-1-1 0 0,1 0 1 0 0,-5 9-1 0 0,1 6 61 0 0,5-14-61 0 0,0 0-1 0 0,0 0 0 0 0,0 0 0 0 0,0-1 0 0 0,-1 1 0 0 0,0-1 0 0 0,-6 9 0 0 0,4-8 11 0 0,-4 5 72 0 0,1 0 0 0 0,0 0 0 0 0,-11 19-1 0 0,18-26-70 0 0,-1-1-1 0 0,1 1 0 0 0,0 0 1 0 0,0 0-1 0 0,0 0 0 0 0,0 0 1 0 0,0 0-1 0 0,1 0 0 0 0,-1 0 0 0 0,1 0 1 0 0,0 0-1 0 0,0 1 0 0 0,0-1 1 0 0,0 0-1 0 0,1 0 0 0 0,-1 0 1 0 0,1 0-1 0 0,0 0 0 0 0,0 0 0 0 0,0 0 1 0 0,1 3-1 0 0,2 0-4 0 0,-1-1 1 0 0,1 0-1 0 0,0 0 0 0 0,0-1 1 0 0,1 1-1 0 0,0-1 0 0 0,-1 0 1 0 0,1 0-1 0 0,1-1 1 0 0,-1 1-1 0 0,0-1 0 0 0,1 0 1 0 0,0-1-1 0 0,0 1 0 0 0,0-1 1 0 0,0 0-1 0 0,9 1 0 0 0,6 1 75 0 0,0-1 0 0 0,1 0 1 0 0,30-2-1 0 0,-33 0-46 0 0,-1-1 1 0 0,0 0 0 0 0,0-2-1 0 0,0 0 1 0 0,0-1 0 0 0,0-1-1 0 0,0 0 1 0 0,-1-1 0 0 0,1-1 0 0 0,31-16-1 0 0,-27 9-95 0 0,0 0 0 0 0,-1-2-1 0 0,-1 0 1 0 0,30-29 0 0 0,-41 37-540 0 0,-1 0 0 0 0,1 0 0 0 0,1 1 1 0 0,-1 0-1 0 0,1 1 0 0 0,0 0 1 0 0,0 1-1 0 0,17-6 0 0 0,12-4-3557 0 0,-31 10 3144 0 0,0 2 0 0 0,1-1 0 0 0,-1 1 0 0 0,1 0 0 0 0,0 1 0 0 0,0 0-1 0 0,10 0 1 0 0,14 4-2246 0 0</inkml:trace>
</inkml:ink>
</file>

<file path=ppt/ink/ink7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06T18:50:41.85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225 19 2561 0 0,'-24'-5'2067'0'0,"0"1"-1"0"0,0 2 1 0 0,-29 0-1 0 0,-19-2 1940 0 0,49 3-2805 0 0,18 1 1093 0 0,10 1-1973 0 0,84 10 466 0 0,-7 2-793 0 0,149 24 318 0 0,-77-6-3366 0 0,-79-23-5337 0 0,-71-4 4203 0 0</inkml:trace>
</inkml:ink>
</file>

<file path=ppt/ink/ink7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06T18:50:42.21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57 90 3602 0 0,'-29'0'8644'0'0,"29"5"-6724"0"0,-28-5-639 0 0,28-5-320 0 0,28-2-241 0 0,1 1 0 0 0,-1-6-160 0 0,22 1 1 0 0,34-1-161 0 0,57-1-320 0 0,27-3-1121 0 0,1 9-2560 0 0,-63 2-4083 0 0</inkml:trace>
</inkml:ink>
</file>

<file path=ppt/ink/ink7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06T18:51:34.41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1171 260 1121 0 0,'-23'-6'2254'0'0,"17"-1"1399"0"0,7-12-2296 0 0,-1 14-284 0 0,0 4-920 0 0,0-1 0 0 0,0 1 0 0 0,0 0 0 0 0,0-1 0 0 0,0 1 0 0 0,0-1 0 0 0,0 1 0 0 0,-1 0 0 0 0,1-1 0 0 0,-1 1 1 0 0,1-1-1 0 0,-1 1 0 0 0,1 0 0 0 0,-1 0 0 0 0,0-1 0 0 0,1 1 0 0 0,-1 0 0 0 0,0 0 0 0 0,0 0 0 0 0,-1-1 0 0 0,0 0-50 0 0,-1 1 0 0 0,1 0 0 0 0,-1 0 0 0 0,0 0 0 0 0,1 0 0 0 0,-1 1 0 0 0,0-1 0 0 0,-4 0 0 0 0,-11-2 371 0 0,4 1-280 0 0,-1 0 0 0 0,1 0-1 0 0,0 2 1 0 0,0 0 0 0 0,-1 1 0 0 0,1 0-1 0 0,-15 3 1 0 0,-102 31 188 0 0,31-7-86 0 0,-35-4 104 0 0,-38 24-213 0 0,117-22 26 0 0,51-24-210 0 0,0 0-1 0 0,1 0 0 0 0,0 1 1 0 0,0-1-1 0 0,-1 1 0 0 0,2 1 1 0 0,-1-1-1 0 0,0 0 0 0 0,-3 5 1 0 0,3-4 19 0 0,0 0 0 0 0,0 0 0 0 0,0 0 0 0 0,0-1 0 0 0,-1 0 0 0 0,1 0 0 0 0,-7 3 0 0 0,8-4 12 0 0,0-1-1 0 0,0 1 1 0 0,0 0 0 0 0,0 0-1 0 0,1 0 1 0 0,-1 1-1 0 0,0-1 1 0 0,1 1 0 0 0,0-1-1 0 0,-4 5 1 0 0,-17 17 116 0 0,15-18-118 0 0,7-5-22 0 0,-1-1 1 0 0,1 1-1 0 0,0 0 0 0 0,0 0 0 0 0,0-1 0 0 0,-1 1 0 0 0,1 0 1 0 0,0 0-1 0 0,0 0 0 0 0,0 0 0 0 0,1 1 0 0 0,-1-1 1 0 0,0 0-1 0 0,0 0 0 0 0,1 1 0 0 0,-1-1 0 0 0,0 0 1 0 0,1 1-1 0 0,-1-1 0 0 0,1 0 0 0 0,0 1 0 0 0,-1-1 1 0 0,1 1-1 0 0,0-1 0 0 0,0 0 0 0 0,0 3 0 0 0,0-2 21 0 0,-1 0 0 0 0,1 0 0 0 0,-1-1-1 0 0,1 1 1 0 0,-1 0 0 0 0,0 0-1 0 0,0-1 1 0 0,0 1 0 0 0,0 0 0 0 0,0-1-1 0 0,0 1 1 0 0,0-1 0 0 0,-1 0 0 0 0,1 1-1 0 0,0-1 1 0 0,-1 0 0 0 0,1 0-1 0 0,-1 0 1 0 0,1 0 0 0 0,-1 0 0 0 0,0 0-1 0 0,-2 1 1 0 0,-19 17 116 0 0,18-13-103 0 0,-18 22 259 0 0,22-27-300 0 0,0-1 1 0 0,1 1-1 0 0,-1-1 1 0 0,1 1-1 0 0,0 0 1 0 0,-1-1-1 0 0,1 1 1 0 0,-1 0-1 0 0,1 0 1 0 0,0-1-1 0 0,-1 1 1 0 0,1 0-1 0 0,0 0 1 0 0,0-1-1 0 0,0 1 1 0 0,0 0-1 0 0,0 0 1 0 0,0 0-1 0 0,0 1 1 0 0,-4 12 73 0 0,0-9-14 0 0,-1 0 0 0 0,1-1 0 0 0,-1 1 0 0 0,0-1 1 0 0,-8 4-1 0 0,-20 19 251 0 0,5 9 246 0 0,26-33-513 0 0,1 1 0 0 0,0 0 0 0 0,0 0-1 0 0,0-1 1 0 0,0 1 0 0 0,1 0-1 0 0,0 0 1 0 0,-1 0 0 0 0,1 0 0 0 0,1 0-1 0 0,-1 0 1 0 0,1 5 0 0 0,0 8 119 0 0,-1 94 248 0 0,0-108-413 0 0,0 0-1 0 0,1 0 1 0 0,-1-1 0 0 0,1 1 0 0 0,-1 0 0 0 0,1-1 0 0 0,0 1 0 0 0,0-1-1 0 0,0 1 1 0 0,0-1 0 0 0,0 1 0 0 0,1-1 0 0 0,-1 1 0 0 0,4 2 0 0 0,3 7-1 0 0,43 82 27 0 0,-47-88 20 0 0,1 0 0 0 0,0 0 0 0 0,0 0 0 0 0,0 0 0 0 0,1-1 0 0 0,-1 0 0 0 0,1 0 0 0 0,0-1 0 0 0,10 6 0 0 0,9 8 3 0 0,-14-10-77 0 0,1 0 0 0 0,0-1 0 0 0,0 0 1 0 0,1-1-1 0 0,-1 0 0 0 0,1-1 0 0 0,1 0 0 0 0,-1-1 0 0 0,23 4 0 0 0,-13-6-58 0 0,1 0 0 0 0,-1-2 0 0 0,0 0 0 0 0,45-7 0 0 0,123-13 344 0 0,-110 14 28 0 0,0-3 1 0 0,94-24-1 0 0,-72 7-59 0 0,73-22 149 0 0,-141 36-290 0 0,1-2 1 0 0,62-34-1 0 0,-2-13 9 0 0,32-18 35 0 0,-94 61-119 0 0,-5 3 35 0 0,44-30 0 0 0,-39 21 51 0 0,-12 9-88 0 0,-1 0 0 0 0,0-2-1 0 0,-2 0 1 0 0,32-36 0 0 0,-42 42 18 0 0,-2 3-17 0 0,0 0 0 0 0,-1-1 0 0 0,0 1 0 0 0,-1-1 0 0 0,7-15-1 0 0,-3-19 71 0 0,10-4 65 0 0,-9 6-20 0 0,-6 23-70 0 0,1 0 0 0 0,9-22 0 0 0,-4 17-40 0 0,-2 7 2 0 0,-1 0 0 0 0,-1 0 0 0 0,0-1 0 0 0,-1 0 0 0 0,-1 0 0 0 0,0 0 0 0 0,2-32 0 0 0,-6-57-365 0 0,-1 104 326 0 0,1 1-1 0 0,-1-1 1 0 0,0 1-1 0 0,1 0 1 0 0,-1 0-1 0 0,0-1 1 0 0,0 1 0 0 0,0 0-1 0 0,0 0 1 0 0,0 0-1 0 0,0 0 1 0 0,0 0-1 0 0,0 0 1 0 0,-1 0 0 0 0,1 1-1 0 0,0-1 1 0 0,-1 0-1 0 0,1 1 1 0 0,0-1 0 0 0,-1 1-1 0 0,1-1 1 0 0,-1 1-1 0 0,1-1 1 0 0,0 1-1 0 0,-1 0 1 0 0,1 0 0 0 0,-1 0-1 0 0,-1 0 1 0 0,-46-2-2560 0 0,37 4 931 0 0,1 0 0 0 0,0 0 0 0 0,0 1 0 0 0,-15 6 0 0 0,8-2-678 0 0,-62 21-8170 0 0</inkml:trace>
</inkml:ink>
</file>

<file path=ppt/ink/ink7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06T18:48:59.58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253 42 1040 0 0,'18'-7'689'0'0,"0"-1"0"0"0,1 2-1 0 0,-1 1 1 0 0,1 0-1 0 0,0 1 1 0 0,0 1-1 0 0,1 1 1 0 0,-1 1-1 0 0,1 0 1 0 0,-1 2-1 0 0,0 0 1 0 0,25 5-1 0 0,-37-5-629 0 0,0 1 0 0 0,0 1 0 0 0,0 0 0 0 0,0 0 0 0 0,8 5 0 0 0,-13-7-34 0 0,0 0 0 0 0,0 0 0 0 0,0 0 0 0 0,0 0 0 0 0,0 1 0 0 0,-1-1 0 0 0,1 1-1 0 0,0-1 1 0 0,-1 1 0 0 0,1-1 0 0 0,-1 1 0 0 0,0 0 0 0 0,0 0 0 0 0,1 0 0 0 0,-1-1 0 0 0,0 1-1 0 0,0 0 1 0 0,0 3 0 0 0,-4 1 65 0 0,0 0 0 0 0,0-1 0 0 0,-1 1 0 0 0,0-1 0 0 0,0 0 1 0 0,-1 0-1 0 0,1-1 0 0 0,-1 1 0 0 0,0-1 0 0 0,0 0 0 0 0,-11 7 0 0 0,-168 78 1733 0 0,50-27-98 0 0,117-54-1506 0 0,0-1 1 0 0,-1-1-1 0 0,0-1 1 0 0,0 0-1 0 0,0-1 0 0 0,-1-1 1 0 0,1-1-1 0 0,-30 0 0 0 0,47-2-199 0 0,-1 0 0 0 0,0 0 0 0 0,1 0-1 0 0,-1 0 1 0 0,0-1 0 0 0,1 1 0 0 0,-1 0-1 0 0,0-1 1 0 0,1 1 0 0 0,-1-1 0 0 0,1 0-1 0 0,-1 1 1 0 0,1-1 0 0 0,-1 0 0 0 0,-2-2-1 0 0,3 1 12 0 0,0 1 0 0 0,1-1 1 0 0,-1 0-1 0 0,1 0 0 0 0,-1 0 0 0 0,1 1 0 0 0,-1-1 0 0 0,1 0 0 0 0,0 0 0 0 0,0 0 0 0 0,0 0 1 0 0,1-2-1 0 0,-1 1-23 0 0,1 1 1 0 0,-1 0 0 0 0,1 0 0 0 0,0 0 0 0 0,0-1 0 0 0,0 1-1 0 0,0 0 1 0 0,0 0 0 0 0,0 0 0 0 0,0 0 0 0 0,1 1-1 0 0,-1-1 1 0 0,1 0 0 0 0,0 1 0 0 0,-1-1 0 0 0,1 1-1 0 0,0-1 1 0 0,0 1 0 0 0,0 0 0 0 0,4-2 0 0 0,4-3-6 0 0,0 1 1 0 0,0 1 0 0 0,13-4 0 0 0,-14 4 26 0 0,0 2-1 0 0,0 0 1 0 0,0 0 0 0 0,1 0 0 0 0,13 0 0 0 0,3 4 47 0 0,42 7 0 0 0,45 14 70 0 0,124 42 0 0 0,-212-57-141 0 0,-1 0 1 0 0,0 2 0 0 0,0 0-1 0 0,-1 2 1 0 0,35 24 0 0 0,-44-26-550 0 0,0 0 0 0 0,1 0 0 0 0,27 12 0 0 0,14-5-6116 0 0,-24-14-3439 0 0</inkml:trace>
</inkml:ink>
</file>

<file path=ppt/ink/ink7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06T18:49:04.79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59 720 0 0,'28'-5'6964'0'0,"0"-2"-4803"0"0,0 7-321 0 0,0 0-399 0 0,0-6-401 0 0,28 1-239 0 0,-28-2-321 0 0,23 7-240 0 0,-23-5-320 0 0,0-1-480 0 0,0-6-1041 0 0,0 12-1040 0 0,-28-6-881 0 0,28 6 1 0 0,-56 0 399 0 0</inkml:trace>
</inkml:ink>
</file>

<file path=ppt/ink/ink7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06T18:49:05.15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11 560 0 0,'0'0'1281'0'0,"28"0"2320"0"0,0-5-1840 0 0,0 5 1281 0 0,0-5-2002 0 0,0 10-560 0 0,28-5-1760 0 0,-28 12-2482 0 0,28 6-1040 0 0</inkml:trace>
</inkml:ink>
</file>

<file path=ppt/ink/ink7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06T18:48:55.55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0 535 800 0 0,'2'-11'8600'0'0,"3"2"-4097"0"0,-2 7-4334 0 0,0-1-1 0 0,0 1 1 0 0,0 0-1 0 0,0 0 0 0 0,0 0 1 0 0,7-3-1 0 0,11-7 824 0 0,35-27-392 0 0,-14 9-580 0 0,52-46 0 0 0,-33 27-232 0 0,-45 38 212 0 0,-1-1-1 0 0,-1 0 1 0 0,0 0 0 0 0,-1-2 0 0 0,21-27 0 0 0,-19 20 44 0 0,-5 4-43 0 0,1 0 1 0 0,0 2 0 0 0,2-1-1 0 0,0 1 1 0 0,27-23-1 0 0,-35 34 2 0 0,-3 3-6 0 0,-1 0 1 0 0,1 0 0 0 0,-1 0 0 0 0,1 0 0 0 0,-1 0-1 0 0,0 0 1 0 0,0-1 0 0 0,1 1 0 0 0,-1 0-1 0 0,0-1 1 0 0,0 1 0 0 0,0 0 0 0 0,0-1-1 0 0,-1 1 1 0 0,1-1 0 0 0,0 0 0 0 0,0 1 0 0 0,-1-1-1 0 0,1 0 1 0 0,-1 1 0 0 0,0-1 0 0 0,1 0-1 0 0,-1 1 1 0 0,0-3 0 0 0,0 3 1 0 0,1 0 0 0 0,0 0 0 0 0,-1 1 1 0 0,1-1-1 0 0,0 1 0 0 0,0-1 0 0 0,-1 0 0 0 0,1 1 1 0 0,0 0-1 0 0,0-1 0 0 0,0 1 0 0 0,0-1 0 0 0,0 1 1 0 0,-1 0-1 0 0,1 0 0 0 0,0-1 0 0 0,0 1 0 0 0,0 0 0 0 0,0 0 1 0 0,0 0-1 0 0,0 0 0 0 0,0 0 0 0 0,0 0 0 0 0,1 1 1 0 0,-1-1-7 0 0,-1 0 6 0 0,0 0-1 0 0,1 0 1 0 0,-1-1 0 0 0,0 1-1 0 0,0 0 1 0 0,0 0 0 0 0,0 0-1 0 0,0 0 1 0 0,0 0-1 0 0,1 0 1 0 0,-1 0 0 0 0,0 0-1 0 0,0 0 1 0 0,0 0-1 0 0,0 0 1 0 0,0 0 0 0 0,1 0-1 0 0,-1 0 1 0 0,0 0-1 0 0,0 0 1 0 0,0 0 0 0 0,0 0-1 0 0,0 0 1 0 0,1 0 0 0 0,-1 0-1 0 0,0 0 1 0 0,0 1-1 0 0,0-1 1 0 0,0 0 0 0 0,0 0-1 0 0,0 0 1 0 0,1 0-1 0 0,-1 0 1 0 0,0 0 0 0 0,0 0-1 0 0,0 0 1 0 0,0 1 0 0 0,0-1-1 0 0,0 0 1 0 0,0 0-1 0 0,0 0 1 0 0,0 0 0 0 0,0 0-1 0 0,0 0 1 0 0,1 1-1 0 0,-1-1 1 0 0,0 0 0 0 0,0 0-1 0 0,0 0 1 0 0,0 0-1 0 0,0 1 1 0 0,-6 14-7 0 0,-32 83-91 0 0,-8 16 305 0 0,18-61-15 0 0,12-23 127 0 0,-20 48 0 0 0,-43 107 216 0 0,78-183-584 0 0,1-1 0 0 0,-1 1 1 0 0,1-1-1 0 0,-1 1 1 0 0,1-1-1 0 0,0 1 1 0 0,0-1-1 0 0,0 1 1 0 0,-1 0-1 0 0,2-1 0 0 0,-1 1 1 0 0,0-1-1 0 0,0 1 1 0 0,0 0-1 0 0,1-1 1 0 0,-1 1-1 0 0,1-1 1 0 0,-1 1-1 0 0,1-1 1 0 0,0 1-1 0 0,-1-1 0 0 0,1 0 1 0 0,0 1-1 0 0,0-1 1 0 0,0 0-1 0 0,0 0 1 0 0,0 1-1 0 0,0-1 1 0 0,1 0-1 0 0,-1 0 1 0 0,0 0-1 0 0,0 0 0 0 0,1-1 1 0 0,2 2-1 0 0,-4-2-52 0 0,0 1-1 0 0,0-1 0 0 0,0 0 0 0 0,1 0 0 0 0,-1 0 1 0 0,0 1-1 0 0,0-1 0 0 0,1 0 0 0 0,-1 0 0 0 0,0 0 1 0 0,1 0-1 0 0,-1 0 0 0 0,0 0 0 0 0,0 0 1 0 0,1 1-1 0 0,-1-1 0 0 0,0 0 0 0 0,1 0 0 0 0,-1 0 1 0 0,0 0-1 0 0,0 0 0 0 0,1 0 0 0 0,-1 0 0 0 0,0-1 1 0 0,1 1-1 0 0,-1 0 0 0 0,0 0 0 0 0,0 0 0 0 0,1 0 1 0 0,-1 0-1 0 0,0 0 0 0 0,0 0 0 0 0,1-1 0 0 0,22-9-6046 0 0</inkml:trace>
</inkml:ink>
</file>

<file path=ppt/ink/ink7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06T18:48:55.91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309 17 2641 0 0,'0'-1'455'0'0,"0"0"1"0"0,0 1-1 0 0,0-1 0 0 0,0 0 1 0 0,0 0-1 0 0,0 0 0 0 0,0 0 0 0 0,0 1 1 0 0,0-1-1 0 0,0 0 0 0 0,0 0 0 0 0,0 0 1 0 0,1 1-1 0 0,-1-1 0 0 0,0 0 0 0 0,1 0 1 0 0,-1 1-1 0 0,1-1 0 0 0,0-1 0 0 0,13 7 4804 0 0,-4 1-6510 0 0,14 7 1487 0 0,0 1-1 0 0,-1 2 1 0 0,-1 0 0 0 0,0 1-1 0 0,22 23 1 0 0,-41-37-211 0 0,-1-1 0 0 0,0 1 0 0 0,1-1 0 0 0,-1 1 0 0 0,-1 0 0 0 0,1-1 0 0 0,0 1 0 0 0,-1 0 0 0 0,1 0 0 0 0,-1 1 0 0 0,0-1 0 0 0,0 0 1 0 0,0 0-1 0 0,0 0 0 0 0,-1 1 0 0 0,1-1 0 0 0,-1 0 0 0 0,0 1 0 0 0,0 4 0 0 0,-1-5 7 0 0,0 1 0 0 0,0 0 0 0 0,-1 0 1 0 0,1-1-1 0 0,-1 1 0 0 0,0 0 0 0 0,0-1 1 0 0,0 0-1 0 0,0 1 0 0 0,-1-1 0 0 0,0 0 0 0 0,1 0 1 0 0,-7 4-1 0 0,-5 4 43 0 0,-1-1-1 0 0,0 0 1 0 0,-1-1 0 0 0,0-1 0 0 0,-32 11 0 0 0,27-13-296 0 0,0-1 0 0 0,-1 0 1 0 0,0-2-1 0 0,0 0 1 0 0,0-2-1 0 0,0 0 0 0 0,-34-4 1 0 0,-21 1-4899 0 0,-3 2-3445 0 0</inkml:trace>
</inkml:ink>
</file>

<file path=ppt/ink/ink7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06T18:48:56.47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198 0 3682 0 0,'-65'12'4077'0'0,"36"-6"-861"0"0,0 0 1 0 0,-45 1-1 0 0,74-8-2301 0 0,0 0-894 0 0,0 1-1 0 0,0 0 0 0 0,0 0 1 0 0,0 0-1 0 0,0 0 1 0 0,0-1-1 0 0,0 1 1 0 0,0 0-1 0 0,0 0 1 0 0,0 0-1 0 0,0 0 1 0 0,0-1-1 0 0,0 1 1 0 0,0 0-1 0 0,0 0 1 0 0,0 0-1 0 0,0 0 0 0 0,0-1 1 0 0,0 1-1 0 0,0 0 1 0 0,0 0-1 0 0,0 0 1 0 0,0 0-1 0 0,0 0 1 0 0,0-1-1 0 0,0 1 1 0 0,0 0-1 0 0,1 0 1 0 0,-1 0-1 0 0,0 0 1 0 0,0 0-1 0 0,0 0 1 0 0,0-1-1 0 0,0 1 0 0 0,0 0 1 0 0,1 0-1 0 0,-1 0 1 0 0,0 0-1 0 0,0 0 1 0 0,0 0-1 0 0,0 0 1 0 0,1 0-1 0 0,-1 0 1 0 0,0 0-1 0 0,0 0 1 0 0,0 0-1 0 0,0 0 1 0 0,1 0-1 0 0,-1 0 1 0 0,0 0-1 0 0,0 0 0 0 0,0 0 1 0 0,0 0-1 0 0,1 0 1 0 0,27-7 299 0 0,1 1 0 0 0,0 2 0 0 0,1 1 0 0 0,50 0 1 0 0,125 25 383 0 0,-144-15-648 0 0,16 6-124 0 0,-2 0-1273 0 0,-21-10-3079 0 0,-37-6 941 0 0,-39 1-7102 0 0</inkml:trace>
</inkml:ink>
</file>

<file path=ppt/ink/ink7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06T18:48:56.84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29 5 2401 0 0,'0'0'6563'0'0,"-28"0"320"0"0,56 0-6483 0 0,0 0 1 0 0,28 0-81 0 0,0 0 0 0 0,1-5-80 0 0,27 5 0 0 0,-6 0-80 0 0,35 0-480 0 0,-29 5-2561 0 0,-56 1-4403 0 0</inkml:trace>
</inkml:ink>
</file>

<file path=ppt/ink/ink7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06T18:48:58.57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4 158 640 0 0,'0'0'49'0'0,"-1"0"1"0"0,1 0-1 0 0,0-1 0 0 0,0 1 0 0 0,0 0 0 0 0,0 0 1 0 0,0 0-1 0 0,0 0 0 0 0,0 0 0 0 0,0-1 0 0 0,0 1 0 0 0,0 0 1 0 0,0 0-1 0 0,-1 0 0 0 0,1 0 0 0 0,0-1 0 0 0,0 1 0 0 0,0 0 1 0 0,0 0-1 0 0,0 0 0 0 0,0 0 0 0 0,0-1 0 0 0,1 1 1 0 0,-1 0-1 0 0,0 0 0 0 0,0 0 0 0 0,0 0 0 0 0,0-1 0 0 0,0 1 1 0 0,0 0-1 0 0,0 0 0 0 0,0 0 0 0 0,0 0 0 0 0,0 0 0 0 0,0 0 1 0 0,1-1-1 0 0,-1 1 0 0 0,0 0 0 0 0,0 0 0 0 0,0 0 1 0 0,0 0-1 0 0,0 0 0 0 0,0 0 0 0 0,1 0 0 0 0,-1 0 0 0 0,0 0 1 0 0,0-1-1 0 0,0 1 0 0 0,0 0 0 0 0,1 0 0 0 0,-1 0 0 0 0,0 0 1 0 0,0 0-1 0 0,0 0 0 0 0,0 0 0 0 0,1 0 0 0 0,-1 0 1 0 0,0 0-1 0 0,0 0 0 0 0,0 0 0 0 0,0 0 0 0 0,1 0 0 0 0,-1 1 1 0 0,0-1-1 0 0,0 0 0 0 0,0 0 0 0 0,19-1 1672 0 0,-14 1 1387 0 0,-5 0-3051 0 0,0 0 1 0 0,0 0-1 0 0,0 0 0 0 0,0 0 1 0 0,0 1-1 0 0,0-1 1 0 0,1 0-1 0 0,-1 0 0 0 0,0 0 1 0 0,0 1-1 0 0,0-1 0 0 0,0 0 1 0 0,0 0-1 0 0,0 0 0 0 0,0 0 1 0 0,0 1-1 0 0,0-1 0 0 0,0 0 1 0 0,0 0-1 0 0,0 0 1 0 0,0 1-1 0 0,0-1 0 0 0,0 0 1 0 0,0 0-1 0 0,0 0 0 0 0,0 1 1 0 0,-1-1-1 0 0,1 0 0 0 0,0 0 1 0 0,0 0-1 0 0,0 0 1 0 0,0 1-1 0 0,0-1 0 0 0,0 0 1 0 0,0 0-1 0 0,-1 0 0 0 0,1 0 1 0 0,0 0-1 0 0,0 0 0 0 0,0 1 1 0 0,0-1-1 0 0,-1 0 0 0 0,1 0 1 0 0,0 0-1 0 0,0 0 1 0 0,0 0-1 0 0,0 0 0 0 0,-1 0 1 0 0,1 0-1 0 0,0 0 0 0 0,0 0 1 0 0,0 0-1 0 0,-1 0 0 0 0,1 0 1 0 0,0 0-1 0 0,0 0 1 0 0,0 0-1 0 0,-1 0 0 0 0,1 0 1 0 0,-1 0 2 0 0,0 0 0 0 0,1 0 0 0 0,-1-1 0 0 0,0 1 0 0 0,0 1 0 0 0,0-1 0 0 0,0 0 1 0 0,0 0-1 0 0,1 0 0 0 0,-1 0 0 0 0,0 0 0 0 0,0 1 0 0 0,0-1 0 0 0,1 0 0 0 0,-1 1 0 0 0,0-1 1 0 0,1 1-1 0 0,-1-1 0 0 0,0 1 0 0 0,0-1 0 0 0,1 1 0 0 0,-1-1 0 0 0,1 1 0 0 0,-1 0 0 0 0,1-1 1 0 0,-2 2-1 0 0,0 28 921 0 0,2-22-1158 0 0,-1 19 273 0 0,0-19-65 0 0,0 0 0 0 0,1 1 1 0 0,0-1-1 0 0,1 0 1 0 0,-1 1-1 0 0,2-1 1 0 0,2 12-1 0 0,15 10 23 0 0,-10-1-41 0 0,38 48-187 0 0,-19-30 94 0 0,-26-43 66 0 0,-1 0-1 0 0,1 0 0 0 0,-1 0 0 0 0,0 0 0 0 0,-1 0 0 0 0,1 0 0 0 0,-1 0 0 0 0,0 1 1 0 0,0-1-1 0 0,0 0 0 0 0,0 0 0 0 0,-2 6 0 0 0,1 8-18 0 0,1-17 40 0 0,1-1 0 0 0,-1 1 0 0 0,0 0 0 0 0,1-1 1 0 0,-1 1-1 0 0,1-1 0 0 0,-1 1 0 0 0,0-1 1 0 0,1 1-1 0 0,0-1 0 0 0,-1 1 0 0 0,1-1 0 0 0,-1 0 1 0 0,1 1-1 0 0,-1-1 0 0 0,1 0 0 0 0,0 1 0 0 0,-1-1 1 0 0,1 0-1 0 0,0 0 0 0 0,-1 0 0 0 0,1 1 0 0 0,0-1 1 0 0,0 0-1 0 0,-1 0 0 0 0,1 0 0 0 0,0 0 0 0 0,-1 0 1 0 0,1 0-1 0 0,0-1 0 0 0,-1 1 0 0 0,1 0 0 0 0,0 0 1 0 0,-1 0-1 0 0,2-1 0 0 0,-1 1 27 0 0,4 0 73 0 0,-1-1-27 0 0,8-4 10 0 0,1-1 0 0 0,-1 0 0 0 0,0 0 0 0 0,-1-1 0 0 0,17-13 0 0 0,5-4 77 0 0,20-12 90 0 0,-2-3-1 0 0,-1-3 1 0 0,49-52 0 0 0,-42 27-57 0 0,92-81 0 0 0,-116 122-256 0 0,-25 20-173 0 0,0 1 0 0 0,0-2 0 0 0,-1 1 1 0 0,8-10-1 0 0,-14 16 137 0 0,-1 0 0 0 0,0 0 0 0 0,0 0 0 0 0,1 0 0 0 0,-1 0 1 0 0,0-1-1 0 0,0 1 0 0 0,0 0 0 0 0,1 0 0 0 0,-1 0 0 0 0,0-1 1 0 0,0 1-1 0 0,0 0 0 0 0,0 0 0 0 0,0-1 0 0 0,1 1 0 0 0,-1 0 1 0 0,0 0-1 0 0,0-1 0 0 0,0 1 0 0 0,0 0 0 0 0,0 0 0 0 0,0-1 1 0 0,0 1-1 0 0,0 0 0 0 0,0 0 0 0 0,0-1 0 0 0,0 1 0 0 0,0 0 1 0 0,0 0-1 0 0,0-1 0 0 0,0 1 0 0 0,0 0 0 0 0,0 0 0 0 0,0-1 1 0 0,0 1-1 0 0,-1 0 0 0 0,1 0 0 0 0,0-1 0 0 0,0 1 0 0 0,0 0 0 0 0,0 0 1 0 0,0 0-1 0 0,-1-1 0 0 0,1 1 0 0 0,0 0 0 0 0,0 0 0 0 0,0 0 1 0 0,-1-1-1 0 0,1 1 0 0 0,-1 0 0 0 0,-22 2-9512 0 0</inkml:trace>
</inkml:ink>
</file>

<file path=ppt/ink/ink7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06T18:49:00.57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126 23 2321 0 0,'-26'-3'1894'0'0,"-25"-2"2527"0"0,11-1 1029 0 0,32 3-4128 0 0,14 1-222 0 0,37-1 515 0 0,61 2-196 0 0,48 17 180 0 0,-122-12-1290 0 0,6 1 70 0 0,522 50 3631 0 0,-486-52-4019 0 0,0-3 0 0 0,111-13 0 0 0,-177 12-367 0 0,-1 0-1 0 0,1-1 1 0 0,-1 1 0 0 0,1-1 0 0 0,-1 0 0 0 0,0 0 0 0 0,0-1-1 0 0,0 1 1 0 0,7-6 0 0 0,-12 8 288 0 0,0 0-1 0 0,0 0 1 0 0,-1 0 0 0 0,1 0-1 0 0,0 0 1 0 0,0 0-1 0 0,-1 1 1 0 0,1-1 0 0 0,0-1-1 0 0,0 1 1 0 0,-1 0-1 0 0,1 0 1 0 0,0 0 0 0 0,0 0-1 0 0,0 0 1 0 0,-1 0-1 0 0,1 0 1 0 0,0 0 0 0 0,0 0-1 0 0,0 0 1 0 0,-1 0 0 0 0,1 0-1 0 0,0-1 1 0 0,0 1-1 0 0,0 0 1 0 0,0 0 0 0 0,-1 0-1 0 0,1 0 1 0 0,0-1-1 0 0,0 1 1 0 0,0 0 0 0 0,0 0-1 0 0,0 0 1 0 0,0-1-1 0 0,-1 1 1 0 0,1 0 0 0 0,0 0-1 0 0,0 0 1 0 0,0-1 0 0 0,0 1-1 0 0,0 0 1 0 0,0 0-1 0 0,0-1 1 0 0,0 1 0 0 0,0 0-1 0 0,0 0 1 0 0,0 0-1 0 0,0-1 1 0 0,0 1 0 0 0,0 0-1 0 0,0 0 1 0 0,0-1-1 0 0,1 1 1 0 0,-1 0 0 0 0,0 0-1 0 0,0 0 1 0 0,0-1-1 0 0,0 1 1 0 0,0 0 0 0 0,0 0-1 0 0,1 0 1 0 0,-1 0 0 0 0,0-1-1 0 0,0 1 1 0 0,0 0-1 0 0,0 0 1 0 0,1 0 0 0 0,-1 0-1 0 0,0-1 1 0 0,-19 0-3612 0 0,19 1 3382 0 0,-37 2-5484 0 0,-33 7 479 0 0</inkml:trace>
</inkml:ink>
</file>

<file path=ppt/ink/ink7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06T18:51:35.98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227 1 240 0 0,'0'0'694'0'0,"4"0"-121"0"0,3 0-384 0 0,0 2 0 0 0,-1-1 0 0 0,1 1 0 0 0,-1 0 0 0 0,8 3 0 0 0,-5 6 211 0 0,10 0-221 0 0,-18-10-166 0 0,-1-1 1 0 0,1 0-1 0 0,-1 0 1 0 0,1 1-1 0 0,-1-1 1 0 0,1 0-1 0 0,-1 1 1 0 0,0-1-1 0 0,1 0 1 0 0,-1 1-1 0 0,1-1 1 0 0,-1 1-1 0 0,0-1 1 0 0,0 1-1 0 0,1-1 1 0 0,-1 0-1 0 0,0 1 1 0 0,0-1-1 0 0,1 1 1 0 0,-1-1-1 0 0,0 1 1 0 0,0 0-1 0 0,0-1 1 0 0,0 1-1 0 0,0-1 1 0 0,0 1-1 0 0,0-1 1 0 0,0 1-1 0 0,0-1 1 0 0,0 1-1 0 0,0-1 1 0 0,0 1-1 0 0,0-1 1 0 0,0 1-1 0 0,0-1 1 0 0,-1 1-1 0 0,1-1 1 0 0,0 1-1 0 0,0-1 1 0 0,-1 1-1 0 0,1-1 1 0 0,0 1-1 0 0,-1-1 1 0 0,1 1-1 0 0,0-1 1 0 0,-1 0-1 0 0,1 1 1 0 0,-1-1-1 0 0,1 0 1 0 0,-1 1-1 0 0,1-1 0 0 0,0 0 1 0 0,-2 1-1 0 0,-6 2 169 0 0,7-3-152 0 0,1 0-1 0 0,-1 0 1 0 0,0 1 0 0 0,0-1 0 0 0,1 0 0 0 0,-1 0-1 0 0,0 1 1 0 0,0-1 0 0 0,1 1 0 0 0,-1-1 0 0 0,0 1-1 0 0,1-1 1 0 0,-1 1 0 0 0,1-1 0 0 0,-1 1 0 0 0,1-1-1 0 0,-1 1 1 0 0,1 0 0 0 0,-1-1 0 0 0,1 1-1 0 0,-1 0 1 0 0,1-1 0 0 0,0 1 0 0 0,-1 0 0 0 0,1-1-1 0 0,0 1 1 0 0,0 0 0 0 0,0 0 0 0 0,0 0 0 0 0,-1-1-1 0 0,1 1 1 0 0,0 0 0 0 0,0 0 0 0 0,0-1 0 0 0,1 2-1 0 0,-2-1-1 0 0,1 0 0 0 0,-1 0 0 0 0,1-1-1 0 0,-1 1 1 0 0,0 0 0 0 0,1-1 0 0 0,-1 1 0 0 0,0 0-1 0 0,1-1 1 0 0,-1 1 0 0 0,0-1 0 0 0,0 1-1 0 0,0-1 1 0 0,0 1 0 0 0,1-1 0 0 0,-1 0 0 0 0,0 1-1 0 0,0-1 1 0 0,0 0 0 0 0,0 0 0 0 0,0 0-1 0 0,0 0 1 0 0,0 0 0 0 0,0 0 0 0 0,-1 0 0 0 0,0 0 63 0 0,2 0-60 0 0,0 0 0 0 0,0 0 0 0 0,-1 1 0 0 0,1-1 0 0 0,0 0 0 0 0,0 0 0 0 0,-1 0 0 0 0,1 0 0 0 0,0 0 0 0 0,0 0 0 0 0,0 0 0 0 0,-1 0 0 0 0,1 0 0 0 0,0 1 0 0 0,0-1 0 0 0,0 0 0 0 0,-1 0 0 0 0,1 0 0 0 0,0 0 0 0 0,0 1 0 0 0,0-1 0 0 0,0 0 0 0 0,0 0 0 0 0,-1 0 0 0 0,1 1 0 0 0,0-1 0 0 0,0 0 0 0 0,0 0 0 0 0,0 1-1 0 0,0-1 1 0 0,0 0 0 0 0,0 0 0 0 0,0 0 0 0 0,0 1 0 0 0,0-1 0 0 0,0 0 0 0 0,0 1 0 0 0,-4 6 473 0 0,-15-3 203 0 0,10 3 774 0 0,-66 17 2360 0 0,75-24-3824 0 0,0 0-1 0 0,-1 0 0 0 0,1 1 1 0 0,0-1-1 0 0,0 0 0 0 0,-1 0 0 0 0,1 0 1 0 0,0 0-1 0 0,0 0 0 0 0,-1 0 1 0 0,1 1-1 0 0,0-1 0 0 0,0 0 1 0 0,0 0-1 0 0,-1 0 0 0 0,1 0 1 0 0,0 1-1 0 0,0-1 0 0 0,0 0 1 0 0,0 0-1 0 0,0 1 0 0 0,-1-1 1 0 0,1 0-1 0 0,0 0 0 0 0,0 1 0 0 0,0-1 1 0 0,0 0-1 0 0,0 0 0 0 0,0 1 1 0 0,0-1-1 0 0,0 0 0 0 0,0 0 1 0 0,0 1-1 0 0,0-1 0 0 0,0 0 1 0 0,0 0-1 0 0,0 1 0 0 0,0-1 1 0 0,0 1-4 0 0,0-1 1 0 0,0 0 0 0 0,1 1 0 0 0,-1-1 0 0 0,0 0 0 0 0,0 1 0 0 0,0-1-1 0 0,0 0 1 0 0,0 1 0 0 0,-1-1 0 0 0,1 0 0 0 0,0 1 0 0 0,0-1 0 0 0,0 0 0 0 0,0 1-1 0 0,0-1 1 0 0,0 0 0 0 0,0 1 0 0 0,-1-1 0 0 0,1 0 0 0 0,0 0 0 0 0,0 1-1 0 0,0-1 1 0 0,-1 0 0 0 0,1 0 0 0 0,0 1 0 0 0,0-1 0 0 0,-1 0 0 0 0,1 0 0 0 0,0 0-1 0 0,-1 1 1 0 0,1-1 0 0 0,-2 1 23 0 0,1 0-1 0 0,-1 0 1 0 0,0 0-1 0 0,1 0 1 0 0,0 0 0 0 0,-1 0-1 0 0,1 1 1 0 0,0-1-1 0 0,0 0 1 0 0,0 1-1 0 0,-1-1 1 0 0,2 1 0 0 0,-1-1-1 0 0,-1 3 1 0 0,-2 36 641 0 0,5-33-592 0 0,-1-5-41 0 0,0 0 0 0 0,1 1 1 0 0,-1-1-1 0 0,0 0 1 0 0,-1 0-1 0 0,1 1 0 0 0,0-1 1 0 0,-1 0-1 0 0,1 0 0 0 0,-1 0 1 0 0,1 0-1 0 0,-1 1 0 0 0,-1 1 1 0 0,-45 55 581 0 0,46-59-597 0 0,1 1 0 0 0,-1 0 0 0 0,1 0 1 0 0,-1 0-1 0 0,1 0 0 0 0,-1 0 0 0 0,1 0 1 0 0,0 0-1 0 0,-1 1 0 0 0,1-1 0 0 0,0 0 1 0 0,0 0-1 0 0,0 0 0 0 0,0 0 0 0 0,0 0 0 0 0,0 0 1 0 0,0 0-1 0 0,0 0 0 0 0,1 2 0 0 0,-1-2 5 0 0,0 0-1 0 0,1 1 1 0 0,-1-1-1 0 0,0 0 1 0 0,0 1-1 0 0,0-1 1 0 0,0 0-1 0 0,0 0 1 0 0,0 1-1 0 0,-1-1 0 0 0,1 0 1 0 0,0 1-1 0 0,-1-1 1 0 0,1 0-1 0 0,-1 0 1 0 0,1 0-1 0 0,-1 1 1 0 0,0-1-1 0 0,-1 1 1 0 0,0 1 13 0 0,-1 1 1 0 0,1-1 0 0 0,0 0-1 0 0,0 1 1 0 0,0-1-1 0 0,0 1 1 0 0,1-1 0 0 0,-1 1-1 0 0,1 0 1 0 0,0 0 0 0 0,0 0-1 0 0,0 0 1 0 0,1 0 0 0 0,-1 0-1 0 0,1 0 1 0 0,0 6 0 0 0,0-8-24 0 0,0 0-1 0 0,0 0 1 0 0,0 0 0 0 0,-1 0 0 0 0,1-1 0 0 0,-1 1 0 0 0,1 0 0 0 0,-1 0 0 0 0,0-1 0 0 0,1 1 0 0 0,-1 0 0 0 0,0-1 0 0 0,0 1 0 0 0,0-1 0 0 0,0 1-1 0 0,-1-1 1 0 0,-1 3 0 0 0,2-3-7 0 0,-1 0 0 0 0,1 1 1 0 0,0-1-1 0 0,0 1 0 0 0,0-1 0 0 0,0 1 0 0 0,0-1 0 0 0,0 1 0 0 0,0 0 0 0 0,1 0 0 0 0,-1-1 0 0 0,1 1 0 0 0,-1 0 0 0 0,1 0 0 0 0,-1 0 0 0 0,1-1 0 0 0,0 4 0 0 0,0 5 121 0 0,-1-7-89 0 0,1-1 1 0 0,0 1 0 0 0,0 0-1 0 0,0 0 1 0 0,0-1 0 0 0,0 1 0 0 0,1 0-1 0 0,-1 0 1 0 0,1-1 0 0 0,0 1 0 0 0,2 4-1 0 0,6 4 118 0 0,-8-10-151 0 0,0 0 0 0 0,1 0 0 0 0,-1 0 0 0 0,0 1 0 0 0,0-1 1 0 0,0 1-1 0 0,0-1 0 0 0,0 0 0 0 0,-1 1 0 0 0,1 0 0 0 0,0-1 1 0 0,-1 1-1 0 0,1-1 0 0 0,-1 1 0 0 0,0 0 0 0 0,1-1 1 0 0,-1 1-1 0 0,0 3 0 0 0,0 9 66 0 0,3 26 125 0 0,-3-38-194 0 0,1 0 0 0 0,0 0 0 0 0,0 0 1 0 0,0 0-1 0 0,0-1 0 0 0,0 1 0 0 0,0 0 1 0 0,0-1-1 0 0,1 1 0 0 0,-1-1 0 0 0,0 1 0 0 0,1-1 1 0 0,-1 0-1 0 0,1 0 0 0 0,0 0 0 0 0,-1 0 1 0 0,4 2-1 0 0,24 9 261 0 0,0 0 0 0 0,33 7 0 0 0,-46-14-260 0 0,6 1 98 0 0,0-1 0 0 0,38 3 0 0 0,4 2-65 0 0,-40-6 42 0 0,0 0 1 0 0,0-2-1 0 0,0-1 1 0 0,0-1-1 0 0,1-1 1 0 0,32-5-1 0 0,-14-2 179 0 0,-1-2 0 0 0,63-24 1 0 0,-88 27-81 0 0,0-1-1 0 0,31-19 1 0 0,-3 0 192 0 0,67-38 513 0 0,-59 20-412 0 0,-32 25-311 0 0,-9 10-96 0 0,9-8 104 0 0,-1-1 1 0 0,34-42 0 0 0,-29 33-36 0 0,1 0-1 0 0,0 2 1 0 0,38-29 0 0 0,99-60 375 0 0,-162 115-593 0 0,16-13-62 0 0,-21 11-1060 0 0,-14 4-3094 0 0,-1 2-553 0 0,10-4-6735 0 0,-15-5 6749 0 0</inkml:trace>
</inkml:ink>
</file>

<file path=ppt/ink/ink7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06T18:51:37.17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198 157 1201 0 0,'30'-17'2641'0'0,"36"-16"1"0"0,-3 2-229 0 0,-28 13-470 0 0,71-26-1 0 0,-80 33-1518 0 0,-5 8 340 0 0,-21 3-759 0 0,1 0 0 0 0,-1 0 0 0 0,1 0 1 0 0,-1 0-1 0 0,1 0 0 0 0,-1 0 0 0 0,0 0 1 0 0,1 0-1 0 0,-1 0 0 0 0,1 1 0 0 0,-1-1 1 0 0,1 0-1 0 0,-1 0 0 0 0,0 0 0 0 0,1 1 1 0 0,-1-1-1 0 0,1 0 0 0 0,-1 0 0 0 0,0 1 1 0 0,1-1-1 0 0,-1 0 0 0 0,0 1 0 0 0,1-1 0 0 0,-1 0 1 0 0,0 1-1 0 0,1-1 0 0 0,-1 0 0 0 0,0 1 1 0 0,0-1-1 0 0,0 1 0 0 0,1-1 0 0 0,-1 0 1 0 0,0 1-1 0 0,0 0 0 0 0,0 0 7 0 0,0 0 1 0 0,-1 1-1 0 0,1-1 0 0 0,-1 0 0 0 0,1 0 0 0 0,-1 0 1 0 0,0 0-1 0 0,1 0 0 0 0,-1 0 0 0 0,0 0 1 0 0,1 0-1 0 0,-1 0 0 0 0,0 0 0 0 0,0-1 0 0 0,0 1 1 0 0,0 0-1 0 0,0 0 0 0 0,-2 0 0 0 0,-10 11 116 0 0,-8 12 282 0 0,-1-1-1 0 0,-1 0 1 0 0,-1-2-1 0 0,-1-1 1 0 0,-1-1-1 0 0,0-1 1 0 0,-2-1-1 0 0,0-1 1 0 0,-52 21 0 0 0,61-29 11 0 0,1 0-32 0 0,0 1 0 0 0,-1-2 0 0 0,0-1 1 0 0,0 0-1 0 0,-1-1 0 0 0,0-1 0 0 0,-25 1 0 0 0,22-5-282 0 0,18 0-27 0 0,5 0-76 0 0,0 0 0 0 0,0 0 0 0 0,0 0 0 0 0,0 0 0 0 0,0-1 0 0 0,0 1 0 0 0,0 0 0 0 0,0 0 0 0 0,-1 0 0 0 0,1 0 0 0 0,0-1 0 0 0,0 1 0 0 0,0 0 0 0 0,0 0 0 0 0,0 0 0 0 0,0 0 0 0 0,0-1 0 0 0,0 1-1 0 0,0 0 1 0 0,0 0 0 0 0,0 0 0 0 0,0 0 0 0 0,0-1 0 0 0,0 1 0 0 0,0 0 0 0 0,0 0 0 0 0,1 0 0 0 0,-1 0 0 0 0,0-1 0 0 0,0 1 0 0 0,0 0 0 0 0,0 0 0 0 0,0 0 0 0 0,0 0 0 0 0,0 0 0 0 0,0 0 0 0 0,1-1 0 0 0,-1 1 0 0 0,0 0 0 0 0,0 0 0 0 0,0 0 0 0 0,0 0 0 0 0,0 0-1 0 0,1 0 1 0 0,-1 0 0 0 0,0 0 0 0 0,0 0 0 0 0,0 0 0 0 0,0 0 0 0 0,1 0 0 0 0,-1-1 0 0 0,0 1 0 0 0,0 0 0 0 0,0 0 0 0 0,0 0 0 0 0,1 1 0 0 0,-1-1 0 0 0,0 0 0 0 0,0 0 0 0 0,0 0 0 0 0,0 0 0 0 0,1 0 0 0 0,-1 0 0 0 0,52-24 636 0 0,-32 18-425 0 0,-12 3-107 0 0,1 0 0 0 0,-1 0-1 0 0,1 1 1 0 0,0 1 0 0 0,0 0 0 0 0,0 0-1 0 0,0 0 1 0 0,0 1 0 0 0,-1 1 0 0 0,16 1 0 0 0,48 8 732 0 0,-1 3 0 0 0,132 43 1 0 0,-183-48-780 0 0,0 1 0 0 0,-1 1 0 0 0,0 1 0 0 0,0 0 0 0 0,-1 2 0 0 0,-1 0 0 0 0,0 1 0 0 0,24 25 0 0 0,-40-38-63 0 0,22 22-812 0 0,-23-23 535 0 0,1 1 0 0 0,-1 0 0 0 0,0-1 0 0 0,1 1 0 0 0,-1 0 0 0 0,1-1 1 0 0,-1 1-1 0 0,1 0 0 0 0,0-1 0 0 0,-1 1 0 0 0,1-1 0 0 0,0 1 0 0 0,-1-1 0 0 0,1 1 0 0 0,0-1 0 0 0,-1 0 0 0 0,1 1 0 0 0,0-1 1 0 0,0 0-1 0 0,-1 1 0 0 0,1-1 0 0 0,0 0 0 0 0,0 0 0 0 0,0 0 0 0 0,0 0 0 0 0,-1 0 0 0 0,1 0 0 0 0,0 0 0 0 0,0 0 1 0 0,0 0-1 0 0,-1 0 0 0 0,1 0 0 0 0,0-1 0 0 0,0 1 0 0 0,0 0 0 0 0,-1-1 0 0 0,1 1 0 0 0,0 0 0 0 0,-1-1 0 0 0,1 1 0 0 0,0-1 1 0 0,-1 1-1 0 0,1-1 0 0 0,0 1 0 0 0,0-2 0 0 0,0 2-30 0 0,27-21-11990 0 0</inkml:trace>
</inkml:ink>
</file>

<file path=ppt/ink/ink7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06T18:52:33.14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30 653 160 0 0,'0'-12'335'0'0,"0"9"-240"0"0,-1-1-1 0 0,1 0 1 0 0,0 1-1 0 0,1-1 1 0 0,-1 0-1 0 0,1 1 1 0 0,0-1 0 0 0,-1 0-1 0 0,3-3 1 0 0,16-25 545 0 0,-10 4-178 0 0,-6 19-322 0 0,0 1-1 0 0,0-1 1 0 0,1 0 0 0 0,6-10-1 0 0,-4 9-24 0 0,0-1-1 0 0,-2-1 1 0 0,1 1-1 0 0,2-15 1 0 0,-3 14 40 0 0,-1 1 0 0 0,2-1 0 0 0,-1 1 0 0 0,9-13 0 0 0,-9 16 22 0 0,1-1 1 0 0,-2 1-1 0 0,1-1 1 0 0,3-11-1 0 0,2-8 323 0 0,-3 16-298 0 0,-1-1-1 0 0,2 1 1 0 0,0 0-1 0 0,0 1 1 0 0,1 0 0 0 0,0 0-1 0 0,1 0 1 0 0,13-11-1 0 0,2-5-39 0 0,-22 23-145 0 0,1 0 0 0 0,0 0 0 0 0,0 1-1 0 0,1-1 1 0 0,-1 1 0 0 0,6-4 0 0 0,2-1-13 0 0,-1 0 0 0 0,-1 0-1 0 0,13-15 1 0 0,6-3-19 0 0,-27 25 14 0 0,-1 0-1 0 0,1 0 1 0 0,-1 0-1 0 0,1 0 0 0 0,-1 0 1 0 0,1 0-1 0 0,-1 0 1 0 0,1 0-1 0 0,-1 0 0 0 0,0-1 1 0 0,0 1-1 0 0,0 0 0 0 0,0 0 1 0 0,0-2-1 0 0,0 0 162 0 0,0 13 131 0 0,0-3-75 0 0,-4 57 1649 0 0,3-59-1737 0 0,0 0 1 0 0,0 0-1 0 0,-1 0 0 0 0,0 0 0 0 0,0 0 0 0 0,0 0 0 0 0,-1 0 0 0 0,0-1 0 0 0,-4 7 0 0 0,-3 0 104 0 0,8-9-198 0 0,1 0 1 0 0,-1-1 0 0 0,1 1-1 0 0,-1 0 1 0 0,1 0-1 0 0,0 0 1 0 0,-1 0-1 0 0,1 0 1 0 0,0 0-1 0 0,0 0 1 0 0,0 0-1 0 0,1 0 1 0 0,-1 1-1 0 0,1-1 1 0 0,-1 0-1 0 0,1 0 1 0 0,-1 4-1 0 0,1-3-11 0 0,0 0 0 0 0,0 0 0 0 0,-1-1 0 0 0,0 1 0 0 0,1 0 0 0 0,-1-1 0 0 0,0 1-1 0 0,0-1 1 0 0,-1 1 0 0 0,1-1 0 0 0,0 1 0 0 0,-4 3 0 0 0,-4 9 80 0 0,0 13 110 0 0,-10-3 107 0 0,-2 29-134 0 0,19-44-140 0 0,-1-1 0 0 0,-1 0 0 0 0,1 0 0 0 0,-2 0-1 0 0,1 0 1 0 0,-9 11 0 0 0,-29 47 121 0 0,32-50-160 0 0,9-15-7 0 0,1-1 0 0 0,-1 1 0 0 0,0 0 0 0 0,1 0 0 0 0,-1 0 0 0 0,1-1 0 0 0,0 1 0 0 0,0 0 0 0 0,-1 0 0 0 0,1 0 0 0 0,1 2 0 0 0,-1-2 0 0 0,0 0 0 0 0,0 0 0 0 0,-1 0 0 0 0,1 0 0 0 0,0 0 0 0 0,-1 0 0 0 0,1 0 0 0 0,-1 0 0 0 0,-1 4 0 0 0,-3 2 18 0 0,0-1 1 0 0,-1 0-1 0 0,0 0 1 0 0,-7 6-1 0 0,7-7 4 0 0,0 0 1 0 0,1 0-1 0 0,-1 1 1 0 0,1-1-1 0 0,-7 14 0 0 0,3 9-8 0 0,-1-16-14 0 0,8-12 1 0 0,1 0 1 0 0,0 0-1 0 0,0 1 1 0 0,0-1-1 0 0,0 0 1 0 0,0 1-1 0 0,0-1 1 0 0,0 1-1 0 0,1-1 1 0 0,-1 1-1 0 0,0-1 0 0 0,1 1 1 0 0,0-1-1 0 0,-1 1 1 0 0,1 0-1 0 0,0-1 1 0 0,-1 4-1 0 0,1-3 7 0 0,0-1 0 0 0,0 1 0 0 0,0-1 0 0 0,0 1 0 0 0,0-1 0 0 0,0 1 0 0 0,-1-1 0 0 0,1 1 0 0 0,-1-1 0 0 0,1 0 0 0 0,-1 1 0 0 0,0-1 0 0 0,1 0 0 0 0,-1 1 0 0 0,0-1 0 0 0,0 0 0 0 0,0 0 0 0 0,0 0 0 0 0,0 0 0 0 0,0 0 0 0 0,-2 2 0 0 0,2-2-10 0 0,0 0 1 0 0,0 0 0 0 0,0 0-1 0 0,0 0 1 0 0,0 0 0 0 0,0 0 0 0 0,0 0-1 0 0,0 0 1 0 0,1 0 0 0 0,-1 1-1 0 0,0-1 1 0 0,1 0 0 0 0,-1 1-1 0 0,1-1 1 0 0,-1 0 0 0 0,1 1 0 0 0,0-1-1 0 0,-1 1 1 0 0,1-1 0 0 0,0 0-1 0 0,0 3 1 0 0,1-2 3 0 0,-1 0 1 0 0,0-1-1 0 0,0 1 0 0 0,0 0 1 0 0,0-1-1 0 0,0 1 0 0 0,0 0 1 0 0,0 0-1 0 0,-1-1 0 0 0,1 1 1 0 0,-1 0-1 0 0,1-1 0 0 0,-1 1 1 0 0,0 0-1 0 0,1-1 0 0 0,-1 1 1 0 0,0-1-1 0 0,0 1 0 0 0,0-1 1 0 0,0 0-1 0 0,-1 1 0 0 0,1-1 1 0 0,0 0-1 0 0,0 0 0 0 0,-1 0 1 0 0,-1 1-1 0 0,-2 3 2 0 0,4-4-3 0 0,0 0 0 0 0,1 0 0 0 0,-1 0 0 0 0,1 0 0 0 0,-1 0 0 0 0,1 1 0 0 0,-1-1 0 0 0,1 0 0 0 0,0 0 1 0 0,-1 0-1 0 0,1 1 0 0 0,0-1 0 0 0,0 0 0 0 0,0 0 0 0 0,0 1 0 0 0,0-1 0 0 0,0 0 0 0 0,1 2 0 0 0,-1 2-21 0 0,0-4 780 0 0,0-2-744 0 0,0 1-1 0 0,0-1 1 0 0,-1 0 0 0 0,1 1-1 0 0,0-1 1 0 0,0 1 0 0 0,0-1-1 0 0,0 0 1 0 0,0 1 0 0 0,0-1-1 0 0,0 0 1 0 0,0 1-1 0 0,0-1 1 0 0,0 0 0 0 0,1 1-1 0 0,-1-1 1 0 0,0 1 0 0 0,0-1-1 0 0,0 0 1 0 0,1 1 0 0 0,-1-1-1 0 0,0 1 1 0 0,1-1-1 0 0,-1 1 1 0 0,1-1 0 0 0,-1 1-1 0 0,1-1 1 0 0,0 0 0 0 0,7-4 104 0 0,0-1 0 0 0,-1 0 0 0 0,1 0-1 0 0,-1-1 1 0 0,-1 0 0 0 0,1 0 0 0 0,-1-1 0 0 0,0 1 0 0 0,7-15 0 0 0,18-21 108 0 0,-7 13-97 0 0,-7 7-92 0 0,1 1 0 0 0,1 0 0 0 0,36-30 0 0 0,-50 48-62 0 0,0 0-1 0 0,0 0 1 0 0,0 0 0 0 0,1 1-1 0 0,0 0 1 0 0,0 0 0 0 0,0 0-1 0 0,0 1 1 0 0,0 0-1 0 0,0 0 1 0 0,1 0 0 0 0,-1 1-1 0 0,1 0 1 0 0,-1 0 0 0 0,1 1-1 0 0,-1 0 1 0 0,1 0 0 0 0,0 1-1 0 0,-1-1 1 0 0,1 1 0 0 0,8 3-1 0 0,25 9 78 0 0,0 1-1 0 0,0 2 0 0 0,-2 2 1 0 0,52 32-1 0 0,-87-48-47 0 0,5 4-1 0 0,0-1 1 0 0,0 1 0 0 0,11 11 0 0 0,-18-16-12 0 0,0 1 1 0 0,0-1-1 0 0,0 0 1 0 0,0 0-1 0 0,0 1 1 0 0,0-1-1 0 0,0 1 1 0 0,0-1-1 0 0,-1 1 1 0 0,1-1-1 0 0,0 1 1 0 0,-1 0-1 0 0,1-1 1 0 0,-1 1-1 0 0,0-1 1 0 0,0 1-1 0 0,1 0 1 0 0,-1 0-1 0 0,0-1 1 0 0,0 1-1 0 0,-1 0 1 0 0,1-1-1 0 0,0 1 0 0 0,0 0 1 0 0,-1-1-1 0 0,0 3 1 0 0,-7 7 22 0 0,0-2-1 0 0,0 1 1 0 0,-1-1 0 0 0,0 0-1 0 0,-1-1 1 0 0,0 0 0 0 0,-13 8-1 0 0,9-7-10 0 0,-1-1-1 0 0,-1 0 0 0 0,0-1 0 0 0,0-1 0 0 0,0 0 0 0 0,-1-1 0 0 0,1-1 1 0 0,-1-1-1 0 0,-23 2 0 0 0,12-2-23 0 0,0-2 1 0 0,0-1-1 0 0,1-2 1 0 0,-1 0-1 0 0,-33-8 1 0 0,55 9-78 0 0,-10-3-101 0 0,0 1 0 0 0,0-2 1 0 0,-21-9-1 0 0,32 11-423 0 0,-1 0 0 0 0,0 0 0 0 0,1-1 0 0 0,-1 0 0 0 0,1 0 0 0 0,0 0 1 0 0,-6-8-1 0 0,-17-22-6758 0 0</inkml:trace>
</inkml:ink>
</file>

<file path=ppt/ink/ink7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06T18:52:33.89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0 1121 0 0,'0'1'109'0'0,"1"0"0"0"0,0 0 0 0 0,0 0 0 0 0,-1-1 0 0 0,1 1 0 0 0,0 0 1 0 0,0-1-1 0 0,0 1 0 0 0,0 0 0 0 0,0-1 0 0 0,0 0 0 0 0,0 1 0 0 0,0-1 0 0 0,0 1 1 0 0,0-1-1 0 0,0 0 0 0 0,0 0 0 0 0,0 1 0 0 0,0-1 0 0 0,0 0 0 0 0,1 0 1 0 0,5 1 410 0 0,3 3 244 0 0,1 1 0 0 0,-1 0-1 0 0,0 1 1 0 0,-1 0 0 0 0,13 10 0 0 0,-10-7-192 0 0,0-1-1 0 0,0 0 1 0 0,19 8 0 0 0,269 92 548 0 0,-279-98-1031 0 0,0 2 0 0 0,-1 0 0 0 0,0 2 0 0 0,-1 0 0 0 0,18 17 0 0 0,-2-3-103 0 0,-28-22 6 0 0,4 2 21 0 0,-1 0-1 0 0,0 1 1 0 0,-1 0 0 0 0,0 0-1 0 0,-1 1 1 0 0,12 16-1 0 0,8 16-6 0 0,-13-20-46 0 0,0 1 0 0 0,18 38 0 0 0,-30-54 79 0 0,0 0-1 0 0,-1 1 1 0 0,0-1 0 0 0,0 0-1 0 0,0 1 1 0 0,-1-1 0 0 0,0 1-1 0 0,-1 0 1 0 0,0-1 0 0 0,0 1-1 0 0,0 0 1 0 0,-1-1 0 0 0,-3 14-1 0 0,-7 8 147 0 0,-2-1-1 0 0,-1 0 1 0 0,0-1-1 0 0,-3 0 1 0 0,-25 33-1 0 0,28-40-157 0 0,-18 37-174 0 0,26-44-124 0 0,-1 1 0 0 0,-14 19 0 0 0,12-22-286 0 0,-1 0 0 0 0,0-1 0 0 0,-12 10 0 0 0,-35 24-3965 0 0</inkml:trace>
</inkml:ink>
</file>

<file path=ppt/ink/ink7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06T18:52:46.00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1 318 1121 0 0,'0'-1'150'0'0,"-1"0"0"0"0,2 0 0 0 0,-1 0 0 0 0,0 0 0 0 0,0 0 0 0 0,0-1 0 0 0,0 1 0 0 0,1 0 0 0 0,-1 0 0 0 0,1 0 0 0 0,-1 0 0 0 0,1 0 0 0 0,-1 0 0 0 0,1 0 1 0 0,-1 0-1 0 0,1 1 0 0 0,0-1 0 0 0,-1 0 0 0 0,1 0 0 0 0,0 0 0 0 0,0 1 0 0 0,0-1 0 0 0,0 0 0 0 0,-1 1 0 0 0,3-2 0 0 0,-2 2-63 0 0,0-1-1 0 0,0 1 1 0 0,-1-1-1 0 0,1 1 1 0 0,0-1-1 0 0,0 0 0 0 0,0 0 1 0 0,-1 1-1 0 0,1-1 1 0 0,0 0-1 0 0,-1 0 1 0 0,1 0-1 0 0,0 0 1 0 0,-1 0-1 0 0,1 0 0 0 0,-1 0 1 0 0,0 0-1 0 0,1 0 1 0 0,-1 0-1 0 0,0 0 1 0 0,0 0-1 0 0,1 0 1 0 0,-1 0-1 0 0,0 0 1 0 0,0-1-1 0 0,0 0 24 0 0,0 0 0 0 0,0 1 0 0 0,0-1 0 0 0,1 0 0 0 0,-1 1 0 0 0,1-1 0 0 0,-1 1 0 0 0,1-1 0 0 0,0 0 0 0 0,-1 1 0 0 0,1 0 0 0 0,0-1 0 0 0,0 1 0 0 0,0-1-1 0 0,0 1 1 0 0,0 0 0 0 0,2-2 0 0 0,7-9 552 0 0,-1-10 512 0 0,0 10-687 0 0,-7 10-371 0 0,-1 0 1 0 0,1 0 0 0 0,-1 0 0 0 0,1-1-1 0 0,-1 1 1 0 0,0 0 0 0 0,0-1 0 0 0,0 1-1 0 0,0-1 1 0 0,-1 0 0 0 0,1 1-1 0 0,0-1 1 0 0,-1 0 0 0 0,0 1 0 0 0,0-1-1 0 0,0 0 1 0 0,0-3 0 0 0,0 4-74 0 0,0 1 1 0 0,0-1-1 0 0,0 1 0 0 0,0-1 1 0 0,1 1-1 0 0,-1-1 1 0 0,1 1-1 0 0,-1-1 0 0 0,1 1 1 0 0,-1 0-1 0 0,1-1 1 0 0,0 1-1 0 0,-1 0 0 0 0,1-1 1 0 0,0 1-1 0 0,0 0 1 0 0,0 0-1 0 0,0 0 0 0 0,0 0 1 0 0,2-1-1 0 0,-2 1-10 0 0,0 0 0 0 0,0 0 0 0 0,0 0-1 0 0,0 0 1 0 0,0 0 0 0 0,0-1 0 0 0,0 1 0 0 0,0 0 0 0 0,0-1-1 0 0,-1 1 1 0 0,1 0 0 0 0,0-1 0 0 0,-1 1 0 0 0,1-1 0 0 0,-1 1-1 0 0,0-1 1 0 0,0 1 0 0 0,1-1 0 0 0,-1 1 0 0 0,0-2 0 0 0,0 0 46 0 0,0 2-74 0 0,-1 1 0 0 0,1 0 0 0 0,0 0-1 0 0,0-1 1 0 0,0 1 0 0 0,0 0 0 0 0,0-1 0 0 0,0 1 0 0 0,0 0-1 0 0,0-1 1 0 0,0 1 0 0 0,0 0 0 0 0,1-1 0 0 0,-1 1 0 0 0,0 0-1 0 0,0 0 1 0 0,0-1 0 0 0,0 1 0 0 0,0 0 0 0 0,0-1 0 0 0,1 1-1 0 0,-1 0 1 0 0,0 0 0 0 0,0-1 0 0 0,0 1 0 0 0,1 0 0 0 0,-1 0-1 0 0,0 0 1 0 0,0-1 0 0 0,1 1 0 0 0,-1 0 0 0 0,0 0 0 0 0,1 0-1 0 0,-1 0 1 0 0,1 0 0 0 0,22-6 48 0 0,-18 5-61 0 0,0 1 0 0 0,0-1 0 0 0,0 1 0 0 0,0 0-1 0 0,0 0 1 0 0,0 1 0 0 0,0 0 0 0 0,0 0-1 0 0,0 0 1 0 0,0 0 0 0 0,0 1 0 0 0,-1 0-1 0 0,1 0 1 0 0,5 3 0 0 0,-7-3 23 0 0,-1 0 1 0 0,1 0-1 0 0,-1 1 0 0 0,1-1 1 0 0,-1 1-1 0 0,0 0 0 0 0,0 0 0 0 0,0 0 1 0 0,0 0-1 0 0,0 0 0 0 0,-1 0 1 0 0,1 0-1 0 0,-1 0 0 0 0,0 1 1 0 0,0-1-1 0 0,0 1 0 0 0,-1-1 1 0 0,1 0-1 0 0,-1 1 0 0 0,0-1 1 0 0,0 6-1 0 0,0 69 905 0 0,0-77-906 0 0,0 0 1 0 0,0-1-1 0 0,0 1 0 0 0,0 0 0 0 0,0 0 0 0 0,0 0 0 0 0,0 0 0 0 0,-1 0 0 0 0,1 0 0 0 0,0-1 1 0 0,-1 1-1 0 0,1 0 0 0 0,0 0 0 0 0,-1 0 0 0 0,1-1 0 0 0,-1 1 0 0 0,1 0 0 0 0,-1-1 0 0 0,0 1 0 0 0,1 0 1 0 0,-1-1-1 0 0,0 1 0 0 0,1-1 0 0 0,-1 1 0 0 0,0-1 0 0 0,0 1 0 0 0,1-1 0 0 0,-1 0 0 0 0,0 1 1 0 0,0-1-1 0 0,0 0 0 0 0,0 1 0 0 0,0-1 0 0 0,0 0-10 0 0,1 0-1 0 0,-1 0 1 0 0,1 0-1 0 0,-1 0 1 0 0,1 0-1 0 0,-1 0 1 0 0,1 1 0 0 0,-1-1-1 0 0,1 0 1 0 0,0 0-1 0 0,-1 0 1 0 0,1 1-1 0 0,-1-1 1 0 0,1 0 0 0 0,0 1-1 0 0,-1-1 1 0 0,1 0-1 0 0,0 1 1 0 0,-1-1-1 0 0,1 0 1 0 0,0 1 0 0 0,0-1-1 0 0,-1 1 1 0 0,1-1-1 0 0,0 0 1 0 0,0 1 0 0 0,0-1-1 0 0,-1 1 1 0 0,1 0-1 0 0,5-1 157 0 0,14-5 14 0 0,-19 4-179 0 0,1 0 1 0 0,0 0-1 0 0,-1 0 1 0 0,1 0-1 0 0,0 0 1 0 0,-1-1-1 0 0,0 1 1 0 0,1 0-1 0 0,-1 0 1 0 0,0-1-1 0 0,1 1 1 0 0,-1 0-1 0 0,0-1 1 0 0,0 1 0 0 0,0 0-1 0 0,0-1 1 0 0,0 1-1 0 0,0 0 1 0 0,-1-1-1 0 0,1-1 1 0 0,-1-1 4 0 0,3-12 10 0 0,0 1-1 0 0,2 0 1 0 0,-1 1 0 0 0,2-1-1 0 0,0 1 1 0 0,1 0-1 0 0,0 0 1 0 0,14-23-1 0 0,-17 31-1 0 0,2-1 27 0 0,-1 0 0 0 0,1 0 0 0 0,0 0 0 0 0,0 0 0 0 0,1 1 0 0 0,0 0 0 0 0,10-8 0 0 0,-7 8 58 0 0,15 6-26 0 0,-21 1-69 0 0,0 0-1 0 0,0 0 1 0 0,1 0 0 0 0,-1 0-1 0 0,0 0 1 0 0,0 1 0 0 0,0 0 0 0 0,0 0-1 0 0,0 0 1 0 0,-1 0 0 0 0,1 0-1 0 0,-1 0 1 0 0,1 1 0 0 0,3 4-1 0 0,1 2-21 0 0,0 0-1 0 0,0 1 0 0 0,9 18 1 0 0,35 87 170 0 0,-50-112-134 0 0,0-1 1 0 0,0 1-1 0 0,0 0 0 0 0,-1 0 0 0 0,1 0 0 0 0,-1-1 0 0 0,0 1 0 0 0,0 0 1 0 0,0 0-1 0 0,0 0 0 0 0,0 0 0 0 0,0 0 0 0 0,-1 0 0 0 0,0-1 0 0 0,1 1 1 0 0,-1 0-1 0 0,0 0 0 0 0,-1-1 0 0 0,1 1 0 0 0,0-1 0 0 0,-1 1 0 0 0,1-1 1 0 0,-1 1-1 0 0,-3 2 0 0 0,-1 3 18 0 0,2 9 103 0 0,4-10-100 0 0,1-8-168 0 0,-1 0 100 0 0,0 1-1 0 0,0-1 1 0 0,0 1-1 0 0,0-1 0 0 0,0 1 1 0 0,-1-1-1 0 0,1 1 1 0 0,0-1-1 0 0,0 1 0 0 0,0-1 1 0 0,0 1-1 0 0,-1-1 1 0 0,1 1-1 0 0,0-1 0 0 0,-1 1 1 0 0,1-1-1 0 0,0 1 1 0 0,-1 0-1 0 0,1-1 1 0 0,0 1-1 0 0,-1 0 0 0 0,0-1 1 0 0,0 0 35 0 0,-1 1 0 0 0,1-1-1 0 0,0 0 1 0 0,0 1 0 0 0,-1-1 0 0 0,1 0 0 0 0,0 0 0 0 0,0 0 0 0 0,0 0 0 0 0,0 0 0 0 0,0 0 0 0 0,0 0-1 0 0,0 0 1 0 0,0 0 0 0 0,1 0 0 0 0,-1-1 0 0 0,0 1 0 0 0,0-3 0 0 0,-2-33 68 0 0,3-86 239 0 0,0 122-300 0 0,0 0 0 0 0,0 0 0 0 0,0 0 0 0 0,0 0 0 0 0,0 0 0 0 0,0 0 0 0 0,0 0 0 0 0,1 0 0 0 0,-1 0 0 0 0,0 0 0 0 0,1 1 0 0 0,-1-1 0 0 0,1 0 0 0 0,-1 0 0 0 0,1 0 0 0 0,-1 0 0 0 0,1 0 0 0 0,0 1 0 0 0,-1-1 0 0 0,1 0 0 0 0,0 1 0 0 0,0-1 0 0 0,-1 0 0 0 0,1 1 0 0 0,0-1 0 0 0,0 1 0 0 0,0-1 0 0 0,1 0 0 0 0,-1 1-6 0 0,0 0 0 0 0,-1 0 0 0 0,1-1 0 0 0,0 1-1 0 0,-1 0 1 0 0,1-1 0 0 0,0 1 0 0 0,-1-1 0 0 0,1 1 0 0 0,-1-1-1 0 0,1 1 1 0 0,-1-1 0 0 0,1 1 0 0 0,-1-1 0 0 0,1 1 0 0 0,-1-1 0 0 0,1 0-1 0 0,-1 1 1 0 0,0-1 0 0 0,1 0 0 0 0,-1 1 0 0 0,0-1 0 0 0,0 0 0 0 0,0 0-1 0 0,1 1 1 0 0,-1-1 0 0 0,0-1 0 0 0,4 0-54 0 0,4 3 33 0 0,-1 0 1 0 0,0 0-1 0 0,0 1 0 0 0,0 0 1 0 0,0 1-1 0 0,0 0 1 0 0,0 0-1 0 0,-1 0 1 0 0,1 1-1 0 0,-1-1 0 0 0,0 2 1 0 0,0-1-1 0 0,-1 1 1 0 0,1 0-1 0 0,-1 0 1 0 0,6 8-1 0 0,-6-9 42 0 0,-1 1 0 0 0,0 0 1 0 0,0 0-1 0 0,-1 1 0 0 0,0-1 0 0 0,0 1 0 0 0,0 0 0 0 0,0-1 1 0 0,-1 1-1 0 0,0 0 0 0 0,0 1 0 0 0,-1-1 0 0 0,1 0 1 0 0,-2 1-1 0 0,1-1 0 0 0,-1 0 0 0 0,1 1 0 0 0,-2-1 1 0 0,1 0-1 0 0,-2 9 0 0 0,0-8 66 0 0,0 0 0 0 0,0 0-1 0 0,0-1 1 0 0,-1 1 0 0 0,0-1 0 0 0,-1 1 0 0 0,1-1 0 0 0,-1 0-1 0 0,-1 0 1 0 0,1-1 0 0 0,-9 10 0 0 0,11-14 14 0 0,-1 1-1 0 0,1 1 1 0 0,0-1 0 0 0,0 0-1 0 0,0 1 1 0 0,0-1 0 0 0,0 1 0 0 0,0-1-1 0 0,1 1 1 0 0,-1 0 0 0 0,1 0-1 0 0,0 0 1 0 0,0-1 0 0 0,0 1 0 0 0,-1 6-1 0 0,2-10-128 0 0,1 0 0 0 0,-1 0 0 0 0,0 0-1 0 0,1 0 1 0 0,-1 0 0 0 0,1 0-1 0 0,-1 0 1 0 0,1 0 0 0 0,0 0 0 0 0,-1 0-1 0 0,1 0 1 0 0,0 0 0 0 0,-1 1 0 0 0,1-1-1 0 0,0 0 1 0 0,0 0 0 0 0,0 1 0 0 0,0-1-1 0 0,0 0 1 0 0,0 1 0 0 0,0-1 0 0 0,0 1-1 0 0,1-1 1 0 0,13-8-199 0 0,7-7 44 0 0,1 0 1 0 0,0 1-1 0 0,2 2 0 0 0,-1 1 1 0 0,2 0-1 0 0,-1 2 1 0 0,1 1-1 0 0,1 1 0 0 0,0 1 1 0 0,0 2-1 0 0,0 0 0 0 0,49-1 1 0 0,-71 6-176 0 0,-1 1 1 0 0,1-1-1 0 0,0 1 1 0 0,0 0-1 0 0,0 0 1 0 0,-1 0 0 0 0,1 1-1 0 0,0 0 1 0 0,-1 0-1 0 0,0 0 1 0 0,1 0-1 0 0,-1 0 1 0 0,0 1-1 0 0,0 0 1 0 0,0 0-1 0 0,-1 0 1 0 0,6 6 0 0 0,-3-3-1432 0 0,-1 1 1 0 0,0 0-1 0 0,0 0 1 0 0,7 14-1 0 0</inkml:trace>
</inkml:ink>
</file>

<file path=ppt/ink/ink7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06T18:52:49.30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1 480 0 0,'0'11'1921'0'0,"0"-6"160"0"0,0 2 0 0 0,0 11 560 0 0,0 11 561 0 0,0 6-641 0 0,56 19-880 0 0,0-13-961 0 0,28 0-400 0 0,-28 0-160 0 0,0 2 80 0 0,-5-14-480 0 0,5-6-1281 0 0,0-16-3441 0 0,-28-2-3602 0 0</inkml:trace>
</inkml:ink>
</file>

<file path=ppt/ink/ink7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06T18:52:49.67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77 2321 0 0,'28'-5'2961'0'0,"0"-8"-159"0"0,28 8-481 0 0,-5-8-640 0 0,61 3-2242 0 0,57-21-4641 0 0</inkml:trace>
</inkml:ink>
</file>

<file path=ppt/ink/ink7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06T18:52:50.30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557 15 240 0 0,'0'0'177'0'0,"0"-1"-1"0"0,-1 0 1 0 0,1 1-1 0 0,0-1 1 0 0,0 0-1 0 0,0 1 1 0 0,0-1-1 0 0,-1 1 1 0 0,1-1-1 0 0,0 0 1 0 0,0 1-1 0 0,-1-1 1 0 0,1 1 0 0 0,-1-1-1 0 0,1 1 1 0 0,0-1-1 0 0,-1 1 1 0 0,1-1-1 0 0,-1 1 1 0 0,1 0-1 0 0,-1-1 1 0 0,1 1-1 0 0,-1 0 1 0 0,0-1-1 0 0,1 1 1 0 0,-1 0-1 0 0,1-1 1 0 0,-1 1-1 0 0,0 0 1 0 0,1 0 0 0 0,-1 0-1 0 0,1 0 1 0 0,-1 0-1 0 0,0 0 1 0 0,1 0-1 0 0,-1 0 1 0 0,0 0-1 0 0,1 0 1 0 0,-2 0-1 0 0,-36 6 1726 0 0,29-3-807 0 0,-177 31 1840 0 0,-29 14-1441 0 0,210-47-1465 0 0,0 0 0 0 0,0 1 0 0 0,1-1 1 0 0,-1 1-1 0 0,0 0 0 0 0,1 1 0 0 0,0-1 1 0 0,-1 1-1 0 0,1 0 0 0 0,0 0 0 0 0,1 0 1 0 0,-1 0-1 0 0,0 1 0 0 0,1 0 0 0 0,-5 6 0 0 0,5-5 33 0 0,1 1 0 0 0,-1-1 0 0 0,1 1 0 0 0,0 0-1 0 0,1 0 1 0 0,-1 0 0 0 0,1 0 0 0 0,0 0-1 0 0,1 1 1 0 0,0 11 0 0 0,0-14-8 0 0,0 0 1 0 0,1 0-1 0 0,-1 0 0 0 0,1 0 1 0 0,0 0-1 0 0,0 0 0 0 0,0 0 1 0 0,1 0-1 0 0,-1 0 0 0 0,1 0 0 0 0,0-1 1 0 0,0 1-1 0 0,0-1 0 0 0,6 6 1 0 0,-4-3-17 0 0,1-2 0 0 0,1 1 0 0 0,-1-1-1 0 0,1 1 1 0 0,0-2 0 0 0,0 1 0 0 0,0-1 0 0 0,8 4 0 0 0,5 0-19 0 0,0-1-1 0 0,0-1 1 0 0,1-1-1 0 0,0 0 1 0 0,29 1-1 0 0,31-5-351 0 0,135-16-1 0 0,-139 2-1323 0 0,-30 4-2435 0 0,0 4-1497 0 0,-13 0 933 0 0</inkml:trace>
</inkml:ink>
</file>

<file path=ppt/ink/ink7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06T18:52:51.17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1 960 0 0,'28'0'5043'0'0,"-28"17"-2402"0"0,57 37 881 0 0,-1 10-721 0 0,22-15-2081 0 0,-22-14-800 0 0,1-6-80 0 0,-1-6 80 0 0,-28-10-240 0 0,28-1-801 0 0,0-6-2080 0 0,-28-1-3602 0 0</inkml:trace>
</inkml:ink>
</file>

<file path=ppt/ink/ink7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06T18:52:51.52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0 284 400 0 0,'0'-10'2721'0'0,"57"-15"-400"0"0,55-45 1281 0 0,51-20-721 0 0,-79 31-2801 0 0,-28 29-4722 0 0</inkml:trace>
</inkml:ink>
</file>

<file path=ppt/ink/ink7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06T18:52:54.10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0 741 240 0 0,'55'-54'4548'0'0,"-2"-2"-919"0"0,-5-10-100 0 0,-26 35-2165 0 0,25-27-1 0 0,38-29-429 0 0,105-82 0 0 0,-53 39-482 0 0,-134 127-451 0 0,6-6-38 0 0,0 0-1 0 0,0 1 0 0 0,1 0 0 0 0,0 1 0 0 0,0 0 1 0 0,1 1-1 0 0,-1 0 0 0 0,2 0 0 0 0,-1 1 0 0 0,0 1 1 0 0,18-5-1 0 0,-27 9-2 0 0,15-2-128 0 0,-16 2 137 0 0,-1 0-1 0 0,1 0 0 0 0,-1 1 1 0 0,1-1-1 0 0,-1 0 0 0 0,1 0 0 0 0,-1 1 1 0 0,0-1-1 0 0,1 0 0 0 0,-1 1 1 0 0,1-1-1 0 0,-1 0 0 0 0,0 1 0 0 0,1-1 1 0 0,-1 1-1 0 0,0-1 0 0 0,0 0 1 0 0,1 1-1 0 0,-1-1 0 0 0,0 1 1 0 0,0-1-1 0 0,0 1 0 0 0,1-1 0 0 0,-1 1 1 0 0,0-1-1 0 0,0 1 0 0 0,0-1 1 0 0,0 1-1 0 0,0-1 0 0 0,0 1 0 0 0,0-1 1 0 0,0 2-1 0 0,-1-1 40 0 0,0 0 0 0 0,0 0 1 0 0,1 0-1 0 0,-1 0 0 0 0,0 0 0 0 0,0 0 0 0 0,0 0 0 0 0,0 0 1 0 0,0 0-1 0 0,0-1 0 0 0,-1 1 0 0 0,1 0 0 0 0,0-1 1 0 0,0 1-1 0 0,-2 0 0 0 0,-3 2 21 0 0,-26 41 211 0 0,28-38-223 0 0,1-1-1 0 0,-1 1 0 0 0,1 0 1 0 0,1 0-1 0 0,-1 0 1 0 0,1 0-1 0 0,1 0 1 0 0,-3 10-1 0 0,-3 12-4 0 0,-2-3-12 0 0,6-18 0 0 0,1-1 0 0 0,-1 1 0 0 0,1 0 0 0 0,1 0 0 0 0,0-1 0 0 0,0 1 0 0 0,-1 11 0 0 0,2 5-12 0 0,-1-9-12 0 0,1-1 0 0 0,1 0-1 0 0,0 1 1 0 0,3 15 0 0 0,4 0 3 0 0,-4-18 46 0 0,-1 1 1 0 0,0 0 0 0 0,-1-1 0 0 0,0 1-1 0 0,-1 13 1 0 0,-1 127 241 0 0,1-147-240 0 0,-1 0 1 0 0,0 0-1 0 0,1 0 0 0 0,0-1 1 0 0,0 1-1 0 0,0 0 0 0 0,1-1 1 0 0,-1 1-1 0 0,1-1 0 0 0,0 1 1 0 0,1-1-1 0 0,3 5 0 0 0,-3-3 5 0 0,2 16 388 0 0,-5-16 139 0 0,0-13 129 0 0,-5 5-127 0 0,-104-25 1084 0 0,-2 5 0 0 0,-132-10 0 0 0,182 28-1491 0 0,-102-5-1855 0 0,174 8-6147 0 0,34-12 1676 0 0,7-9 1677 0 0</inkml:trace>
</inkml:ink>
</file>

<file path=ppt/ink/ink7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06T18:52:55.26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29 85 1441 0 0,'-28'-7'2081'0'0,"28"1"160"0"0,28-6 0 0 0,-28 1-160 0 0,0-1-161 0 0,28 1-319 0 0,28-2-160 0 0,0 8-321 0 0,57-2-159 0 0,83 14-161 0 0,-33 4-480 0 0,-51 7-880 0 0,-56-6-640 0 0,-28-12-1 0 0,29-5-1200 0 0,-29-2-721 0 0,-28 1-639 0 0,28-6 159 0 0</inkml:trace>
</inkml:ink>
</file>

<file path=ppt/ink/ink7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06T18:52:55.67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29 0 1121 0 0,'0'13'1280'0'0,"0"16"-159"0"0,0 6 239 0 0,0 14 161 0 0,0 10 160 0 0,0 17 240 0 0,0 12-1 0 0,-28 14-719 0 0,28-2-641 0 0,0-18-320 0 0,28 8-160 0 0,-28-1-240 0 0,28-7-800 0 0,-28-28-2642 0 0</inkml:trace>
</inkml:ink>
</file>

<file path=ppt/ink/ink7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06T18:52:57.53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77 1761 0 0,'28'-5'2801'0'0,"0"0"-480"0"0,29-2-480 0 0,-29-4-640 0 0,22 4-561 0 0,6 1-1040 0 0,-28-6-1361 0 0,29 1-960 0 0,-29-1-321 0 0</inkml:trace>
</inkml:ink>
</file>

<file path=ppt/ink/ink7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06T18:52:57.93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0 640 0 0,'56'13'2401'0'0,"-27"-2"-240"0"0,27-4-560 0 0,-6-7-720 0 0,6 5-1122 0 0,0-10-1519 0 0,1-2-561 0 0,-29 1-81 0 0</inkml:trace>
</inkml:ink>
</file>

<file path=ppt/ink/ink7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06T18:53:01.48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2 194 960 0 0,'0'0'1588'0'0,"5"-1"-81"0"0,18-3 1148 0 0,-23 2-991 0 0,0 2-1627 0 0,0 0 0 0 0,0 0 1 0 0,0-1-1 0 0,0 1 0 0 0,0 0 0 0 0,0 0 1 0 0,0 0-1 0 0,0 0 0 0 0,0-1 1 0 0,0 1-1 0 0,0 0 0 0 0,0 0 0 0 0,0 0 1 0 0,0-1-1 0 0,0 1 0 0 0,0 0 0 0 0,0 0 1 0 0,0 0-1 0 0,0 0 0 0 0,0-1 0 0 0,0 1 1 0 0,0 0-1 0 0,0 0 0 0 0,0 0 0 0 0,0 0 1 0 0,0-1-1 0 0,0 1 0 0 0,-1 0 0 0 0,1 0 1 0 0,0 0-1 0 0,0 0 0 0 0,0 0 0 0 0,0-1 1 0 0,0 1-1 0 0,-1 0 0 0 0,1 0 0 0 0,0 0 1 0 0,0 0-1 0 0,0 0 0 0 0,0 0 1 0 0,-1 0-1 0 0,1 0 0 0 0,0 0 0 0 0,0 0 1 0 0,0 0-1 0 0,-1 0 0 0 0,1 0 0 0 0,0 0 1 0 0,0 0-1 0 0,0 0 0 0 0,-1 0 0 0 0,-17-4 1084 0 0,17 3-974 0 0,0 0-1 0 0,0 0 1 0 0,1 0 0 0 0,-1-1-1 0 0,1 1 1 0 0,-1 0 0 0 0,1 0-1 0 0,-1-1 1 0 0,1 1 0 0 0,0 0 0 0 0,0 0-1 0 0,-1-1 1 0 0,1 1 0 0 0,0 0-1 0 0,0-1 1 0 0,0 1 0 0 0,1 0-1 0 0,-1-1 1 0 0,1-1 0 0 0,-1 0 54 0 0,0 2-168 0 0,0-1 0 0 0,0 0 0 0 0,0 1 0 0 0,0-1 0 0 0,1 0 0 0 0,-1 1 1 0 0,1-1-1 0 0,-1 0 0 0 0,1 1 0 0 0,0-1 0 0 0,-1 1 0 0 0,1-1 0 0 0,0 1 0 0 0,0-1 0 0 0,0 1 1 0 0,0 0-1 0 0,0-1 0 0 0,0 1 0 0 0,2-1 0 0 0,-1 1-19 0 0,-1 0 1 0 0,0 0-1 0 0,0-1 0 0 0,0 1 0 0 0,0 0 1 0 0,0 0-1 0 0,0-1 0 0 0,-1 1 0 0 0,1 0 0 0 0,0-1 1 0 0,-1 1-1 0 0,1 0 0 0 0,-1-1 0 0 0,1 1 1 0 0,-1-1-1 0 0,0 1 0 0 0,1-1 0 0 0,-1 0 1 0 0,0-1-1 0 0,0 2-10 0 0,0-1 0 0 0,0 1 0 0 0,0 0 0 0 0,1-1 1 0 0,-1 1-1 0 0,0 0 0 0 0,1-1 0 0 0,-1 1 0 0 0,1 0 0 0 0,0 0 1 0 0,-1-1-1 0 0,1 1 0 0 0,0 0 0 0 0,0 0 0 0 0,-1 0 0 0 0,1 0 1 0 0,0 0-1 0 0,0 0 0 0 0,0 0 0 0 0,0 0 0 0 0,2-1 0 0 0,5-5-2 0 0,20-27-82 0 0,-23 26 5 0 0,0 2-103 0 0,13 1-49 0 0,-17 5 221 0 0,-1 0 0 0 0,0 0 0 0 0,1 0 0 0 0,-1 1 0 0 0,0-1 0 0 0,0 0 0 0 0,1 0 0 0 0,-1 0 0 0 0,0 0 0 0 0,1 0 0 0 0,-1 1-1 0 0,0-1 1 0 0,0 0 0 0 0,0 0 0 0 0,1 0 0 0 0,-1 1 0 0 0,0-1 0 0 0,0 0 0 0 0,0 0 0 0 0,1 1 0 0 0,-1-1 0 0 0,0 0 0 0 0,0 0 0 0 0,0 1 0 0 0,0-1 0 0 0,0 0 0 0 0,0 1 0 0 0,0-1 0 0 0,0 0 0 0 0,0 1 0 0 0,0-1 0 0 0,0 0 0 0 0,0 0 0 0 0,0 1 0 0 0,0-1 0 0 0,0 0 0 0 0,0 1 0 0 0,0-1 0 0 0,0 0 0 0 0,0 0 0 0 0,0 1 0 0 0,0-1-1 0 0,-1 1 1 0 0,1 1-8 0 0,0 195 1527 0 0,0 98-759 0 0,0-286-889 0 0,0-1 0 0 0,1 1 0 0 0,0 0-1 0 0,2 9 1 0 0,-2-15-95 0 0,0 0 0 0 0,0 0 0 0 0,1 0 0 0 0,-1 0 0 0 0,1 0 1 0 0,-1 0-1 0 0,1 0 0 0 0,0 0 0 0 0,0-1 0 0 0,1 1 0 0 0,-1-1 0 0 0,0 0 0 0 0,4 3 0 0 0,3 1-1425 0 0,0-1 0 0 0,0 1 0 0 0,14 4 0 0 0,-22-9 1539 0 0</inkml:trace>
</inkml:ink>
</file>

<file path=ppt/ink/ink7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06T18:53:01.91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109 330 1441 0 0,'-19'15'652'0'0,"11"-8"-314"0"0,1 0 0 0 0,-1 0 0 0 0,1 0 0 0 0,0 1 1 0 0,-11 16-1 0 0,13-16-28 0 0,1-1 0 0 0,0 1 0 0 0,0 0 0 0 0,1 0 1 0 0,0 0-1 0 0,1 0 0 0 0,-1 1 0 0 0,2-1 0 0 0,-1 1 0 0 0,1-1 0 0 0,0 17 1 0 0,0-10 796 0 0,0 19 812 0 0,1-32-1807 0 0,0-1 1 0 0,0 0-1 0 0,0 1 0 0 0,1-1 0 0 0,-1 0 0 0 0,0 1 0 0 0,1-1 0 0 0,-1 0 0 0 0,0 1 0 0 0,1-1 1 0 0,0 0-1 0 0,-1 0 0 0 0,1 1 0 0 0,0-1 0 0 0,0 0 0 0 0,-1 0 0 0 0,1 0 0 0 0,0 0 1 0 0,1 1-1 0 0,6 1 44 0 0,0-1 0 0 0,-1 1-1 0 0,1-1 1 0 0,0-1 0 0 0,0 1 0 0 0,1-1 0 0 0,-1-1 0 0 0,0 0 0 0 0,0 0 0 0 0,12-1 0 0 0,14-3-327 0 0,37-8 1 0 0,-66 11 138 0 0,0 0 1 0 0,0 0 0 0 0,0-1-1 0 0,-1 0 1 0 0,1 0 0 0 0,-1 0-1 0 0,1 0 1 0 0,-1 0 0 0 0,0-1-1 0 0,0 0 1 0 0,0 0 0 0 0,4-4-1 0 0,0 0-14 0 0,14-9-69 0 0,8-7-189 0 0,53-52 0 0 0,-73 63 262 0 0,1-1 1 0 0,-1 0 0 0 0,-1-1 0 0 0,-1 0-1 0 0,0 0 1 0 0,0-1 0 0 0,9-28-1 0 0,-12 28 39 0 0,0 0 0 0 0,-1-1-1 0 0,-1 1 1 0 0,0-1 0 0 0,-1 0-1 0 0,-1-24 1 0 0,-1 33-20 0 0,-1 0 0 0 0,0 0 0 0 0,0-1 0 0 0,-1 1 0 0 0,0 0 0 0 0,0 0 0 0 0,-1 0 0 0 0,1 1 0 0 0,-2-1 1 0 0,1 1-1 0 0,-1-1 0 0 0,0 1 0 0 0,0 0 0 0 0,0 0 0 0 0,-1 1 0 0 0,-9-9 0 0 0,7 9-114 0 0,-1-1 0 0 0,1 2 0 0 0,-1-1 1 0 0,0 1-1 0 0,0 0 0 0 0,0 1 0 0 0,0 0 0 0 0,-1 0 1 0 0,0 0-1 0 0,1 1 0 0 0,-1 1 0 0 0,-11-1 0 0 0,4 0-564 0 0,0 2-1 0 0,-1 0 0 0 0,1 1 0 0 0,0 0 0 0 0,-29 7 0 0 0,-16 14-4433 0 0</inkml:trace>
</inkml:ink>
</file>

<file path=ppt/ink/ink7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06T18:53:02.81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29 0 1121 0 0,'0'0'2161'0'0,"-28"6"-81"0"0,28-1-159 0 0,0 8-80 0 0,0 22 320 0 0,28 17-640 0 0,28 2-1201 0 0,28-13-400 0 0,-28-5 0 0 0,28-1 0 0 0,-33 1-640 0 0,5-6-1682 0 0,0-1-3120 0 0</inkml:trace>
</inkml:ink>
</file>

<file path=ppt/ink/ink7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06T18:53:03.17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0 292 2961 0 0,'29'-18'3042'0'0,"-29"0"-161"0"0,28-5-480 0 0,56-20-320 0 0,28-9-320 0 0,51-14-2161 0 0,-51 25-3282 0 0,-84 10-4162 0 0</inkml:trace>
</inkml:ink>
</file>

<file path=ppt/ink/ink7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06T18:53:07.92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57 172 2401 0 0,'1'0'130'0'0,"0"1"-1"0"0,0-1 1 0 0,0 1-1 0 0,0-1 0 0 0,0 0 1 0 0,0 1-1 0 0,0-1 1 0 0,0 0-1 0 0,0 0 1 0 0,1 0-1 0 0,-1 0 1 0 0,0 0-1 0 0,0 0 1 0 0,0 0-1 0 0,0 0 1 0 0,0 0-1 0 0,0-1 1 0 0,0 1-1 0 0,0 0 1 0 0,6-8 9064 0 0,-6-5-6865 0 0,-2-3-2582 0 0,2 15 268 0 0,-1 0 0 0 0,0-1 0 0 0,1 1 1 0 0,0 0-1 0 0,-1 0 0 0 0,1 0 0 0 0,0 0 0 0 0,-1 0 1 0 0,1 0-1 0 0,0 0 0 0 0,0 0 0 0 0,0 0 0 0 0,0 0 1 0 0,0 0-1 0 0,0 0 0 0 0,0 1 0 0 0,0-1 0 0 0,0 0 1 0 0,2 0-1 0 0,3-3 68 0 0,-3-11 119 0 0,-3 14-183 0 0,0 1 0 0 0,0-1 0 0 0,0 0 1 0 0,0 0-1 0 0,1 0 0 0 0,-1 0 0 0 0,0 0 0 0 0,0 0 0 0 0,0 0 0 0 0,1 0 1 0 0,-1 0-1 0 0,1 1 0 0 0,-1-1 0 0 0,0 0 0 0 0,1 0 0 0 0,-1 0 0 0 0,2 0 1 0 0,3-5 21 0 0,-3 5-5 0 0,-1-1-1 0 0,1 1 0 0 0,-1-1 0 0 0,1 0 1 0 0,-1 0-1 0 0,0 0 0 0 0,1 0 0 0 0,-1 0 1 0 0,0 0-1 0 0,0 0 0 0 0,-1 0 0 0 0,1 0 1 0 0,0 0-1 0 0,-1-1 0 0 0,1 1 0 0 0,-1 0 1 0 0,0 0-1 0 0,1-1 0 0 0,-2-4 1 0 0,1 7-29 0 0,0-1 0 0 0,0 1 1 0 0,0-1-1 0 0,0 0 1 0 0,1 1-1 0 0,-1-1 1 0 0,0 0-1 0 0,0 1 1 0 0,0-1-1 0 0,0 0 1 0 0,1 1-1 0 0,-1-1 0 0 0,0 1 1 0 0,1-1-1 0 0,-1 0 1 0 0,0 1-1 0 0,1-1 1 0 0,-1 1-1 0 0,1-1 1 0 0,-1 1-1 0 0,0 0 1 0 0,1-1-1 0 0,0 1 0 0 0,-1-1 1 0 0,1 1-1 0 0,-1 0 1 0 0,1-1-1 0 0,-1 1 1 0 0,1 0-1 0 0,0 0 1 0 0,-1-1-1 0 0,1 1 1 0 0,-1 0-1 0 0,1 0 0 0 0,0 0 1 0 0,1 0-1 0 0,-2 0-6 0 0,1 0-1 0 0,-1 0 1 0 0,1 0-1 0 0,-1 0 1 0 0,1 0-1 0 0,-1 0 1 0 0,1-1-1 0 0,-1 1 1 0 0,1 0-1 0 0,-1 0 1 0 0,1 0-1 0 0,-1-1 1 0 0,1 1-1 0 0,-1 0 1 0 0,1-1-1 0 0,-1 1 1 0 0,0 0-1 0 0,1-1 1 0 0,-1 1-1 0 0,1 0 1 0 0,-1-1-1 0 0,0 1 1 0 0,0-1-1 0 0,1 1 1 0 0,-1-1-1 0 0,0 1 1 0 0,0-1-1 0 0,1 1 1 0 0,-1-1-1 0 0,0 1 1 0 0,0-1-1 0 0,0 1 1 0 0,0-1-1 0 0,0 1 1 0 0,0-2-1 0 0,0 0-80 0 0,0 10-200 0 0,0 134 1027 0 0,1-139-747 0 0,-2 0 0 0 0,1 0 0 0 0,0 0 0 0 0,0 0 0 0 0,-1 0 0 0 0,0 0 0 0 0,0 0 0 0 0,0 0 0 0 0,0 0 0 0 0,0 0 0 0 0,0 0 0 0 0,-1-1 0 0 0,1 1 0 0 0,-1 0-1 0 0,0-1 1 0 0,0 1 0 0 0,0-1 0 0 0,0 0 0 0 0,0 0 0 0 0,-4 3 0 0 0,-17 21-199 0 0,14-9 88 0 0,8-14 112 0 0,-1 0-1 0 0,1 0 1 0 0,-1 0-1 0 0,0 0 0 0 0,0 0 1 0 0,-1 0-1 0 0,1-1 0 0 0,0 1 1 0 0,-5 2-1 0 0,-11 9 23 0 0,13-10 26 0 0,-1-1 0 0 0,1 1-1 0 0,1 0 1 0 0,-9 9 0 0 0,-15 28 551 0 0,27-40-592 0 0,0 1 1 0 0,0-1-1 0 0,1 1 0 0 0,-1-1 0 0 0,1 1 1 0 0,-1-1-1 0 0,1 1 0 0 0,0 0 0 0 0,-1-1 0 0 0,1 1 1 0 0,0 0-1 0 0,0-1 0 0 0,0 1 0 0 0,1 3 1 0 0,-1 3-93 0 0,5-2 71 0 0,10 1 22 0 0,1-1 1 0 0,0-1-1 0 0,0 0 1 0 0,1-1-1 0 0,0-1 1 0 0,21 2-1 0 0,4-1 78 0 0,10 2-192 0 0,1-3 1 0 0,81-4 0 0 0,-116-1 51 0 0,0-1 0 0 0,21-6-1 0 0,-34 8 63 0 0,0-1-1 0 0,1 0 1 0 0,-1 0-1 0 0,0 0 1 0 0,0-1-1 0 0,0 1 0 0 0,0-1 1 0 0,0-1-1 0 0,-1 1 1 0 0,7-6-1 0 0,-10 8 2 0 0,-1 0 0 0 0,1-1 0 0 0,0 1 0 0 0,-1 0 0 0 0,1 0 0 0 0,-1-1 0 0 0,1 1 0 0 0,-1-1 0 0 0,0 1 1 0 0,1 0-1 0 0,-1-1 0 0 0,0 1 0 0 0,0-1 0 0 0,0 1 0 0 0,0-2 0 0 0,3-16 56 0 0,5 6-31 0 0,-6 10-31 0 0,0 0 0 0 0,0 1 1 0 0,-1-1-1 0 0,1 0 0 0 0,-1 0 0 0 0,0 0 0 0 0,0 0 0 0 0,0-1 0 0 0,0 1 1 0 0,-1 0-1 0 0,1 0 0 0 0,-1 0 0 0 0,1-4 0 0 0,-1-133 356 0 0,-5 141-480 0 0,3 0 115 0 0,1 0-1 0 0,-1 0 1 0 0,0 0-1 0 0,1 0 0 0 0,0 1 1 0 0,-1-1-1 0 0,1 0 1 0 0,0 1-1 0 0,-1-1 1 0 0,1 0-1 0 0,0 1 1 0 0,0 0-1 0 0,0-1 0 0 0,1 1 1 0 0,-1 0-1 0 0,0-1 1 0 0,0 1-1 0 0,1 0 1 0 0,-1 0-1 0 0,1 0 1 0 0,0-1-1 0 0,-1 4 0 0 0,1 51 90 0 0,0-34 14 0 0,2 35 288 0 0,-1-31-62 0 0,0 1-1 0 0,-2-1 1 0 0,-6 41-1 0 0,-2-33-67 0 0,5-18-143 0 0,1 0 0 0 0,0-1 0 0 0,-2 32-1 0 0,5 143-2046 0 0,1-192 1631 0 0,0 1 0 0 0,0 0 0 0 0,0 0 0 0 0,0 0 0 0 0,0 0 0 0 0,0 0 0 0 0,0 0 0 0 0,0 0 0 0 0,1 0 0 0 0,-1 0 0 0 0,0 1 0 0 0,1-1 0 0 0,-1 0 0 0 0,0 1 0 0 0,1-1 0 0 0,-1 1 0 0 0,1 0 0 0 0,1-1 0 0 0,5-2-1303 0 0,44-19-5878 0 0</inkml:trace>
</inkml:ink>
</file>

<file path=ppt/ink/ink7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06T18:53:08.35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84 1 1281 0 0,'-28'7'2321'0'0,"28"4"960"0"0,0 14 81 0 0,-28 16-1281 0 0,0 0-1521 0 0,28 0-240 0 0,28 0 160 0 0,-28-5-240 0 0,0-6-160 0 0,0-6-320 0 0,0-19-1200 0 0</inkml:trace>
</inkml:ink>
</file>

<file path=ppt/ink/ink7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06T18:53:09.27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31 206 2561 0 0,'0'-3'421'0'0,"-1"-1"-1"0"0,1 1 0 0 0,0 0 1 0 0,-1 0-1 0 0,1 0 1 0 0,-1 0-1 0 0,0 0 1 0 0,0 0-1 0 0,0 0 0 0 0,-1 0 1 0 0,1 1-1 0 0,-1-1 1 0 0,1 0-1 0 0,-3-3 1 0 0,-4-5 169 0 0,7 8-452 0 0,0 0 0 0 0,0 0 0 0 0,0 0 0 0 0,0 0 0 0 0,0-1 0 0 0,1 1 0 0 0,-1 0-1 0 0,1 0 1 0 0,0 0 0 0 0,0-1 0 0 0,0 1 0 0 0,1 0 0 0 0,-1 0 0 0 0,1-1 0 0 0,-1 1 0 0 0,1 0 0 0 0,0 0 0 0 0,1 0 0 0 0,-1 0 0 0 0,0 0 0 0 0,1 0 0 0 0,0 0 0 0 0,1-2 0 0 0,0 1-15 0 0,-1 0-1 0 0,0 0 1 0 0,0 0 0 0 0,-1 0-1 0 0,1-1 1 0 0,-1 1 0 0 0,0-1-1 0 0,1-6 1 0 0,-2 10-110 0 0,0 0-1 0 0,0 0 1 0 0,0 0-1 0 0,0 0 1 0 0,0 0-1 0 0,1 1 1 0 0,-1-1-1 0 0,0 0 1 0 0,1 0 0 0 0,-1 0-1 0 0,0 0 1 0 0,1 0-1 0 0,-1 0 1 0 0,1 1-1 0 0,0-1 1 0 0,-1 0-1 0 0,1 0 1 0 0,0 1 0 0 0,-1-1-1 0 0,1 1 1 0 0,0-1-1 0 0,0 0 1 0 0,0 1-1 0 0,-1-1 1 0 0,1 1-1 0 0,0 0 1 0 0,0-1 0 0 0,0 1-1 0 0,0 0 1 0 0,0-1-1 0 0,2 1 1 0 0,0-1 25 0 0,2-1 136 0 0,-5 14-108 0 0,-1-7-64 0 0,1 0-1 0 0,-1 1 0 0 0,0-1 0 0 0,0 0 1 0 0,0 0-1 0 0,-1 0 0 0 0,0 0 1 0 0,-3 6-1 0 0,-5 15 1 0 0,7-7 13 0 0,1 0 1 0 0,0 0-1 0 0,1 1 1 0 0,3 28 0 0 0,0-3 239 0 0,-2 242 79 0 0,-1-285-394 0 0,1 1 0 0 0,0-1-1 0 0,0 0 1 0 0,1 1 0 0 0,-1-1 0 0 0,0 0 0 0 0,1 1 0 0 0,0-1 0 0 0,-1 0 0 0 0,1 0 0 0 0,0 1 0 0 0,0-1 0 0 0,0 0 0 0 0,1 0 0 0 0,-1 0 0 0 0,3 3 0 0 0,-3-4-141 0 0,1 0 1 0 0,-1 0 0 0 0,1 0-1 0 0,-1-1 1 0 0,1 1 0 0 0,0-1-1 0 0,-1 1 1 0 0,1-1 0 0 0,0 1-1 0 0,-1-1 1 0 0,1 0 0 0 0,0 0-1 0 0,-1 0 1 0 0,1 0 0 0 0,0 0-1 0 0,-1 0 1 0 0,1 0 0 0 0,0-1-1 0 0,-1 1 1 0 0,1 0 0 0 0,0-1-1 0 0,-1 0 1 0 0,1 1 0 0 0,2-2-1 0 0,24-14-6282 0 0</inkml:trace>
</inkml:ink>
</file>

<file path=ppt/ink/ink7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06T18:53:10.18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554 11 80 0 0,'1'18'1900'0'0,"-6"-12"1709"0"0,-14-1-2608 0 0,14-4 1213 0 0,0-1-1787 0 0,-238-7 5856 0 0,219 7-5402 0 0,-45 6 0 0 0,61-4-721 0 0,0-1 0 0 0,0 1-1 0 0,0 1 1 0 0,1 0 0 0 0,-1 0 0 0 0,1 0 0 0 0,-9 6 0 0 0,16-9-148 0 0,-1 0 0 0 0,1 0-1 0 0,-1 1 1 0 0,1-1 0 0 0,-1 0-1 0 0,1 1 1 0 0,0-1 0 0 0,-1 0-1 0 0,1 1 1 0 0,-1-1 0 0 0,1 1 0 0 0,0-1-1 0 0,0 1 1 0 0,-1-1 0 0 0,1 1-1 0 0,0-1 1 0 0,0 1 0 0 0,-1-1-1 0 0,1 1 1 0 0,0-1 0 0 0,0 1 0 0 0,0-1-1 0 0,0 1 1 0 0,0 0 0 0 0,0-1-1 0 0,0 1 1 0 0,0-1 0 0 0,0 1-1 0 0,0-1 1 0 0,0 1 0 0 0,0 0 0 0 0,0-1-1 0 0,0 1 1 0 0,1-1 0 0 0,-1 1-1 0 0,0-1 1 0 0,0 1 0 0 0,1-1-1 0 0,-1 1 1 0 0,0-1 0 0 0,0 1 0 0 0,1-1-1 0 0,20 19 173 0 0,-15-14-110 0 0,14 16 137 0 0,-17-17-165 0 0,1 1 0 0 0,1-1 0 0 0,-1 1-1 0 0,0-1 1 0 0,1 0 0 0 0,0-1-1 0 0,0 1 1 0 0,0-1 0 0 0,1 0-1 0 0,-1-1 1 0 0,8 4 0 0 0,-11-5-29 0 0,17 5-36 0 0,-1 2 0 0 0,26 14 0 0 0,-40-20 18 0 0,-1-1 0 0 0,1 1-1 0 0,-1 0 1 0 0,0 1 0 0 0,0-1 0 0 0,0 1-1 0 0,0-1 1 0 0,0 1 0 0 0,-1 0 0 0 0,1 0 0 0 0,-1 0-1 0 0,1 0 1 0 0,-1 1 0 0 0,0-1 0 0 0,0 0-1 0 0,-1 1 1 0 0,1 0 0 0 0,-1-1 0 0 0,0 1 0 0 0,0 0-1 0 0,1 4 1 0 0,-2-4 28 0 0,0-1-24 0 0,1 1 1 0 0,-1-1-1 0 0,0 0 0 0 0,0 1 0 0 0,0-1 0 0 0,-1 0 1 0 0,1 1-1 0 0,-1-1 0 0 0,1 0 0 0 0,-1 0 0 0 0,0 1 0 0 0,-1-1 1 0 0,1 0-1 0 0,0 0 0 0 0,-1 0 0 0 0,0 0 0 0 0,1 0 1 0 0,-1-1-1 0 0,0 1 0 0 0,-1 0 0 0 0,1-1 0 0 0,0 0 1 0 0,-1 1-1 0 0,-4 2 0 0 0,-12 9-37 0 0,7-5 58 0 0,1 0 1 0 0,-1-1 0 0 0,-1 0 0 0 0,0-1 0 0 0,0-1-1 0 0,0 0 1 0 0,-1 0 0 0 0,0-2 0 0 0,-20 5-1 0 0,-32-6-54 0 0,59-4 76 0 0,0 1 1 0 0,1-1-1 0 0,0 0 0 0 0,-1 0 1 0 0,1-1-1 0 0,0 0 0 0 0,0 0 1 0 0,-12-6-1 0 0,16 7-7 0 0,-13-7 60 0 0,15 7-94 0 0,-1 1 0 0 0,1 0 0 0 0,-1-1 0 0 0,1 1 0 0 0,0 0 0 0 0,-1-1 0 0 0,1 1 0 0 0,0 0 0 0 0,0-1 0 0 0,-1 1 0 0 0,1-1 0 0 0,0 1 0 0 0,0 0 0 0 0,0-1 0 0 0,0 1 0 0 0,-1-1 0 0 0,1 1 0 0 0,0-1 0 0 0,0 1 0 0 0,0-1 0 0 0,0 1 0 0 0,0-1 0 0 0,0 1 0 0 0,0-1 0 0 0,0 1 0 0 0,0 0 0 0 0,0-1 0 0 0,0 1 0 0 0,1-1 0 0 0,-1 1 0 0 0,0-1 0 0 0,0 1 1 0 0,0-1-1 0 0,1 1 0 0 0,-1 0 0 0 0,0-1 0 0 0,0 1 0 0 0,1-1 0 0 0,84-88 368 0 0,-63 68-333 0 0,-5 4 34 0 0,0 2 0 0 0,2 0 0 0 0,-1 2 0 0 0,2 0 0 0 0,38-20 0 0 0,13-6 189 0 0,-41 24-130 0 0,-23 12-77 0 0,0 0-1 0 0,-1 0 1 0 0,0-1 0 0 0,1 1-1 0 0,9-10 1 0 0,-15 13-50 0 0,-1-1-1 0 0,1 1 1 0 0,0-1-1 0 0,-1 0 1 0 0,1 1-1 0 0,-1-1 1 0 0,1 0-1 0 0,-1 1 1 0 0,1-1-1 0 0,-1 0 1 0 0,1 1-1 0 0,-1-1 1 0 0,0 0-1 0 0,0 0 1 0 0,1 1-1 0 0,-1-1 1 0 0,0 0-1 0 0,0 0 1 0 0,0 0-1 0 0,0 1 1 0 0,0-1-1 0 0,0 0 1 0 0,0 0-1 0 0,0 0 1 0 0,0 1-1 0 0,0-1 1 0 0,0 0-1 0 0,0 0 1 0 0,-1 0-1 0 0,1 1 1 0 0,0-1-1 0 0,-1 0 1 0 0,1 0-1 0 0,0 1 1 0 0,-2-2-1 0 0,-18-12 73 0 0,17 12-20 0 0,-10-5-193 0 0,0 1 1 0 0,0 0 0 0 0,-1 1 0 0 0,0 1 0 0 0,0 0 0 0 0,-15-2 0 0 0,-34-9-7825 0 0,35 5 1996 0 0,0 4 574 0 0</inkml:trace>
</inkml:ink>
</file>

<file path=ppt/ink/ink7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06T18:53:11.10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2 480 0 0,'0'-2'11085'0'0,"0"5"-12165"0"0,0 6 1399 0 0,0-1 0 0 0,1 0 1 0 0,0 1-1 0 0,0-1 0 0 0,1 0 1 0 0,0 1-1 0 0,1-1 0 0 0,0 0 1 0 0,6 13-1 0 0,-1-8-165 0 0,1 0-1 0 0,0-1 1 0 0,1 0 0 0 0,12 11 0 0 0,9 18 39 0 0,3 2-26 0 0,-13-24-100 0 0,-7-7-94 0 0,-1 1 0 0 0,19 24 0 0 0,-25-26-538 0 0,1-1-1 0 0,1 0 1 0 0,-1 0-1 0 0,16 13 0 0 0,4-9-3796 0 0</inkml:trace>
</inkml:ink>
</file>

<file path=ppt/ink/ink7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06T18:53:11.43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1 106 1921 0 0,'0'0'2001'0'0,"28"5"0"0"0,0-5-240 0 0,0 0-321 0 0,28 0-399 0 0,0-16-1121 0 0,1-9-1761 0 0,-29-11-1361 0 0,28 2-239 0 0</inkml:trace>
</inkml:ink>
</file>

<file path=ppt/ink/ink7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06T18:53:11.82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197 36 2161 0 0,'0'-1'384'0'0,"0"-1"0"0"0,1 1 1 0 0,-1 0-1 0 0,0-1 0 0 0,0 1 0 0 0,-1 0 1 0 0,1-1-1 0 0,0 1 0 0 0,0 0 0 0 0,-1-1 0 0 0,1 1 1 0 0,-1 0-1 0 0,1 0 0 0 0,-1-1 0 0 0,-1-1 0 0 0,-23-5 2730 0 0,22 8-2837 0 0,-15-4 630 0 0,18 4-893 0 0,-1 0 0 0 0,1 0 0 0 0,0 0 0 0 0,0 0 0 0 0,0 0 0 0 0,0 0 0 0 0,-1 0 0 0 0,1 0-1 0 0,0 0 1 0 0,0 0 0 0 0,0 0 0 0 0,0 0 0 0 0,0 0 0 0 0,-1 0 0 0 0,1 0 0 0 0,0 0 0 0 0,0 0 0 0 0,0 0 0 0 0,0 0 0 0 0,-1 0 0 0 0,1 0 0 0 0,0 0 0 0 0,0 0 0 0 0,0 0 0 0 0,0 0 0 0 0,0 0 0 0 0,0 0 0 0 0,-1 1 0 0 0,1-1 0 0 0,0 0 0 0 0,0 0 0 0 0,0 0 0 0 0,0 0 0 0 0,0 0 0 0 0,0 0 0 0 0,0 1 0 0 0,0-1 0 0 0,-1 0 0 0 0,1 0 0 0 0,0 0 0 0 0,0 0-1 0 0,0 0 1 0 0,0 1 0 0 0,0-1 0 0 0,0 0 0 0 0,0 0 0 0 0,0 0 0 0 0,0 0 0 0 0,0 0 0 0 0,0 1 0 0 0,0-1 0 0 0,0 0 0 0 0,0 0 0 0 0,0 0 0 0 0,0 0 0 0 0,0 1 0 0 0,0-1 0 0 0,0 0 0 0 0,1 0 0 0 0,-1 0 0 0 0,0 2 68 0 0,0 3-107 0 0,0-1 1 0 0,-1 1 0 0 0,0 0 0 0 0,0 0 0 0 0,0-1-1 0 0,0 1 1 0 0,-1-1 0 0 0,0 1 0 0 0,1-1 0 0 0,-6 9-1 0 0,-4 8-95 0 0,-23 54-160 0 0,-20 49 642 0 0,48-107-269 0 0,1 0 0 0 0,1 0 0 0 0,1 0 0 0 0,0 0 0 0 0,0 30 0 0 0,3 127-773 0 0,0-174 575 0 0,-1 1 0 0 0,1 0-1 0 0,0-1 1 0 0,0 1 0 0 0,0 0 0 0 0,0-1 0 0 0,1 1 0 0 0,-1 0 0 0 0,0 0 0 0 0,0-1 0 0 0,0 1 0 0 0,1 0 0 0 0,-1-1-1 0 0,0 1 1 0 0,0-1 0 0 0,1 1 0 0 0,-1 0 0 0 0,1-1 0 0 0,-1 1 0 0 0,0-1 0 0 0,1 1 0 0 0,-1-1 0 0 0,1 1 0 0 0,-1-1 0 0 0,1 1-1 0 0,0-1 1 0 0,-1 0 0 0 0,1 1 0 0 0,-1-1 0 0 0,1 0 0 0 0,0 1 0 0 0,-1-1 0 0 0,1 0 0 0 0,0 0 0 0 0,-1 0 0 0 0,1 0 0 0 0,0 0-1 0 0,0 1 1 0 0,-1-1 0 0 0,1 0 0 0 0,0 0 0 0 0,-1-1 0 0 0,1 1 0 0 0,0 0 0 0 0,-1 0 0 0 0,1 0 0 0 0,0 0 0 0 0,-1-1 0 0 0,1 1-1 0 0,0 0 1 0 0,-1 0 0 0 0,2-2 0 0 0,1 2-395 0 0,25-11-4622 0 0</inkml:trace>
</inkml:ink>
</file>

<file path=ppt/ink/ink7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06T18:53:12.24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335 0 1040 0 0,'-79'6'7986'0'0,"54"-2"-7155"0"0,0 2 1 0 0,1 1 0 0 0,-38 16-1 0 0,48-18-509 0 0,0 1-1 0 0,1 1 0 0 0,-1 0 1 0 0,-18 15-1 0 0,29-21-288 0 0,1 1 1 0 0,0 0-1 0 0,0-1 1 0 0,0 1-1 0 0,0 0 0 0 0,0 0 1 0 0,0 0-1 0 0,0 0 0 0 0,0 0 1 0 0,1 1-1 0 0,-1-1 1 0 0,1 0-1 0 0,0 1 0 0 0,-1-1 1 0 0,1 1-1 0 0,1 0 0 0 0,-1-1 1 0 0,0 1-1 0 0,0 0 1 0 0,1-1-1 0 0,0 1 0 0 0,-1 0 1 0 0,1 0-1 0 0,0-1 0 0 0,1 1 1 0 0,-1 0-1 0 0,0 0 0 0 0,2 4 1 0 0,2 1 110 0 0,1 1 1 0 0,0-2-1 0 0,1 1 0 0 0,0 0 1 0 0,0-1-1 0 0,1 0 0 0 0,0-1 1 0 0,0 1-1 0 0,0-1 1 0 0,1-1-1 0 0,0 1 0 0 0,0-2 1 0 0,0 1-1 0 0,1-1 1 0 0,-1 0-1 0 0,18 5 0 0 0,-7-5-73 0 0,-1-1 1 0 0,1-1-1 0 0,0-1 0 0 0,0 0 0 0 0,0-2 0 0 0,-1 0 0 0 0,1-1 0 0 0,0-1 1 0 0,-1 0-1 0 0,0-2 0 0 0,25-8 0 0 0,-33 10 11 0 0,0-1 1 0 0,-1 1-1 0 0,0-2 0 0 0,1 1 0 0 0,-2-1 1 0 0,1-1-1 0 0,-1 1 0 0 0,1-1 0 0 0,-2-1 1 0 0,1 0-1 0 0,7-8 0 0 0,-13 13-40 0 0,1 0-1 0 0,-1 0 1 0 0,0-1 0 0 0,0 1-1 0 0,0-1 1 0 0,0 0 0 0 0,0 1-1 0 0,-1-1 1 0 0,1 0 0 0 0,-1 0-1 0 0,2-6 1 0 0,-3 7-18 0 0,-1 0 0 0 0,1 1-1 0 0,0-1 1 0 0,-1 0 0 0 0,1 0 0 0 0,-1 1-1 0 0,0-1 1 0 0,0 0 0 0 0,1 1 0 0 0,-1-1-1 0 0,0 1 1 0 0,-1-1 0 0 0,1 1 0 0 0,0-1-1 0 0,0 1 1 0 0,-1 0 0 0 0,1-1 0 0 0,0 1-1 0 0,-1 0 1 0 0,1 0 0 0 0,-1 0 0 0 0,0 0-1 0 0,1 1 1 0 0,-3-2 0 0 0,-12-7-80 0 0,0 1-1 0 0,0 1 1 0 0,-1 1 0 0 0,0 0-1 0 0,-1 1 1 0 0,-20-3 0 0 0,-101-8-2418 0 0,126 15 2114 0 0,-71-1-3589 0 0,46 8-1426 0 0</inkml:trace>
</inkml:ink>
</file>

<file path=ppt/ink/ink7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06T18:53:13.07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253 19 320 0 0,'0'0'178'0'0,"0"-1"-1"0"0,0 0 1 0 0,0 1 0 0 0,0-1-1 0 0,0 0 1 0 0,0 1-1 0 0,0-1 1 0 0,0 1 0 0 0,0-1-1 0 0,0 0 1 0 0,0 1-1 0 0,0-1 1 0 0,0 1 0 0 0,1-1-1 0 0,-1 0 1 0 0,0 1-1 0 0,0-1 1 0 0,1 1 0 0 0,-1-1-1 0 0,0 1 1 0 0,1-1-1 0 0,-1 1 1 0 0,0-1 0 0 0,1 1-1 0 0,-1-1 1 0 0,1 1-1 0 0,-1 0 1 0 0,1-1 0 0 0,-1 1-1 0 0,1 0 1 0 0,-1-1-1 0 0,1 1 1 0 0,-1 0 0 0 0,1 0-1 0 0,0-1 1 0 0,-1 1-1 0 0,1 0 1 0 0,-1 0 0 0 0,1 0-1 0 0,0 0 1 0 0,-1 0 0 0 0,1 0-1 0 0,-1 0 1 0 0,1 0-1 0 0,1 0 1 0 0,5-1-24 0 0,29 5 7680 0 0,31 14-7867 0 0,-58-16 449 0 0,75 23-469 0 0,-82-25 49 0 0,0 1 1 0 0,0 0-1 0 0,0-1 1 0 0,-1 1 0 0 0,1 0-1 0 0,0 0 1 0 0,-1 0-1 0 0,1 0 1 0 0,0 0 0 0 0,-1 0-1 0 0,0 1 1 0 0,1-1-1 0 0,-1 0 1 0 0,0 1 0 0 0,1-1-1 0 0,-1 1 1 0 0,0 0-1 0 0,0-1 1 0 0,0 1 0 0 0,0 0-1 0 0,-1-1 1 0 0,1 1-1 0 0,0 0 1 0 0,-1 0 0 0 0,1 0-1 0 0,-1 0 1 0 0,0 0-1 0 0,0 0 1 0 0,0 0 0 0 0,1-1-1 0 0,-2 1 1 0 0,1 0-1 0 0,0 0 1 0 0,-1 3 0 0 0,1 4 55 0 0,0-8-41 0 0,-1 0 0 0 0,1 0 0 0 0,-1 0 0 0 0,1 0 1 0 0,-1 0-1 0 0,0 0 0 0 0,1 0 0 0 0,-1 0 0 0 0,0 0 0 0 0,0-1 0 0 0,1 1 0 0 0,-1 0 0 0 0,0 0 0 0 0,0-1 1 0 0,0 1-1 0 0,0 0 0 0 0,0-1 0 0 0,0 1 0 0 0,0-1 0 0 0,0 0 0 0 0,0 1 0 0 0,0-1 0 0 0,-2 1 0 0 0,1 0 30 0 0,-19 5 239 0 0,9-1 0 0 0,17-5-147 0 0,17 1-113 0 0,0 0-1 0 0,0 1 0 0 0,0 1 0 0 0,32 9 0 0 0,-42-9-11 0 0,-1 1 0 0 0,0 0 0 0 0,0 1-1 0 0,0 1 1 0 0,0 0 0 0 0,-1 0 0 0 0,0 1-1 0 0,-1 0 1 0 0,18 17 0 0 0,-25-22-6 0 0,0-1 0 0 0,0 1 0 0 0,0 0-1 0 0,-1 1 1 0 0,1-1 0 0 0,-1 0 0 0 0,1 0 0 0 0,-1 1 0 0 0,0-1 0 0 0,0 1 0 0 0,0-1-1 0 0,0 1 1 0 0,0 0 0 0 0,-1-1 0 0 0,1 1 0 0 0,-1 0 0 0 0,0-1 0 0 0,0 1 0 0 0,0 0-1 0 0,0-1 1 0 0,-1 5 0 0 0,0-4 17 0 0,0 0 0 0 0,0 0 0 0 0,-1 0 0 0 0,0 0 0 0 0,0-1 0 0 0,1 1 0 0 0,-2 0 0 0 0,1-1 0 0 0,0 0 0 0 0,0 1 0 0 0,-1-1 0 0 0,1 0 0 0 0,-1 0 0 0 0,0 0 0 0 0,0 0 0 0 0,1-1 0 0 0,-1 1 0 0 0,0-1 0 0 0,0 0 0 0 0,-5 2 0 0 0,-21 5 163 0 0,0-1-1 0 0,-54 7 1 0 0,42-8-153 0 0,-54 8-941 0 0,-1-4 1 0 0,-157-5-1 0 0,201-9-2663 0 0,52 4 3420 0 0,-1 0 0 0 0,1 0 0 0 0,0 0-1 0 0,-1 0 1 0 0,1 0 0 0 0,0 0 0 0 0,-1 0 0 0 0,1 0 0 0 0,0 0 0 0 0,-1 0-1 0 0,1 0 1 0 0,0-1 0 0 0,0 1 0 0 0,-1 0 0 0 0,1 0 0 0 0,0 0-1 0 0,-1 0 1 0 0,1 0 0 0 0,0-1 0 0 0,0 1 0 0 0,-1 0 0 0 0,1 0-1 0 0,0 0 1 0 0,0-1 0 0 0,-1 1 0 0 0,1 0 0 0 0,0-1 0 0 0,0 1 0 0 0,0 0-1 0 0,-1 0 1 0 0,1-1 0 0 0,0 1 0 0 0,0 0 0 0 0,0-1 0 0 0,0 1-1 0 0,0 0 1 0 0,0-1 0 0 0</inkml:trace>
</inkml:ink>
</file>

<file path=ppt/ink/ink7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06T18:53:23.93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360 6 400 0 0,'-5'0'414'0'0,"-98"-6"2547"0"0,99 6-2667 0 0,-1 0-41 0 0,-27 1 1054 0 0,-1 1 1 0 0,-61 12-1 0 0,83-12-634 0 0,0 0 1 0 0,0-1-1 0 0,-16 0 0 0 0,4 0 462 0 0,23-3-600 0 0,0 2-527 0 0,-1 0 0 0 0,1 0-1 0 0,0 0 1 0 0,0 0 0 0 0,0 0-1 0 0,0-1 1 0 0,0 1 0 0 0,0 0 0 0 0,0 0-1 0 0,0 0 1 0 0,0 0 0 0 0,0 0-1 0 0,0 0 1 0 0,0-1 0 0 0,0 1-1 0 0,0 0 1 0 0,0 0 0 0 0,0 0-1 0 0,0 0 1 0 0,0 0 0 0 0,0 0-1 0 0,0-1 1 0 0,0 1 0 0 0,1 0 0 0 0,-1 0-1 0 0,0 0 1 0 0,0 0 0 0 0,0 0-1 0 0,0 0 1 0 0,0 0 0 0 0,0-1-1 0 0,0 1 1 0 0,0 0 0 0 0,0 0-1 0 0,1 0 1 0 0,-1 0 0 0 0,0 0-1 0 0,0 0 1 0 0,0 0 0 0 0,0 0 0 0 0,0 0-1 0 0,0 0 1 0 0,0 0 0 0 0,1 0-1 0 0,-1 0 1 0 0,0 0 0 0 0,0 0-1 0 0,0 0 1 0 0,0 0 0 0 0,0 0-1 0 0,1 0 1 0 0,-1 0 0 0 0,0 0-1 0 0,0 0 1 0 0,0 0 0 0 0,0 0 0 0 0,0 0-1 0 0,0 0 1 0 0,1 0 0 0 0,-1 0-1 0 0,0 0 1 0 0,0 0 0 0 0,0 0-1 0 0,108 6 1157 0 0,156 26-1 0 0,-117-11-595 0 0,105 20-301 0 0,-161-26-97 0 0,-59-11-18 0 0,-2 1 0 0 0,41 12 1 0 0,-42-11 58 0 0,1-1 0 0 0,0-2 0 0 0,0-1 0 0 0,0-1 0 0 0,37-3 0 0 0,-7 0 110 0 0,132-10 800 0 0,-189 12-1281 0 0,-6 1-694 0 0,-26 6-2134 0 0,-45 8-3562 0 0</inkml:trace>
</inkml:ink>
</file>

<file path=ppt/ink/ink7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06T18:53:26.31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54 480 0 0,'0'-1'568'0'0,"0"-1"-1"0"0,0 1 1 0 0,0-1-1 0 0,1 1 1 0 0,-1-1-1 0 0,0 1 1 0 0,1-1-1 0 0,-1 1 1 0 0,1-1-1 0 0,-1 1 1 0 0,1 0-1 0 0,0-2 1 0 0,1 1-393 0 0,-1 1 0 0 0,1 0 1 0 0,-1-1-1 0 0,1 1 0 0 0,0 0 0 0 0,-1 0 1 0 0,1 0-1 0 0,0 0 0 0 0,0 1 0 0 0,0-1 1 0 0,0 0-1 0 0,-1 1 0 0 0,5-1 0 0 0,27-6 684 0 0,-1 2-1 0 0,57-2 0 0 0,-51 9-225 0 0,0 2 0 0 0,1 1 0 0 0,38 12 0 0 0,-42-9-121 0 0,-1-2 0 0 0,69 5 0 0 0,318 3 1503 0 0,-406-13-1986 0 0,143 19 422 0 0,-134-17-303 0 0,1-2 1 0 0,37-3-1 0 0,-10 1 61 0 0,0 1 17 0 0,-24-5 14 0 0,-19 9-66 0 0,38 4 133 0 0,-19-2-67 0 0,-28-6-258 0 0,0 0 0 0 0,0 0 0 0 0,0 0 1 0 0,0 0-1 0 0,-1 0 0 0 0,1 0 0 0 0,0 0 0 0 0,0 0 1 0 0,0 1-1 0 0,0-1 0 0 0,0 0 0 0 0,0 0 1 0 0,0 0-1 0 0,0 0 0 0 0,0 0 0 0 0,0 1 0 0 0,0-1 1 0 0,-1 0-1 0 0,1 0 0 0 0,0 0 0 0 0,0 0 0 0 0,0 1 1 0 0,0-1-1 0 0,0 0 0 0 0,0 0 0 0 0,0 0 1 0 0,0 0-1 0 0,1 1 0 0 0,-1-1 0 0 0,0 0 0 0 0,0 0 1 0 0,0 0-1 0 0,0 0 0 0 0,0 0 0 0 0,0 1 0 0 0,0-1 1 0 0,0 0-1 0 0,0 0 0 0 0,0 0 0 0 0,0 0 0 0 0,1 0 1 0 0,-1 0-1 0 0,0 1 0 0 0,0-1 0 0 0,-9 2-1046 0 0,-1 1-1 0 0,1 1 0 0 0,0-1 1 0 0,0 1-1 0 0,-10 6 1 0 0,0 0-1339 0 0,-61 30-8015 0 0</inkml:trace>
</inkml:ink>
</file>

<file path=ppt/ink/ink7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06T18:53:29.00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215 168 2241 0 0,'0'0'174'0'0,"0"-1"0"0"0,0 0-1 0 0,0 1 1 0 0,0-1 0 0 0,0 1 0 0 0,0-1-1 0 0,0 1 1 0 0,0-1 0 0 0,0 0 0 0 0,0 1-1 0 0,0-1 1 0 0,-1 1 0 0 0,1-1 0 0 0,0 1-1 0 0,0-1 1 0 0,-1 1 0 0 0,1-1 0 0 0,0 1-1 0 0,-1-1 1 0 0,1 1 0 0 0,-1-1 0 0 0,1 1-1 0 0,0-1 1 0 0,-1 1 0 0 0,1 0 0 0 0,-1-1-1 0 0,1 1 1 0 0,-1 0 0 0 0,1 0 0 0 0,-1-1-1 0 0,0 1 1 0 0,1 0 0 0 0,-1 0 0 0 0,1 0-1 0 0,-1-1 1 0 0,1 1 0 0 0,-2 0 0 0 0,1 0-56 0 0,1 0 0 0 0,-1 0 1 0 0,0 0-1 0 0,1 0 0 0 0,-1-1 1 0 0,0 1-1 0 0,1 0 0 0 0,-1 0 1 0 0,0-1-1 0 0,1 1 0 0 0,-1 0 0 0 0,0-1 1 0 0,1 1-1 0 0,-1-1 0 0 0,1 1 1 0 0,-1-1-1 0 0,1 1 0 0 0,-1-1 1 0 0,1 1-1 0 0,0-1 0 0 0,-1 0 1 0 0,1 1-1 0 0,-1-1 0 0 0,1 1 0 0 0,0-1 1 0 0,0 0-1 0 0,-1 1 0 0 0,1-1 1 0 0,0 0-1 0 0,0 0 0 0 0,0 1 1 0 0,0-1-1 0 0,0 0 0 0 0,0 1 1 0 0,0-1-1 0 0,0 0 0 0 0,0-1 0 0 0,-1-11 1853 0 0,1 9-1694 0 0,-1 1-1 0 0,1-1 1 0 0,-1 1 0 0 0,1-1-1 0 0,0 0 1 0 0,0 1-1 0 0,1-1 1 0 0,-1 1-1 0 0,1-1 1 0 0,0 0-1 0 0,0 1 1 0 0,0 0 0 0 0,2-4-1 0 0,2 1-22 0 0,0 1-1 0 0,0 0 0 0 0,1 0 1 0 0,0 1-1 0 0,0 0 1 0 0,12-7-1 0 0,-1 1-21 0 0,0 0 25 0 0,33 6 68 0 0,-50 4-288 0 0,1 0-17 0 0,0 0 1 0 0,0-1 0 0 0,-1 1-1 0 0,1 0 1 0 0,0 0-1 0 0,0 0 1 0 0,0 0 0 0 0,0 0-1 0 0,0 0 1 0 0,0 0 0 0 0,0 0-1 0 0,0 0 1 0 0,-1 1 0 0 0,1-1-1 0 0,0 0 1 0 0,0 1 0 0 0,0-1-1 0 0,0 0 1 0 0,-1 1 0 0 0,1-1-1 0 0,0 1 1 0 0,0-1 0 0 0,-1 1-1 0 0,1 0 1 0 0,1 1 0 0 0,-1-2 36 0 0,-1 1 0 0 0,1 0 1 0 0,0-1-1 0 0,-1 1 0 0 0,1-1 1 0 0,0 1-1 0 0,0-1 1 0 0,0 1-1 0 0,0-1 0 0 0,-1 0 1 0 0,1 1-1 0 0,0-1 0 0 0,0 0 1 0 0,0 0-1 0 0,0 0 1 0 0,0 1-1 0 0,0-1 0 0 0,0 0 1 0 0,0 0-1 0 0,0 0 0 0 0,0-1 1 0 0,-1 1-1 0 0,3 0 1 0 0,-2 0 1006 0 0,-7 0-1050 0 0,1 1-1 0 0,-1 0 1 0 0,0 1 0 0 0,0 0 0 0 0,1 0 0 0 0,-1 0 0 0 0,1 0 0 0 0,0 1-1 0 0,-10 6 1 0 0,-52 39-62 0 0,41-28 78 0 0,4-4 16 0 0,0 1 1 0 0,1 1 0 0 0,-26 29-1 0 0,38-38-54 0 0,0 0 0 0 0,-20 13-1 0 0,1 1 155 0 0,24-17-70 0 0,0-1 1 0 0,1 0 0 0 0,0 1-1 0 0,0 0 1 0 0,0 0 0 0 0,0 0-1 0 0,-2 10 1 0 0,8-7 28 0 0,0 0 0 0 0,0-1 0 0 0,1 0 0 0 0,1 1 0 0 0,-1-1 0 0 0,1 0 0 0 0,10 11 1 0 0,-13-16-115 0 0,1-1 0 0 0,-1 0 0 0 0,0 0 0 0 0,1 0 1 0 0,-1-1-1 0 0,1 1 0 0 0,0 0 0 0 0,0-1 1 0 0,-1 0-1 0 0,1 0 0 0 0,0 0 0 0 0,0 0 0 0 0,0 0 1 0 0,0 0-1 0 0,0-1 0 0 0,1 1 0 0 0,-1-1 1 0 0,0 0-1 0 0,0 0 0 0 0,5-1 0 0 0,26 4-140 0 0,-11-2-559 0 0,0 0-1 0 0,0-1 1 0 0,31-5 0 0 0,-35 2-2381 0 0,1-1 1 0 0,33-11-1 0 0,-2-2-2940 0 0,5-1 626 0 0</inkml:trace>
</inkml:ink>
</file>

<file path=ppt/ink/ink7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06T18:53:29.95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612 12 1201 0 0,'0'0'8764'0'0,"-5"0"-7764"0"0,-102 5 2682 0 0,47-3-2962 0 0,1 3 0 0 0,1 3 1 0 0,-1 2-1 0 0,-65 20 0 0 0,106-26-555 0 0,2 0 1 0 0,1 0-1 0 0,0 1 1 0 0,-18 8-1 0 0,30-12-149 0 0,0 1-1 0 0,1-1 1 0 0,-1 0-1 0 0,1 1 1 0 0,-1 0-1 0 0,1-1 1 0 0,0 1-1 0 0,0 0 1 0 0,0 0-1 0 0,0 0 0 0 0,0 0 1 0 0,0 1-1 0 0,0-1 1 0 0,1 0-1 0 0,-1 1 1 0 0,1-1-1 0 0,0 1 1 0 0,0 0-1 0 0,0-1 1 0 0,0 1-1 0 0,0 0 1 0 0,0 0-1 0 0,1 0 1 0 0,-1 3-1 0 0,1-4 2 0 0,0 0 0 0 0,1 1 0 0 0,-1-1 0 0 0,1 0-1 0 0,-1 0 1 0 0,1 0 0 0 0,0 1 0 0 0,0-1 0 0 0,0 0 0 0 0,0 0 0 0 0,0 0-1 0 0,0-1 1 0 0,0 1 0 0 0,1 0 0 0 0,-1 0 0 0 0,1-1 0 0 0,0 1-1 0 0,-1-1 1 0 0,5 3 0 0 0,37 19 243 0 0,-30-17-243 0 0,-1-1-46 0 0,0 0 0 0 0,1-1-1 0 0,-1 0 1 0 0,1-1 0 0 0,0-1 0 0 0,0 0 0 0 0,0-1-1 0 0,1 0 1 0 0,-1-1 0 0 0,0 0 0 0 0,0-1 0 0 0,0-1 0 0 0,0 0-1 0 0,0-1 1 0 0,13-4 0 0 0,2-10-371 0 0,-28 17 386 0 0,1 0-1 0 0,-1-1 1 0 0,1 1 0 0 0,-1 0-1 0 0,1-1 1 0 0,-1 1 0 0 0,0-1-1 0 0,1 1 1 0 0,-1-1 0 0 0,1 0 0 0 0,-1 1-1 0 0,0-1 1 0 0,0 1 0 0 0,1-1-1 0 0,-1 1 1 0 0,0-1 0 0 0,0 0 0 0 0,0 1-1 0 0,0-1 1 0 0,1 0 0 0 0,-1 1-1 0 0,0-1 1 0 0,0 0 0 0 0,-1 0-1 0 0,4-9-94 0 0,0 7 95 0 0,-1 0 0 0 0,1-1 0 0 0,-1 1 0 0 0,0-1 0 0 0,0 0-1 0 0,0 0 1 0 0,0 0 0 0 0,-1 0 0 0 0,0 0 0 0 0,0 0 0 0 0,0 0 0 0 0,0 0 0 0 0,0 0 0 0 0,-1 0 0 0 0,0-1 0 0 0,0 1 0 0 0,-1-8-1 0 0,1-110-11 0 0,5 121-188 0 0,0 2 146 0 0,6 2-53 0 0,1 19-50 0 0,12 48 288 0 0,32 80 500 0 0,-50-133-528 0 0,0 1 1 0 0,6 28-1 0 0,-4-8 83 0 0,2-7 5 0 0,-7-24-114 0 0,0 1-1 0 0,-1 0 0 0 0,0 0 1 0 0,-1 0-1 0 0,0 0 0 0 0,1 10 1 0 0,-2-10-18 0 0,2 0 0 0 0,-1 0 0 0 0,1 0 0 0 0,0 0 0 0 0,0 0 0 0 0,1 0 0 0 0,0 0 0 0 0,0-1 0 0 0,1 1 0 0 0,0-1 0 0 0,1 0 0 0 0,-1-1 0 0 0,10 11-1 0 0,16 29-300 0 0,-18-30-2883 0 0,1-23-2271 0 0,-5 1 4288 0 0,20-17-7015 0 0</inkml:trace>
</inkml:ink>
</file>

<file path=ppt/ink/ink7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06T18:53:30.46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498 159 1761 0 0,'-37'-8'1423'0'0,"16"4"99"0"0,0-1 0 0 0,-40-1 0 0 0,22 6-572 0 0,0 2-1 0 0,0 1 0 0 0,1 3 1 0 0,0 0-1 0 0,-40 14 0 0 0,75-20-886 0 0,-1 1 1 0 0,1 0-1 0 0,0 0 0 0 0,-1 0 0 0 0,1 0 1 0 0,0 1-1 0 0,-1 0 0 0 0,1-1 0 0 0,0 1 0 0 0,0 0 1 0 0,1 0-1 0 0,-1 1 0 0 0,0-1 0 0 0,1 0 1 0 0,-1 1-1 0 0,1 0 0 0 0,0 0 0 0 0,0-1 0 0 0,0 1 1 0 0,0 0-1 0 0,-2 6 0 0 0,2-6 13 0 0,-6 8 221 0 0,7-10-253 0 0,-1 0-1 0 0,1 0 1 0 0,0 0-1 0 0,0 0 1 0 0,0 0 0 0 0,1 0-1 0 0,-1 0 1 0 0,0 1-1 0 0,0-1 1 0 0,1 0 0 0 0,-1 1-1 0 0,0-1 1 0 0,1 1-1 0 0,-1-1 1 0 0,1 0 0 0 0,0 1-1 0 0,0-1 1 0 0,-1 1-1 0 0,1-1 1 0 0,0 1-1 0 0,0-1 1 0 0,0 1 0 0 0,1-1-1 0 0,-1 1 1 0 0,0-1-1 0 0,0 1 1 0 0,1-1 0 0 0,0 3-1 0 0,6 5 245 0 0,0 1 0 0 0,1-1-1 0 0,13 13 1 0 0,-13-14-172 0 0,-6-6-85 0 0,0 0-1 0 0,0 0 0 0 0,1 0 1 0 0,-1 0-1 0 0,1-1 0 0 0,0 1 1 0 0,-1-1-1 0 0,1 0 0 0 0,0 1 1 0 0,5 0-1 0 0,26 5 39 0 0,0-2 1 0 0,0-1-1 0 0,0-2 0 0 0,40-3 1 0 0,-59 0-43 0 0,0-1 1 0 0,0 0-1 0 0,-1-1 1 0 0,1 0-1 0 0,-1-1 1 0 0,0-1-1 0 0,0-1 1 0 0,0 0-1 0 0,16-9 1 0 0,-6-1 170 0 0,0 0 0 0 0,0-2 0 0 0,29-30 0 0 0,-35 32-51 0 0,-8 8-31 0 0,-1-2 1 0 0,1 1 0 0 0,7-12-1 0 0,-14 17-71 0 0,-1 0 1 0 0,1 0-1 0 0,-1 0 0 0 0,0 0 0 0 0,-1 0 0 0 0,1-1 0 0 0,-1 1 1 0 0,1 0-1 0 0,-1-1 0 0 0,-1 1 0 0 0,1-1 0 0 0,0-7 0 0 0,-1 10-27 0 0,0 0 0 0 0,-1 0 0 0 0,1 0 0 0 0,0 0-1 0 0,0 0 1 0 0,-1 0 0 0 0,0 0 0 0 0,1 0-1 0 0,-1 0 1 0 0,0 0 0 0 0,0 1 0 0 0,0-1-1 0 0,0 0 1 0 0,0 1 0 0 0,0-1 0 0 0,0 0-1 0 0,0 1 1 0 0,-1-1 0 0 0,1 1 0 0 0,-1 0 0 0 0,1-1-1 0 0,-1 1 1 0 0,0 0 0 0 0,1 0 0 0 0,-5-1-1 0 0,-3-2 73 0 0,0 1 0 0 0,0 0 0 0 0,0 1 0 0 0,-16-2 0 0 0,-2 0-28 0 0,-41-10-2456 0 0,-80-6-1 0 0,97 19-2127 0 0,42 1-1187 0 0</inkml:trace>
</inkml:ink>
</file>

<file path=ppt/ink/ink7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06T18:53:31.22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13 2081 0 0,'0'-6'7844'0'0,"28"12"-6324"0"0,0-6-319 0 0,29 0-321 0 0,27 0-400 0 0,-6 0-480 0 0,63-6-1360 0 0,27 6-2882 0 0,-56-7-1681 0 0</inkml:trace>
</inkml:ink>
</file>

<file path=ppt/ink/ink7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06T18:53:31.98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339 165 2321 0 0,'-15'-9'1133'0'0,"-30"-22"1918"0"0,42 29-2806 0 0,1 0 0 0 0,0 0 0 0 0,0 0-1 0 0,1 0 1 0 0,-1-1 0 0 0,0 1 0 0 0,1 0 0 0 0,0-1-1 0 0,-1 1 1 0 0,1-1 0 0 0,0 1 0 0 0,0-1 0 0 0,0 0-1 0 0,1 0 1 0 0,-1 1 0 0 0,1-1 0 0 0,-1-3 0 0 0,1 5-237 0 0,0-4 326 0 0,0 0 0 0 0,0 0 1 0 0,1 0-1 0 0,-1 0 0 0 0,3-8 0 0 0,-2 11-296 0 0,0 0 0 0 0,0 1 0 0 0,0-1 0 0 0,0 0 0 0 0,0 1 0 0 0,0-1 0 0 0,0 0 0 0 0,0 1 1 0 0,1 0-1 0 0,-1-1 0 0 0,1 1 0 0 0,-1 0 0 0 0,1 0 0 0 0,-1 0 0 0 0,1 0 0 0 0,0 0 0 0 0,-1 0 0 0 0,1 0 0 0 0,2 0 0 0 0,1-2 14 0 0,41-6 203 0 0,-35 9-221 0 0,0 0 0 0 0,0 1 0 0 0,0 0 0 0 0,0 1 1 0 0,0 0-1 0 0,0 1 0 0 0,-1 0 0 0 0,1 0 0 0 0,-1 1 0 0 0,0 1 0 0 0,0-1 0 0 0,0 2 0 0 0,-1-1 0 0 0,1 1 0 0 0,-2 1 1 0 0,1 0-1 0 0,-1 0 0 0 0,0 1 0 0 0,0 0 0 0 0,-1 0 0 0 0,0 1 0 0 0,0-1 0 0 0,-1 2 0 0 0,0-1 0 0 0,-1 1 0 0 0,7 16 0 0 0,-10-21-20 0 0,-1 0-1 0 0,0-1 0 0 0,-1 1 0 0 0,1 0 0 0 0,-1 0 0 0 0,0 0 0 0 0,0-1 0 0 0,0 1 0 0 0,-1 0 0 0 0,0 0 0 0 0,0 0 0 0 0,-2 8 0 0 0,-2-3 92 0 0,0 0-1 0 0,0 0 1 0 0,-14 17-1 0 0,3-2 109 0 0,6-11-28 0 0,-1 0 0 0 0,0-1 0 0 0,-1 0 0 0 0,0-1 0 0 0,-1 0 0 0 0,0-1 0 0 0,-27 18 1 0 0,-7-2 388 0 0,-59 26 0 0 0,16-9 425 0 0,88-43-977 0 0,-19 10 275 0 0,-38 14-1 0 0,54-23-358 0 0,-1 0 0 0 0,1-1 0 0 0,0 0 0 0 0,0 0 0 0 0,-1 0 0 0 0,1 0 0 0 0,0-1 0 0 0,-1 0 0 0 0,1 0 0 0 0,0 0 0 0 0,-1-1 0 0 0,1 0 0 0 0,-8-2 0 0 0,12 2 46 0 0,1 1 0 0 0,-1-1 1 0 0,1 0-1 0 0,-1 0 1 0 0,0 0-1 0 0,1 0 0 0 0,-1 1 1 0 0,1-1-1 0 0,0 0 0 0 0,-1 0 1 0 0,1 0-1 0 0,0 0 0 0 0,0 0 1 0 0,-1 0-1 0 0,1 0 0 0 0,0 0 1 0 0,0 0-1 0 0,0 0 1 0 0,0 0-1 0 0,0 0 0 0 0,0 0 1 0 0,1 0-1 0 0,-1 0 0 0 0,0-1 1 0 0,6-21 312 0 0,-1 16-290 0 0,0 0 0 0 0,1 1 0 0 0,-1 0 0 0 0,1 0 0 0 0,1 0 0 0 0,-1 1 1 0 0,1 0-1 0 0,0 0 0 0 0,0 1 0 0 0,0 0 0 0 0,1 0 0 0 0,-1 0 0 0 0,1 1 0 0 0,0 0 0 0 0,0 1 0 0 0,0 0 0 0 0,0 0 0 0 0,9-1 0 0 0,-16 3-8 0 0,12-1-47 0 0,1 0 0 0 0,-1 0 0 0 0,0 1 1 0 0,22 3-1 0 0,55 11-1706 0 0,143 42-1 0 0,-145-34-2206 0 0,-8-13-2016 0 0</inkml:trace>
</inkml:ink>
</file>

<file path=ppt/ink/ink7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06T18:53:33.28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803 117 2081 0 0,'-1'-1'190'0'0,"0"0"1"0"0,0 1-1 0 0,1-1 1 0 0,-1 0-1 0 0,0 0 1 0 0,0 0-1 0 0,0 1 0 0 0,0-1 1 0 0,0 1-1 0 0,0-1 1 0 0,0 1-1 0 0,0-1 1 0 0,0 1-1 0 0,0 0 0 0 0,-1-1 1 0 0,1 1-1 0 0,0 0 1 0 0,0 0-1 0 0,-2 0 1 0 0,1-1 362 0 0,-39-10 4217 0 0,4 11-3604 0 0,32 5-1059 0 0,5 0-27 0 0,0-4 160 0 0,-5 0-80 0 0,-13 3 13 0 0,1 3 300 0 0,1-2-305 0 0,16-4 40 0 0,0-1-203 0 0,0 1 1 0 0,0-1 0 0 0,0 0 0 0 0,0 0-1 0 0,0 0 1 0 0,0 0 0 0 0,0 0 0 0 0,-1 1-1 0 0,1-1 1 0 0,0 0 0 0 0,0 0 0 0 0,0 0-1 0 0,0 0 1 0 0,0 1 0 0 0,0-1 0 0 0,0 0-1 0 0,0 0 1 0 0,0 0 0 0 0,1 0 0 0 0,-1 1-1 0 0,0-1 1 0 0,0 0 0 0 0,0 0 0 0 0,0 0-1 0 0,0 0 1 0 0,0 0 0 0 0,0 0 0 0 0,0 1-1 0 0,0-1 1 0 0,0 0 0 0 0,0 0 0 0 0,1 0-1 0 0,-1 0 1 0 0,0 0 0 0 0,0 0-1 0 0,0 0 1 0 0,0 1 0 0 0,0-1 0 0 0,1 0-1 0 0,-1 0 1 0 0,0 0 0 0 0,0 0 0 0 0,0 0-1 0 0,0 0 1 0 0,0 0 0 0 0,1 0 0 0 0,-1 0-1 0 0,0 0 1 0 0,0 0 0 0 0,0 0 0 0 0,0 0-1 0 0,1 0 1 0 0,-1 0 0 0 0,0 0 0 0 0,0 0-1 0 0,0 0 1 0 0,0 0 0 0 0,1 0 0 0 0,50 0 167 0 0,-24 0-106 0 0,-2 0-1 0 0,30 0 508 0 0,-55 0-558 0 0,0-1 0 0 0,0 1-1 0 0,0 0 1 0 0,0 0 0 0 0,0 0 0 0 0,1 0-1 0 0,-1-1 1 0 0,0 1 0 0 0,0 0 0 0 0,0 0 0 0 0,0 0-1 0 0,0-1 1 0 0,0 1 0 0 0,0 0 0 0 0,0 0 0 0 0,0 0-1 0 0,0 0 1 0 0,0-1 0 0 0,0 1 0 0 0,0 0-1 0 0,0 0 1 0 0,0 0 0 0 0,0-1 0 0 0,0 1 0 0 0,0 0-1 0 0,0 0 1 0 0,-1 0 0 0 0,1 0 0 0 0,0-1 0 0 0,0 1-1 0 0,0 0 1 0 0,0 0 0 0 0,0 0 0 0 0,0 0-1 0 0,0-1 1 0 0,-1 1 0 0 0,1 0 0 0 0,0 0 0 0 0,0 0-1 0 0,0 0 1 0 0,0 0 0 0 0,-1 0 0 0 0,1 0-1 0 0,0 0 1 0 0,0-1 0 0 0,0 1 0 0 0,0 0 0 0 0,-1 0-1 0 0,1 0 1 0 0,0 0 0 0 0,0 0 0 0 0,0 0 0 0 0,-1 0-1 0 0,1 0 1 0 0,0 0 0 0 0,0 0 0 0 0,0 0-1 0 0,0 0 1 0 0,-1 1 0 0 0,-11-3 60 0 0,1 0 0 0 0,-1-1 0 0 0,1 0 0 0 0,0 0 0 0 0,0-1 0 0 0,0-1 0 0 0,0 0 1 0 0,1 0-1 0 0,-1-1 0 0 0,-14-11 0 0 0,5 4 112 0 0,-38-17 1 0 0,39 21-46 0 0,15 7-88 0 0,1 0 0 0 0,-1 0 1 0 0,1 1-1 0 0,-1 0 0 0 0,0-1 0 0 0,0 2 1 0 0,1-1-1 0 0,-5 0 0 0 0,-44-3 492 0 0,48 8-520 0 0,4-3 13 0 0,0 13-214 0 0,-2-10 228 0 0,0 1 0 0 0,0-1 0 0 0,0 0-1 0 0,0-1 1 0 0,0 1 0 0 0,-1 0 0 0 0,0-1 0 0 0,0 1-1 0 0,0-1 1 0 0,0 0 0 0 0,0 0 0 0 0,-6 4-1 0 0,-9 10 129 0 0,-4 5 146 0 0,19-20-260 0 0,1 0 0 0 0,-1 0 1 0 0,1 1-1 0 0,-1-1 0 0 0,1 0 0 0 0,0 1 1 0 0,0-1-1 0 0,0 1 0 0 0,0 0 0 0 0,1 0 0 0 0,-1 0 1 0 0,1 0-1 0 0,-1 0 0 0 0,1 0 0 0 0,0 0 1 0 0,0 0-1 0 0,1 1 0 0 0,-1-1 0 0 0,1 0 0 0 0,-1 5 1 0 0,1 21 117 0 0,0-29-185 0 0,0 1-1 0 0,0-1 1 0 0,0 0-1 0 0,0 1 1 0 0,0-1-1 0 0,0 0 0 0 0,0 1 1 0 0,0-1-1 0 0,0 0 1 0 0,0 1-1 0 0,0-1 1 0 0,0 0-1 0 0,1 1 0 0 0,-1-1 1 0 0,0 0-1 0 0,0 1 1 0 0,0-1-1 0 0,0 0 1 0 0,1 0-1 0 0,-1 1 0 0 0,0-1 1 0 0,0 0-1 0 0,0 0 1 0 0,1 1-1 0 0,-1-1 1 0 0,0 0-1 0 0,1 0 0 0 0,-1 1 1 0 0,0-1-1 0 0,1 0 1 0 0,46 6 65 0 0,-26-2-120 0 0,0-2 0 0 0,31 0-1 0 0,-34-2 88 0 0,0 1-1 0 0,25 4 0 0 0,73 7 114 0 0,10 12-452 0 0,-119-24 264 0 0,0 1 1 0 0,1 0 0 0 0,-1 1 0 0 0,0 0 0 0 0,-1 0-1 0 0,1 0 1 0 0,0 1 0 0 0,-1 0 0 0 0,1 0-1 0 0,8 7 1 0 0,-14-9 42 0 0,-1-1 0 0 0,0 1-1 0 0,1-1 1 0 0,-1 1 0 0 0,0-1-1 0 0,1 1 1 0 0,-1-1 0 0 0,0 1 0 0 0,0 0-1 0 0,1-1 1 0 0,-1 1 0 0 0,0-1-1 0 0,0 1 1 0 0,0 0 0 0 0,0-1 0 0 0,0 1-1 0 0,0-1 1 0 0,0 1 0 0 0,0 0-1 0 0,0-1 1 0 0,0 1 0 0 0,0-1-1 0 0,-1 1 1 0 0,1 0 0 0 0,0-1 0 0 0,0 1-1 0 0,-1-1 1 0 0,1 1 0 0 0,0-1-1 0 0,-1 1 1 0 0,0 0 0 0 0,-15 17 165 0 0,9-11-48 0 0,-4 5 213 0 0,-1-1-1 0 0,0 0 1 0 0,-1 0-1 0 0,0-2 1 0 0,-1 1 0 0 0,0-2-1 0 0,0 0 1 0 0,-1 0 0 0 0,0-1-1 0 0,0-1 1 0 0,-1-1-1 0 0,1 0 1 0 0,-30 4 0 0 0,-36 7 280 0 0,-85 6 0 0 0,121-19-884 0 0,-1-2 1 0 0,1-1 0 0 0,-68-11 0 0 0,90 7-400 0 0,0-1 0 0 0,-23-8 1 0 0,41 11 442 0 0,-1 0 0 0 0,0 0 0 0 0,1 0 0 0 0,0-1 0 0 0,0 0 0 0 0,-1 0 0 0 0,2-1 1 0 0,-1 1-1 0 0,0-1 0 0 0,1 0 0 0 0,-7-7 0 0 0,10 9 85 0 0,0 0 1 0 0,0 0-1 0 0,1 1 0 0 0,-1-1 1 0 0,0 0-1 0 0,1 0 1 0 0,-1 0-1 0 0,1 0 0 0 0,-1 0 1 0 0,1 0-1 0 0,0 0 0 0 0,0 0 1 0 0,0 0-1 0 0,0 0 0 0 0,0 0 1 0 0,0 0-1 0 0,1 0 1 0 0,-1 0-1 0 0,1 1 0 0 0,-1-1 1 0 0,1 0-1 0 0,1-3 0 0 0,1-1-695 0 0,1 0 1 0 0,-1 1-1 0 0,1-1 0 0 0,0 1 0 0 0,8-9 0 0 0,8-4-3963 0 0,31-22-1 0 0</inkml:trace>
</inkml:ink>
</file>

<file path=ppt/ink/ink7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06T18:53:33.82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28 34 240 0 0,'0'0'560'0'0,"0"-5"561"0"0,0 0-1041 0 0,0-1-800 0 0,0-6 319 0 0,-28 6-159 0 0</inkml:trace>
</inkml:ink>
</file>

<file path=ppt/ink/ink7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06T18:53:34.19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1 800 0 0,'0'0'5016'0'0,"0"0"-4981"0"0,0 0 1 0 0,0 0-1 0 0,0 0 1 0 0,0 0-1 0 0,0 0 1 0 0,0 1-1 0 0,0-1 1 0 0,0 0-1 0 0,0 0 0 0 0,-1 0 1 0 0,1 0-1 0 0,0 0 1 0 0,0 0-1 0 0,0 1 1 0 0,0-1-1 0 0,0 0 1 0 0,0 0-1 0 0,0 0 0 0 0,0 0 1 0 0,0 0-1 0 0,0 0 1 0 0,0 1-1 0 0,0-1 1 0 0,0 0-1 0 0,0 0 1 0 0,0 0-1 0 0,0 0 0 0 0,1 0 1 0 0,-1 0-1 0 0,0 1 1 0 0,0-1-1 0 0,0 0 1 0 0,0 0-1 0 0,0 0 1 0 0,0 0-1 0 0,0 0 0 0 0,0 0 1 0 0,0 0-1 0 0,0 0 1 0 0,0 0-1 0 0,1 1 1 0 0,-1-1-1 0 0,0 0 1 0 0,0 0-1 0 0,0 0 0 0 0,0 0 1 0 0,0 0-1 0 0,0 0 1 0 0,0 0-1 0 0,1 0 1 0 0,-1 0-1 0 0,0 0 1 0 0,0 0-1 0 0,0 0 0 0 0,0 0 1 0 0,0 0-1 0 0,0 0 1 0 0,1 0-1 0 0,-1 0 1 0 0,0 0-1 0 0,0 0 1 0 0,0 0-1 0 0,0 0 0 0 0,0 0 1 0 0,0 0-1 0 0,1 0 1 0 0,-1 0-1 0 0,0 0 1 0 0,0-1-1 0 0,15 7 645 0 0,1 1 1 0 0,-2 0-1 0 0,16 9 0 0 0,-16-7-455 0 0,-1 1 0 0 0,0 0-1 0 0,-1 0 1 0 0,0 1 0 0 0,-1 1-1 0 0,0 0 1 0 0,0 1 0 0 0,16 27-1 0 0,-13-18-127 0 0,-2 1 1 0 0,0 1-1 0 0,-2 0 0 0 0,14 49 0 0 0,-14-27 24 0 0,4 53 0 0 0,-5-32 24 0 0,1-17-38 0 0,-7-40-74 0 0,0 0-1 0 0,-1 0 1 0 0,-1 0-1 0 0,0 0 1 0 0,0 0 0 0 0,-1 1-1 0 0,0-1 1 0 0,-2 14-1 0 0,-7 12 46 0 0,-22 58 1 0 0,19-62-129 0 0,7-16-104 0 0,-1-1 0 0 0,-15 29 0 0 0,17-38-7 0 0,0-1 1 0 0,0 0-1 0 0,0 1 1 0 0,-1-1-1 0 0,0-1 1 0 0,0 1-1 0 0,0-1 1 0 0,0 1-1 0 0,-1-2 1 0 0,-8 6-1 0 0,-7 0-1288 0 0,0 0-1 0 0,-40 8 1 0 0</inkml:trace>
</inkml:ink>
</file>

<file path=ppt/ink/ink7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06T18:53:44.86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24 0 2721 0 0,'-22'3'3694'0'0,"22"-3"-3552"0"0,0 0-1 0 0,1 0 1 0 0,-1 1-1 0 0,0-1 1 0 0,1 0-1 0 0,-1 0 1 0 0,0 0-1 0 0,0 0 1 0 0,1 1-1 0 0,-1-1 1 0 0,0 0-1 0 0,0 0 1 0 0,1 0-1 0 0,-1 1 1 0 0,0-1-1 0 0,0 0 1 0 0,0 0-1 0 0,1 1 1 0 0,-1-1-1 0 0,0 0 1 0 0,0 1-1 0 0,0-1 1 0 0,0 0-1 0 0,0 0 1 0 0,0 1-1 0 0,1-1 1 0 0,-1 0-1 0 0,0 1 1 0 0,0-1-1 0 0,0 0 1 0 0,0 1-1 0 0,0-1 1 0 0,0 0-1 0 0,0 1 0 0 0,-1-1 1 0 0,1 0-1 0 0,0 1 1 0 0,0-1-1 0 0,0 0 1 0 0,0 0-1 0 0,0 1 1 0 0,0-1-1 0 0,0 0 1 0 0,-1 1-1 0 0,1-1 1 0 0,0 0-1 0 0,0 0 1 0 0,0 1-1 0 0,-1-1 1 0 0,1 0-1 0 0,0 0 1 0 0,0 0-1 0 0,-1 1 1 0 0,1-1-1 0 0,0 0 1 0 0,-1 0-1 0 0,1 0 1 0 0,0 0-1 0 0,0 0 1 0 0,-1 0-1 0 0,1 1 1 0 0,0-1-1 0 0,-1 0 1 0 0,1 0-1 0 0,-1 0 1 0 0,17 11 1463 0 0,-12-7-1300 0 0,1 0 1 0 0,0-1-1 0 0,0 1 0 0 0,0-1 0 0 0,1 0 0 0 0,-1-1 0 0 0,0 1 1 0 0,1-1-1 0 0,0 0 0 0 0,11 2 0 0 0,113 3 2096 0 0,-72-9-1392 0 0,-1-3-1 0 0,66-14 1 0 0,-25-2-6302 0 0,-46 5-9648 0 0,-47 15 10633 0 0</inkml:trace>
</inkml:ink>
</file>

<file path=ppt/ink/ink7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06T18:53:45.26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82 720 0 0,'0'0'4122'0'0,"5"0"-1894"0"0,92-27 7187 0 0,-61 16-7866 0 0,45-8-1 0 0,139-5 880 0 0,-205 24-3086 0 0,1 0 0 0 0,-1 1 0 0 0,0 0 0 0 0,0 1 0 0 0,21 6 0 0 0,-34-8 309 0 0,0 1 0 0 0,0 0 1 0 0,0-1-1 0 0,0 1 1 0 0,0 0-1 0 0,0 0 0 0 0,0 0 1 0 0,-1 0-1 0 0,1 0 1 0 0,0 0-1 0 0,-1 1 0 0 0,1-1 1 0 0,-1 1-1 0 0,2 1 1 0 0,-2-1-228 0 0,0-1 0 0 0,-1 1 0 0 0,1 0 0 0 0,0-1 0 0 0,-1 1 1 0 0,0 0-1 0 0,1 0 0 0 0,-1 0 0 0 0,0-1 0 0 0,0 1 1 0 0,0 3-1 0 0</inkml:trace>
</inkml:ink>
</file>

<file path=ppt/ink/ink7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06T18:53:51.06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613 0 1521 0 0,'51'6'1520'0'0,"-46"-5"-879"0"0,-5 0-593 0 0,0-1 1 0 0,0 1-1 0 0,0-1 1 0 0,1 0-1 0 0,-1 1 1 0 0,0-1-1 0 0,0 1 1 0 0,0-1-1 0 0,1 0 1 0 0,-1 1 0 0 0,0-1-1 0 0,0 0 1 0 0,1 1-1 0 0,-1-1 1 0 0,0 0-1 0 0,1 0 1 0 0,-1 1-1 0 0,0-1 1 0 0,1 0-1 0 0,-1 0 1 0 0,1 1-1 0 0,-1-1 1 0 0,0 0-1 0 0,1 0 1 0 0,-1 0-1 0 0,1 0 1 0 0,-1 0 0 0 0,1 0-1 0 0,-1 0 1 0 0,0 1-1 0 0,1-1 1 0 0,-1-1-1 0 0,1 1 1 0 0,-1 0-1 0 0,1 0 1 0 0,0 0-26 0 0,0 0 0 0 0,-1 0 1 0 0,1 0-1 0 0,-1 0 0 0 0,1 0 0 0 0,-1 0 1 0 0,1 0-1 0 0,-1 0 0 0 0,1 0 0 0 0,-1 0 1 0 0,1 0-1 0 0,0 1 0 0 0,-1-1 1 0 0,1 0-1 0 0,-1 0 0 0 0,1 0 0 0 0,-1 1 1 0 0,1-1-1 0 0,-1 0 0 0 0,0 1 0 0 0,1-1 1 0 0,-1 0-1 0 0,1 1 0 0 0,-1-1 0 0 0,0 1 1 0 0,1-1-1 0 0,-1 1 0 0 0,0-1 1 0 0,1 1-1 0 0,-1-1 0 0 0,0 1 0 0 0,0-1 1 0 0,0 1-1 0 0,1-1 0 0 0,-1 1 0 0 0,0-1 1 0 0,0 1-1 0 0,0 0 0 0 0,0 18 685 0 0,-3 50 1787 0 0,2-63-2313 0 0,0-1-1 0 0,0 1 0 0 0,-1-1 0 0 0,1 1 1 0 0,-1-1-1 0 0,-1 0 0 0 0,1 0 0 0 0,-1 0 1 0 0,-6 8-1 0 0,-2 0 142 0 0,-1 0 0 0 0,0-1 0 0 0,-26 19 0 0 0,25-21-45 0 0,0 1-1 0 0,1 0 0 0 0,-17 20 0 0 0,19-18 177 0 0,0-1-1 0 0,-1 1 1 0 0,0-2-1 0 0,-1 0 1 0 0,-1 0-1 0 0,1-1 1 0 0,-1 0-1 0 0,-1-1 1 0 0,-21 10-1 0 0,20-13-273 0 0,-1 0 0 0 0,0-1 0 0 0,0-1-1 0 0,0 0 1 0 0,-1-1 0 0 0,1-1-1 0 0,-1 0 1 0 0,1-2 0 0 0,-1 0 0 0 0,0 0-1 0 0,1-2 1 0 0,-1 0 0 0 0,1-1 0 0 0,0 0-1 0 0,-1-2 1 0 0,1 0 0 0 0,1 0 0 0 0,-19-11-1 0 0,30 14-165 0 0,-1 0 0 0 0,1-1 0 0 0,1 1 0 0 0,-1-1 0 0 0,0 0 0 0 0,1 0 1 0 0,-1-1-1 0 0,1 1 0 0 0,0-1 0 0 0,0 0 0 0 0,0 1 0 0 0,1-1 0 0 0,-3-5 0 0 0,2 2-12 0 0,1 1 0 0 0,0-1 0 0 0,1 0 0 0 0,0 1 0 0 0,0-1 0 0 0,0 0 1 0 0,1-13-1 0 0,1 16-19 0 0,-1-1 0 0 0,1 1 0 0 0,1 0 0 0 0,-1-1 0 0 0,1 1 0 0 0,-1 0 0 0 0,1 0 0 0 0,0 0 0 0 0,1 0 0 0 0,-1 0 0 0 0,1 1 0 0 0,-1-1 0 0 0,1 1 0 0 0,0-1 0 0 0,1 1-1 0 0,-1 0 1 0 0,0 0 0 0 0,1 1 0 0 0,4-3 0 0 0,3-3-11 0 0,0 1 0 0 0,0 1 0 0 0,1 0 0 0 0,24-9 0 0 0,-26 12 2 0 0,1 0-1 0 0,0 0 0 0 0,0 1 0 0 0,0 1 0 0 0,0 0 0 0 0,0 0 0 0 0,0 1 0 0 0,0 0 0 0 0,0 1 0 0 0,0 0 0 0 0,0 1 0 0 0,13 4 0 0 0,-10-1-9 0 0,0 0-1 0 0,-1 2 0 0 0,0 0 1 0 0,0 0-1 0 0,0 1 0 0 0,-1 1 1 0 0,0 0-1 0 0,13 13 0 0 0,-5-4 45 0 0,-2 1 0 0 0,0 1 0 0 0,-2 0 0 0 0,25 38 0 0 0,-34-47 51 0 0,0 0 0 0 0,1 0 0 0 0,1-1 0 0 0,18 18 0 0 0,-22-24-297 0 0,0-1-1 0 0,-1 1 1 0 0,1-1 0 0 0,1 0 0 0 0,7 3-1 0 0,-9-4-451 0 0,0-1-1 0 0,0 0 1 0 0,0 0-1 0 0,0 0 0 0 0,0-1 1 0 0,0 0-1 0 0,1 1 1 0 0,6-2-1 0 0,17-7-7473 0 0</inkml:trace>
</inkml:ink>
</file>

<file path=ppt/ink/ink7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06T18:53:52.09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29 0 3041 0 0,'0'1'141'0'0,"-1"-1"-1"0"0,1 1 0 0 0,0-1 0 0 0,0 1 0 0 0,0-1 0 0 0,0 1 0 0 0,0-1 0 0 0,-1 1 1 0 0,1-1-1 0 0,0 1 0 0 0,-1-1 0 0 0,1 0 0 0 0,0 1 0 0 0,-1-1 0 0 0,1 1 1 0 0,0-1-1 0 0,-1 0 0 0 0,1 1 0 0 0,-1-1 0 0 0,1 0 0 0 0,0 1 0 0 0,-1-1 0 0 0,1 0 1 0 0,-1 0-1 0 0,1 0 0 0 0,-1 1 0 0 0,1-1 0 0 0,-1 0 0 0 0,1 0 0 0 0,-1 0 0 0 0,0 0 1 0 0,0 0 7 0 0,0 0 1 0 0,1 0 0 0 0,-1 1-1 0 0,0-1 1 0 0,0 0-1 0 0,1 0 1 0 0,-1 1 0 0 0,0-1-1 0 0,0 1 1 0 0,1-1 0 0 0,-1 0-1 0 0,0 1 1 0 0,1-1-1 0 0,-1 1 1 0 0,1 0 0 0 0,-1-1-1 0 0,1 1 1 0 0,-1-1 0 0 0,1 1-1 0 0,-1 0 1 0 0,1-1 0 0 0,-1 1-1 0 0,1 0 1 0 0,0 0-1 0 0,0-1 1 0 0,-1 1 0 0 0,1 0-1 0 0,0 0 1 0 0,0-1 0 0 0,0 1-1 0 0,0 0 1 0 0,0 0-1 0 0,0 1 1 0 0,0-2-89 0 0,1 1 0 0 0,-1 0-1 0 0,1 0 1 0 0,0-1 0 0 0,-1 1-1 0 0,1 0 1 0 0,0-1 0 0 0,0 1 0 0 0,-1-1-1 0 0,1 1 1 0 0,0-1 0 0 0,0 1 0 0 0,0-1-1 0 0,0 0 1 0 0,0 1 0 0 0,0-1-1 0 0,0 0 1 0 0,0 0 0 0 0,0 1 0 0 0,-1-1-1 0 0,1 0 1 0 0,0 0 0 0 0,0 0 0 0 0,2-1-1 0 0,25 2 19 0 0,-27-1 32 0 0,65 8 984 0 0,-3-8-603 0 0,-8 2-10 0 0,102-11 1 0 0,-132 5-436 0 0,-4-1-69 0 0,0 2 1 0 0,1 1-1 0 0,-1 0 1 0 0,28 2-1 0 0,-49 0 28 0 0,0 1-1 0 0,1-1 1 0 0,-1 0-1 0 0,0 0 1 0 0,1 0 0 0 0,-1 1-1 0 0,0-1 1 0 0,0 0 0 0 0,1 0-1 0 0,-1 1 1 0 0,0-1-1 0 0,0 0 1 0 0,0 1 0 0 0,1-1-1 0 0,-1 0 1 0 0,0 0-1 0 0,0 1 1 0 0,0-1 0 0 0,0 1-1 0 0,0-1 1 0 0,1 0 0 0 0,-1 1-1 0 0,0-1 1 0 0,0 0-1 0 0,0 1 1 0 0,0-1 0 0 0,0 0-1 0 0,0 1 1 0 0,0-1 0 0 0,0 1-1 0 0,0-1 1 0 0,-1 0-1 0 0,1 1 1 0 0,0-1 0 0 0,0 0-1 0 0,0 1 1 0 0,0-1-1 0 0,0 0 1 0 0,-1 1 0 0 0,1-1-1 0 0,0 0 1 0 0,0 0 0 0 0,-1 1-1 0 0,1-1 1 0 0,0 0-1 0 0,0 0 1 0 0,-1 1 0 0 0,1-1-1 0 0,0 0 1 0 0,-1 0-1 0 0,1 1 1 0 0,-11 9 183 0 0,1 1-1 0 0,0 1 1 0 0,1 0 0 0 0,-9 13 0 0 0,-4 7 7 0 0,17-24-89 0 0,0 1 0 0 0,0-1 0 0 0,1 1 0 0 0,-5 16 0 0 0,5-15 52 0 0,0 1 0 0 0,0-1 0 0 0,-1 0 0 0 0,-6 9 1 0 0,-49 79 961 0 0,45-78-909 0 0,1-1 66 0 0,0 0-1 0 0,-18 36 1 0 0,-19 49 283 0 0,49-98-570 0 0,-1 1 1 0 0,1-1-1 0 0,-1 1 1 0 0,0-1-1 0 0,-1 0 1 0 0,-7 10-1 0 0,10-16-23 0 0,1 1 0 0 0,0-1 0 0 0,0 0-1 0 0,0 0 1 0 0,-1 0 0 0 0,1 0 0 0 0,0 0 0 0 0,0 1 0 0 0,-1-1-1 0 0,1 0 1 0 0,0 0 0 0 0,0 0 0 0 0,0 1 0 0 0,0-1-1 0 0,0 0 1 0 0,-1 0 0 0 0,1 1 0 0 0,0-1 0 0 0,0 0 0 0 0,0 0-1 0 0,0 1 1 0 0,0-1 0 0 0,0 0 0 0 0,0 0 0 0 0,0 1 0 0 0,0-1-1 0 0,0 0 1 0 0,0 0 0 0 0,0 1 0 0 0,0-1 0 0 0,0 0 0 0 0,0 0-1 0 0,0 1 1 0 0,0-1 0 0 0,0 0 0 0 0,0 0 0 0 0,0 1-1 0 0,0-1 1 0 0,1 0 0 0 0,-1 0 0 0 0,0 1 0 0 0,0-1 0 0 0,0 0-1 0 0,0 0 1 0 0,0 0 0 0 0,1 1 0 0 0,-1-1 0 0 0,0 0 0 0 0,0 0-1 0 0,1 0 1 0 0,-1 0 0 0 0,0 1 0 0 0,0-1 0 0 0,0 0 0 0 0,1 0-1 0 0,-1 0 1 0 0,0 0 0 0 0,0 0 0 0 0,1 0 0 0 0,-1 0-1 0 0,0 0 1 0 0,1 0 0 0 0,-1 0 0 0 0,0 0 0 0 0,0 0 0 0 0,1 0-1 0 0,-1 0 1 0 0,15-2-3260 0 0,-5-20-4284 0 0,13-12-1307 0 0</inkml:trace>
</inkml:ink>
</file>

<file path=ppt/ink/ink7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06T18:53:52.46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29 49 1441 0 0,'0'-7'4882'0'0,"-28"1"3122"0"0,56 6-3122 0 0,28-5-3522 0 0,0 5-639 0 0,0-7-961 0 0,23-4-3122 0 0,5 4-2561 0 0,0 2 81 0 0,-56 5 1200 0 0</inkml:trace>
</inkml:ink>
</file>

<file path=ppt/ink/ink7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06T18:53:53.14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0 297 4242 0 0,'7'-23'1331'0'0,"0"0"-1"0"0,2 0 1 0 0,19-36-1 0 0,-23 50-1065 0 0,-1 0-1 0 0,0 0 0 0 0,-1 0 1 0 0,0 0-1 0 0,0-1 1 0 0,-1 1-1 0 0,0-1 0 0 0,0 0 1 0 0,-1 1-1 0 0,-1-1 0 0 0,0 0 1 0 0,-1-11-1 0 0,1 18-206 0 0,0 2-37 0 0,0 0-1 0 0,0 0 0 0 0,1 0 1 0 0,-1 0-1 0 0,0 0 0 0 0,0 0 0 0 0,1-1 1 0 0,-1 1-1 0 0,1 0 0 0 0,-1 0 1 0 0,1 0-1 0 0,-1 0 0 0 0,1 0 0 0 0,0 1 1 0 0,0-1-1 0 0,-1 0 0 0 0,1 0 1 0 0,0 0-1 0 0,0 0 0 0 0,0 1 1 0 0,0-1-1 0 0,0 0 0 0 0,0 1 0 0 0,0-1 1 0 0,0 1-1 0 0,0-1 0 0 0,2 0 1 0 0,5-6 437 0 0,-8 195 1263 0 0,0-174-1630 0 0,-2 1-1 0 0,0-1 1 0 0,0 0-1 0 0,-6 17 1 0 0,4-17-27 0 0,1-1 0 0 0,0 1 0 0 0,1 0 1 0 0,0 17-1 0 0,1-15 36 0 0,0 1 0 0 0,-2-1 1 0 0,-6 26-1 0 0,5-26-44 0 0,1 0 1 0 0,0 0-1 0 0,-1 27 1 0 0,3-22-36 0 0,1-14-102 0 0,-1 0 0 0 0,1 1 1 0 0,1-1-1 0 0,1 13 0 0 0,-1-18-47 0 0,0 0-1 0 0,-1 0 0 0 0,1 0 0 0 0,0 0 1 0 0,0 0-1 0 0,0-1 0 0 0,0 1 0 0 0,0 0 1 0 0,0-1-1 0 0,0 1 0 0 0,1-1 0 0 0,-1 1 1 0 0,1-1-1 0 0,-1 1 0 0 0,1-1 0 0 0,-1 0 1 0 0,1 0-1 0 0,0 0 0 0 0,0 0 1 0 0,-1 0-1 0 0,5 1 0 0 0,-1 0-490 0 0,0-1-1 0 0,1 0 1 0 0,-1 0 0 0 0,1 0-1 0 0,-1 0 1 0 0,10-1 0 0 0,-12-1-201 0 0,1 1 1 0 0,0-1-1 0 0,0 0 1 0 0,-1 0 0 0 0,1 0-1 0 0,6-3 1 0 0</inkml:trace>
</inkml:ink>
</file>

<file path=ppt/ink/ink7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06T18:53:53.59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28 56 560 0 0,'-3'-10'5721'0'0,"-7"4"-2973"0"0,-2 0 187 0 0,9-8 3189 0 0,4 13-6054 0 0,0 0 0 0 0,0 0-1 0 0,0 0 1 0 0,0 0 0 0 0,0 0 0 0 0,0 1-1 0 0,0-1 1 0 0,1 0 0 0 0,-1 1-1 0 0,0-1 1 0 0,0 1 0 0 0,1-1-1 0 0,-1 1 1 0 0,0-1 0 0 0,1 1 0 0 0,1 0-1 0 0,-2-1 54 0 0,5-1-176 0 0,1 1 0 0 0,-1-1 0 0 0,0 1 1 0 0,0 0-1 0 0,1 1 0 0 0,-1-1 1 0 0,0 1-1 0 0,1 1 0 0 0,-1-1 0 0 0,0 1 1 0 0,1 0-1 0 0,7 2 0 0 0,2 2-152 0 0,0-1-1 0 0,-1 2 1 0 0,22 10-1 0 0,-32-13 266 0 0,-1 0 1 0 0,1-1-1 0 0,0 2 0 0 0,-1-1 0 0 0,1 0 1 0 0,-1 1-1 0 0,0 0 0 0 0,0 0 0 0 0,-1 0 1 0 0,1 1-1 0 0,-1-1 0 0 0,0 1 0 0 0,0 0 0 0 0,0 0 1 0 0,-1 0-1 0 0,0 0 0 0 0,3 9 0 0 0,-1 3 183 0 0,-1 0 1 0 0,-1 0-1 0 0,-1 0 0 0 0,-1 24 0 0 0,0-37-222 0 0,0 6 12 0 0,-1-1 0 0 0,0 0-1 0 0,-1 0 1 0 0,0 0 0 0 0,-6 17-1 0 0,-1 5-28 0 0,0 26 23 0 0,-6-3 80 0 0,7-2-161 0 0,-2-25-158 0 0,7-21 119 0 0,1-1-1 0 0,0 1 0 0 0,0 0 1 0 0,1 0-1 0 0,0 0 1 0 0,0 0-1 0 0,0 8 1 0 0,1-7-30 0 0,2 31-1618 0 0,-1-37 1589 0 0,-1 0 1 0 0,0 0-1 0 0,1 0 1 0 0,-1 0-1 0 0,0 0 1 0 0,1 0-1 0 0,-1 0 1 0 0,1 0-1 0 0,0 0 1 0 0,-1 0-1 0 0,1 0 1 0 0,0-1-1 0 0,0 1 1 0 0,-1 0-1 0 0,1 0 1 0 0,0-1 0 0 0,0 1-1 0 0,0-1 1 0 0,0 1-1 0 0,0 0 1 0 0,0-1-1 0 0,0 0 1 0 0,0 1-1 0 0,0-1 1 0 0,2 1-1 0 0,-3-1 54 0 0,0 0-1 0 0,0 0 1 0 0,1 0-1 0 0,-1 0 1 0 0,0 0-1 0 0,0 0 1 0 0,0 0 0 0 0,0 0-1 0 0,1 0 1 0 0,-1 0-1 0 0,0 0 1 0 0,0 0-1 0 0,0 0 1 0 0,0 0-1 0 0,0 0 1 0 0,1 0-1 0 0,-1 0 1 0 0,0 0-1 0 0,0-1 1 0 0,0 1-1 0 0,0 0 1 0 0,1 0-1 0 0,-1 0 1 0 0,0 0 0 0 0,0 0-1 0 0,0 0 1 0 0,0 0-1 0 0,0 0 1 0 0,0-1-1 0 0,0 1 1 0 0,1 0-1 0 0,-1 0 1 0 0,0 0-1 0 0,0 0 1 0 0,0 0-1 0 0,0-1 1 0 0,0 1-1 0 0,0 0 1 0 0,0 0-1 0 0,0 0 1 0 0,0 0 0 0 0,0-1-1 0 0,0 1 1 0 0,0 0-1 0 0,0 0 1 0 0,0 0-1 0 0,0 0 1 0 0,0-1-1 0 0,0 1 1 0 0,0 0-1 0 0,0 0 1 0 0,0 0-1 0 0,0 0 1 0 0,0-1-1 0 0,0-13-6450 0 0</inkml:trace>
</inkml:ink>
</file>

<file path=ppt/ink/ink7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06T18:53:53.95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56 65 160 0 0,'0'-6'4642'0'0,"-28"6"481"0"0,28-5-1602 0 0,-28 5 1762 0 0,28-7-4163 0 0,28 7-400 0 0,0 0-239 0 0,0 0-321 0 0,28 0-560 0 0,1 0-961 0 0,21-11-1761 0 0,-22 4-1360 0 0,0-9-240 0 0,-27 3 560 0 0</inkml:trace>
</inkml:ink>
</file>

<file path=ppt/ink/ink7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06T18:53:56.32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416 17 240 0 0,'5'0'630'0'0,"-4"0"-479"0"0,0 0-1 0 0,1 0 1 0 0,-1 0 0 0 0,0 0 0 0 0,0-1 0 0 0,1 1-1 0 0,-1 0 1 0 0,0-1 0 0 0,0 1 0 0 0,0 0 0 0 0,1-1-1 0 0,-1 0 1 0 0,0 1 0 0 0,0-1 0 0 0,0 0 0 0 0,0 1-1 0 0,0-1 1 0 0,3-4 3623 0 0,-10 2-3302 0 0,-13 2 635 0 0,14 1-133 0 0,1 0-107 0 0,-8 0-621 0 0,-1 0-1 0 0,1 0 1 0 0,0 1-1 0 0,0 0 0 0 0,0 1 1 0 0,0 1-1 0 0,0 0 1 0 0,1 0-1 0 0,-1 1 1 0 0,1 1-1 0 0,0 0 1 0 0,0 0-1 0 0,0 1 1 0 0,-11 9-1 0 0,-9 11 118 0 0,-34 37 0 0 0,20-18-342 0 0,36-34-45 0 0,0-1 0 0 0,1 1 0 0 0,-13 23 0 0 0,17-28-13 0 0,3-4 40 0 0,0 0 0 0 0,0 0 0 0 0,1 0 1 0 0,-1-1-1 0 0,1 1 0 0 0,-1 0 0 0 0,1 0 1 0 0,0 0-1 0 0,0 0 0 0 0,0 0 0 0 0,0 2 1 0 0,0-2 16 0 0,0 0 1 0 0,0 0 0 0 0,0 0-1 0 0,0 0 1 0 0,-1-1 0 0 0,1 1 0 0 0,0 0-1 0 0,-1 0 1 0 0,0 0 0 0 0,-1 2-1 0 0,-5 8 85 0 0,5-11-122 0 0,0 1 0 0 0,1-1-1 0 0,0 1 1 0 0,-1 0-1 0 0,1-1 1 0 0,0 1 0 0 0,0 0-1 0 0,0 0 1 0 0,0 0-1 0 0,0 0 1 0 0,1 0-1 0 0,-1 0 1 0 0,0 0 0 0 0,1 0-1 0 0,0 0 1 0 0,-1 0-1 0 0,1 0 1 0 0,0 0-1 0 0,0 1 1 0 0,0-1 0 0 0,1 0-1 0 0,-1 0 1 0 0,0 0-1 0 0,1 0 1 0 0,-1 0-1 0 0,1 0 1 0 0,0 0 0 0 0,1 3-1 0 0,4 6-200 0 0,-4-6 244 0 0,1 1 0 0 0,0-1 0 0 0,0 0 0 0 0,1 0 0 0 0,-1 0 0 0 0,1 0 0 0 0,0-1 0 0 0,1 0 0 0 0,-1 0 0 0 0,1 0 0 0 0,5 4 0 0 0,9 3 132 0 0,2-1 1 0 0,-1-1-1 0 0,1 0 1 0 0,0-2 0 0 0,1 0-1 0 0,0-2 1 0 0,0 0-1 0 0,33 2 1 0 0,-39-5-32 0 0,-1-1 1 0 0,0-1-1 0 0,1-1 0 0 0,-1 0 1 0 0,0-1-1 0 0,1-1 0 0 0,-1 0 1 0 0,-1-1-1 0 0,1-1 0 0 0,21-9 1 0 0,-35 13-84 0 0,1 1 1 0 0,0-1 0 0 0,-1 0-1 0 0,1 0 1 0 0,0 0 0 0 0,-1 0 0 0 0,0-1-1 0 0,1 1 1 0 0,-1 0 0 0 0,0-1 0 0 0,1 1-1 0 0,-1-1 1 0 0,0 1 0 0 0,0-1 0 0 0,0 1-1 0 0,0-1 1 0 0,1-3 0 0 0,10-18 483 0 0,-4 9-313 0 0,3-4 50 0 0,-1-1-1 0 0,0 0 0 0 0,-2 0 1 0 0,0-1-1 0 0,7-30 0 0 0,-13 39-237 0 0,0-1-1 0 0,-1 1 1 0 0,0-1-1 0 0,-1 1 1 0 0,0-1-1 0 0,-1 1 1 0 0,-3-16-1 0 0,2 20-100 0 0,-1 0-1 0 0,1 0 1 0 0,-1 0 0 0 0,0 0-1 0 0,-1 1 1 0 0,0-1 0 0 0,0 1-1 0 0,0 0 1 0 0,-1 0 0 0 0,0 0-1 0 0,-8-7 1 0 0,6 7-661 0 0,-11-15-392 0 0,15 0-8216 0 0,3 14 1353 0 0</inkml:trace>
</inkml:ink>
</file>

<file path=ppt/ink/ink7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06T18:53:56.93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419 96 480 0 0,'-5'10'5095'0'0,"-10"-8"-4141"0"0,11-2-386 0 0,0 0 792 0 0,-1 0-133 0 0,-74 1 1815 0 0,63-1-2515 0 0,-1 0 1 0 0,1 1-1 0 0,-23 5 0 0 0,19-3-342 0 0,6-1-23 0 0,1 1 0 0 0,0 1 1 0 0,0 0-1 0 0,0 1 0 0 0,0 0 0 0 0,1 1 0 0 0,0 1 0 0 0,0 0 0 0 0,0 0 0 0 0,-19 17 1 0 0,22-17-39 0 0,6-5-96 0 0,0 0 0 0 0,1 1 0 0 0,-1-1 0 0 0,1 1 0 0 0,0-1 0 0 0,0 1 0 0 0,0 0 0 0 0,0 0 0 0 0,0 0 0 0 0,1 0 0 0 0,0 0 0 0 0,-1 0 0 0 0,1 0 0 0 0,0 1 0 0 0,0-1 0 0 0,1 0 0 0 0,-1 1 0 0 0,1-1 0 0 0,-1 1 0 0 0,1-1 0 0 0,0 0 0 0 0,1 1 0 0 0,-1-1 0 0 0,0 1 0 0 0,1-1 0 0 0,0 0 0 0 0,0 1 0 0 0,0-1 0 0 0,2 5 0 0 0,1-2 9 0 0,0-1 0 0 0,0 1 0 0 0,0-1 0 0 0,0 0 0 0 0,1 0 0 0 0,0 0 0 0 0,0-1 1 0 0,0 0-1 0 0,10 6 0 0 0,5 5 46 0 0,-5-2-5 0 0,0 0 0 0 0,1-1 0 0 0,0-1 0 0 0,1 0 0 0 0,1-2 0 0 0,24 12 1 0 0,-28-16-81 0 0,-1-1 0 0 0,1 0 0 0 0,0-1 0 0 0,0 0 1 0 0,0-1-1 0 0,0-1 0 0 0,0 0 0 0 0,1-1 1 0 0,-1-1-1 0 0,0 0 0 0 0,0 0 0 0 0,0-2 0 0 0,0 0 1 0 0,15-5-1 0 0,-15 5 95 0 0,-1-1-1 0 0,1-1 1 0 0,-1 0-1 0 0,0-1 1 0 0,19-12 0 0 0,-27 15-34 0 0,1-1 0 0 0,-2 0 0 0 0,1 0 0 0 0,0 0 0 0 0,-1-1 0 0 0,0 1 1 0 0,0-1-1 0 0,0 0 0 0 0,0 0 0 0 0,-1 0 0 0 0,0-1 0 0 0,0 1 0 0 0,-1-1 0 0 0,1 0 0 0 0,-1 1 1 0 0,2-10-1 0 0,-3 6-7 0 0,0-1 0 0 0,0 0 0 0 0,-1 1 0 0 0,0-1 1 0 0,-1 0-1 0 0,0 1 0 0 0,-1-1 0 0 0,0 1 0 0 0,0-1 1 0 0,-1 1-1 0 0,0 0 0 0 0,0 0 0 0 0,-1 0 0 0 0,-1 0 1 0 0,1 1-1 0 0,-2-1 0 0 0,1 1 0 0 0,-1 1 0 0 0,0-1 1 0 0,0 1-1 0 0,-1 0 0 0 0,-10-8 0 0 0,2 1-308 0 0,0 2-1 0 0,-1-1 1 0 0,0 2 0 0 0,-1 0-1 0 0,0 1 1 0 0,0 1-1 0 0,-2 1 1 0 0,-22-8-1 0 0,6 10-3068 0 0,-60-3-1 0 0,94 9 3174 0 0,-32-1-5757 0 0</inkml:trace>
</inkml:ink>
</file>

<file path=ppt/ink/ink7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06T18:53:57.64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505 106 720 0 0,'-5'-1'2708'0'0,"-74"-21"6056"0"0,58 17-7510 0 0,10 3-776 0 0,-1 0-1 0 0,1 0 1 0 0,0 1-1 0 0,-12 0 1 0 0,-12 2-40 0 0,1 1 0 0 0,0 2 0 0 0,0 1 0 0 0,1 1 0 0 0,-41 14 0 0 0,69-18-394 0 0,0 1 1 0 0,-1-1 0 0 0,1 1-1 0 0,0 0 1 0 0,0 1-1 0 0,0-1 1 0 0,1 1 0 0 0,-1 0-1 0 0,1 0 1 0 0,0 0-1 0 0,0 1 1 0 0,1-1 0 0 0,-1 1-1 0 0,1 0 1 0 0,0 0-1 0 0,0 0 1 0 0,1 1 0 0 0,-1-1-1 0 0,1 1 1 0 0,0-1-1 0 0,1 1 1 0 0,-1 0 0 0 0,1 0-1 0 0,0-1 1 0 0,1 1-1 0 0,0 0 1 0 0,-1 0 0 0 0,2 0-1 0 0,-1 0 1 0 0,1 0 0 0 0,1 6-1 0 0,0-7-19 0 0,0 0 0 0 0,0-1 1 0 0,1 0-1 0 0,0 1 0 0 0,-1-1 0 0 0,1 0 0 0 0,1 0 1 0 0,-1-1-1 0 0,0 1 0 0 0,1-1 0 0 0,0 1 0 0 0,0-1 0 0 0,0 0 1 0 0,0-1-1 0 0,6 4 0 0 0,7 2 0 0 0,-1-1 0 0 0,32 9 0 0 0,-27-9-49 0 0,33 12-1 0 0,-39-13-32 0 0,1 0 0 0 0,-1-1 0 0 0,1-1 0 0 0,0 0 0 0 0,0-1 0 0 0,0-1 0 0 0,26 0 0 0 0,-35-1 42 0 0,0-1-1 0 0,0 0 0 0 0,-1-1 0 0 0,1 1 0 0 0,0-1 0 0 0,0 0 0 0 0,-1-1 0 0 0,1 0 1 0 0,-1 0-1 0 0,1 0 0 0 0,-1-1 0 0 0,0 0 0 0 0,0 0 0 0 0,0-1 0 0 0,0 1 0 0 0,-1-1 0 0 0,1-1 1 0 0,-1 1-1 0 0,0-1 0 0 0,6-6 0 0 0,-4 1 20 0 0,0-1 1 0 0,-1 1-1 0 0,0-1 0 0 0,-1 0 1 0 0,0 0-1 0 0,0-1 0 0 0,-2 1 1 0 0,1-1-1 0 0,-1 0 0 0 0,1-14 0 0 0,-3 20-8 0 0,0 1-1 0 0,-1 0 0 0 0,0-1 0 0 0,0 0 0 0 0,0 1 0 0 0,-1 0 0 0 0,0-1 0 0 0,0 1 0 0 0,0-1 0 0 0,-1 1 1 0 0,1 0-1 0 0,-1 0 0 0 0,0 0 0 0 0,-1 0 0 0 0,0 0 0 0 0,1 0 0 0 0,-1 1 0 0 0,-1-1 0 0 0,1 1 0 0 0,-1 0 0 0 0,0 0 1 0 0,1 0-1 0 0,-2 0 0 0 0,1 1 0 0 0,-9-6 0 0 0,-16-6-541 0 0,-1 1 1 0 0,-39-12 0 0 0,-23-2-5062 0 0,36 16-596 0 0</inkml:trace>
</inkml:ink>
</file>

<file path=ppt/ink/ink7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06T18:53:58.49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85 59 2401 0 0,'-8'0'1598'0'0,"-1"-1"-1"0"0,1 0 1 0 0,0-1 0 0 0,-1 0-1 0 0,-7-3 1 0 0,-5-1 2316 0 0,16 4-864 0 0,10-2-1698 0 0,11-2-325 0 0,1 2 0 0 0,-1-1 0 0 0,1 2 0 0 0,34-3 0 0 0,593-5 4002 0 0,-643 11-5031 0 0,21 0-400 0 0,-1 0 0 0 0,1 2 0 0 0,0 0 0 0 0,-1 2 0 0 0,25 6 0 0 0,-33-5-558 0 0,8 5-5828 0 0,-4-3 156 0 0,-12-1 763 0 0,-5 1 786 0 0</inkml:trace>
</inkml:ink>
</file>

<file path=ppt/ink/ink7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06T18:53:58.94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1198 1 1921 0 0,'1'12'8038'0'0,"5"-4"-4836"0"0,21 3-1592 0 0,-24-10-1361 0 0,310 121 8929 0 0,-298-114-8755 0 0,0 0 1 0 0,0 0-1 0 0,0 2 0 0 0,-1 0 1 0 0,-1 0-1 0 0,0 1 1 0 0,0 1-1 0 0,21 26 0 0 0,-20-19 199 0 0,0 1 0 0 0,-1 0 0 0 0,-2 1 0 0 0,0 1 0 0 0,13 34 0 0 0,-21-49-589 0 0,-1 0 0 0 0,1 1 0 0 0,-1-1 0 0 0,-1 1 1 0 0,1-1-1 0 0,-1 1 0 0 0,0 0 0 0 0,-1-1 0 0 0,0 1 0 0 0,0 0 0 0 0,-1 0 0 0 0,0-1 1 0 0,0 1-1 0 0,-1 0 0 0 0,0-1 0 0 0,0 1 0 0 0,-1-1 0 0 0,0 0 0 0 0,0 0 1 0 0,0 0-1 0 0,-1 0 0 0 0,0-1 0 0 0,-1 1 0 0 0,1-1 0 0 0,-1 0 0 0 0,-1 0 0 0 0,1-1 1 0 0,-1 0-1 0 0,0 0 0 0 0,-9 7 0 0 0,-1-1-33 0 0,-1 0 0 0 0,0-1 0 0 0,-1-1 0 0 0,0 0 0 0 0,-25 7 0 0 0,-108 25 0 0 0,-30-11 0 0 0,-320 12 0 0 0,400-40 0 0 0,-114-11 0 0 0,152 2 0 0 0,1-3 0 0 0,-100-27 0 0 0,147 33-207 0 0,1-1-1 0 0,0 0 1 0 0,0-1-1 0 0,0 0 1 0 0,1-1-1 0 0,0-1 1 0 0,-21-15 0 0 0,32 21-79 0 0,0 1 0 0 0,1-1-1 0 0,-1 0 1 0 0,1 1 0 0 0,-1-1 0 0 0,1 0 0 0 0,0 0 0 0 0,0 0 0 0 0,0 0 0 0 0,0 0 0 0 0,0 0 0 0 0,0 0 0 0 0,1 0 0 0 0,-1-1 0 0 0,1 1 0 0 0,-1 0 0 0 0,1 0 0 0 0,0-1 0 0 0,0 1 0 0 0,0 0 0 0 0,0 0 0 0 0,0-1 0 0 0,0 1 0 0 0,1 0 0 0 0,-1 0 0 0 0,1 0 0 0 0,0-1 0 0 0,0 1 0 0 0,-1 0 0 0 0,1 0 0 0 0,0 0 0 0 0,2-2 0 0 0,6-8-2297 0 0,0 2 1 0 0,0 0 0 0 0,1 0 0 0 0,0 0 0 0 0,13-8 0 0 0,-22 18 2409 0 0</inkml:trace>
</inkml:ink>
</file>

<file path=ppt/ink/ink7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06T18:54:03.58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338 302 560 0 0,'0'0'6390'0'0,"4"1"-5977"0"0,15 3 1 0 0,-14-1 292 0 0,-1 1 2 0 0,15 1-295 0 0,-18-5-284 0 0,-1 1-1 0 0,1-1 0 0 0,-1 1 1 0 0,0-1-1 0 0,1 1 0 0 0,-1-1 1 0 0,1 1-1 0 0,-1-1 0 0 0,0 1 1 0 0,1 0-1 0 0,-1-1 0 0 0,0 1 0 0 0,0-1 1 0 0,0 1-1 0 0,1 0 0 0 0,-1-1 1 0 0,0 1-1 0 0,0 0 0 0 0,0-1 1 0 0,0 1-1 0 0,0 1 0 0 0,-1 2 1845 0 0,1-11-379 0 0,0 6-1578 0 0,0 1 0 0 0,0 0 0 0 0,0-1 0 0 0,0 1 1 0 0,1 0-1 0 0,-1-1 0 0 0,0 1 0 0 0,0 0 0 0 0,0-1 0 0 0,1 1 0 0 0,-1 0 0 0 0,0-1 0 0 0,0 1 1 0 0,1 0-1 0 0,-1 0 0 0 0,0-1 0 0 0,1 1 0 0 0,-1 0 0 0 0,0 0 0 0 0,1-1 0 0 0,-1 1 0 0 0,0 0 1 0 0,1 0-1 0 0,-1 0 0 0 0,0 0 0 0 0,1 0 0 0 0,-1 0 0 0 0,1 0 0 0 0,-1-1 0 0 0,0 1 0 0 0,1 0 1 0 0,-1 0-1 0 0,0 1 0 0 0,1-1 0 0 0,0 0 0 0 0,-1 0 6 0 0,1 0 0 0 0,0 0 0 0 0,-1 0-1 0 0,1 0 1 0 0,0 0 0 0 0,-1 0 0 0 0,1 0 0 0 0,0-1 0 0 0,-1 1 0 0 0,1 0-1 0 0,-1 0 1 0 0,1 0 0 0 0,0-1 0 0 0,-1 1 0 0 0,1 0 0 0 0,-1-1-1 0 0,1 1 1 0 0,-1-1 0 0 0,1 1 0 0 0,-1 0 0 0 0,1-1 0 0 0,-1 1 0 0 0,1-1-1 0 0,-1 1 1 0 0,0-1 0 0 0,1 0 0 0 0,-1 1 0 0 0,0-1 0 0 0,1 1-1 0 0,-1-1 1 0 0,0 0 0 0 0,0 1 0 0 0,1-1 0 0 0,-1 1 0 0 0,0-1 0 0 0,0 0-1 0 0,0 1 1 0 0,0-1 0 0 0,0 0 0 0 0,-2-3 107 0 0,2-5 121 0 0,2 7-234 0 0,0 1 1 0 0,0 0-1 0 0,0 0 1 0 0,0 0-1 0 0,0 0 1 0 0,0 0-1 0 0,0 0 1 0 0,0 1-1 0 0,0-1 1 0 0,3 0-1 0 0,-4 0 0 0 0,0-1-1 0 0,0 1 1 0 0,-1 0-1 0 0,1-1 0 0 0,-1 1 1 0 0,1-1-1 0 0,-1 1 1 0 0,0-1-1 0 0,1 0 1 0 0,-1 1-1 0 0,0-1 0 0 0,0 1 1 0 0,0-1-1 0 0,0 1 1 0 0,0-1-1 0 0,-1-2 1 0 0,1 3-39 0 0,0 0 22 0 0,0 0-1 0 0,0 0 1 0 0,0 0-1 0 0,0 0 1 0 0,0-1-1 0 0,0 1 1 0 0,-1 0-1 0 0,1 0 1 0 0,0 0-1 0 0,-1 0 1 0 0,1 0-1 0 0,-1 0 1 0 0,1 0-1 0 0,-1 0 0 0 0,1 0 1 0 0,-1 0-1 0 0,0 0 1 0 0,1 1-1 0 0,-1-1 1 0 0,0 0-1 0 0,0 0 1 0 0,1 0-1 0 0,-1 1 1 0 0,0-1-1 0 0,-1 0 1 0 0,0 0-4 0 0,1 0 0 0 0,0 1 1 0 0,0-1-1 0 0,0 0 1 0 0,0 0-1 0 0,1 0 0 0 0,-1 0 1 0 0,0 0-1 0 0,0 0 0 0 0,0 0 1 0 0,1 0-1 0 0,-1 0 0 0 0,0 0 1 0 0,1 0-1 0 0,-1 0 1 0 0,1-1-1 0 0,0 1 0 0 0,-1 0 1 0 0,1 0-1 0 0,0-1 0 0 0,0 1 1 0 0,0 0-1 0 0,0 0 1 0 0,0-1-1 0 0,0-1 0 0 0,0-3-32 0 0,1 4 30 0 0,-1 0 0 0 0,0 0 0 0 0,0 0 1 0 0,1 0-1 0 0,-1 0 0 0 0,-1 1 0 0 0,1-1 0 0 0,0 0 0 0 0,0 0 1 0 0,-1 0-1 0 0,1 0 0 0 0,-1 0 0 0 0,1 0 0 0 0,-1 0 0 0 0,-2-3 1 0 0,-5 0 0 0 0,7 4 9 0 0,0 0-1 0 0,0 0 1 0 0,0 0-1 0 0,0 0 1 0 0,0 0 0 0 0,0 0-1 0 0,0 0 1 0 0,0 0-1 0 0,0 0 1 0 0,0 0-1 0 0,0 0 1 0 0,1 0 0 0 0,-1-1-1 0 0,0 1 1 0 0,1 0-1 0 0,-1-1 1 0 0,1 1 0 0 0,0 0-1 0 0,-1-1 1 0 0,1 1-1 0 0,0-1 1 0 0,0 1-1 0 0,0 0 1 0 0,0-1 0 0 0,0 1-1 0 0,0-1 1 0 0,1-1-1 0 0,-1 2-2 0 0,0 1 0 0 0,0-1 0 0 0,0 1 0 0 0,0-1 0 0 0,0 1 0 0 0,0-1 0 0 0,0 0 0 0 0,0 1 0 0 0,0-1 0 0 0,0 1 0 0 0,0-1 0 0 0,-1 1 0 0 0,1-1 0 0 0,0 1 0 0 0,0-1 0 0 0,0 1 0 0 0,-1-1 0 0 0,1 1 0 0 0,0-1 0 0 0,-1 1 0 0 0,1-1 0 0 0,-1 1 0 0 0,1-1 0 0 0,0 1 0 0 0,-1 0 0 0 0,1-1-1 0 0,-1 1 1 0 0,1 0 0 0 0,-1-1 0 0 0,1 1 0 0 0,-1 0 0 0 0,1 0 0 0 0,-1-1 0 0 0,1 1 0 0 0,-1 0 0 0 0,0 0 0 0 0,1 0 0 0 0,-1 0 0 0 0,1 0 0 0 0,-1 0 0 0 0,1 0 0 0 0,-2 0 0 0 0,2 0 0 0 0,-1 0 1 0 0,1 0-1 0 0,-1 0 0 0 0,1 0 1 0 0,-1 0-1 0 0,1 0 0 0 0,-1 0 1 0 0,1 0-1 0 0,-1 0 0 0 0,1-1 1 0 0,-1 1-1 0 0,1 0 0 0 0,-1 0 1 0 0,1 0-1 0 0,-1-1 0 0 0,1 1 1 0 0,-1 0-1 0 0,1-1 0 0 0,0 1 1 0 0,-1 0-1 0 0,1-1 0 0 0,0 1 1 0 0,-1 0-1 0 0,1-1 0 0 0,0 1 1 0 0,-1-1-1 0 0,1 1 0 0 0,0 0 1 0 0,0-1-1 0 0,-1 1 0 0 0,1-1 1 0 0,0 1-1 0 0,0-1 1 0 0,0 1-1 0 0,0-1 0 0 0,0 1 1 0 0,0-1-1 0 0,0 1 0 0 0,0-1 1 0 0,0 1-1 0 0,0-1 0 0 0,0 0 1 0 0,0 0 2 0 0,0 1 0 0 0,0-1 1 0 0,0 1-1 0 0,0-1 1 0 0,0 0-1 0 0,0 1 1 0 0,0-1-1 0 0,0 1 0 0 0,0-1 1 0 0,0 0-1 0 0,0 1 1 0 0,0-1-1 0 0,-1 1 0 0 0,1-1 1 0 0,0 1-1 0 0,0-1 1 0 0,-1 1-1 0 0,1-1 1 0 0,0 1-1 0 0,-1-1 0 0 0,1 1 1 0 0,0-1-1 0 0,-1 1 1 0 0,1-1-1 0 0,-1 1 0 0 0,1 0 1 0 0,-1-1-1 0 0,1 1 1 0 0,-1 0-1 0 0,1-1 1 0 0,-1 1-1 0 0,1 0 0 0 0,-1 0 1 0 0,1-1-1 0 0,-1 1 1 0 0,0 0-1 0 0,1 0 1 0 0,-1 0-1 0 0,1 0 0 0 0,-1 0 1 0 0,1 0-1 0 0,-1 0 1 0 0,0 0-1 0 0,0 0 0 0 0,-7-1 4 0 0,8 1-6 0 0,0 0 1 0 0,0 0-1 0 0,-1 0 0 0 0,1 0 1 0 0,0 0-1 0 0,0 0 1 0 0,0 0-1 0 0,-1 0 1 0 0,1 0-1 0 0,0 0 1 0 0,0 0-1 0 0,0 0 0 0 0,0-1 1 0 0,-1 1-1 0 0,1 0 1 0 0,0 0-1 0 0,0 0 1 0 0,0 0-1 0 0,0-1 0 0 0,0 1 1 0 0,-1 0-1 0 0,1 0 1 0 0,0 0-1 0 0,0 0 1 0 0,0-1-1 0 0,0 1 1 0 0,0 0-1 0 0,0 0 0 0 0,0 0 1 0 0,0-1-1 0 0,0 1 1 0 0,0 0-1 0 0,0 0 1 0 0,0-1-1 0 0,0 1 1 0 0,0 0-1 0 0,-1-1-1 0 0,1 1 1 0 0,0-1-1 0 0,0 1 1 0 0,-1 0-1 0 0,1-1 0 0 0,0 1 1 0 0,-1-1-1 0 0,1 1 0 0 0,0 0 1 0 0,-1-1-1 0 0,1 1 1 0 0,-1 0-1 0 0,1 0 0 0 0,0-1 1 0 0,-1 1-1 0 0,1 0 1 0 0,-1 0-1 0 0,1 0 0 0 0,-1-1 1 0 0,1 1-1 0 0,-1 0 1 0 0,1 0-1 0 0,-1 0 0 0 0,1 0 1 0 0,-1 0-1 0 0,1 0 0 0 0,-1 0 1 0 0,1 0-1 0 0,-1 0 1 0 0,1 0-1 0 0,-1 0 0 0 0,1 1 1 0 0,-1-1-1 0 0,0 0 1 0 0,1 0-1 0 0,-1 0 0 0 0,1 1 1 0 0,0-1-1 0 0,-1 0 1 0 0,1 0-1 0 0,-1 0 1 0 0,1 0-1 0 0,-1 0 0 0 0,1 0 1 0 0,-1 0-1 0 0,1 0 1 0 0,-1 0-1 0 0,1-1 1 0 0,0 1-1 0 0,-1 0 0 0 0,1 0 1 0 0,-1 0-1 0 0,1 0 1 0 0,-1-1-1 0 0,1 1 0 0 0,0 0 1 0 0,-1 0-1 0 0,1-1 1 0 0,0 1-1 0 0,-1 0 1 0 0,1-1-1 0 0,0 1 0 0 0,-1 0 1 0 0,1-1-1 0 0,0 1 1 0 0,-5-1 65 0 0,-18 0 1 0 0,-57-12 26 0 0,66 8 98 0 0,7 2-177 0 0,-33-1 182 0 0,31 3-172 0 0,-20-4 20 0 0,11 1-32 0 0,-61-9-119 0 0,74 8-421 0 0</inkml:trace>
</inkml:ink>
</file>

<file path=ppt/ink/ink7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06T18:54:04.48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132 190 640 0 0,'0'-13'1732'0'0,"1"9"-1196"0"0,0 0 0 0 0,-1 1 0 0 0,0-1 0 0 0,0 0 0 0 0,0 1 0 0 0,0-1 0 0 0,-1 0 0 0 0,0 1 0 0 0,1-1 0 0 0,-1 0 0 0 0,-3-6 0 0 0,-5 3 275 0 0,8 7-706 0 0,0-1 0 0 0,0 1 0 0 0,0-1 1 0 0,1 0-1 0 0,-1 1 0 0 0,0-1 0 0 0,0 0 0 0 0,0 0 0 0 0,1 0 1 0 0,-1 1-1 0 0,0-1 0 0 0,1 0 0 0 0,-1 0 0 0 0,0 0 0 0 0,1 0 1 0 0,0 0-1 0 0,-1 0 0 0 0,1 0 0 0 0,0-1 0 0 0,-1 1 0 0 0,1 0 1 0 0,0 0-1 0 0,0-2 0 0 0,0 2-34 0 0,0 0 0 0 0,0 0 0 0 0,0 0 0 0 0,0 0 0 0 0,-1 1-1 0 0,1-1 1 0 0,0 0 0 0 0,0 0 0 0 0,0 0 0 0 0,-1 0 0 0 0,1 0 0 0 0,-1 0 0 0 0,1 1 0 0 0,0-1 0 0 0,-1 0 0 0 0,0 0 0 0 0,1 1 0 0 0,-1-1-1 0 0,1 0 1 0 0,-1 1 0 0 0,0-1 0 0 0,1 1 0 0 0,-1-1 0 0 0,0 1 0 0 0,0-1 0 0 0,1 1 0 0 0,-1-1 0 0 0,-2 0 0 0 0,3 1-21 0 0,-1 0 0 0 0,0-1 0 0 0,0 1 0 0 0,0 0 0 0 0,1-1 0 0 0,-1 1 0 0 0,0-1 0 0 0,1 1 0 0 0,-1-1 0 0 0,0 0 0 0 0,1 1 0 0 0,-1-1 0 0 0,1 0 0 0 0,-1 1 0 0 0,1-1 1 0 0,-1 0-1 0 0,1 1 0 0 0,-1-1 0 0 0,1 0 0 0 0,0 0 0 0 0,-1 0 0 0 0,1 1 0 0 0,0-1 0 0 0,0 0 0 0 0,0 0 0 0 0,0 0 0 0 0,0 0 0 0 0,0-1 0 0 0,-1 0 41 0 0,1 0 0 0 0,0 0 1 0 0,0 0-1 0 0,1 0 0 0 0,-1 0 0 0 0,0 0 0 0 0,1 0 0 0 0,-1 1 1 0 0,1-1-1 0 0,-1 0 0 0 0,2-2 0 0 0,14-6 160 0 0,-13 9-209 0 0,2-5 134 0 0,-1 0-98 0 0,-3 5-75 0 0,0 1 1 0 0,0-1-1 0 0,-1 1 0 0 0,1-1 0 0 0,0 1 1 0 0,0-1-1 0 0,0 1 0 0 0,0-1 1 0 0,-1 1-1 0 0,1 0 0 0 0,0 0 1 0 0,0-1-1 0 0,0 1 0 0 0,0 0 0 0 0,0 0 1 0 0,0 0-1 0 0,0 0 0 0 0,0 0 1 0 0,0 0-1 0 0,0 0 0 0 0,0 0 1 0 0,0 1-1 0 0,0-1 0 0 0,0 0 0 0 0,1 1 1 0 0,-3 3 3 0 0,-1 12 66 0 0,0 1-1 0 0,-1-1 0 0 0,0 0 1 0 0,-2 0-1 0 0,1 0 0 0 0,-2 0 1 0 0,-11 21-1 0 0,9-22 11 0 0,2 1-1 0 0,0-1 1 0 0,0 1 0 0 0,2 0 0 0 0,0 0-1 0 0,1 0 1 0 0,-2 26 0 0 0,4-27-56 0 0,0 1-1 0 0,-1-1 1 0 0,-1 0 0 0 0,0 1-1 0 0,-1-1 1 0 0,-11 25 0 0 0,12-30-14 0 0,-1 0 0 0 0,1 0 1 0 0,1 0-1 0 0,-1 0 0 0 0,0 21 1 0 0,11 24 38 0 0,-2-26-24 0 0,-3 1 43 0 0,-2-1 1 0 0,-2 44-1 0 0,-1-35 59 0 0,5 43 0 0 0,-2-70-155 0 0,0 0 1 0 0,1-1-1 0 0,1 1 1 0 0,-1-1-1 0 0,2 1 1 0 0,0-1-1 0 0,0 0 1 0 0,8 14-1 0 0,-4-12-258 0 0,1 0-1 0 0,0-1 1 0 0,12 12-1 0 0,-20-21 130 0 0,0-1 0 0 0,1 1 0 0 0,-1-1 0 0 0,1 0 0 0 0,-1 1 0 0 0,1-1-1 0 0,-1 0 1 0 0,1 0 0 0 0,-1 0 0 0 0,1 0 0 0 0,0 0 0 0 0,0-1 0 0 0,0 1 0 0 0,-1 0 0 0 0,1-1-1 0 0,0 1 1 0 0,0-1 0 0 0,3 1 0 0 0,-3-2-346 0 0,1 0 0 0 0,0-1 0 0 0,0 1 0 0 0,-1 0 0 0 0,1-1 0 0 0,0 0 1 0 0,-1 1-1 0 0,0-1 0 0 0,1 0 0 0 0,2-3 0 0 0,-4 4 350 0 0,50-43-8160 0 0</inkml:trace>
</inkml:ink>
</file>

<file path=ppt/ink/ink7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06T18:54:06.05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30 8 1521 0 0,'0'0'7977'0'0,"-5"0"-6243"0"0,-13 0-280 0 0,13 0-240 0 0,5 0-1187 0 0,0-1 1 0 0,0 1 0 0 0,0 0-1 0 0,0 0 1 0 0,-1 0 0 0 0,1 0-1 0 0,0 0 1 0 0,0 0 0 0 0,0-1-1 0 0,0 1 1 0 0,0 0 0 0 0,0 0-1 0 0,0 0 1 0 0,0 0 0 0 0,0-1-1 0 0,0 1 1 0 0,0 0 0 0 0,0 0 0 0 0,0 0-1 0 0,0 0 1 0 0,0-1 0 0 0,0 1-1 0 0,0 0 1 0 0,0 0 0 0 0,0 0-1 0 0,0 0 1 0 0,0-1 0 0 0,0 1-1 0 0,0 0 1 0 0,0 0 0 0 0,0 0-1 0 0,1 0 1 0 0,-1 0 0 0 0,0-1-1 0 0,0 1 1 0 0,0 0 0 0 0,0 0-1 0 0,0 0 1 0 0,0 0 0 0 0,0 0-1 0 0,1 0 1 0 0,-1 0 0 0 0,0 0-1 0 0,0-1 1 0 0,0 1 0 0 0,0 0-1 0 0,1 0 1 0 0,-1 0 0 0 0,0 0-1 0 0,0 0 1 0 0,0 0 0 0 0,0 0-1 0 0,0 0 1 0 0,1 0 0 0 0,-1 0-1 0 0,0 0 1 0 0,0 0 0 0 0,0 0-1 0 0,0 0 1 0 0,1 0 0 0 0,-1 0-1 0 0,0 0 1 0 0,0 0 0 0 0,0 0 0 0 0,0 1-1 0 0,1-1 1 0 0,4-1 305 0 0,0 1-1 0 0,0 0 1 0 0,1 0 0 0 0,-1 0 0 0 0,0 1-1 0 0,7 1 1 0 0,19 2 793 0 0,86 2 715 0 0,-28 4-710 0 0,100 23 0 0 0,-51-7-219 0 0,-76-13-422 0 0,-2 3-1 0 0,65 25 0 0 0,20 14 458 0 0,-62-25-497 0 0,96 22-1 0 0,-137-40-228 0 0,-1-3 16 0 0,1-1 0 0 0,0-2-1 0 0,0-2 1 0 0,64-2 0 0 0,158-24 1533 0 0,-250 20-1696 0 0,603-72 1901 0 0,-447 55-1969 0 0,100-15-7 0 0,-207 23 1 0 0,2 3 0 0 0,-1 3 0 0 0,103 4 0 0 0,-164 1 0 0 0,1 0 0 0 0,-1 1 0 0 0,0-1 0 0 0,1 1 0 0 0,-1 0 0 0 0,0 0 0 0 0,0 0 0 0 0,1 1 0 0 0,-1-1 0 0 0,0 1 0 0 0,0 0 0 0 0,-1 0 0 0 0,5 3 0 0 0,10 7 0 0 0,-12-10 0 0 0,-3-2 0 0 0,-1 0 0 0 0,0 0 0 0 0,0 1 0 0 0,0-1 0 0 0,0 1 0 0 0,0-1 0 0 0,0 1 0 0 0,0 0 0 0 0,0-1 0 0 0,0 1 0 0 0,0 0 0 0 0,0 0 0 0 0,0-1 0 0 0,0 1 0 0 0,0 0 0 0 0,0 0 0 0 0,-1 0 0 0 0,1 0 0 0 0,0 0 0 0 0,-1 0 0 0 0,1 0 0 0 0,-1 0 0 0 0,1 1 0 0 0,-1-1 0 0 0,0 0 0 0 0,1 0 0 0 0,-1 0 0 0 0,0 1 0 0 0,0 1 0 0 0,1-2 0 0 0,0-1 0 0 0,-1 1 0 0 0,1 0 0 0 0,0 0 0 0 0,0 0 0 0 0,0-1 0 0 0,-1 1 0 0 0,1-1 0 0 0,0 1 0 0 0,0 0 0 0 0,0-1 0 0 0,0 0 0 0 0,0 1 0 0 0,0-1 0 0 0,0 0 0 0 0,0 1 0 0 0,0-1 0 0 0,0 0 0 0 0,1 0 0 0 0,-1 0 0 0 0,0 0 0 0 0,0 0 0 0 0,1 0 0 0 0,2 1 0 0 0,92 26 0 0 0,-1-1 0 0 0,-70-18 0 0 0,11 2 0 0 0,53 0 0 0 0,0-3 0 0 0,0-5 0 0 0,93-9 0 0 0,-25-14 0 0 0,242-64 0 0 0,-377 79 0 0 0,68-12 0 0 0,-60 13 0 0 0,4 0 0 0 0,0 1 0 0 0,54 0 0 0 0,-31 4 0 0 0,-19 0 0 0 0,-15 2 0 0 0,33 7 0 0 0,32-2 0 0 0,0-4 0 0 0,117-12 0 0 0,-176 8 0 0 0,93-8 0 0 0,205-40 0 0 0,-176 24 0 0 0,54-11 0 0 0,-180 30 0 0 0,10-2 0 0 0,49-5 0 0 0,-57 12 0 0 0,-24 3 0 0 0,0 1 0 0 0,41 5 0 0 0,-4 3 0 0 0,2 0 0 0 0,1-1 0 0 0,0-2 0 0 0,60 2 0 0 0,-86-8 0 0 0,258 20 0 0 0,-252-20 0 0 0,-22-2 0 0 0,-1 0 0 0 0,0 0 0 0 0,0 0 0 0 0,0 0 0 0 0,1 1 0 0 0,-1-1 0 0 0,0 0 0 0 0,0 0 0 0 0,0 0 0 0 0,1 0 0 0 0,-1 0 0 0 0,0 0 0 0 0,0 0 0 0 0,0 0 0 0 0,0 1 0 0 0,1-1 0 0 0,-1 0 0 0 0,0 0 0 0 0,0 0 0 0 0,0 0 0 0 0,0 1 0 0 0,0-1 0 0 0,1 0 0 0 0,-1 0 0 0 0,0 0 0 0 0,0 1 0 0 0,0-1 0 0 0,0 0 0 0 0,0 0 0 0 0,0 0 0 0 0,0 1 0 0 0,0-1 0 0 0,0 0 0 0 0,0 0 0 0 0,0 0 0 0 0,0 1 0 0 0,0-1-12 0 0,0 1-1 0 0,0-1 1 0 0,0 0 0 0 0,0 1-1 0 0,-1-1 1 0 0,1 0 0 0 0,0 1-1 0 0,0-1 1 0 0,0 0 0 0 0,0 1-1 0 0,-1-1 1 0 0,1 0 0 0 0,0 0 0 0 0,0 1-1 0 0,-1-1 1 0 0,1 0 0 0 0,0 0-1 0 0,-1 1 1 0 0,1-1 0 0 0,0 0-1 0 0,-1 0 1 0 0,1 0 0 0 0,0 0-1 0 0,-1 1 1 0 0,1-1 0 0 0,0 0-1 0 0,-1 0 1 0 0,1 0 0 0 0,0 0-1 0 0,-1 0 1 0 0,1 0 0 0 0,0 0-1 0 0,-1 0 1 0 0,-55 13-4144 0 0,-42 8-8669 0 0</inkml:trace>
</inkml:ink>
</file>

<file path=ppt/ink/ink7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06T18:54:07.70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0 124 640 0 0,'0'7'721'0'0,"29"-7"79"0"0,-1 0-560 0 0,-28-7-160 0 0,28 2-160 0 0,0-13 0 0 0,0 7-80 0 0,-28-7-160 0 0,28 0 0 0 0,0 1 0 0 0,0 4 79 0 0,-28 1 1 0 0,28 6 0 0 0,0 1-160 0 0</inkml:trace>
</inkml:ink>
</file>

<file path=ppt/ink/ink7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06T18:54:09.67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1 80 0 0,'5'0'67'0'0,"-4"0"-65"0"0,0 0 1 0 0,0 0 0 0 0,0 0 0 0 0,0 0-1 0 0,0 0 1 0 0,0 0 0 0 0,0 0-1 0 0,0 0 1 0 0,0 1 0 0 0,-1-1-1 0 0,1 0 1 0 0,0 1 0 0 0,0-1-1 0 0,0 1 1 0 0,1 0 0 0 0,-1 0 75 0 0,0 1 0 0 0,0-1 0 0 0,0 0 1 0 0,-1 1-1 0 0,1-1 0 0 0,-1 1 0 0 0,1-1 0 0 0,-1 1 0 0 0,1-1 1 0 0,-1 1-1 0 0,0-1 0 0 0,0 1 0 0 0,0-1 0 0 0,0 1 0 0 0,0 2 1 0 0,0-3-56 0 0,0 0 0 0 0,0-1 0 0 0,0 1 0 0 0,0 0 0 0 0,0 0 0 0 0,0 0 0 0 0,0-1 0 0 0,0 1 0 0 0,0 0 1 0 0,-1 0-1 0 0,1 0 0 0 0,0-1 0 0 0,-1 1 0 0 0,1 0 0 0 0,0-1 0 0 0,-1 1 0 0 0,1 0 0 0 0,-1-1 0 0 0,1 1 0 0 0,-1 0 0 0 0,1-1 1 0 0,-1 1-1 0 0,1-1 0 0 0,-1 1 0 0 0,0-1 0 0 0,1 1 0 0 0,-1-1 0 0 0,0 1 0 0 0,0-1 0 0 0,1 0 0 0 0,-1 1 0 0 0,0-1 0 0 0,0 0 1 0 0,1 0-1 0 0,-1 0 0 0 0,-1 1 0 0 0,-4 1 96 0 0,12 1 448 0 0,-5-3-536 0 0,0 0 1 0 0,0 0-1 0 0,0 1 0 0 0,0-1 0 0 0,0 0 1 0 0,0 1-1 0 0,0-1 0 0 0,0 0 0 0 0,-1 1 1 0 0,1-1-1 0 0,0 1 0 0 0,0 0 0 0 0,0-1 1 0 0,0 1-1 0 0,-1 0 0 0 0,1-1 0 0 0,0 1 1 0 0,0 1-1 0 0,-1 3 26 0 0,-1-3 87 0 0,1 0-1 0 0,-1 0 0 0 0,1 0 1 0 0,0 0-1 0 0,0 0 0 0 0,0 0 1 0 0,0 0-1 0 0,0 0 1 0 0,1 0-1 0 0,-1 0 0 0 0,1 0 1 0 0,-1 0-1 0 0,1 0 0 0 0,0 0 1 0 0,0 0-1 0 0,1 2 0 0 0,3-1-56 0 0,-4-3-52 0 0,0 1-1 0 0,0 0 1 0 0,1 0-1 0 0,-1 0 1 0 0,0-1-1 0 0,0 1 0 0 0,0 0 1 0 0,0 0-1 0 0,0 1 1 0 0,0-1-1 0 0,0 0 1 0 0,0 0-1 0 0,-1 0 1 0 0,1 1-1 0 0,0-1 1 0 0,-1 0-1 0 0,1 1 0 0 0,-1-1 1 0 0,1 0-1 0 0,-1 1 1 0 0,0-1-1 0 0,1 1 1 0 0,-1-1-1 0 0,0 1 1 0 0,0-1-1 0 0,0 1 1 0 0,0-1-1 0 0,0 0 0 0 0,-1 3 1 0 0,1-1-7 0 0,0-1-1 0 0,1 1 1 0 0,-1-1 0 0 0,1 1 0 0 0,0-1-1 0 0,-1 1 1 0 0,1-1 0 0 0,0 1-1 0 0,0-1 1 0 0,1 0 0 0 0,-1 1 0 0 0,0-1-1 0 0,4 4 1 0 0,3 7 78 0 0,-7-12-100 0 0,0 0 0 0 0,-1 0 0 0 0,0 0-1 0 0,1 1 1 0 0,-1-1 0 0 0,0 0 0 0 0,1 0 0 0 0,-1 1 0 0 0,0-1 0 0 0,0 0 0 0 0,0 0 0 0 0,0 1 0 0 0,0-1 0 0 0,0 0 0 0 0,-1 0 0 0 0,1 1 0 0 0,0-1 0 0 0,-1 0 0 0 0,1 0 0 0 0,0 0 0 0 0,-1 1 0 0 0,0-1 0 0 0,1 0 0 0 0,-1 0 0 0 0,0 0 0 0 0,1 0 0 0 0,-1 0 0 0 0,0 0 0 0 0,0 0 0 0 0,0 0 0 0 0,-2 1 0 0 0,2-1 3 0 0,0 0-1 0 0,0 0 0 0 0,-1 1 1 0 0,1-1-1 0 0,0 0 0 0 0,0 1 1 0 0,0-1-1 0 0,1 1 0 0 0,-1-1 1 0 0,0 1-1 0 0,0-1 0 0 0,1 1 1 0 0,-1-1-1 0 0,1 1 0 0 0,0 0 1 0 0,-1 2-1 0 0,0 9 213 0 0,1-11-198 0 0,0 1-1 0 0,-1-1 1 0 0,1 0 0 0 0,0 0-1 0 0,0 1 1 0 0,0-1-1 0 0,1 0 1 0 0,-1 0 0 0 0,0 0-1 0 0,1 1 1 0 0,0-1-1 0 0,-1 0 1 0 0,1 0 0 0 0,2 3-1 0 0,4 4 0 0 0,-5-8 4 0 0,-1 1 1 0 0,1-1-1 0 0,-1 1 0 0 0,0-1 0 0 0,0 1 1 0 0,0 0-1 0 0,0-1 0 0 0,0 1 0 0 0,0 0 1 0 0,0 0-1 0 0,0 0 0 0 0,-1 0 0 0 0,1 0 1 0 0,-1 0-1 0 0,1 0 0 0 0,-1 0 0 0 0,0 0 1 0 0,0 0-1 0 0,0 2 0 0 0,0 125 1175 0 0,0-128-1186 0 0,0-1 1 0 0,0 1-1 0 0,1-1 1 0 0,-1 1 0 0 0,0-1-1 0 0,0 1 1 0 0,0-1-1 0 0,1 1 1 0 0,-1-1-1 0 0,0 1 1 0 0,1-1 0 0 0,-1 0-1 0 0,0 1 1 0 0,1-1-1 0 0,-1 1 1 0 0,1-1-1 0 0,-1 0 1 0 0,0 1 0 0 0,1-1-1 0 0,-1 0 1 0 0,1 0-1 0 0,-1 1 1 0 0,1-1-1 0 0,-1 0 1 0 0,1 0 0 0 0,-1 0-1 0 0,1 0 1 0 0,-1 1-1 0 0,1-1 1 0 0,0 0-1 0 0,-1 0 1 0 0,1 0 0 0 0,-1 0-1 0 0,2-1 1 0 0,-2 1 52 0 0,1 0 1 0 0,-1 0 0 0 0,1 0 0 0 0,-1 0-1 0 0,1 0 1 0 0,-1 0 0 0 0,1 0-1 0 0,-1 0 1 0 0,1 1 0 0 0,-1-1 0 0 0,1 0-1 0 0,-1 0 1 0 0,1 0 0 0 0,-1 0-1 0 0,0 1 1 0 0,1-1 0 0 0,-1 0 0 0 0,1 0-1 0 0,-1 1 1 0 0,0-1 0 0 0,1 0-1 0 0,-1 1 1 0 0,1-1 0 0 0,-1 0 0 0 0,0 1-1 0 0,0-1 1 0 0,1 1 0 0 0,-1-1-1 0 0,0 0 1 0 0,0 1 0 0 0,1-1 0 0 0,-1 1-1 0 0,0 0 1 0 0,24 4 651 0 0,475 66 3109 0 0,-460-63-3741 0 0,99 26 944 0 0,-109-27-774 0 0,0-1 0 0 0,0-1 0 0 0,48 1 0 0 0,2 0 84 0 0,28 1 366 0 0,0-5-1 0 0,115-13 1 0 0,-13 0 51 0 0,234 18 748 0 0,-367-2-1278 0 0,124 14 462 0 0,62 8 455 0 0,-88-14-930 0 0,-161-13-230 0 0,25 1 130 0 0,63-6 0 0 0,-16-1 38 0 0,186-13 73 0 0,100 6 69 0 0,-148 9-98 0 0,235 12-181 0 0,-342-3-7 0 0,113 6 230 0 0,556 5 613 0 0,-266-33-306 0 0,-451 13-517 0 0,176-3 207 0 0,-187 10-20 0 0,84 14 1 0 0,-35-2-93 0 0,160 6 210 0 0,-223-21-408 0 0,-1-1 1 0 0,1-3 0 0 0,-1-1 0 0 0,45-11 0 0 0,-79 14 42 0 0,1 0-10 0 0,35 0 43 0 0,17-3 157 0 0,-38 4-80 0 0,174-5 320 0 0,-193 6-399 0 0,-3 1-6 0 0,0-1 0 0 0,0 0 0 0 0,0 0 0 0 0,0 1 1 0 0,0-1-1 0 0,0 0 0 0 0,0 0 0 0 0,0 0 0 0 0,0 0 0 0 0,0-1 1 0 0,0 1-1 0 0,0 0 0 0 0,-1 0 0 0 0,1 0 0 0 0,0-1 1 0 0,0 1-1 0 0,0 0 0 0 0,0-1 0 0 0,0 1 0 0 0,0-1 0 0 0,-1 1 1 0 0,1-1-1 0 0,0 0 0 0 0,1-1 0 0 0,3 1-302 0 0,7 1-125 0 0,-16-1 41 0 0,-61-6-3454 0 0,-94-8-6200 0 0,-79-3-5629 0 0</inkml:trace>
</inkml:ink>
</file>

<file path=ppt/ink/ink7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06T18:54:11.36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116 207 160 0 0,'0'0'20'0'0,"0"-1"0"0"0,0 1-1 0 0,-1-1 1 0 0,1 0 0 0 0,0 1 0 0 0,0-1 0 0 0,0 1-1 0 0,0-1 1 0 0,0 0 0 0 0,0 1 0 0 0,0-1-1 0 0,0 0 1 0 0,0 1 0 0 0,0-1 0 0 0,1 0 0 0 0,-1 1-1 0 0,0-1 1 0 0,0 1 0 0 0,0-1 0 0 0,1 1-1 0 0,-1-1 1 0 0,0 0 0 0 0,1 1 0 0 0,-1-1 0 0 0,1 1-1 0 0,-1 0 1 0 0,0-1 0 0 0,2 0 0 0 0,4-2-56 0 0,7-5 588 0 0,-9-16 452 0 0,-4-65 4652 0 0,-1 87-5636 0 0,0 0-1 0 0,0 1 0 0 0,-1-1 1 0 0,1 1-1 0 0,-1-1 0 0 0,1 1 1 0 0,-1-1-1 0 0,1 1 0 0 0,-1 0 1 0 0,0 0-1 0 0,0-1 0 0 0,0 2 1 0 0,0-1-1 0 0,1 0 0 0 0,-1 0 1 0 0,-4 0-1 0 0,4 0-1 0 0,-4-2-8 0 0,5 3-10 0 0,1 0 0 0 0,-1 0-1 0 0,0 0 1 0 0,0-1 0 0 0,0 1 0 0 0,1 0-1 0 0,-1-1 1 0 0,0 1 0 0 0,0 0-1 0 0,1-1 1 0 0,-1 1 0 0 0,0-1 0 0 0,0 1-1 0 0,1-1 1 0 0,-1 0 0 0 0,1 1-1 0 0,-1-1 1 0 0,1 0 0 0 0,-1 1-1 0 0,1-1 1 0 0,-1 0 0 0 0,1 0 0 0 0,0 0-1 0 0,-1 1 1 0 0,1-1 0 0 0,0 0-1 0 0,-1 0 1 0 0,1 0 0 0 0,0 0 0 0 0,0 1-1 0 0,0-1 1 0 0,0 0 0 0 0,0 0-1 0 0,0-1 1 0 0,-1 1 0 0 0,1 1 0 0 0,-1-1 0 0 0,0 0 0 0 0,0 0 0 0 0,1 1-1 0 0,-1-1 1 0 0,0 0 0 0 0,0 1 0 0 0,0-1 0 0 0,0 1 0 0 0,0-1 0 0 0,0 1 0 0 0,0-1 0 0 0,0 1-1 0 0,0 0 1 0 0,0 0 0 0 0,0-1 0 0 0,0 1 0 0 0,-1 0 0 0 0,1 0 0 0 0,-2 0 0 0 0,3 0 2 0 0,-5-2 51 0 0,5-3-26 0 0,0 4 120 0 0,0 6 623 0 0,0-9-353 0 0,0 3 330 0 0,0 3-445 0 0,0-2-279 0 0,0 0 0 0 0,0 0 0 0 0,0 0 0 0 0,0 1 0 0 0,0-1 0 0 0,0 0 0 0 0,0 0 0 0 0,0 0-1 0 0,0 0 1 0 0,0 1 0 0 0,0-1 0 0 0,-1 0 0 0 0,2 0 0 0 0,-1 0 0 0 0,0 1 0 0 0,0-1 0 0 0,0 0 0 0 0,0 0 0 0 0,0 0 0 0 0,0 0 0 0 0,0 1-1 0 0,0-1 1 0 0,0 0 0 0 0,0 0 0 0 0,0 0 0 0 0,0 0 0 0 0,0 1 0 0 0,1-1 0 0 0,-1 0 0 0 0,0 0 0 0 0,0 0 0 0 0,0 0 0 0 0,0 0 0 0 0,0 0-1 0 0,1 1 1 0 0,-1-1 0 0 0,0 0 0 0 0,0 0 0 0 0,0 0 0 0 0,0 0 0 0 0,1 0 0 0 0,-1 0 0 0 0,0 0 0 0 0,0 0 0 0 0,0 0 0 0 0,0 0 0 0 0,1 0-1 0 0,-1 0 1 0 0,0 0 0 0 0,0 0 0 0 0,1 0 0 0 0,17 4 231 0 0,-17-4-245 0 0,-1 0 1 0 0,0 0 0 0 0,0 0 0 0 0,0 0 0 0 0,1 0 0 0 0,-1 0 0 0 0,0 0-1 0 0,0 0 1 0 0,0 0 0 0 0,1 0 0 0 0,-1 0 0 0 0,0 0 0 0 0,0 0 0 0 0,0 0 0 0 0,1 0-1 0 0,-1 0 1 0 0,0 1 0 0 0,0-1 0 0 0,0 0 0 0 0,0 0 0 0 0,1 0 0 0 0,-1 0-1 0 0,0 0 1 0 0,0 1 0 0 0,0-1 0 0 0,0 0 0 0 0,0 0 0 0 0,0 0 0 0 0,0 0 0 0 0,1 1-1 0 0,-1-1 1 0 0,0 0 0 0 0,0 0 0 0 0,0 0 0 0 0,0 1 0 0 0,0-1 0 0 0,0 0-1 0 0,0 0 1 0 0,0 0 0 0 0,0 1 0 0 0,0-1 0 0 0,0 0 0 0 0,0 0 0 0 0,0 0 0 0 0,0 1-1 0 0,0-1 1 0 0,-1 0 0 0 0,1 2 77 0 0,0 7 112 0 0,-1-5-115 0 0,1-1-1 0 0,-1 1 0 0 0,1 0 1 0 0,0-1-1 0 0,0 1 1 0 0,1 0-1 0 0,-1-1 1 0 0,1 1-1 0 0,0 0 1 0 0,0-1-1 0 0,2 5 0 0 0,5 1 20 0 0,-7-8-81 0 0,1 1-1 0 0,-1-1 1 0 0,1 1 0 0 0,-1 0 0 0 0,0-1 0 0 0,0 1-1 0 0,0 0 1 0 0,0-1 0 0 0,0 1 0 0 0,-1 0 0 0 0,1 0-1 0 0,0 0 1 0 0,-1 0 0 0 0,1 0 0 0 0,-1 0 0 0 0,0 0-1 0 0,0 0 1 0 0,0 0 0 0 0,0 0 0 0 0,0 2 0 0 0,0 197 1125 0 0,0-199-1131 0 0,0 0 0 0 0,1 0 0 0 0,-1 1 0 0 0,1-1 0 0 0,-1 0 0 0 0,1 0 0 0 0,0 0 0 0 0,-1 0 0 0 0,1 0 0 0 0,0 0 0 0 0,0 0 0 0 0,1 0 1 0 0,-1 0-1 0 0,3 3 0 0 0,-3-4 8 0 0,1 1 0 0 0,-1 0 0 0 0,1 0-1 0 0,-1 0 1 0 0,0 0 0 0 0,0 0 0 0 0,0 0 0 0 0,0 1 0 0 0,0-1 0 0 0,-1 0 0 0 0,1 0 0 0 0,-1 1 0 0 0,1-1 0 0 0,-1 5 0 0 0,0 130 576 0 0,0-136-590 0 0,0 0 0 0 0,1 1-1 0 0,-1-1 1 0 0,0 0-1 0 0,1 0 1 0 0,-1 1-1 0 0,1-1 1 0 0,-1 0 0 0 0,1 0-1 0 0,-1 0 1 0 0,1 0-1 0 0,0 1 1 0 0,-1-1-1 0 0,1 0 1 0 0,0 0 0 0 0,0-1-1 0 0,0 1 1 0 0,0 0-1 0 0,1 1 1 0 0,-1-1 6 0 0,1 0 1 0 0,-1 0-1 0 0,0 0 1 0 0,0 0-1 0 0,0 0 1 0 0,0 1-1 0 0,0-1 0 0 0,0 0 1 0 0,0 1-1 0 0,-1-1 1 0 0,1 0-1 0 0,0 1 1 0 0,-1-1-1 0 0,1 1 0 0 0,-1-1 1 0 0,1 1-1 0 0,-1-1 1 0 0,0 1-1 0 0,0 2 1 0 0,0 122 383 0 0,0-123-390 0 0,0 1 1 0 0,-1-1-1 0 0,1 0 1 0 0,-1 0-1 0 0,0 1 1 0 0,0-1-1 0 0,0 0 1 0 0,0 0-1 0 0,-1 0 1 0 0,1 0-1 0 0,-1 0 1 0 0,-2 3-1 0 0,-4 7 14 0 0,-2 6-57 0 0,-1 0-1 0 0,0-1 1 0 0,-2-1-1 0 0,0 0 1 0 0,-18 18 0 0 0,24-26 42 0 0,0 0 0 0 0,1 0 0 0 0,0 1 0 0 0,-7 16 0 0 0,1-2 12 0 0,10-21-18 0 0,1-1 0 0 0,0 1 0 0 0,0 0 0 0 0,0-1-1 0 0,1 1 1 0 0,-1 0 0 0 0,0 0 0 0 0,1 0 0 0 0,0-1 0 0 0,0 1-1 0 0,0 0 1 0 0,0 0 0 0 0,0 0 0 0 0,1 0 0 0 0,-1 0-1 0 0,1-1 1 0 0,0 1 0 0 0,0 0 0 0 0,0 0 0 0 0,0-1-1 0 0,0 1 1 0 0,0-1 0 0 0,1 1 0 0 0,-1-1 0 0 0,4 4-1 0 0,-3-3 0 0 0,0 0 0 0 0,0 0 1 0 0,-1 1-1 0 0,1-1 0 0 0,-1 0 0 0 0,0 1 0 0 0,0 0 0 0 0,0-1 0 0 0,1 8 0 0 0,-2-9 7 0 0,0 1 1 0 0,1-1-1 0 0,-1 1 1 0 0,1-1-1 0 0,0 0 1 0 0,-1 1-1 0 0,1-1 1 0 0,0 0-1 0 0,1 1 1 0 0,-1-1-1 0 0,0 0 1 0 0,1 0-1 0 0,-1 0 1 0 0,1 0-1 0 0,-1 0 1 0 0,1 0-1 0 0,0 0 1 0 0,0-1-1 0 0,0 1 1 0 0,3 1-1 0 0,-2 0-7 0 0,0-1 0 0 0,0 1 0 0 0,-1-1-1 0 0,1 1 1 0 0,-1 0 0 0 0,1 0 0 0 0,1 4-1 0 0,6 20-1 0 0,8-3 14 0 0,-16-20-8 0 0,0 0-1 0 0,1-1 1 0 0,-1 1 0 0 0,0-1 0 0 0,1 1 0 0 0,0-1 0 0 0,0 0 0 0 0,6 5 0 0 0,-5 3-59 0 0,-4-7-447 0 0,0-7-1068 0 0,0 2 1352 0 0,-1 0 1 0 0,0 0-1 0 0,0 1 1 0 0,0-1-1 0 0,1 0 0 0 0,-1 0 1 0 0,0 0-1 0 0,0 1 1 0 0,0-1-1 0 0,0 0 0 0 0,0 1 1 0 0,0-1-1 0 0,0 1 1 0 0,-1 0-1 0 0,1-1 0 0 0,0 1 1 0 0,0 0-1 0 0,-2-1 1 0 0,0 0-585 0 0,-25-22-5442 0 0,27 22 6048 0 0,1 0 0 0 0,-1 0 0 0 0,1 0 0 0 0,-1 0 1 0 0,1 1-1 0 0,-1-1 0 0 0,1 0 0 0 0,0 0 0 0 0,0 0 0 0 0,-1 0 1 0 0,1 0-1 0 0,0 0 0 0 0,0 0 0 0 0,0 0 0 0 0,0 0 1 0 0,0-1-1 0 0</inkml:trace>
</inkml:ink>
</file>

<file path=ppt/ink/ink7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06T18:52:40.82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448 50 640 0 0,'28'-17'6470'0'0,"-28"18"-6431"0"0,0 0 0 0 0,0 0 0 0 0,0 0 0 0 0,1 0-1 0 0,-1 0 1 0 0,0 0 0 0 0,0 0 0 0 0,1 0 0 0 0,-1 0 0 0 0,1 0 0 0 0,-1 0 0 0 0,1 0 0 0 0,-1 0 0 0 0,1-1 0 0 0,-1 1 0 0 0,1 0-1 0 0,0 0 1 0 0,-1-1 0 0 0,1 1 0 0 0,0 0 0 0 0,0-1 0 0 0,-1 1 0 0 0,3 0 0 0 0,0 0 11 0 0,0 1 0 0 0,0-1 0 0 0,0 0 0 0 0,0 0 0 0 0,0-1 0 0 0,0 1 0 0 0,6 0 0 0 0,3-1 72 0 0,-1 0 1 0 0,0-1 0 0 0,1 0 0 0 0,11-3-1 0 0,31-7 490 0 0,-28 7 76 0 0,35-11 0 0 0,-10 2 513 0 0,-102 10 2240 0 0,-2 15-2821 0 0,12-1-359 0 0,-165 42 72 0 0,141-23-253 0 0,23-19 42 0 0,18-6-78 0 0,1 2 0 0 0,-28 11 0 0 0,50-17-42 0 0,-116 54 233 0 0,106-49-252 0 0,0 1-1 0 0,1 0 1 0 0,-1 0-1 0 0,2 1 1 0 0,-1 0-1 0 0,1 1 1 0 0,0 0-1 0 0,-8 11 1 0 0,15-14 36 0 0,0 0 0 0 0,1 0 1 0 0,0-1-1 0 0,0 2 0 0 0,0-1 1 0 0,1 0-1 0 0,0 0 0 0 0,0 0 1 0 0,0 0-1 0 0,2 8 1 0 0,0 13-247 0 0,-3-8 162 0 0,0-12 64 0 0,0 0-1 0 0,1-1 0 0 0,0 1 1 0 0,1 0-1 0 0,-1-1 0 0 0,1 1 1 0 0,0 0-1 0 0,3 7 0 0 0,15 15 56 0 0,-10-8-37 0 0,-8-17-9 0 0,1 0 0 0 0,0 1-1 0 0,0-1 1 0 0,0 0 0 0 0,1 0 0 0 0,0 0 0 0 0,6 7 0 0 0,19 20-26 0 0,-20-20 8 0 0,0-1 0 0 0,1 0-1 0 0,0-1 1 0 0,1 0 0 0 0,0-1 0 0 0,0 0-1 0 0,1 0 1 0 0,0-1 0 0 0,20 10 0 0 0,9-6 57 0 0,1-2-1 0 0,69 7 1 0 0,-36-5-147 0 0,-41-8 86 0 0,-1 0 0 0 0,1-2 0 0 0,35-4 0 0 0,-37 2 83 0 0,24-2 155 0 0,0-3 0 0 0,68-15 0 0 0,-91 14-52 0 0,-1-2 1 0 0,0-1-1 0 0,-1-2 0 0 0,57-30 1 0 0,-73 33-21 0 0,0-1 0 0 0,-1 0 0 0 0,0-1 0 0 0,17-18 0 0 0,-27 26-121 0 0,0-1 1 0 0,0 1-1 0 0,-1-1 0 0 0,1 1 0 0 0,-1-1 0 0 0,0 0 0 0 0,0 0 0 0 0,0 0 0 0 0,0 0 0 0 0,0 0 1 0 0,-1 0-1 0 0,0-1 0 0 0,0 1 0 0 0,0 0 0 0 0,-1-1 0 0 0,1 1 0 0 0,-1-1 0 0 0,0 1 0 0 0,0-1 1 0 0,-1 1-1 0 0,1 0 0 0 0,-1-1 0 0 0,0 1 0 0 0,-3-8 0 0 0,-2-2 93 0 0,-1 0 0 0 0,0 0 0 0 0,-1 1 0 0 0,-1-1 0 0 0,-13-15 0 0 0,10 14-32 0 0,-30-42 203 0 0,24 29-169 0 0,-2 1-1 0 0,0 1 1 0 0,-2 1-1 0 0,-1 1 1 0 0,-1 1 0 0 0,-31-23-1 0 0,40 35-115 0 0,-1 0 0 0 0,-1 1-1 0 0,0 1 1 0 0,0 1 0 0 0,-1 0-1 0 0,1 1 1 0 0,-2 1 0 0 0,1 0 0 0 0,-1 2-1 0 0,-37-5 1 0 0,27 7-199 0 0,0 2 1 0 0,-52 5-1 0 0,70-4-207 0 0,0 1 0 0 0,0 0 0 0 0,0 0 0 0 0,1 1 0 0 0,-1 0 0 0 0,1 1 0 0 0,0 1 0 0 0,0-1 0 0 0,0 2 0 0 0,-13 8 0 0 0,22-12 135 0 0,0 0 1 0 0,-1 0-1 0 0,1 0 1 0 0,0 0-1 0 0,0 0 1 0 0,0 0-1 0 0,1 1 1 0 0,-1-1-1 0 0,0 0 1 0 0,1 0-1 0 0,-1 1 1 0 0,1-1-1 0 0,0 0 1 0 0,0 1-1 0 0,0-1 1 0 0,0 0-1 0 0,0 1 1 0 0,1 2-1 0 0,0 8-2006 0 0,-1 22-4950 0 0</inkml:trace>
</inkml:ink>
</file>

<file path=ppt/ink/ink7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06T18:52:41.50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85 11 1441 0 0,'-4'-10'5694'0'0,"-10"11"-3300"0"0,9 0-2199 0 0,-4 6 1966 0 0,-10-6-1360 0 0,10 4 253 0 0,2-5-966 0 0,7 0-69 0 0,-1 0-1 0 0,0 0 0 0 0,1 0 0 0 0,-1 0 0 0 0,0 0 0 0 0,1 0 1 0 0,-1 0-1 0 0,0 0 0 0 0,1 1 0 0 0,-1-1 0 0 0,0 0 1 0 0,1 0-1 0 0,-1 1 0 0 0,1-1 0 0 0,-1 0 0 0 0,1 0 1 0 0,-1 1-1 0 0,0-1 0 0 0,1 1 0 0 0,-1-1 0 0 0,1 1 0 0 0,0-1 1 0 0,-1 1-1 0 0,1-1 0 0 0,-1 1 0 0 0,1-1 0 0 0,0 1 1 0 0,-1-1-1 0 0,1 1 0 0 0,0-1 0 0 0,0 1 0 0 0,-1 0 0 0 0,1-1 1 0 0,0 1-1 0 0,0 0 0 0 0,0-1 0 0 0,0 1 0 0 0,0 0 1 0 0,0-1-1 0 0,0 1 0 0 0,0 0 0 0 0,0-1 0 0 0,0 1 1 0 0,0 0-1 0 0,0 2 15 0 0,-1-1 0 0 0,1 1 0 0 0,0-1 0 0 0,0 1 0 0 0,0-1 0 0 0,0 1 1 0 0,1-1-1 0 0,-1 1 0 0 0,1-1 0 0 0,-1 1 0 0 0,1-1 0 0 0,0 1 0 0 0,0-1 0 0 0,0 0 0 0 0,0 1 1 0 0,0-1-1 0 0,1 0 0 0 0,-1 0 0 0 0,1 0 0 0 0,-1 0 0 0 0,1 0 0 0 0,0 0 0 0 0,0 0 1 0 0,0-1-1 0 0,0 1 0 0 0,0-1 0 0 0,0 1 0 0 0,4 1 0 0 0,18 10 107 0 0,0 0-1 0 0,0-2 0 0 0,2 0 1 0 0,44 11-1 0 0,4 2 138 0 0,-57-18-424 0 0,147 57 164 0 0,-140-51-1454 0 0,-1 0-1 0 0,30 22 1 0 0,-25-19-5820 0 0</inkml:trace>
</inkml:ink>
</file>

<file path=ppt/ink/ink7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06T18:52:42.51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7 1201 0 0,'0'0'65'0'0,"0"0"0"0"0,0 0-1 0 0,0 0 1 0 0,0-1 0 0 0,0 1 0 0 0,0 0 0 0 0,0 0 0 0 0,-1 0 0 0 0,1 0 0 0 0,0 0 0 0 0,0-1 0 0 0,0 1 0 0 0,0 0 0 0 0,0 0 0 0 0,0 0 0 0 0,0 0 0 0 0,0 0 0 0 0,0-1 0 0 0,0 1 0 0 0,0 0 0 0 0,0 0 0 0 0,0 0 0 0 0,0 0 0 0 0,0-1 0 0 0,0 1 0 0 0,0 0 0 0 0,0 0 0 0 0,0 0 0 0 0,1 0 0 0 0,-1 0 0 0 0,0-1 0 0 0,0 1 0 0 0,0 0 0 0 0,0 0 0 0 0,0 0 0 0 0,0 0 0 0 0,0 0 0 0 0,0 0 0 0 0,1 0 0 0 0,-1-1 0 0 0,0 1 0 0 0,0 0 0 0 0,0 0 0 0 0,0 0 0 0 0,0 0 0 0 0,0 0 0 0 0,1 0 0 0 0,-1 0 0 0 0,0 0 0 0 0,0 0 0 0 0,0 0 0 0 0,0 0 0 0 0,1 0 0 0 0,-1 0 0 0 0,0 0 0 0 0,0 0 0 0 0,0 0 0 0 0,0 0-1 0 0,0 0 1 0 0,1 0 0 0 0,-1 0 0 0 0,0 0 0 0 0,0 0 0 0 0,0 0 0 0 0,0 0 0 0 0,0 0 0 0 0,1 0 0 0 0,-1 0 0 0 0,0 1 0 0 0,13-1 910 0 0,-3 0 2212 0 0,-10 2-1192 0 0,0-2-1879 0 0,0 1 1 0 0,0-1 0 0 0,0 1 0 0 0,0-1 0 0 0,0 1 0 0 0,0 0-1 0 0,0-1 1 0 0,0 1 0 0 0,0-1 0 0 0,0 1 0 0 0,0 0 0 0 0,0-1-1 0 0,0 1 1 0 0,1-1 0 0 0,-1 1 0 0 0,0-1 0 0 0,0 1 0 0 0,1-1-1 0 0,-1 1 1 0 0,0-1 0 0 0,0 1 0 0 0,1-1 0 0 0,-1 1 0 0 0,1-1 0 0 0,-1 0-1 0 0,1 1 1 0 0,110 19 1070 0 0,-67-12-1059 0 0,1-1-1 0 0,63 0 0 0 0,28-6-6755 0 0,-85-1 469 0 0,-23 0 3117 0 0</inkml:trace>
</inkml:ink>
</file>

<file path=ppt/ink/ink7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06T18:52:42.87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24 720 0 0,'0'0'561'0'0,"0"-6"-81"0"0,28 1-80 0 0,1-2 80 0 0,-1 7 80 0 0,28-6 1 0 0,-6 6-81 0 0,6 0-320 0 0,29 0-880 0 0,-1 0-1121 0 0</inkml:trace>
</inkml:ink>
</file>

<file path=ppt/ink/ink7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06T18:54:31.30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727 258 80 0 0,'-24'0'1094'0'0,"20"0"-134"0"0,3-6 2594 0 0,6 0-2812 0 0,42-11 2592 0 0,-47 17-3271 0 0,0 0 0 0 0,1 0-1 0 0,-1 0 1 0 0,0 0-1 0 0,0 0 1 0 0,1 0 0 0 0,-1 0-1 0 0,0 0 1 0 0,0-1-1 0 0,1 1 1 0 0,-1 0 0 0 0,0 0-1 0 0,0 0 1 0 0,0 0-1 0 0,0-1 1 0 0,1 1 0 0 0,-1 0-1 0 0,0 0 1 0 0,0 0-1 0 0,0-1 1 0 0,0 1 0 0 0,0 0-1 0 0,1 0 1 0 0,-1 0-1 0 0,0-1 1 0 0,0 1-1 0 0,0 0 1 0 0,0 0 0 0 0,0-1-1 0 0,0 1 1 0 0,0 0-1 0 0,0 0 1 0 0,0-1 0 0 0,0 1-1 0 0,0 0 1 0 0,0 0-1 0 0,0-1 1 0 0,0 1 0 0 0,0 0-1 0 0,0 0 1 0 0,0-1-1 0 0,-1 1 1 0 0,1 0 0 0 0,0 0-1 0 0,0 0 1 0 0,0-1-1 0 0,0 1 1 0 0,0 0 0 0 0,-1 0-1 0 0,1 0 1 0 0,0-1-1 0 0,0 1 1 0 0,0 0-1 0 0,0 0 1 0 0,-1 0 0 0 0,1 0-1 0 0,0 0 1 0 0,0-1-1 0 0,-1 1 1 0 0,1 0 0 0 0,0 0-1 0 0,0 0 1 0 0,-1 0-1 0 0,1 0 1 0 0,-23 4 3952 0 0,23 2-3134 0 0,-1-6-837 0 0,1-1 0 0 0,0 1 0 0 0,0 0 0 0 0,0-1 0 0 0,-1 1-1 0 0,1-1 1 0 0,0 1 0 0 0,-1 0 0 0 0,1-1 0 0 0,0 1 0 0 0,-1 0 0 0 0,1-1 0 0 0,0 1 0 0 0,-1 0 0 0 0,1 0 0 0 0,-1-1 0 0 0,1 1 0 0 0,0 0 0 0 0,-1 0 0 0 0,1 0 0 0 0,-1-1 0 0 0,1 1 0 0 0,-1 0 0 0 0,1 0 0 0 0,-1 0 0 0 0,1 0 0 0 0,-1 0 0 0 0,1 0 0 0 0,-1 0 0 0 0,1 0 0 0 0,-1 0 0 0 0,1 0 0 0 0,-1 0 0 0 0,1 0 0 0 0,0 1 0 0 0,-2-1 0 0 0,2 0-29 0 0,-1 0 0 0 0,1 1 0 0 0,0-1 0 0 0,-1 0-1 0 0,1 0 1 0 0,0 0 0 0 0,-1 0 0 0 0,1 0 0 0 0,-1 0 0 0 0,1 0 0 0 0,-1 0-1 0 0,1 0 1 0 0,0 0 0 0 0,-1 0 0 0 0,1 0 0 0 0,-1 0 0 0 0,1 0 0 0 0,0 0-1 0 0,-1-1 1 0 0,1 1 0 0 0,0 0 0 0 0,-1 0 0 0 0,1 0 0 0 0,-1-1 0 0 0,1 1-1 0 0,0 0 1 0 0,0 0 0 0 0,-1-1 0 0 0,1 1 0 0 0,0 0 0 0 0,-1-1 0 0 0,1 1 0 0 0,0 0-1 0 0,0-1 1 0 0,-5 0 305 0 0,-9 2-230 0 0,0 1-1 0 0,1 0 0 0 0,-1 1 0 0 0,1 0 1 0 0,-1 1-1 0 0,-22 11 0 0 0,-78 43-162 0 0,103-52 108 0 0,-13 9 28 0 0,2 0 0 0 0,-41 37 0 0 0,4-3-225 0 0,-105 57 69 0 0,155-99 170 0 0,1 1 0 0 0,-1 0 0 0 0,1 0 0 0 0,0 1 0 0 0,-10 15 0 0 0,-11 11 661 0 0,27-32-733 0 0,-1 0-1 0 0,0 0 1 0 0,1 0-1 0 0,-1 0 0 0 0,1 1 1 0 0,0-1-1 0 0,0 0 1 0 0,0 1-1 0 0,1 0 1 0 0,-1-1-1 0 0,1 1 1 0 0,0 0-1 0 0,0 0 0 0 0,0-1 1 0 0,0 1-1 0 0,1 0 1 0 0,-1 0-1 0 0,1 0 1 0 0,0 0-1 0 0,1 0 1 0 0,-1 0-1 0 0,1 0 0 0 0,-1 0 1 0 0,1 0-1 0 0,0 0 1 0 0,2 3-1 0 0,6 8 7 0 0,-7-13-17 0 0,-1 1 1 0 0,1-1-1 0 0,-1 0 1 0 0,1 1-1 0 0,-1-1 1 0 0,0 1-1 0 0,0-1 1 0 0,0 1-1 0 0,-1-1 1 0 0,1 1-1 0 0,0 0 1 0 0,-1 0-1 0 0,0 4 1 0 0,-1 14-46 0 0,1-15 55 0 0,-1 0 0 0 0,1 0 0 0 0,0 1 0 0 0,0-1 1 0 0,1 0-1 0 0,-1 0 0 0 0,2 0 0 0 0,2 11 0 0 0,5-2-28 0 0,-7-13 35 0 0,-1 1 1 0 0,1 0-1 0 0,0 0 0 0 0,-1 0 0 0 0,0 0 1 0 0,0 0-1 0 0,0 0 0 0 0,0 0 0 0 0,0 0 1 0 0,0 1-1 0 0,-1-1 0 0 0,0 0 0 0 0,1 4 1 0 0,-1 223-132 0 0,-1-224 110 0 0,1 1 0 0 0,-1 0 1 0 0,0-1-1 0 0,-1 0 1 0 0,0 1-1 0 0,0-1 1 0 0,-4 9-1 0 0,4-9 18 0 0,-1-1 0 0 0,1 1 0 0 0,1 1 0 0 0,-1-1 0 0 0,1 0-1 0 0,0 0 1 0 0,-1 9 0 0 0,2 63-128 0 0,0-77 96 0 0,0 0 1 0 0,1 0-1 0 0,-1 0 1 0 0,0 0-1 0 0,0 0 0 0 0,0 0 1 0 0,0 0-1 0 0,1 0 0 0 0,-1 0 1 0 0,1 0-1 0 0,-1 0 1 0 0,0 0-1 0 0,1 0 0 0 0,0 0 1 0 0,-1 0-1 0 0,1-1 0 0 0,0 1 1 0 0,-1 0-1 0 0,1 0 1 0 0,0-1-1 0 0,0 1 0 0 0,-1 0 1 0 0,1-1-1 0 0,0 1 0 0 0,0-1 1 0 0,1 1-1 0 0,7 6-138 0 0,13 21-298 0 0,-19-23 371 0 0,0 0 0 0 0,1 0 0 0 0,-1-1-1 0 0,1 0 1 0 0,0 0 0 0 0,0 0-1 0 0,10 7 1 0 0,-11-8 82 0 0,1-1 1 0 0,-1 1-1 0 0,0 0 1 0 0,0 0-1 0 0,0 1 0 0 0,0-1 1 0 0,4 6-1 0 0,-4-4 23 0 0,0-1-1 0 0,0 0 1 0 0,0-1-1 0 0,1 1 0 0 0,7 6 1 0 0,-4-5-3 0 0,1 1 1 0 0,-1-1-1 0 0,0 2 0 0 0,0-1 1 0 0,8 12-1 0 0,-9-7-24 0 0,-4-8 3 0 0,0 1 0 0 0,0-1-1 0 0,0 0 1 0 0,0 0 0 0 0,1 0 0 0 0,-1 0-1 0 0,1 0 1 0 0,0-1 0 0 0,3 3 0 0 0,-3-2-1 0 0,0 0 1 0 0,0 1 0 0 0,0-1 0 0 0,0 0 0 0 0,-1 1 0 0 0,0 0 0 0 0,0 0 0 0 0,2 4-1 0 0,-2-4 10 0 0,-1-1-1 0 0,1 0 1 0 0,0 1 0 0 0,0-1-1 0 0,0 0 1 0 0,1 0-1 0 0,-1 0 1 0 0,1-1-1 0 0,-1 1 1 0 0,1 0-1 0 0,4 2 1 0 0,-3-2 7 0 0,-1 0 0 0 0,1 0 0 0 0,-1 0 1 0 0,0 0-1 0 0,0 1 0 0 0,0-1 0 0 0,0 1 0 0 0,2 4 1 0 0,19 22 50 0 0,-12-21-51 0 0,0 1 1 0 0,1-2-1 0 0,-1 0 0 0 0,1 0 0 0 0,1-1 1 0 0,0-1-1 0 0,0 0 0 0 0,0-1 0 0 0,0 0 0 0 0,1-1 1 0 0,0-1-1 0 0,20 2 0 0 0,143 7-34 0 0,-57-7 279 0 0,25-3 42 0 0,-96-3-257 0 0,67-6 16 0 0,42-5-108 0 0,-78 0 126 0 0,-61 8-69 0 0,-1 1-1 0 0,34-1 1 0 0,126 12 357 0 0,1 1-320 0 0,-175-9-38 0 0,187-6 463 0 0,-132-10-318 0 0,71-4-40 0 0,19-15-41 0 0,-38-2-66 0 0,-70 22 0 0 0,-24 8 32 0 0,1-1 0 0 0,-1-1 0 0 0,23-16 0 0 0,8-3 254 0 0,7-7 248 0 0,0 6-281 0 0,-52 28-254 0 0,3-1 81 0 0,0 0 0 0 0,0-1 0 0 0,0 0 1 0 0,-1 0-1 0 0,7-4 0 0 0,-1-4 145 0 0,9-6 30 0 0,-17 15-218 0 0,-1 0 0 0 0,0-1 0 0 0,0 1 0 0 0,0-1 0 0 0,0 1 0 0 0,0-1 0 0 0,0 0 0 0 0,2-4 0 0 0,21-18 191 0 0,-2 7-148 0 0,0-1 0 0 0,-2 0-1 0 0,0-2 1 0 0,20-25 0 0 0,-7 8-66 0 0,-31 33-4 0 0,0 0-1 0 0,0 0 0 0 0,-1-1 1 0 0,0 1-1 0 0,0-1 0 0 0,0 0 1 0 0,0 0-1 0 0,-1 0 0 0 0,2-10 1 0 0,9-63 153 0 0,-4 20-20 0 0,1 22-184 0 0,-7 31 31 0 0,-1 0-1 0 0,0-1 1 0 0,0 1 0 0 0,0-1-1 0 0,-1 1 1 0 0,0-1-1 0 0,-1 0 1 0 0,1 0 0 0 0,-1 1-1 0 0,-1-1 1 0 0,1 0-1 0 0,-1 1 1 0 0,-2-11 0 0 0,-15-25 6 0 0,13 32-3 0 0,1 1-1 0 0,0-1 0 0 0,0 0 0 0 0,1-1 0 0 0,0 1 0 0 0,1-1 0 0 0,-1-11 0 0 0,3 20 12 0 0,-1-1 0 0 0,1 1-1 0 0,0 0 1 0 0,-1 0 0 0 0,1-1 0 0 0,-1 1-1 0 0,0 0 1 0 0,0 0 0 0 0,1 0 0 0 0,-2 0 0 0 0,1 0-1 0 0,0 0 1 0 0,0 0 0 0 0,-1 0 0 0 0,1 0-1 0 0,-1 0 1 0 0,1 1 0 0 0,-1-1 0 0 0,0 1-1 0 0,-2-3 1 0 0,-5-1 23 0 0,0-1-1 0 0,0 1 0 0 0,-16-5 0 0 0,-16-10 337 0 0,29 14-305 0 0,0 0-1 0 0,0 0 1 0 0,-17-4 0 0 0,14 5-73 0 0,0-1 0 0 0,-26-14 1 0 0,-76-50 54 0 0,93 58-96 0 0,15 8 25 0 0,1 0-1 0 0,-1 0 1 0 0,1-1-1 0 0,-13-10 0 0 0,2 1-70 0 0,0 1-1 0 0,0 1 1 0 0,-1 0-1 0 0,0 2 1 0 0,-1 0-1 0 0,-26-8 0 0 0,39 15 101 0 0,-9-3 2 0 0,10 4 0 0 0,1-1 0 0 0,-1 1 0 0 0,1-1 0 0 0,0 0 0 0 0,0-1 0 0 0,0 1 0 0 0,-8-8 0 0 0,3 2 58 0 0,1 1 1 0 0,-1 0-1 0 0,0 0 0 0 0,-1 1 1 0 0,0 1-1 0 0,0 0 0 0 0,-21-7 1 0 0,-196-79 153 0 0,70 26-104 0 0,49 22-76 0 0,-88-26 123 0 0,-111-7 245 0 0,272 68-389 0 0,-1 2 0 0 0,-1 2 0 0 0,1 1 0 0 0,-1 2 0 0 0,-62 5 0 0 0,25 5 23 0 0,-139 33-1 0 0,175-31-78 0 0,1 2-1 0 0,-60 27 1 0 0,76-28-101 0 0,2 1 0 0 0,-1 0-1 0 0,2 2 1 0 0,0 0 0 0 0,-28 27-1 0 0,-27 34-2400 0 0,74-74 2332 0 0,0 0 1 0 0,0 0-1 0 0,0 0 1 0 0,0 0-1 0 0,1 0 1 0 0,-1 0-1 0 0,0 0 1 0 0,1 0-1 0 0,-1 0 1 0 0,1 0-1 0 0,-1 1 0 0 0,1-1 1 0 0,0 0-1 0 0,0 0 1 0 0,-1 1-1 0 0,1-1 1 0 0,0 0-1 0 0,0 0 1 0 0,0 1-1 0 0,0-1 1 0 0,0 0-1 0 0,1 0 1 0 0,-1 1-1 0 0,0-1 1 0 0,0 0-1 0 0,1 0 1 0 0,-1 1-1 0 0,1-1 1 0 0,-1 0-1 0 0,1 0 1 0 0,0 0-1 0 0,-1 0 1 0 0,1 0-1 0 0,0 0 1 0 0,0 0-1 0 0,1 1 1 0 0,40 16-9324 0 0</inkml:trace>
</inkml:ink>
</file>

<file path=ppt/ink/ink7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06T18:56:06.95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752 242 320 0 0,'-4'2'1014'0'0,"-57"20"176"0"0,14-7-899 0 0,-112 47 82 0 0,155-61-371 0 0,-1 1-1 0 0,1 0 0 0 0,0 0 1 0 0,0 0-1 0 0,1 0 1 0 0,-1 1-1 0 0,0 0 1 0 0,-5 5-1 0 0,-16 9 13 0 0,24-17 3 0 0,-5 3 5 0 0,0-1 0 0 0,1 1 0 0 0,-1-1 0 0 0,1 2 0 0 0,-6 3 0 0 0,10-6 73 0 0,-1 1 0 0 0,1-1-1 0 0,0 1 1 0 0,-1-1 0 0 0,1 1-1 0 0,0 0 1 0 0,0 0-1 0 0,0-1 1 0 0,0 1 0 0 0,0 0-1 0 0,1 0 1 0 0,-1 0 0 0 0,1 0-1 0 0,-1 0 1 0 0,1 0-1 0 0,0 0 1 0 0,-1 0 0 0 0,1 4-1 0 0,0-3 106 0 0,-1 1 0 0 0,0-1-1 0 0,0 0 1 0 0,0 0-1 0 0,0 0 1 0 0,0 0 0 0 0,-1 0-1 0 0,0 0 1 0 0,1 0-1 0 0,-1 0 1 0 0,0 0 0 0 0,0-1-1 0 0,-1 1 1 0 0,1-1-1 0 0,0 0 1 0 0,-4 3 0 0 0,-15 20 488 0 0,-7 29-474 0 0,27-51-204 0 0,0 0 0 0 0,0 0 0 0 0,0 0 1 0 0,1 0-1 0 0,-1 0 0 0 0,1 0 0 0 0,0 0 1 0 0,0 5-1 0 0,-4 19 111 0 0,-38 57 79 0 0,38-60-102 0 0,5-22-88 0 0,-1 0-1 0 0,0 0 1 0 0,0 1 0 0 0,-1-1-1 0 0,1 0 1 0 0,0 0 0 0 0,-1 1-1 0 0,0-1 1 0 0,1 0-1 0 0,-1 0 1 0 0,-1 2 0 0 0,-45 43 136 0 0,37-30-145 0 0,8-11 23 0 0,-1 0 0 0 0,-1 0 0 0 0,1-1 0 0 0,-1 0 0 0 0,0 0 0 0 0,0 0 0 0 0,0 0 0 0 0,-1 0 0 0 0,-8 6-1 0 0,12-9-14 0 0,0 0-1 0 0,0 0 0 0 0,0 0 0 0 0,1 1 1 0 0,-1-1-1 0 0,1 0 0 0 0,-1 0 1 0 0,1 0-1 0 0,0 1 0 0 0,0-1 0 0 0,0 0 1 0 0,0 0-1 0 0,0 1 0 0 0,1-1 0 0 0,-1 0 1 0 0,0 0-1 0 0,1 1 0 0 0,0-1 0 0 0,0 0 1 0 0,1 3-1 0 0,-1-5-8 0 0,1 1 0 0 0,-1-1 0 0 0,1 1 1 0 0,-1-1-1 0 0,0 1 0 0 0,1 0 0 0 0,-1 0 0 0 0,0-1 0 0 0,0 1 1 0 0,1 0-1 0 0,-1 0 0 0 0,0 0 0 0 0,1 2 0 0 0,-1-1-3 0 0,0 1 0 0 0,0-1 1 0 0,-1 1-1 0 0,1-1 0 0 0,-1 1 0 0 0,0 0 0 0 0,1-1 0 0 0,-1 1 0 0 0,-1 4 0 0 0,2 3-48 0 0,-1-7 17 0 0,0 0-1 0 0,0 0 1 0 0,0 0 0 0 0,0 1 0 0 0,0-1 0 0 0,-1 0 0 0 0,1 0 0 0 0,-1 0 0 0 0,0 0-1 0 0,-1 4 1 0 0,-5 2-47 0 0,6-8 69 0 0,-1 0 0 0 0,1 0 0 0 0,0 0 0 0 0,0 1 1 0 0,0-1-1 0 0,0 0 0 0 0,0 0 0 0 0,1 1 0 0 0,-1-1 0 0 0,0 0 0 0 0,0 1 1 0 0,1-1-1 0 0,-1 1 0 0 0,1-1 0 0 0,0 1 0 0 0,-1-1 0 0 0,1 1 0 0 0,0-1 1 0 0,0 1-1 0 0,0-1 0 0 0,0 1 0 0 0,0-1 0 0 0,0 1 0 0 0,0-1 0 0 0,0 1 1 0 0,1-1-1 0 0,0 3 0 0 0,8 7-77 0 0,-7-9 53 0 0,-1-1 0 0 0,0 1 1 0 0,1-1-1 0 0,-1 1 1 0 0,0 0-1 0 0,0 0 1 0 0,0-1-1 0 0,0 1 1 0 0,-1 0-1 0 0,1 0 0 0 0,0 0 1 0 0,-1 0-1 0 0,1 0 1 0 0,-1 0-1 0 0,0 0 1 0 0,1 0-1 0 0,-1 0 1 0 0,0 0-1 0 0,-1 2 0 0 0,1 3-106 0 0,-1-4 124 0 0,1-1 0 0 0,0 0 0 0 0,0 0 1 0 0,-1 1-1 0 0,1-1 0 0 0,1 0 0 0 0,-1 0 1 0 0,0 1-1 0 0,0-1 0 0 0,1 0 0 0 0,-1 0 1 0 0,1 0-1 0 0,0 1 0 0 0,0-1 0 0 0,1 2 1 0 0,5 0 9 0 0,-5-3 13 0 0,-1-1 0 0 0,0 1 1 0 0,0 0-1 0 0,0-1 0 0 0,0 1 0 0 0,-1 0 1 0 0,1-1-1 0 0,0 1 0 0 0,0 0 0 0 0,0 0 0 0 0,0 0 1 0 0,-1 0-1 0 0,1 0 0 0 0,0 0 0 0 0,-1 0 1 0 0,1 0-1 0 0,-1 0 0 0 0,1 0 0 0 0,-1 0 1 0 0,0 0-1 0 0,1 0 0 0 0,-1 0 0 0 0,0 0 1 0 0,0 1-1 0 0,0-1 0 0 0,0 0 0 0 0,0 0 1 0 0,0 0-1 0 0,0 0 0 0 0,0 1 0 0 0,-1 0 1 0 0,1-1-10 0 0,0-1 1 0 0,1 1 0 0 0,-1-1-1 0 0,0 1 1 0 0,0-1 0 0 0,0 1 0 0 0,0 0-1 0 0,0-1 1 0 0,1 1 0 0 0,-1-1-1 0 0,0 1 1 0 0,0-1 0 0 0,1 1-1 0 0,-1-1 1 0 0,0 1 0 0 0,1-1 0 0 0,-1 1-1 0 0,1-1 1 0 0,-1 0 0 0 0,1 1-1 0 0,-1-1 1 0 0,1 0 0 0 0,-1 1-1 0 0,1-1 1 0 0,-1 0 0 0 0,1 1 0 0 0,-1-1-1 0 0,1 0 1 0 0,-1 0 0 0 0,1 0-1 0 0,-1 0 1 0 0,1 1 0 0 0,0-1-1 0 0,0 0 1 0 0,0 0 0 0 0,-1 0 0 0 0,1 0 1 0 0,0 0-1 0 0,0 1 0 0 0,-1-1 0 0 0,1 0 0 0 0,0 0 0 0 0,-1 1 0 0 0,1-1 0 0 0,-1 1 0 0 0,1-1 0 0 0,0 1 0 0 0,-1-1 0 0 0,1 1 0 0 0,-1-1 0 0 0,1 1 0 0 0,-1-1 0 0 0,1 1 0 0 0,-1-1 0 0 0,0 1 0 0 0,1 0 0 0 0,-1-1 0 0 0,0 1 0 0 0,1 0 0 0 0,-1-1 0 0 0,0 1 0 0 0,0 0 0 0 0,0-1 0 0 0,0 1 0 0 0,1 0 0 0 0,-1 0 0 0 0,-1 1 0 0 0,1 0 5 0 0,0 0 0 0 0,1 0 1 0 0,-1 0-1 0 0,0 0 0 0 0,0 0 0 0 0,1 0 0 0 0,-1 0 0 0 0,1 0 0 0 0,0 0 1 0 0,0 0-1 0 0,0-1 0 0 0,0 1 0 0 0,0 0 0 0 0,0 0 0 0 0,0-1 0 0 0,0 1 0 0 0,0-1 1 0 0,1 1-1 0 0,2 2 0 0 0,2 2 22 0 0,-5-4-1 0 0,0 1-1 0 0,0 0 1 0 0,0 0 0 0 0,0 0-1 0 0,0 0 1 0 0,-1 0 0 0 0,1 0 0 0 0,-1 0-1 0 0,0 1 1 0 0,0-1 0 0 0,0 0-1 0 0,0 0 1 0 0,-2 5 0 0 0,2 4 59 0 0,0-8-62 0 0,1-1 1 0 0,-1 1-1 0 0,0 0 0 0 0,0-1 1 0 0,0 1-1 0 0,-1-1 0 0 0,1 1 0 0 0,-1-1 1 0 0,0 1-1 0 0,0-1 0 0 0,0 1 1 0 0,0-1-1 0 0,0 0 0 0 0,-1 1 1 0 0,0-1-1 0 0,1 0 0 0 0,-1 0 0 0 0,0 0 1 0 0,-1-1-1 0 0,1 1 0 0 0,0 0 1 0 0,-5 2-1 0 0,5-3-14 0 0,0 0-1 0 0,0 0 1 0 0,0 0-1 0 0,0 0 1 0 0,0 0 0 0 0,0 1-1 0 0,0-1 1 0 0,1 1 0 0 0,-1-1-1 0 0,1 1 1 0 0,-1-1-1 0 0,1 1 1 0 0,0 0 0 0 0,0 0-1 0 0,0 0 1 0 0,1-1-1 0 0,-1 1 1 0 0,0 6 0 0 0,1-7-1 0 0,0 0 1 0 0,0 1-1 0 0,0-1 0 0 0,-1 0 1 0 0,1 0-1 0 0,-1 0 1 0 0,0 1-1 0 0,0-1 1 0 0,0 0-1 0 0,0 0 1 0 0,0 0-1 0 0,0 0 1 0 0,0 0-1 0 0,0-1 0 0 0,-1 1 1 0 0,1 0-1 0 0,-1-1 1 0 0,0 1-1 0 0,1-1 1 0 0,-1 1-1 0 0,0-1 1 0 0,0 0-1 0 0,-2 2 0 0 0,-19 18 38 0 0,14-7 40 0 0,8-11-73 0 0,0-1 0 0 0,-1 0-1 0 0,1 0 1 0 0,-1 0 0 0 0,1 0 0 0 0,-1 0-1 0 0,0 0 1 0 0,0 0 0 0 0,0 0 0 0 0,0-1-1 0 0,-4 3 1 0 0,0 0-3 0 0,1 1 0 0 0,-1-1-1 0 0,1 1 1 0 0,0 0 0 0 0,-5 6 0 0 0,-14 14 19 0 0,16-19-78 0 0,-3 3 60 0 0,7 18 236 0 0,4-26-242 0 0,0 0 0 0 0,0-1 0 0 0,0 1 1 0 0,0 0-1 0 0,0 0 0 0 0,1-1 0 0 0,-1 1 0 0 0,0 0 0 0 0,0-1 0 0 0,1 1 1 0 0,-1-1-1 0 0,0 1 0 0 0,1 0 0 0 0,-1-1 0 0 0,0 1 0 0 0,1-1 0 0 0,-1 1 1 0 0,1-1-1 0 0,-1 1 0 0 0,1-1 0 0 0,-1 1 0 0 0,1-1 0 0 0,0 1 0 0 0,-1-1 1 0 0,1 0-1 0 0,-1 1 0 0 0,1-1 0 0 0,0 0 0 0 0,-1 0 0 0 0,1 0 0 0 0,1 1 1 0 0,-2-1-6 0 0,1 0 1 0 0,0 0 0 0 0,0 1 0 0 0,-1-1 0 0 0,1 0 0 0 0,0 0 0 0 0,-1 1-1 0 0,1-1 1 0 0,0 1 0 0 0,-1-1 0 0 0,1 0 0 0 0,-1 1 0 0 0,1 0 0 0 0,-1-1-1 0 0,1 1 1 0 0,-1-1 0 0 0,1 1 0 0 0,-1-1 0 0 0,1 1 0 0 0,-1 0 0 0 0,0-1-1 0 0,1 1 1 0 0,-1 0 0 0 0,0 0 0 0 0,0-1 0 0 0,1 1 0 0 0,-1 0 0 0 0,0-1-1 0 0,0 1 1 0 0,0 0 0 0 0,0 1 0 0 0,0-1 2 0 0,0-1-1 0 0,0 1 1 0 0,0-1-1 0 0,0 1 1 0 0,0 0 0 0 0,0-1-1 0 0,1 1 1 0 0,-1-1-1 0 0,0 1 1 0 0,0-1-1 0 0,0 1 1 0 0,1 0 0 0 0,-1-1-1 0 0,0 1 1 0 0,1-1-1 0 0,-1 1 1 0 0,0-1 0 0 0,1 1-1 0 0,-1-1 1 0 0,1 0-1 0 0,-1 1 1 0 0,1-1 0 0 0,-1 1-1 0 0,1-1 1 0 0,-1 0-1 0 0,1 1 1 0 0,-1-1-1 0 0,1 0 1 0 0,-1 0 0 0 0,1 0-1 0 0,0 1 1 0 0,-1-1-1 0 0,1 0 1 0 0,-1 0 0 0 0,1 0-1 0 0,0 0 1 0 0,0 0-1 0 0,-1 0 2 0 0,1 0-1 0 0,-1 0 1 0 0,1 0-1 0 0,-1 0 0 0 0,1 0 1 0 0,0 0-1 0 0,-1 0 1 0 0,1 1-1 0 0,-1-1 1 0 0,1 0-1 0 0,-1 0 0 0 0,1 0 1 0 0,-1 1-1 0 0,1-1 1 0 0,-1 0-1 0 0,0 1 1 0 0,1-1-1 0 0,-1 0 0 0 0,1 1 1 0 0,-1-1-1 0 0,0 1 1 0 0,1-1-1 0 0,-1 0 0 0 0,0 1 1 0 0,1-1-1 0 0,-1 1 1 0 0,0-1-1 0 0,0 1 1 0 0,0-1-1 0 0,1 1 0 0 0,-1-1 1 0 0,0 1-1 0 0,0-1 1 0 0,0 1-1 0 0,0 0 1 0 0,0 0-1 0 0,0 0 3 0 0,1 0-1 0 0,-1-1 1 0 0,1 1-1 0 0,-1 0 1 0 0,1-1-1 0 0,-1 1 1 0 0,1 0-1 0 0,-1-1 1 0 0,1 1-1 0 0,-1 0 1 0 0,1-1-1 0 0,0 1 1 0 0,-1-1-1 0 0,1 1 1 0 0,0-1-1 0 0,0 1 1 0 0,-1-1 0 0 0,1 0-1 0 0,0 1 1 0 0,0-1-1 0 0,0 0 1 0 0,-1 0-1 0 0,1 1 1 0 0,0-1-1 0 0,0 0 1 0 0,1 0-1 0 0,3 1 10 0 0,5 6 48 0 0,-9-5-53 0 0,1-1 0 0 0,-1 0 0 0 0,1 0 1 0 0,-1-1-1 0 0,1 1 0 0 0,0 0 1 0 0,-1 0-1 0 0,1-1 0 0 0,0 1 0 0 0,0-1 1 0 0,2 1-1 0 0,30 9 113 0 0,-25-7-90 0 0,0 0 0 0 0,0-1 0 0 0,14 2 0 0 0,-15-3-7 0 0,14 1 91 0 0,0 0 0 0 0,0-1 1 0 0,39-5-1 0 0,-48 3-43 0 0,0 0 0 0 0,1 0 0 0 0,14 2 0 0 0,21 0 285 0 0,82 0 685 0 0,-65 14-267 0 0,-11-6-430 0 0,-13-2 97 0 0,48 2 1 0 0,-34-2-40 0 0,-23-2-257 0 0,51-2 353 0 0,169-15-1 0 0,-236 10-452 0 0,105-3 302 0 0,53 6 173 0 0,-47 2 147 0 0,-112-3-596 0 0,63 1 254 0 0,130-17 0 0 0,-101-5-99 0 0,65-7 268 0 0,-15-5 126 0 0,-102 20-453 0 0,173-48 153 0 0,-106 35-270 0 0,226-35 167 0 0,-298 52-150 0 0,-46 5-43 0 0,0-3 18 0 0,11-9-28 0 0,0-6-14 0 0,31-23 13 0 0,14-30 54 0 0,47-42 13 0 0,-95 104-42 0 0,1 0 1 0 0,18-14-1 0 0,-23 21-22 0 0,0-1-1 0 0,-1 0 0 0 0,0 0 1 0 0,0-1-1 0 0,-1 0 0 0 0,0 0 0 0 0,0-1 1 0 0,6-11-1 0 0,10-32-17 0 0,-16 32 25 0 0,2 0 0 0 0,13-23 0 0 0,-16 35-30 0 0,0-1-1 0 0,0 0 1 0 0,-1-1 0 0 0,0 1 0 0 0,-1-1 0 0 0,0 0 0 0 0,-1 0-1 0 0,0 0 1 0 0,0 0 0 0 0,-1-1 0 0 0,0 1 0 0 0,0-15-1 0 0,-1-38-182 0 0,1 32 44 0 0,-2-1 1 0 0,-7-57-1 0 0,2 59 65 0 0,-1-5-134 0 0,-11-37-1 0 0,14 61 184 0 0,-1 1-1 0 0,0-1 0 0 0,-1 1 1 0 0,0 0-1 0 0,-1 0 0 0 0,0 0 0 0 0,-13-15 1 0 0,4 8 57 0 0,-2 1-1 0 0,0 1 1 0 0,-1 1 0 0 0,0 0 0 0 0,-1 1-1 0 0,-30-14 1 0 0,-130-48 229 0 0,142 63-234 0 0,0 1 0 0 0,-1 2 0 0 0,-41-5 0 0 0,69 12-20 0 0,-57-9 21 0 0,-164-24 78 0 0,-246-36-233 0 0,438 63-205 0 0,1-3-1 0 0,-49-19 0 0 0,60 19 105 0 0,17 8 213 0 0,2 0 41 0 0,1 0 0 0 0,-1 1-1 0 0,0 0 1 0 0,0 0 0 0 0,0 1 0 0 0,0 0 0 0 0,0 1-1 0 0,-13 0 1 0 0,14 0-20 0 0,-197 6-185 0 0,-43 29 173 0 0,170-30 237 0 0,60-5-245 0 0,-1 0 0 0 0,-19 5-1 0 0,22-4-2 0 0,0-1 0 0 0,1 0 0 0 0,-1-1 1 0 0,-28-5-1 0 0,9 1-97 0 0,-220-18-30 0 0,226 24 114 0 0,1 0 0 0 0,0 2 0 0 0,0 1 0 0 0,0 1 0 0 0,-50 16 0 0 0,63-15 107 0 0,-1 0 0 0 0,1 1 0 0 0,1 0 0 0 0,-1 1 0 0 0,1 1 1 0 0,-18 16-1 0 0,-64 69 1002 0 0,19-16-1768 0 0,42-49-598 0 0,-16 15-4522 0 0,22-20-387 0 0</inkml:trace>
</inkml:ink>
</file>

<file path=ppt/ink/ink7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06T18:56:10.12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831 390 1281 0 0,'0'0'1187'0'0,"0"-6"3068"0"0,-4 8 175 0 0,-12-5-4737 0 0,13 2 666 0 0,3 1-349 0 0,-1 0-1 0 0,1 0 1 0 0,0 0 0 0 0,-1 0-1 0 0,1 0 1 0 0,0-1 0 0 0,0 1-1 0 0,-1 0 1 0 0,1 0 0 0 0,0 0-1 0 0,-1-1 1 0 0,1 1 0 0 0,0 0 0 0 0,0 0-1 0 0,0-1 1 0 0,-1 1 0 0 0,1 0-1 0 0,0 0 1 0 0,0-1 0 0 0,0 1-1 0 0,0 0 1 0 0,0-1 0 0 0,-1 1-1 0 0,1 0 1 0 0,0-1 0 0 0,0 1-1 0 0,0 0 1 0 0,0-1 0 0 0,0 1-1 0 0,0-1 1 0 0,-3-6 104 0 0,-6 2 46 0 0,0 1 0 0 0,0 1 1 0 0,0 0-1 0 0,0 0 0 0 0,0 0 0 0 0,-1 2 1 0 0,-15-3-1 0 0,-73 0 639 0 0,71 5-533 0 0,0 2 1 0 0,1 1-1 0 0,-42 11 1 0 0,-23 11 351 0 0,82-23-582 0 0,-22 8 214 0 0,0 2-1 0 0,1 1 0 0 0,-52 32 1 0 0,-1 1-87 0 0,61-38-176 0 0,21-8 17 0 0,-1-1-1 0 0,1 0 0 0 0,-1 1 0 0 0,1-1 1 0 0,-1 1-1 0 0,1 0 0 0 0,0-1 0 0 0,-1 1 0 0 0,1 0 1 0 0,0 0-1 0 0,-1 0 0 0 0,1 0 0 0 0,0 0 1 0 0,0 0-1 0 0,0 0 0 0 0,0 0 0 0 0,0 0 0 0 0,0 1 1 0 0,0-1-1 0 0,1 0 0 0 0,-1 1 0 0 0,0-1 1 0 0,1 0-1 0 0,-1 1 0 0 0,1-1 0 0 0,-1 1 0 0 0,1-1 1 0 0,0 1-1 0 0,0-1 0 0 0,0 1 0 0 0,0-1 1 0 0,0 1-1 0 0,0-1 0 0 0,0 1 0 0 0,0-1 0 0 0,1 3 1 0 0,-1 13 71 0 0,1-12-58 0 0,0 0 1 0 0,-1-1-1 0 0,0 1 0 0 0,0 0 1 0 0,0 0-1 0 0,-1-1 1 0 0,1 1-1 0 0,-1 0 1 0 0,0-1-1 0 0,-3 8 0 0 0,-15 9 23 0 0,10 7 54 0 0,0-13-98 0 0,7-12-3 0 0,0-1 0 0 0,1 1 0 0 0,-1 0 0 0 0,1 0 0 0 0,0 0 0 0 0,0 0 1 0 0,0 0-1 0 0,0 0 0 0 0,0 0 0 0 0,0 1 0 0 0,1-1 0 0 0,-1 6 0 0 0,1 138 234 0 0,1-142-214 0 0,-1 0 0 0 0,1-1 0 0 0,0 1 0 0 0,0-1-1 0 0,1 1 1 0 0,-1-1 0 0 0,1 1 0 0 0,0-1 0 0 0,0 0 0 0 0,0 1-1 0 0,1-1 1 0 0,0-1 0 0 0,-1 1 0 0 0,1 0 0 0 0,1-1 0 0 0,-1 1-1 0 0,0-1 1 0 0,1 0 0 0 0,0 0 0 0 0,7 5 0 0 0,9 9 24 0 0,-6-4-40 0 0,0 0-1 0 0,1-1 1 0 0,0 0 0 0 0,1-1-1 0 0,0-1 1 0 0,1 0 0 0 0,25 10-1 0 0,117 40 418 0 0,-116-41-289 0 0,61 18 1 0 0,2 1 130 0 0,-57-19-72 0 0,2-2 1 0 0,0-2-1 0 0,95 14 0 0 0,-103-21-68 0 0,14 2-27 0 0,40 6 286 0 0,-1 5 0 0 0,126 43 0 0 0,-179-49-34 0 0,0-1 1 0 0,72 11-1 0 0,89 0 536 0 0,-52-8-363 0 0,212 19 1020 0 0,-322-35-1031 0 0,-1-1-1 0 0,1-2 1 0 0,68-12 0 0 0,124-39 212 0 0,-73 15-587 0 0,-87 23-57 0 0,138-35 325 0 0,-173 39-293 0 0,-27 8-74 0 0,-1 0 0 0 0,0 0 0 0 0,-1-1 0 0 0,1-1-1 0 0,-1 0 1 0 0,0 0 0 0 0,16-11 0 0 0,-7 2 28 0 0,-2 3-16 0 0,-1-1 1 0 0,-1-1 0 0 0,0 0-1 0 0,-1 0 1 0 0,26-32 0 0 0,10-9 38 0 0,-22 17-67 0 0,-26 33-8 0 0,-1 0 0 0 0,0 0 0 0 0,0 0 1 0 0,0 0-1 0 0,0 0 0 0 0,0 0 0 0 0,-1 0 0 0 0,0 0 0 0 0,0 0 0 0 0,0 0 0 0 0,0-1 0 0 0,-2-5 1 0 0,1-9 20 0 0,1 10 4 0 0,1 0 0 0 0,-2 0 0 0 0,1 0-1 0 0,-1 0 1 0 0,-1 0 0 0 0,1 0 0 0 0,-2 0-1 0 0,1 1 1 0 0,-1-1 0 0 0,0 1 0 0 0,-1 0 0 0 0,-5-10-1 0 0,-10-12 45 0 0,-17-40-1 0 0,30 59-64 0 0,-1 0 0 0 0,1 0 0 0 0,-2 1 0 0 0,1 0 0 0 0,-11-10 0 0 0,12 13 10 0 0,0 1 0 0 0,0-1 1 0 0,0-1-1 0 0,1 1 0 0 0,0-1 0 0 0,1 0 0 0 0,0 0 1 0 0,-5-14-1 0 0,5 10 1 0 0,3 7-25 0 0,0-1 0 0 0,0 1 1 0 0,-1-1-1 0 0,1 1 1 0 0,-2 0-1 0 0,1 0 1 0 0,0-1-1 0 0,-1 2 1 0 0,0-1-1 0 0,0 0 1 0 0,0 1-1 0 0,-1-1 0 0 0,0 1 1 0 0,0 0-1 0 0,0 0 1 0 0,0 0-1 0 0,0 1 1 0 0,-9-6-1 0 0,-94-58-195 0 0,69 43 186 0 0,-1 2 0 0 0,0 2 0 0 0,-2 2 0 0 0,-65-21 0 0 0,48 19-91 0 0,-61-32 0 0 0,44 4-152 0 0,34 20 154 0 0,18 10 106 0 0,19 14-6 0 0,1 1 1 0 0,-1 0 0 0 0,0 0-1 0 0,0 0 1 0 0,0 1 0 0 0,-6-3-1 0 0,5 3-1 0 0,4 1 6 0 0,-1 1 0 0 0,1 0 0 0 0,0 0 0 0 0,0-1 1 0 0,0 1-1 0 0,0-1 0 0 0,0 1 0 0 0,0-1 0 0 0,0 1 0 0 0,0-1 0 0 0,0 0 1 0 0,0 1-1 0 0,0-1 0 0 0,0 0 0 0 0,0 0 0 0 0,1 0 0 0 0,-1 0 0 0 0,0 1 1 0 0,0-1-1 0 0,1 0 0 0 0,-1 0 0 0 0,1-1 0 0 0,-1 1 0 0 0,1 0 0 0 0,-1 0 1 0 0,1-2-1 0 0,-1 2 1 0 0,0 1-1 0 0,1-1 1 0 0,-1 0 0 0 0,0 1 0 0 0,1-1 0 0 0,-1 0-1 0 0,0 1 1 0 0,0-1 0 0 0,0 1 0 0 0,1-1 0 0 0,-1 1 0 0 0,0 0-1 0 0,0-1 1 0 0,0 1 0 0 0,0 0 0 0 0,0 0 0 0 0,0 0 0 0 0,0-1-1 0 0,1 1 1 0 0,-1 0 0 0 0,0 0 0 0 0,0 0 0 0 0,-1 1-1 0 0,-1-2 11 0 0,-25-15-13 0 0,-9-13-214 0 0,-10 0 174 0 0,42 22 37 0 0,1 1 20 0 0,-99-40-71 0 0,66 27-117 0 0,33 16 160 0 0,-1 0 0 0 0,0 0 1 0 0,0 1-1 0 0,0 0 1 0 0,0 0-1 0 0,0 0 1 0 0,-1 0-1 0 0,-6-1 0 0 0,-52-3-205 0 0,-1 2-1 0 0,1 3 0 0 0,-107 11 0 0 0,102-4 207 0 0,49-5-4 0 0,0 1 0 0 0,-1 1 0 0 0,1 0 0 0 0,-22 8 0 0 0,-131 50-66 0 0,155-56 110 0 0,13-4-21 0 0,0 1 0 0 0,-1-1 0 0 0,1 1 0 0 0,0 0 0 0 0,0 0 0 0 0,0 0 0 0 0,1 1 0 0 0,-1-1 0 0 0,-7 7 0 0 0,8-6-15 0 0,0 0-1 0 0,-1 0 1 0 0,1 0 0 0 0,-1 0-1 0 0,0 0 1 0 0,0-1-1 0 0,1 0 1 0 0,-2 0-1 0 0,1-1 1 0 0,0 1-1 0 0,0-1 1 0 0,0 0-1 0 0,-9 0 1 0 0,5 1 16 0 0,0-1 1 0 0,-1 2 0 0 0,1-1-1 0 0,0 1 1 0 0,-8 4 0 0 0,-63 28 202 0 0,19-40 334 0 0,-17 15-688 0 0,31-4 225 0 0,-52 1 0 0 0,-37 1-178 0 0,60 0 49 0 0,49-4-86 0 0,-37 1 1 0 0,12-5-818 0 0,47 5 108 0 0,1 1-654 0 0,2-5 1169 0 0,0 0 0 0 0,1 1 0 0 0,-1-1 0 0 0,1 0 0 0 0,-1 0 0 0 0,1 1-1 0 0,-1-1 1 0 0,1 1 0 0 0,0-1 0 0 0,0 1 0 0 0,0-1 0 0 0,0 1 0 0 0,0 0 0 0 0,0 0 0 0 0,0-1 0 0 0,0 1 0 0 0,1 0-1 0 0,-1 0 1 0 0,1 0 0 0 0,-1 0 0 0 0,1 0 0 0 0,0 0 0 0 0,0 0 0 0 0,0 0 0 0 0,0 0 0 0 0,0 2 0 0 0,0 31-7385 0 0</inkml:trace>
</inkml:ink>
</file>

<file path=ppt/ink/ink7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06T18:55:44.65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74 267 480 0 0,'-5'-2'898'0'0,"3"1"-685"0"0,1 1 0 0 0,0 0 1 0 0,-1-1-1 0 0,1 1 0 0 0,0-1 0 0 0,-1 1 1 0 0,1-1-1 0 0,0 0 0 0 0,0 1 0 0 0,-1-1 0 0 0,1 0 1 0 0,0 0-1 0 0,0 0 0 0 0,0 0 0 0 0,0 0 0 0 0,0 0 1 0 0,-1-2-1 0 0,-3 1 1654 0 0,-13-3-266 0 0,13 4 907 0 0,0 2-1454 0 0,-8 2 2002 0 0,18-6-966 0 0,36-13 51 0 0,10-4-1051 0 0,15-24 511 0 0,-42 28-1041 0 0,39-31 1 0 0,-38 26 45 0 0,55-33 1 0 0,-71 50-502 0 0,-8 3-85 0 0,-1 1-1 0 0,1 0 0 0 0,0 0 1 0 0,0-1-1 0 0,0 1 1 0 0,0 0-1 0 0,0-1 0 0 0,0 1 1 0 0,0-1-1 0 0,-1 1 0 0 0,1-1 1 0 0,0 1-1 0 0,0-1 0 0 0,-1 0 1 0 0,1 1-1 0 0,0-1 1 0 0,-1 0-1 0 0,1 0 0 0 0,-1 0 1 0 0,1 1-1 0 0,-1-1 0 0 0,1 0 1 0 0,-1 0-1 0 0,1 0 0 0 0,-1 0 1 0 0,0 0-1 0 0,0 0 1 0 0,1-1-1 0 0,-1 1 461 0 0,-5 21 120 0 0,-70 143 321 0 0,38-57-801 0 0,-10-3-174 0 0,-1 43-11 0 0,7-15-310 0 0,39-126 312 0 0,-2 4-330 0 0,0 1 0 0 0,1-1 1 0 0,0 1-1 0 0,0 0 0 0 0,1 0 1 0 0,0 0-1 0 0,1 0 0 0 0,0 0 1 0 0,1 1-1 0 0,0-1 0 0 0,2 14 1 0 0,17 21-8199 0 0,-15-28-4015 0 0</inkml:trace>
</inkml:ink>
</file>

<file path=ppt/ink/ink7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06T18:55:45.01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422 31 5122 0 0,'-6'-3'1365'0'0,"5"2"-1072"0"0,-1 1 1 0 0,1-1-1 0 0,-1 0 0 0 0,1 1 0 0 0,0-1 1 0 0,0 0-1 0 0,-1 0 0 0 0,1 0 0 0 0,0 0 1 0 0,0 0-1 0 0,0 0 0 0 0,0 0 0 0 0,0 0 1 0 0,0 0-1 0 0,0 0 0 0 0,0-1 0 0 0,1 1 1 0 0,-2-2-1 0 0,2 2-228 0 0,1 0-1 0 0,0 1 1 0 0,-1-1 0 0 0,1 1 0 0 0,0-1-1 0 0,-1 1 1 0 0,1-1 0 0 0,0 1 0 0 0,0-1 0 0 0,-1 1-1 0 0,1 0 1 0 0,0-1 0 0 0,0 1 0 0 0,0 0-1 0 0,-1 0 1 0 0,1 0 0 0 0,0-1 0 0 0,0 1-1 0 0,0 0 1 0 0,0 0 0 0 0,0 0 0 0 0,-1 0 0 0 0,1 1-1 0 0,0-1 1 0 0,0 0 0 0 0,0 0 0 0 0,1 1-1 0 0,8-1 831 0 0,21 0 645 0 0,58 8 1 0 0,110 34 664 0 0,-162-31-1833 0 0,0 1 1 0 0,-1 2 0 0 0,48 26-1 0 0,-73-34-323 0 0,0 0 0 0 0,-1 1-1 0 0,0 0 1 0 0,-1 1 0 0 0,10 9-1 0 0,-18-17-48 0 0,0 1-1 0 0,0 1 0 0 0,0-1 0 0 0,0 0 0 0 0,0 0 0 0 0,0 0 1 0 0,0 0-1 0 0,0 1 0 0 0,-1-1 0 0 0,1 0 0 0 0,-1 1 1 0 0,1-1-1 0 0,-1 0 0 0 0,1 1 0 0 0,-1-1 0 0 0,0 1 0 0 0,0-1 1 0 0,1 0-1 0 0,-1 1 0 0 0,0-1 0 0 0,0 1 0 0 0,-1-1 0 0 0,1 1 1 0 0,0-1-1 0 0,0 1 0 0 0,-1-1 0 0 0,1 0 0 0 0,-1 1 0 0 0,1-1 1 0 0,-1 0-1 0 0,0 1 0 0 0,1-1 0 0 0,-1 0 0 0 0,0 0 1 0 0,0 1-1 0 0,0-1 0 0 0,0 0 0 0 0,0 0 0 0 0,0 0 0 0 0,0 0 1 0 0,0 0-1 0 0,0-1 0 0 0,-1 1 0 0 0,1 0 0 0 0,0 0 0 0 0,-2 0 1 0 0,-8 5 47 0 0,1-1 1 0 0,-2 0-1 0 0,1-1 0 0 0,0 0 1 0 0,-1 0-1 0 0,0-1 1 0 0,0-1-1 0 0,-14 2 1 0 0,-348 50 205 0 0,303-44-312 0 0,-269 24-4364 0 0,326-34 2355 0 0,0 0 1 0 0,-23-5-1 0 0,4-6-6523 0 0</inkml:trace>
</inkml:ink>
</file>

<file path=ppt/ink/ink7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06T18:55:45.68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113 78 240 0 0,'-57'-18'3042'0'0,"29"7"-241"0"0,0-1-560 0 0,28 6-400 0 0,0 1-401 0 0,0-2-159 0 0,28 1-161 0 0,0 1-79 0 0,1 5-81 0 0,27-7-159 0 0,0 7-241 0 0,0 7-320 0 0,28-2-1120 0 0,-28 8-1601 0 0,0-8-1601 0 0,-5 8-560 0 0,-23-8 880 0 0</inkml:trace>
</inkml:ink>
</file>

<file path=ppt/ink/ink7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06T18:55:46.07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0 2401 0 0,'0'6'6963'0'0,"0"-1"-5442"0"0,28-5-401 0 0,0 0-79 0 0,0 0-241 0 0,29 0-159 0 0,-1 0-721 0 0,28 7-2161 0 0,28-14-3922 0 0</inkml:trace>
</inkml:ink>
</file>

<file path=ppt/ink/ink7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06T18:55:52.25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29 882 1441 0 0,'-24'4'1654'0'0,"20"-3"360"0"0,8-1-1280 0 0,-2 1-601 0 0,0-1 0 0 0,0 0 1 0 0,0 1-1 0 0,-1-1 1 0 0,1 0-1 0 0,0 0 0 0 0,0 0 1 0 0,0-1-1 0 0,0 1 1 0 0,5-6 6169 0 0,28-26-5350 0 0,23-14-279 0 0,90-93 0 0 0,-108 92-455 0 0,63-98 1 0 0,10-12 381 0 0,-93 134-210 0 0,-2 0 1 0 0,28-45-1 0 0,6-13 636 0 0,-46 67-831 0 0,-5 11-166 0 0,0 1-1 0 0,0-1 1 0 0,0 1 0 0 0,0 0-1 0 0,1-1 1 0 0,-1 1-1 0 0,1 0 1 0 0,-1 0 0 0 0,1 0-1 0 0,0 0 1 0 0,0 0 0 0 0,0 1-1 0 0,0-1 1 0 0,4-2-1 0 0,4-2 55 0 0,-9 6-74 0 0,0 0-1 0 0,0 0 1 0 0,0-1 0 0 0,0 1 0 0 0,0-1-1 0 0,-1 1 1 0 0,1-1 0 0 0,0 1 0 0 0,0-1-1 0 0,0 1 1 0 0,-1-1 0 0 0,1 0 0 0 0,0 1-1 0 0,-1-1 1 0 0,1 0 0 0 0,0 1 0 0 0,-1-1-1 0 0,1 0 1 0 0,-1 0 0 0 0,1 0 0 0 0,-1 0-1 0 0,0 0 1 0 0,1 1 0 0 0,-1-1 0 0 0,0 0-1 0 0,1-2 1 0 0,-1 2 0 0 0,1 0 0 0 0,-1 0 0 0 0,1 0 0 0 0,0 0 0 0 0,-1 0 1 0 0,1 0-1 0 0,0 0 0 0 0,0 0 0 0 0,-1 0 0 0 0,1 1 0 0 0,0-1 0 0 0,0 0 0 0 0,0 0 0 0 0,0 1 0 0 0,0-1 0 0 0,0 1 0 0 0,1-1 0 0 0,-1 1 0 0 0,0-1 0 0 0,0 1 0 0 0,2-1 0 0 0,-1 0 23 0 0,15-6 148 0 0,-16 7-179 0 0,-1 0 0 0 0,1 0 0 0 0,0 0 0 0 0,0 0-1 0 0,-1-1 1 0 0,1 1 0 0 0,0 0 0 0 0,0 0 0 0 0,-1-1-1 0 0,1 1 1 0 0,0 0 0 0 0,-1-1 0 0 0,1 1 0 0 0,0-1-1 0 0,-1 1 1 0 0,1-1 0 0 0,-1 1 0 0 0,1-1 0 0 0,-1 0-1 0 0,1 1 1 0 0,-1-1 0 0 0,1 0 0 0 0,-1 1 0 0 0,1-2-1 0 0,0 1-2 0 0,1 0-1 0 0,-1 0 1 0 0,0 0-1 0 0,1 0 0 0 0,-1 0 1 0 0,1 1-1 0 0,0-1 1 0 0,-1 0-1 0 0,1 1 0 0 0,-1 0 1 0 0,1-1-1 0 0,0 1 0 0 0,0 0 1 0 0,2 0-1 0 0,3-1-54 0 0,11 0-24 0 0,-12 3-96 0 0,-2 1 126 0 0,-2-2 40 0 0,-1-1 4 0 0,0 0 1 0 0,0 1-1 0 0,0-1 1 0 0,0 1-1 0 0,0-1 0 0 0,0 1 1 0 0,0-1-1 0 0,0 1 1 0 0,0-1-1 0 0,0 1 0 0 0,0 0 1 0 0,-1-1-1 0 0,1 1 1 0 0,0 0-1 0 0,1 1 0 0 0,8 33-68 0 0,8 26 44 0 0,-10-39 31 0 0,-2 0-1 0 0,0 0 1 0 0,-1 0-1 0 0,-1 1 1 0 0,0 24-1 0 0,-4-42-5 0 0,1 1-1 0 0,-1 0 0 0 0,1 0 0 0 0,0-1 1 0 0,0 1-1 0 0,1 0 0 0 0,0-1 0 0 0,0 1 1 0 0,0-1-1 0 0,0 0 0 0 0,1 0 0 0 0,0 0 0 0 0,0 0 1 0 0,1 0-1 0 0,-1 0 0 0 0,1-1 0 0 0,8 8 1 0 0,26 37 2 0 0,-32-41 25 0 0,5 8 11 0 0,-1 0-1 0 0,15 35 1 0 0,-24-46-25 0 0,0 0 1 0 0,0 0-1 0 0,1 0 0 0 0,0 0 1 0 0,0 0-1 0 0,0-1 1 0 0,1 1-1 0 0,-1-1 1 0 0,1 1-1 0 0,0-1 0 0 0,1 0 1 0 0,-1 0-1 0 0,1 0 1 0 0,-1-1-1 0 0,1 1 1 0 0,0-1-1 0 0,0 0 0 0 0,9 5 1 0 0,33 22 258 0 0,-29-19 47 0 0,-16-10-292 0 0,0-1 1 0 0,0 0-1 0 0,0 1 1 0 0,0-1-1 0 0,-1 1 1 0 0,1-1-1 0 0,0 1 1 0 0,0 0-1 0 0,0-1 1 0 0,-1 1-1 0 0,1 0 1 0 0,0-1-1 0 0,-1 1 1 0 0,1 0-1 0 0,0 0 1 0 0,-1 0 0 0 0,1 0-1 0 0,-1 0 1 0 0,0-1-1 0 0,1 3 1 0 0,-1-1 1111 0 0,1-1-684 0 0,-6 3-287 0 0,-13 2 139 0 0,1-1-1 0 0,-1-1 1 0 0,0 0-1 0 0,-23 1 0 0 0,-28 0 690 0 0,-100-6-1 0 0,-80-17 151 0 0,-86-3-608 0 0,318 21 346 0 0,-15 0-4510 0 0,53-5-4275 0 0,91-10-2765 0 0,-32-1 6602 0 0</inkml:trace>
</inkml:ink>
</file>

<file path=ppt/ink/ink7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06T18:55:53.47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64 1281 0 0,'0'-41'4343'0'0,"0"25"-1494"0"0,0 14-1310 0 0,0 7 54 0 0,4 5-1433 0 0,-1-6-119 0 0,0 0-1 0 0,0 1 0 0 0,-1-1 0 0 0,0 1 1 0 0,0 0-1 0 0,0 0 0 0 0,0 0 0 0 0,-1 0 0 0 0,0 0 1 0 0,1 9-1 0 0,-1 59 398 0 0,-2-56-318 0 0,1 0 0 0 0,0 0 0 0 0,5 30 0 0 0,4-12 63 0 0,-5-23-38 0 0,-1 1 0 0 0,0 0-1 0 0,-1 0 1 0 0,1 19 0 0 0,-3-22 5 0 0,0 0-1 0 0,0 0 1 0 0,1-1 0 0 0,1 1-1 0 0,3 11 1 0 0,-4-18-118 0 0,0 1-1 0 0,1-1 1 0 0,-1 1 0 0 0,1-1-1 0 0,0 1 1 0 0,0-1 0 0 0,1 0-1 0 0,-1 0 1 0 0,1 0-1 0 0,-1 0 1 0 0,1-1 0 0 0,0 1-1 0 0,0-1 1 0 0,0 0 0 0 0,0 1-1 0 0,0-1 1 0 0,5 2-1 0 0,1-1-20 0 0,0 0 0 0 0,1 0 0 0 0,-1 0-1 0 0,1-1 1 0 0,0-1 0 0 0,0 1 0 0 0,-1-2-1 0 0,1 1 1 0 0,0-2 0 0 0,0 1 0 0 0,0-1-1 0 0,-1 0 1 0 0,1-1 0 0 0,0-1 0 0 0,-1 1-1 0 0,12-6 1 0 0,-4 2 34 0 0,-1-1 0 0 0,-1-1 0 0 0,1-1 0 0 0,-1 0 0 0 0,-1-1 0 0 0,1 0 0 0 0,-2-1-1 0 0,23-24 1 0 0,76-109 209 0 0,-95 125-215 0 0,13-19 82 0 0,-20 8 31 0 0,-6 14-37 0 0,0 8 24 0 0,0 0 1 0 0,1-1 0 0 0,0 2 0 0 0,0-1 0 0 0,1 0-1 0 0,8-8 1 0 0,18-27 682 0 0,-26 32-696 0 0,-6 10-120 0 0,0-1-1 0 0,1 1 1 0 0,-1 0-1 0 0,1-1 1 0 0,0 1-1 0 0,-1 0 1 0 0,1 0 0 0 0,0 0-1 0 0,0-1 1 0 0,0 1-1 0 0,-1 0 1 0 0,1 0-1 0 0,0 0 1 0 0,1 1-1 0 0,-1-1 1 0 0,0 0 0 0 0,0 0-1 0 0,0 0 1 0 0,0 1-1 0 0,1-1 1 0 0,-1 1-1 0 0,2-1 1 0 0,-2 1-51 0 0,0 1-1 0 0,-1 0 1 0 0,1 0 0 0 0,-1 0-1 0 0,1 0 1 0 0,-1 0 0 0 0,1 0-1 0 0,-1 0 1 0 0,1 0 0 0 0,-1 0-1 0 0,0 0 1 0 0,0 0 0 0 0,0 0-1 0 0,1 0 1 0 0,-1 1 0 0 0,0-1-1 0 0,0 0 1 0 0,0 0 0 0 0,-1 0-1 0 0,1 0 1 0 0,0 0 0 0 0,0 0-1 0 0,-1 1 1 0 0,1 8-41 0 0,0 257 873 0 0,0-264-740 0 0,0 0 0 0 0,0 0 0 0 0,0 0 0 0 0,0 0 0 0 0,0-1 0 0 0,1 1 0 0 0,0 0 0 0 0,-1 0 0 0 0,1 0 0 0 0,0-1 0 0 0,1 1 0 0 0,-1 0 0 0 0,2 2 0 0 0,-1-3-9 0 0,0 0-1 0 0,0-1 1 0 0,0 1-1 0 0,0-1 1 0 0,0 1-1 0 0,1-1 1 0 0,-1 0-1 0 0,0 0 1 0 0,1 0 0 0 0,-1 0-1 0 0,1 0 1 0 0,-1 0-1 0 0,1-1 1 0 0,-1 1-1 0 0,1-1 1 0 0,0 0-1 0 0,3 0 1 0 0,13 0 1 0 0,0 0-1 0 0,0-2 1 0 0,-1 0-1 0 0,1-1 1 0 0,-1-1-1 0 0,1 0 1 0 0,-1-2-1 0 0,19-7 1 0 0,-33 10-21 0 0,0 1 0 0 0,0-1 1 0 0,0 0-1 0 0,-1 1 0 0 0,1-2 0 0 0,-1 1 1 0 0,0 0-1 0 0,0-1 0 0 0,0 1 1 0 0,0-1-1 0 0,0 0 0 0 0,-1 0 0 0 0,4-8 1 0 0,15-23 125 0 0,3 5-490 0 0,-11 14 758 0 0,-1 1 1 0 0,17-31-1 0 0,-11-2-1819 0 0,-16 39 195 0 0,0-1 1 0 0,0 0-1 0 0,-1-18 1 0 0,-1 27 1032 0 0,0 1 1 0 0,0 0 0 0 0,0-1 0 0 0,0 1-1 0 0,0-1 1 0 0,-1 1 0 0 0,1 0-1 0 0,0-1 1 0 0,0 1 0 0 0,-1 0 0 0 0,1-1-1 0 0,0 1 1 0 0,0 0 0 0 0,-1 0 0 0 0,1-1-1 0 0,0 1 1 0 0,-1 0 0 0 0,1 0 0 0 0,0 0-1 0 0,-1-1 1 0 0,1 1 0 0 0,0 0-1 0 0,-1 0 1 0 0,1 0 0 0 0,0 0 0 0 0,-1 0-1 0 0,1 0 1 0 0,-1-1 0 0 0,1 1 0 0 0,0 0-1 0 0,-1 0 1 0 0,1 0 0 0 0,-1 0 0 0 0,1 1-1 0 0,-1-1 1 0 0,-11 1-2195 0 0,12-1 2270 0 0,-1 0 0 0 0,1 0 1 0 0,0 0-1 0 0,0 0 0 0 0,0 0 0 0 0,-1 0 1 0 0,1 0-1 0 0,0 1 0 0 0,0-1 0 0 0,0 0 1 0 0,-1 0-1 0 0,1 0 0 0 0,0 0 0 0 0,0 0 1 0 0,0 0-1 0 0,0 1 0 0 0,-1-1 0 0 0,1 0 1 0 0,0 0-1 0 0,0 0 0 0 0,0 0 0 0 0,0 1 1 0 0,0-1-1 0 0,0 0 0 0 0,0 0 0 0 0,-1 0 1 0 0,1 1-1 0 0,0-1 0 0 0,0 0 0 0 0,0 0 1 0 0,0 0-1 0 0,0 1 0 0 0,0-1 0 0 0,0 0 1 0 0,0 0-1 0 0,0 1 0 0 0</inkml:trace>
</inkml:ink>
</file>

<file path=ppt/ink/ink7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06T18:55:54.82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30 66 160 0 0,'-4'0'791'0'0,"3"0"-654"0"0,0 0 0 0 0,0 1 0 0 0,0-1 0 0 0,0 0 0 0 0,0 0 0 0 0,0 0 0 0 0,0 0 0 0 0,0 0 0 0 0,0 0 0 0 0,0 0 0 0 0,0 0 0 0 0,0-1 0 0 0,1 1 0 0 0,-1 0 0 0 0,0 0 0 0 0,0-1-1 0 0,0 1 1 0 0,0-1 0 0 0,0 1 0 0 0,0-1 0 0 0,1 1 0 0 0,-1-1 0 0 0,0 1 0 0 0,-1-2 0 0 0,2 1 1224 0 0,0 0-1212 0 0,0 0 1 0 0,0 1-1 0 0,-1-1 0 0 0,1 1 1 0 0,0-1-1 0 0,0 1 0 0 0,0-1 0 0 0,0 1 1 0 0,0-1-1 0 0,0 0 0 0 0,0 1 1 0 0,0-1-1 0 0,0 1 0 0 0,0-1 1 0 0,0 1-1 0 0,1-1 0 0 0,-1 1 1 0 0,0-1-1 0 0,0 1 0 0 0,0-1 1 0 0,1 1-1 0 0,-1-1 0 0 0,0 1 1 0 0,1-1-1 0 0,-1 1 0 0 0,0-1 0 0 0,1 1 1 0 0,-1-1-1 0 0,1 1 0 0 0,0-1 1 0 0,46-17 1464 0 0,-43 15-1448 0 0,1 0 0 0 0,0 0 0 0 0,0 1 0 0 0,0 0 1 0 0,0-1-1 0 0,1 2 0 0 0,-1-1 0 0 0,1 1 0 0 0,-1-1 0 0 0,1 2 0 0 0,-1-1 1 0 0,1 0-1 0 0,0 1 0 0 0,9 1 0 0 0,13 2 1287 0 0,49 10 1 0 0,-71-11-1251 0 0,130 32 1892 0 0,472 54 1466 0 0,-519-82-3003 0 0,158-10 0 0 0,85-32 25 0 0,-71 7-374 0 0,-229 26-167 0 0,510-29 703 0 0,-205 60-1786 0 0,-299-24-2755 0 0,4-3-8508 0 0,-61-6 5674 0 0</inkml:trace>
</inkml:ink>
</file>

<file path=ppt/ink/ink8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06T18:55:56.04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1 635 640 0 0,'4'0'364'0'0,"-1"0"0"0"0,1-1 0 0 0,0 1 0 0 0,0-1 0 0 0,0 0-1 0 0,-1 0 1 0 0,1 0 0 0 0,0 0 0 0 0,-1 0 0 0 0,1-1 0 0 0,3-2-1 0 0,33-30 1480 0 0,-7 4-568 0 0,-30 28-1209 0 0,97-90 2652 0 0,-85 75-2160 0 0,-1 0 1 0 0,-1-1-1 0 0,0 0 0 0 0,17-34 1 0 0,-22 37-459 0 0,1 2 0 0 0,0-1 0 0 0,1 1 1 0 0,0 1-1 0 0,2 0 0 0 0,-1 1 1 0 0,1 0-1 0 0,21-15 0 0 0,-12 9 11 0 0,86-60 130 0 0,-89 63-230 0 0,1 1 0 0 0,0 0 0 0 0,0 2 0 0 0,2 0 0 0 0,28-10 0 0 0,-29 13-97 0 0,0 1 0 0 0,0 1 0 0 0,1 1 0 0 0,-1 1 0 0 0,1 0 0 0 0,0 2 0 0 0,0 0 0 0 0,39 3 1 0 0,-30 7-98 0 0,-29-7 190 0 0,0-1 0 0 0,0 1 1 0 0,0-1-1 0 0,0 1 0 0 0,0 0 0 0 0,0-1 1 0 0,0 1-1 0 0,0 0 0 0 0,0-1 1 0 0,0 1-1 0 0,-1 0 0 0 0,1 0 1 0 0,0 0-1 0 0,-1 0 0 0 0,1 0 1 0 0,-1 0-1 0 0,1 0 0 0 0,-1 0 1 0 0,1 0-1 0 0,-1 0 0 0 0,0 0 1 0 0,1 0-1 0 0,-1 0 0 0 0,0 2 1 0 0,-14 48 538 0 0,8-17-267 0 0,6-25-210 0 0,-2 0-1 0 0,1 1 1 0 0,-2-1-1 0 0,1 0 1 0 0,-1 0-1 0 0,0 0 1 0 0,-10 16-1 0 0,12-23-46 0 0,-1 0-1 0 0,1 0 0 0 0,-1 0 0 0 0,1 0 0 0 0,0 0 1 0 0,-1 1-1 0 0,1-1 0 0 0,0 0 0 0 0,1 0 0 0 0,-1 1 0 0 0,0-1 1 0 0,1 1-1 0 0,-1-1 0 0 0,1 1 0 0 0,0-1 0 0 0,-1 1 0 0 0,1-1 1 0 0,1 1-1 0 0,-1-1 0 0 0,0 0 0 0 0,0 1 0 0 0,1-1 0 0 0,0 1 1 0 0,-1-1-1 0 0,1 0 0 0 0,2 4 0 0 0,2 9 61 0 0,-4-8-52 0 0,1 1 0 0 0,-1-1 1 0 0,0 0-1 0 0,-1 1 0 0 0,0 7 0 0 0,0-8 11 0 0,0 1 1 0 0,0-1-1 0 0,1 1 0 0 0,2 8 0 0 0,0-6-2 0 0,1-1 1 0 0,0 0-1 0 0,0-1 1 0 0,1 1-1 0 0,0-1 0 0 0,1 0 1 0 0,0 0-1 0 0,0 0 1 0 0,0-1-1 0 0,1 0 0 0 0,0 0 1 0 0,1-1-1 0 0,0 0 1 0 0,0 0-1 0 0,0-1 1 0 0,0 0-1 0 0,1 0 0 0 0,0-1 1 0 0,0 0-1 0 0,0 0 1 0 0,11 2-1 0 0,-19-6-39 0 0,-1 1 0 0 0,1-1 0 0 0,0 0 1 0 0,0 1-1 0 0,-1-1 0 0 0,1 0 0 0 0,0 0 0 0 0,0 1 0 0 0,-1-1 0 0 0,1 0 1 0 0,0 0-1 0 0,0 0 0 0 0,-1 0 0 0 0,1 0 0 0 0,0 0 0 0 0,0 0 0 0 0,0 0 0 0 0,-1 0 1 0 0,1 0-1 0 0,0-1 0 0 0,0 1 0 0 0,-1 0 0 0 0,2-1 0 0 0,-12-5-56 0 0,-303-75 2003 0 0,199 62-1387 0 0,-1 4 1 0 0,-202 1-1 0 0,290 15-1009 0 0,1 2 0 0 0,-38 7 0 0 0,62-9 287 0 0,1-1 0 0 0,-1 0 0 0 0,1 0 0 0 0,0 0 0 0 0,-1 0 0 0 0,1 1 0 0 0,-1-1 0 0 0,1 1 0 0 0,0-1 0 0 0,0 1 0 0 0,-1 0-1 0 0,1-1 1 0 0,0 1 0 0 0,0 0 0 0 0,-2 1 0 0 0,4-1-176 0 0,0 0 1 0 0,1 0-1 0 0,-1 0 0 0 0,0 0 0 0 0,1 0 0 0 0,-1 0 0 0 0,0-1 0 0 0,1 1 0 0 0,0-1 0 0 0,-1 1 0 0 0,1-1 0 0 0,-1 1 0 0 0,4-1 0 0 0,46 12-6652 0 0</inkml:trace>
</inkml:ink>
</file>

<file path=ppt/ink/ink8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06T18:55:57.52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97 44 720 0 0,'0'-42'3095'0'0,"0"41"-2028"0"0,0 8-333 0 0,2 60 593 0 0,-1-30-840 0 0,-1 0 0 0 0,-6 44 0 0 0,-9-7 126 0 0,11-52-382 0 0,1 2 142 0 0,-1 0-1 0 0,-1 0 1 0 0,-11 30-1 0 0,10-37-139 0 0,0 0-1 0 0,2 1 1 0 0,0-1-1 0 0,1 1 1 0 0,0 0-1 0 0,1 29 1 0 0,2-32-60 0 0,0 0 0 0 0,-5 25 1 0 0,-1-16 5 0 0,-2 11 69 0 0,8-31-228 0 0,1 0 0 0 0,0 0 0 0 0,-1 0 0 0 0,1-1 0 0 0,1 1 0 0 0,-1 0 0 0 0,3 5 0 0 0,0 1 7 0 0,-2-7-77 0 0,-1 1 1 0 0,1-1-1 0 0,0 0 1 0 0,0 1 0 0 0,1-1-1 0 0,-1 0 1 0 0,1-1 0 0 0,-1 1-1 0 0,1 0 1 0 0,0-1 0 0 0,0 0-1 0 0,0 1 1 0 0,0-1 0 0 0,0 0-1 0 0,1 0 1 0 0,-1-1-1 0 0,1 1 1 0 0,-1-1 0 0 0,1 0-1 0 0,-1 0 1 0 0,1 0 0 0 0,5 0-1 0 0,-2 1-357 0 0,0-2 0 0 0,1 1-1 0 0,-1-1 1 0 0,0 0 0 0 0,1 0-1 0 0,-1-1 1 0 0,0 0 0 0 0,0-1-1 0 0,1 1 1 0 0,11-6 0 0 0,-15 5-254 0 0,1 0 1 0 0,-1-1 0 0 0,0 0-1 0 0,0 0 1 0 0,8-6 0 0 0</inkml:trace>
</inkml:ink>
</file>

<file path=ppt/ink/ink8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06T18:55:57.91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29 64 1681 0 0,'-28'0'6323'0'0,"28"-5"-4723"0"0,28 0-319 0 0,0-2-161 0 0,56 1-399 0 0,219-17-481 0 0,6 5-3361 0 0,-168 18-3442 0 0</inkml:trace>
</inkml:ink>
</file>

<file path=ppt/ink/ink8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06T18:56:00.55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2 428 400 0 0,'0'-37'4549'0'0,"-1"30"-3955"0"0,1 5-515 0 0,0 0 0 0 0,-1 0-1 0 0,1 0 1 0 0,0-1-1 0 0,0 1 1 0 0,0 0 0 0 0,1 0-1 0 0,-1 0 1 0 0,0 0 0 0 0,1 0-1 0 0,-1 0 1 0 0,1 0 0 0 0,0 0-1 0 0,2-4 1 0 0,6-4 108 0 0,0 0 0 0 0,-1 0-1 0 0,12-19 1 0 0,-10 2 187 0 0,8 2 39 0 0,-8-3 54 0 0,0 15-193 0 0,-9 12-200 0 0,1-1 0 0 0,-1 1 0 0 0,0-1 0 0 0,0 1 0 0 0,0-1 0 0 0,0 0 0 0 0,0 1 0 0 0,0-1 0 0 0,-1 0 0 0 0,1 0 1 0 0,0 1-1 0 0,-1-1 0 0 0,1 0 0 0 0,-1 0 0 0 0,0 0 0 0 0,0 0 0 0 0,0 0 0 0 0,0-2 0 0 0,0-20 1446 0 0,0 23-1066 0 0,-1-1 60 0 0,7-2-201 0 0,13-1-313 0 0,-9 0-17 0 0,0-1-1 0 0,-1 1 1 0 0,1-2 0 0 0,8-7-1 0 0,14-8-42 0 0,-26 17 58 0 0,0 1-1 0 0,0-1 0 0 0,0-1 0 0 0,6-7 1 0 0,3-2 15 0 0,-8 1 377 0 0,-8 9-134 0 0,-5 9-141 0 0,-8 11-174 0 0,0 1 1 0 0,-17 26 0 0 0,10-13-34 0 0,11-14 64 0 0,1-4 6 0 0,0 1 0 0 0,-9 19 0 0 0,4 23-31 0 0,5-38-60 0 0,-6 17-391 0 0,15-32 382 0 0,-1 0 1 0 0,1 0-1 0 0,0 0 1 0 0,-1 0-1 0 0,1 0 1 0 0,0 1-1 0 0,0-1 1 0 0,0 0-1 0 0,0 0 1 0 0,0 0-1 0 0,0 0 1 0 0,0 0-1 0 0,0 1 1 0 0,0-1-1 0 0,1 0 1 0 0,-1 0-1 0 0,0 0 1 0 0,1 0-1 0 0,-1 0 1 0 0,1 0-1 0 0,-1 0 1 0 0,1 0-1 0 0,0 0 1 0 0,1 2-1 0 0,21 5-2706 0 0,5-2-253 0 0</inkml:trace>
</inkml:ink>
</file>

<file path=ppt/ink/ink8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06T18:56:19.79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15 675 1121 0 0,'0'0'5335'0'0,"0"-12"-3627"0"0,0 8-1551 0 0,0 0 0 0 0,0 0 0 0 0,0 0 0 0 0,1 0 0 0 0,-1 0 0 0 0,1 0 0 0 0,0 0 1 0 0,1 0-1 0 0,-1 0 0 0 0,0 1 0 0 0,1-1 0 0 0,0 1 0 0 0,0-1 0 0 0,0 1 0 0 0,0-1 0 0 0,1 1 1 0 0,5-6-1 0 0,4-6 155 0 0,-1-1 1 0 0,-1 0-1 0 0,0-1 1 0 0,9-22 0 0 0,3-6 138 0 0,8-4-322 0 0,1 1 0 0 0,72-82 0 0 0,-14 6 364 0 0,-69 94-390 0 0,-18 26-88 0 0,0 0 0 0 0,0 1 0 0 0,1-1 0 0 0,-1 1 0 0 0,1-1 0 0 0,0 1 0 0 0,-1 0-1 0 0,2 0 1 0 0,-1 0 0 0 0,7-4 0 0 0,13-6 52 0 0,-13 8-121 0 0,8 4-26 0 0,-15 1 94 0 0,-1 1-1 0 0,1-1 0 0 0,0 1 0 0 0,-1 0 0 0 0,0 0 0 0 0,1-1 0 0 0,-1 2 0 0 0,1-1 0 0 0,-1 0 0 0 0,0 0 0 0 0,0 1 1 0 0,0-1-1 0 0,0 1 0 0 0,0 0 0 0 0,0 0 0 0 0,0 0 0 0 0,-1-1 0 0 0,1 2 0 0 0,-1-1 0 0 0,1 0 0 0 0,-1 0 0 0 0,0 0 1 0 0,2 5-1 0 0,8 10 86 0 0,-7-12-67 0 0,-1 0 0 0 0,0 0 1 0 0,-1 0-1 0 0,1 0 0 0 0,-1 0 0 0 0,0 1 0 0 0,0-1 0 0 0,2 12 1 0 0,-1 49 164 0 0,-3-51-190 0 0,1-8 13 0 0,-1 0 1 0 0,1 1-1 0 0,1-1 1 0 0,-1 0-1 0 0,1 0 1 0 0,5 13 0 0 0,-4-14 13 0 0,0 1 1 0 0,-1 0 0 0 0,0 0-1 0 0,-1 0 1 0 0,0 0 0 0 0,1 14-1 0 0,-2 179 887 0 0,1-192-901 0 0,-1 0 0 0 0,1-1 0 0 0,1 1 0 0 0,-1 0 0 0 0,2-1 0 0 0,-1 1 0 0 0,5 9 0 0 0,0 0 33 0 0,2 20 174 0 0,-5-27-149 0 0,0-1 1 0 0,0 1-1 0 0,1-1 0 0 0,0 0 1 0 0,1 0-1 0 0,0-1 1 0 0,7 8-1 0 0,-13-16-52 0 0,0 0 0 0 0,0 0 1 0 0,0 0-1 0 0,0 0 0 0 0,0 0 0 0 0,0 0 1 0 0,0 1-1 0 0,0-1 0 0 0,0 0 0 0 0,-1 0 0 0 0,1 0 1 0 0,0 0-1 0 0,0 0 0 0 0,0 0 0 0 0,0 0 1 0 0,0 0-1 0 0,0 0 0 0 0,0 0 0 0 0,0 0 0 0 0,0 0 1 0 0,0 0-1 0 0,0 0 0 0 0,-27-4 398 0 0,-62 3 96 0 0,-18-5 144 0 0,30 4-307 0 0,-1-4 1 0 0,1-3 0 0 0,-80-20 0 0 0,155 29-298 0 0,-9-3-315 0 0,1 0 0 0 0,-1-1 0 0 0,-12-6-1 0 0,22 10 147 0 0,0-1 0 0 0,1 1 0 0 0,-1-1 1 0 0,0 1-1 0 0,0-1 0 0 0,0 0 0 0 0,0 1 0 0 0,1-1 0 0 0,-1 0 0 0 0,0 1 0 0 0,1-1 0 0 0,-1 0 0 0 0,0 0 0 0 0,1 0 0 0 0,-1 0 0 0 0,1 0 0 0 0,-1 0 0 0 0,1-1 0 0 0,0 1-14 0 0,0 0-1 0 0,0 0 0 0 0,0 0 1 0 0,1 0-1 0 0,-1 1 0 0 0,0-1 0 0 0,1 0 1 0 0,-1 0-1 0 0,1 0 0 0 0,-1 0 1 0 0,1 1-1 0 0,-1-1 0 0 0,1 0 1 0 0,0 0-1 0 0,-1 1 0 0 0,1-1 0 0 0,0 1 1 0 0,0-1-1 0 0,-1 0 0 0 0,1 1 1 0 0,0-1-1 0 0,0 1 0 0 0,0 0 1 0 0,1-1-1 0 0,19-10-2700 0 0,0 1 1 0 0,25-7-1 0 0,5 0-711 0 0</inkml:trace>
</inkml:ink>
</file>

<file path=ppt/ink/ink8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06T18:56:20.80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138 55 1040 0 0,'0'-4'446'0'0,"0"1"-1"0"0,0 0 1 0 0,0 0-1 0 0,1 0 0 0 0,-1 0 1 0 0,1-1-1 0 0,0 1 1 0 0,1-3-1 0 0,-2 5-332 0 0,1 0-1 0 0,0-1 1 0 0,0 1-1 0 0,0 0 1 0 0,0 0-1 0 0,1 0 1 0 0,-1 0-1 0 0,0 0 0 0 0,0 0 1 0 0,1 1-1 0 0,-1-1 1 0 0,0 0-1 0 0,1 1 1 0 0,1-2-1 0 0,-3 2-13 0 0,0 0-1 0 0,-1 0 0 0 0,1 0 1 0 0,0 0-1 0 0,0 0 0 0 0,0 0 1 0 0,0 0-1 0 0,0-1 1 0 0,-1 1-1 0 0,1 0 0 0 0,0 0 1 0 0,0 0-1 0 0,0 0 0 0 0,0 0 1 0 0,0-1-1 0 0,0 1 0 0 0,0 0 1 0 0,0 0-1 0 0,0 0 0 0 0,0 0 1 0 0,-1-1-1 0 0,1 1 0 0 0,0 0 1 0 0,0 0-1 0 0,0 0 0 0 0,0 0 1 0 0,0-1-1 0 0,0 1 0 0 0,0 0 1 0 0,1 0-1 0 0,-1 0 0 0 0,0-1 1 0 0,0 1-1 0 0,0 0 1 0 0,0 0-1 0 0,0 0 0 0 0,0 0 1 0 0,0 0-1 0 0,0-1 0 0 0,0 1 1 0 0,0 0-1 0 0,0 0 0 0 0,1 0 1 0 0,-1 0-1 0 0,0 0 0 0 0,0-1 1 0 0,0 1-1 0 0,0 0 0 0 0,0 0 1 0 0,1 0-1 0 0,-20 0 996 0 0,14 0-227 0 0,5 1-822 0 0,0-1 1 0 0,0 1-1 0 0,0 0 0 0 0,0-1 0 0 0,0 1 1 0 0,0 0-1 0 0,-1 0 0 0 0,1-1 1 0 0,0 1-1 0 0,-1-1 0 0 0,1 1 1 0 0,0 0-1 0 0,-1-1 0 0 0,1 1 1 0 0,-1-1-1 0 0,1 1 0 0 0,-1-1 0 0 0,1 1 1 0 0,-1-1-1 0 0,1 1 0 0 0,-1-1 1 0 0,1 1-1 0 0,-1-1 0 0 0,0 0 1 0 0,1 1-1 0 0,-1-1 0 0 0,0 0 1 0 0,1 0-1 0 0,-1 0 0 0 0,0 1 0 0 0,-1-1 1 0 0,-6 4 78 0 0,-6 18 116 0 0,1-7-170 0 0,7-8-44 0 0,0 0 1 0 0,0 0-1 0 0,1 1 1 0 0,-1-1-1 0 0,2 1 1 0 0,-1 0-1 0 0,1 0 1 0 0,0 1-1 0 0,1-1 1 0 0,0 1-1 0 0,0 0 1 0 0,1 0-1 0 0,0 0 1 0 0,1 0-1 0 0,-1 12 1 0 0,3 3 3 0 0,-1-11 9 0 0,0-1 1 0 0,0 0-1 0 0,-1 0 0 0 0,-4 17 0 0 0,-4-2 40 0 0,7-22-69 0 0,0-1 1 0 0,1 1 0 0 0,-1 0-1 0 0,1 0 1 0 0,0 0-1 0 0,0 0 1 0 0,0 0 0 0 0,0 0-1 0 0,1 0 1 0 0,0 0-1 0 0,0 0 1 0 0,1 0 0 0 0,1 8-1 0 0,16 30 30 0 0,-14-32-25 0 0,-3-7-12 0 0,0 0 0 0 0,0-1-1 0 0,0 1 1 0 0,0 0 0 0 0,0-1 0 0 0,1 1 0 0 0,0-1 0 0 0,0 1 0 0 0,0-1-1 0 0,0 0 1 0 0,0 0 0 0 0,1 0 0 0 0,0 0 0 0 0,-1 0 0 0 0,1 0-1 0 0,0-1 1 0 0,0 0 0 0 0,0 1 0 0 0,1-1 0 0 0,-1 0 0 0 0,0 0-1 0 0,6 1 1 0 0,-4-1-10 0 0,1-1-1 0 0,-1 0 0 0 0,0 0 0 0 0,0 0 1 0 0,1-1-1 0 0,-1 0 0 0 0,0 0 0 0 0,0 0 1 0 0,1-1-1 0 0,-1 0 0 0 0,8-2 0 0 0,49-17-146 0 0,-60 19 148 0 0,-1 1 2 0 0,1 0 0 0 0,-1-1 1 0 0,1 1-1 0 0,-1-1 0 0 0,0 1 0 0 0,1-1 1 0 0,-1 0-1 0 0,0 0 0 0 0,1 1 1 0 0,-1-1-1 0 0,0 0 0 0 0,0 0 0 0 0,0 0 1 0 0,0 0-1 0 0,0 0 0 0 0,0-1 0 0 0,0 1 1 0 0,0 0-1 0 0,-1 0 0 0 0,1 0 1 0 0,0-1-1 0 0,-1 1 0 0 0,1-2 0 0 0,6-11 14 0 0,44-63 70 0 0,1-20 67 0 0,-50 91-136 0 0,0 1 0 0 0,0 0 1 0 0,1-1-1 0 0,0 1 1 0 0,0 0-1 0 0,6-7 1 0 0,-5 7-12 0 0,-3 3-8 0 0,0-1 0 0 0,0 1 0 0 0,0 0 0 0 0,-1-1 1 0 0,1 1-1 0 0,0-1 0 0 0,-1 0 0 0 0,0 1 0 0 0,0-1 0 0 0,0 1 1 0 0,0-1-1 0 0,0 1 0 0 0,-1-6 0 0 0,0-1-42 0 0,2 9 45 0 0,-1-1 0 0 0,0 0 0 0 0,1 1 0 0 0,-1-1 0 0 0,0 1 0 0 0,1-1 0 0 0,-1 1 0 0 0,0-1 1 0 0,1 1-1 0 0,-1-1 0 0 0,1 1 0 0 0,-1-1 0 0 0,1 1 0 0 0,0-1 0 0 0,-1 1 0 0 0,1 0 0 0 0,-1 0 1 0 0,1-1-1 0 0,0 1 0 0 0,-1 0 0 0 0,1 0 0 0 0,-1-1 0 0 0,1 1 0 0 0,0 0 0 0 0,0 0 1 0 0,0 0 4 0 0,-1 0 0 0 0,1 0 0 0 0,-1-1 0 0 0,1 1 0 0 0,-1 0 1 0 0,1 0-1 0 0,-1 0 0 0 0,0 0 0 0 0,1 0 0 0 0,-1 0 0 0 0,1 0 0 0 0,-1 1 1 0 0,1-1-1 0 0,-1 0 0 0 0,1 0 0 0 0,-1 0 0 0 0,0 0 0 0 0,1 0 1 0 0,-1 1-1 0 0,1-1 0 0 0,-1 0 0 0 0,0 0 0 0 0,1 1 0 0 0,-1-1 1 0 0,0 0-1 0 0,1 1 0 0 0,-1-1 0 0 0,0 0 0 0 0,1 1 0 0 0,-1-1 1 0 0,0 0-1 0 0,0 1 0 0 0,0-1 0 0 0,1 1 0 0 0,-1-1 0 0 0,0 0 1 0 0,0 1-1 0 0,0-1 0 0 0,0 1 0 0 0,0-1 0 0 0,0 1 0 0 0,1 0 0 0 0,-1 314 1414 0 0,0-307-1339 0 0,0 1 0 0 0,1-1-1 0 0,0 0 1 0 0,0 1-1 0 0,1-1 1 0 0,0 0-1 0 0,1 0 1 0 0,0-1 0 0 0,0 1-1 0 0,6 10 1 0 0,-7-15-50 0 0,0 0 1 0 0,0 0-1 0 0,0-1 1 0 0,0 1 0 0 0,0-1-1 0 0,1 0 1 0 0,-1 0-1 0 0,1 1 1 0 0,-1-2-1 0 0,1 1 1 0 0,0 0 0 0 0,0 0-1 0 0,0-1 1 0 0,0 0-1 0 0,0 1 1 0 0,0-1-1 0 0,0-1 1 0 0,1 1 0 0 0,-1 0-1 0 0,0-1 1 0 0,1 1-1 0 0,-1-1 1 0 0,0 0-1 0 0,1 0 1 0 0,-1 0 0 0 0,0-1-1 0 0,0 1 1 0 0,1-1-1 0 0,4-2 1 0 0,9-2 1 0 0,-1-1 1 0 0,0-1 0 0 0,0-1-1 0 0,-1 0 1 0 0,0-1 0 0 0,-1 0-1 0 0,1-2 1 0 0,-2 1 0 0 0,0-2-1 0 0,0 0 1 0 0,-1 0-1 0 0,0-1 1 0 0,17-26 0 0 0,-19 19-55 0 0,14-38 0 0 0,2-5 27 0 0,-20 52-6 0 0,-3 5-38 0 0,0 0-1 0 0,0 1 0 0 0,0-1 0 0 0,-1 0 1 0 0,0-1-1 0 0,0 1 0 0 0,-1 0 0 0 0,1-1 1 0 0,0-11-1 0 0,-2 17-57 0 0,0 0 1 0 0,0 0-1 0 0,0 0 1 0 0,0 0 0 0 0,0 0-1 0 0,0 0 1 0 0,0 0-1 0 0,0-1 1 0 0,0 1-1 0 0,0 0 1 0 0,0 0 0 0 0,-1 0-1 0 0,1 0 1 0 0,-1 0-1 0 0,1 0 1 0 0,-1 0-1 0 0,1 0 1 0 0,-1 0 0 0 0,1 0-1 0 0,-1 0 1 0 0,0 0-1 0 0,1 0 1 0 0,-1 1 0 0 0,0-1-1 0 0,0 0 1 0 0,0 0-1 0 0,0 1 1 0 0,-1-2-1 0 0,-18-1-7935 0 0,-4 3 2168 0 0</inkml:trace>
</inkml:ink>
</file>

<file path=ppt/ink/ink8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06T18:56:21.53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77 880 0 0,'0'0'4549'0'0,"5"1"-3188"0"0,20 5 546 0 0,2-1 1 0 0,41 2-1 0 0,232-1 2040 0 0,-225-6-3185 0 0,672-12 2093 0 0,-275-18-3051 0 0,-164-5-4997 0 0,-200 19-437 0 0,-42 7-1266 0 0</inkml:trace>
</inkml:ink>
</file>

<file path=ppt/ink/ink8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06T18:56:22.09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5 480 0 0,'0'-5'5203'0'0,"0"16"-3683"0"0,0 48 641 0 0,0 43-560 0 0,0-8-1201 0 0,0-17-320 0 0,0-18-80 0 0,0-12 160 0 0,0 1-560 0 0,28-7-1281 0 0,-28-18-2160 0 0</inkml:trace>
</inkml:ink>
</file>

<file path=ppt/ink/ink8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06T18:56:22.43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1 126 4802 0 0,'-1'-7'393'0'0,"1"1"-1"0"0,1 0 0 0 0,-1-1 1 0 0,1 1-1 0 0,0 0 0 0 0,1 0 1 0 0,-1 0-1 0 0,1 0 0 0 0,0 0 1 0 0,5-9-1 0 0,-5 12-276 0 0,1 0 0 0 0,-1 0-1 0 0,1 0 1 0 0,0 0 0 0 0,0 0-1 0 0,0 1 1 0 0,0-1 0 0 0,1 1-1 0 0,-1 0 1 0 0,1 0 0 0 0,-1 0-1 0 0,1 1 1 0 0,0-1 0 0 0,-1 1-1 0 0,1 0 1 0 0,0 0 0 0 0,0 0 0 0 0,0 0-1 0 0,6 0 1 0 0,153-8 1191 0 0,-132 10-1213 0 0,0 1-1 0 0,-1 1 1 0 0,1 2-1 0 0,38 10 1 0 0,-54-11-8 0 0,0 1 1 0 0,0 1 0 0 0,0 0-1 0 0,-1 1 1 0 0,0 0 0 0 0,0 1-1 0 0,-1 1 1 0 0,0 0-1 0 0,17 16 1 0 0,-27-22-50 0 0,0-1 0 0 0,0 1 0 0 0,-1 0 0 0 0,1-1 0 0 0,-1 1 0 0 0,1 0 0 0 0,-1 1 0 0 0,0-1 0 0 0,-1 0 0 0 0,1 1 0 0 0,0-1 0 0 0,-1 1 0 0 0,0-1-1 0 0,0 1 1 0 0,0 0 0 0 0,0 0 0 0 0,-1-1 0 0 0,1 1 0 0 0,-1 0 0 0 0,0 0 0 0 0,0 4 0 0 0,-1-5-10 0 0,-1 0 0 0 0,1 0-1 0 0,-1 0 1 0 0,1 0 0 0 0,-1 0-1 0 0,0 0 1 0 0,0 0 0 0 0,0 0 0 0 0,0-1-1 0 0,-1 1 1 0 0,1-1 0 0 0,-1 1-1 0 0,1-1 1 0 0,-1 0 0 0 0,0 0 0 0 0,0-1-1 0 0,0 1 1 0 0,0 0 0 0 0,0-1-1 0 0,-4 2 1 0 0,-33 13 18 0 0,0-2-1 0 0,-1-2 0 0 0,-51 9 1 0 0,64-17-1047 0 0,-1-1 0 0 0,-56-1 0 0 0,29-10-3320 0 0,23-6-1734 0 0</inkml:trace>
</inkml:ink>
</file>

<file path=ppt/ink/ink8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06T18:56:23.23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0 1201 0 0,'0'0'1520'0'0,"28"5"-79"0"0,22 6-80 0 0,-22 7-241 0 0,29-6-320 0 0,55 12-159 0 0,0-12-401 0 0,-56 1-1041 0 0,28-13-1680 0 0,-56-7-1601 0 0</inkml:trace>
</inkml:ink>
</file>

<file path=ppt/ink/ink8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06T18:56:23.61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52 2801 0 0,'0'8'5123'0'0,"28"-16"-4163"0"0,1 8-160 0 0,27-5-79 0 0,28-6-241 0 0,0 4-560 0 0,28-4-1361 0 0,1 4-1600 0 0,-29-3-641 0 0</inkml:trace>
</inkml:ink>
</file>

<file path=ppt/ink/ink8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06T18:55:17.10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1211 61 480 0 0,'0'-1'98'0'0,"1"0"0"0"0,-1 0 0 0 0,0 0 0 0 0,0 0 0 0 0,0 0 0 0 0,0 1 0 0 0,0-1 0 0 0,0 0-1 0 0,0 0 1 0 0,0 0 0 0 0,-1 0 0 0 0,1 0 0 0 0,0 0 0 0 0,0 0 0 0 0,-1 1 0 0 0,1-1 0 0 0,-1 0 0 0 0,1 0 0 0 0,-1 0-1 0 0,1 1 1 0 0,-1-1 0 0 0,1 0 0 0 0,-1 1 0 0 0,1-1 0 0 0,-1 0 0 0 0,0 1 0 0 0,0-1 0 0 0,1 1 0 0 0,-1-1 0 0 0,0 1-1 0 0,0-1 1 0 0,0 1 0 0 0,1 0 0 0 0,-1-1 0 0 0,0 1 0 0 0,0 0 0 0 0,-1-1 0 0 0,-4-1 50 0 0,5 2-121 0 0,1 0 1 0 0,0 0 0 0 0,0 0 0 0 0,-1 0 0 0 0,1 0-1 0 0,0-1 1 0 0,0 1 0 0 0,-1 0 0 0 0,1 0-1 0 0,0 0 1 0 0,0-1 0 0 0,-1 1 0 0 0,1 0-1 0 0,0 0 1 0 0,0 0 0 0 0,0-1 0 0 0,-1 1 0 0 0,1 0-1 0 0,0 0 1 0 0,0-1 0 0 0,0 1 0 0 0,0 0-1 0 0,0-1 1 0 0,0 1 0 0 0,0 0 0 0 0,0-1 0 0 0,0 1-1 0 0,0 0 1 0 0,0 0 0 0 0,0-1 0 0 0,0 1-1 0 0,0 0 1 0 0,0-1 0 0 0,0 1 0 0 0,0 0 0 0 0,0 0-1 0 0,0-1 1 0 0,0 1-2 0 0,0-1 0 0 0,0 1 0 0 0,0 0 0 0 0,0 0 0 0 0,1 0 0 0 0,-1-1 0 0 0,0 1 0 0 0,0 0 1 0 0,0 0-1 0 0,0-1 0 0 0,0 1 0 0 0,0 0 0 0 0,0 0 0 0 0,0 0 0 0 0,0-1 0 0 0,-1 1 0 0 0,1 0 0 0 0,0 0 0 0 0,0-1 0 0 0,0 1 0 0 0,0 0 0 0 0,0 0 0 0 0,0 0 0 0 0,0-1 0 0 0,0 1 0 0 0,-1 0 0 0 0,1 0 0 0 0,0 0 1 0 0,0 0-1 0 0,0-1 0 0 0,0 1 0 0 0,-1 0 0 0 0,1 0 0 0 0,0 0 0 0 0,0 0 0 0 0,0 0 0 0 0,-1 0 0 0 0,1 0 0 0 0,0-1 0 0 0,0 1 0 0 0,-1 0 0 0 0,1 0 0 0 0,0 0 0 0 0,-1 0 0 0 0,0 0 197 0 0,0 0-140 0 0,1 1 0 0 0,-1-1-1 0 0,0 0 1 0 0,0 0 0 0 0,0 0 0 0 0,0 0 0 0 0,0 0 0 0 0,0 0 0 0 0,0 0 0 0 0,0-1-1 0 0,0 1 1 0 0,0 0 0 0 0,0 0 0 0 0,1-1 0 0 0,-1 1 0 0 0,0-1 0 0 0,0 1 0 0 0,0 0-1 0 0,0-1 1 0 0,1 0 0 0 0,-1 1 0 0 0,0-1 0 0 0,1 1 0 0 0,-2-2 0 0 0,2 1-66 0 0,0 1 1 0 0,0 0 0 0 0,0-1-1 0 0,0 1 1 0 0,-1 0 0 0 0,1-1-1 0 0,0 1 1 0 0,0 0-1 0 0,0-1 1 0 0,0 1 0 0 0,-1 0-1 0 0,1 0 1 0 0,0-1 0 0 0,0 1-1 0 0,-1 0 1 0 0,1 0 0 0 0,0-1-1 0 0,-1 1 1 0 0,1 0-1 0 0,0 0 1 0 0,0 0 0 0 0,-1-1-1 0 0,1 1 1 0 0,0 0 0 0 0,-1 0-1 0 0,1 0 1 0 0,0 0 0 0 0,-1 0-1 0 0,1 0 1 0 0,-1 0-1 0 0,1 0 1 0 0,0 0 0 0 0,-1 0-1 0 0,1 0 1 0 0,0 0 0 0 0,-1 0-1 0 0,1 0 1 0 0,0 0 0 0 0,-1 0-1 0 0,1 0 1 0 0,0 0-1 0 0,-1 1 1 0 0,1-1 0 0 0,0 0-1 0 0,-1 0 1 0 0,1 0 0 0 0,0 1-1 0 0,-1-1 23 0 0,0 0 0 0 0,0 0-1 0 0,1 1 1 0 0,-1-1 0 0 0,0 0-1 0 0,1 0 1 0 0,-1 0 0 0 0,0 0 0 0 0,0 0-1 0 0,1 0 1 0 0,-1 0 0 0 0,0 0-1 0 0,1 0 1 0 0,-1-1 0 0 0,0 1-1 0 0,0 0 1 0 0,1 0 0 0 0,-2-1-1 0 0,-1 0 137 0 0,0 1 0 0 0,0-1 0 0 0,1 1 0 0 0,-1 0 0 0 0,0 0 0 0 0,0 0 0 0 0,0 1 0 0 0,0-1 0 0 0,0 1 0 0 0,-4 1 0 0 0,-46 10 316 0 0,5 2-229 0 0,1 3-1 0 0,-49 22 0 0 0,-148 56 230 0 0,184-73-290 0 0,42-16-133 0 0,8-3-51 0 0,1 0-1 0 0,0 1 0 0 0,1 0 1 0 0,-1 0-1 0 0,-12 9 0 0 0,-41 25-30 0 0,7-6 80 0 0,-71 58-41 0 0,119-84-13 0 0,1 0-1 0 0,-1 1 1 0 0,2 0 0 0 0,-8 9-1 0 0,-14 19-48 0 0,9-16 13 0 0,-47 52 1 0 0,57-62 7 0 0,1 1 0 0 0,0 0 1 0 0,1 0-1 0 0,0 1 0 0 0,-8 19 1 0 0,5 10 54 0 0,9-40-40 0 0,-2 3 0 0 0,1 0 0 0 0,-1-1 0 0 0,1 1 0 0 0,0 0 0 0 0,0 0 0 0 0,1-1 0 0 0,-1 1 0 0 0,0 0 0 0 0,1 0 0 0 0,0 0 0 0 0,0 0 0 0 0,0 0 0 0 0,0 0 0 0 0,0 0 0 0 0,0 0 0 0 0,1 0 0 0 0,-1 0 0 0 0,1 0 0 0 0,0-1 0 0 0,0 1 0 0 0,0 0 0 0 0,0 0 0 0 0,3 3 0 0 0,-1 0-16 0 0,0 0 0 0 0,0 0 1 0 0,1 0-1 0 0,0-1 1 0 0,0 0-1 0 0,0 1 1 0 0,1-1-1 0 0,-1-1 0 0 0,1 1 1 0 0,1-1-1 0 0,-1 1 1 0 0,0-2-1 0 0,1 1 0 0 0,10 5 1 0 0,0 1 62 0 0,1-1-47 0 0,0-1-1 0 0,0 0 1 0 0,1-1 0 0 0,0-1-1 0 0,0 0 1 0 0,36 5 0 0 0,-1-4-6 0 0,62 1 1 0 0,-42-8 111 0 0,-1-4 1 0 0,1-2 0 0 0,-1-4-1 0 0,0-2 1 0 0,-1-4 0 0 0,103-37 0 0 0,-127 33-31 0 0,-1-1 1 0 0,52-34 0 0 0,-32 17-54 0 0,-29 17 35 0 0,49-37 1 0 0,-70 46-23 0 0,-1-1 0 0 0,-1 0 0 0 0,0-1 0 0 0,-1-1 0 0 0,17-23 1 0 0,-28 35-18 0 0,7-10 31 0 0,-1 1-1 0 0,0-2 0 0 0,-1 1 0 0 0,0-1 1 0 0,6-19-1 0 0,-12 29-43 0 0,0-1 0 0 0,0 1-1 0 0,0 0 1 0 0,-1 0 0 0 0,0 0 0 0 0,0 0 0 0 0,0 0 0 0 0,0-1-1 0 0,-1 1 1 0 0,1 0 0 0 0,-1 0 0 0 0,0 0 0 0 0,0 0-1 0 0,-1 0 1 0 0,1 0 0 0 0,-1 0 0 0 0,0 0 0 0 0,0 1 0 0 0,0-1-1 0 0,0 1 1 0 0,-1-1 0 0 0,1 1 0 0 0,-1 0 0 0 0,0 0 0 0 0,-4-3-1 0 0,-11-9-10 0 0,-1 1-1 0 0,-1 1 0 0 0,-1 0 0 0 0,1 2 1 0 0,-2 0-1 0 0,0 2 0 0 0,-28-9 1 0 0,-163-37-98 0 0,207 53 105 0 0,-21-4-303 0 0,-1 0-1 0 0,1 2 1 0 0,-1 1 0 0 0,0 2 0 0 0,1 0 0 0 0,-33 4 0 0 0,57-2 6 0 0,0-1 0 0 0,1 0 1 0 0,-1 1-1 0 0,0 0 0 0 0,0 0 0 0 0,1 0 0 0 0,-1 0 1 0 0,0 0-1 0 0,1 0 0 0 0,-1 1 0 0 0,1-1 0 0 0,0 1 1 0 0,0 0-1 0 0,-1-1 0 0 0,1 1 0 0 0,0 0 0 0 0,0 1 1 0 0,1-1-1 0 0,-4 3 0 0 0,5-2-196 0 0,-1-1 1 0 0,0 0-1 0 0,0 1 1 0 0,1-1-1 0 0,-1 1 1 0 0,1-1-1 0 0,0 1 0 0 0,0-1 1 0 0,0 4-1 0 0,0-6 421 0 0</inkml:trace>
</inkml:ink>
</file>

<file path=ppt/ink/ink8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06T18:55:17.59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0 160 0 0,'0'11'2241'0'0,"0"-4"-80"0"0,0-1-80 0 0,0-1-480 0 0,0 7-641 0 0,29-6 1 0 0,-1 12 79 0 0,28 17 81 0 0,28 14-81 0 0,-28-15-640 0 0,0 1-480 0 0,0-10-240 0 0,-56-1-1361 0 0,28-19-3681 0 0</inkml:trace>
</inkml:ink>
</file>

<file path=ppt/ink/ink8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06T18:55:18.41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60 160 0 0,'28'-13'2481'0'0,"-28"8"240"0"0,56-1 161 0 0,-28 1-81 0 0,0-2-240 0 0,29 7-400 0 0,-1 0-400 0 0,28-6-720 0 0,-28 1-881 0 0,28 5-1361 0 0,-5-7-1600 0 0,-51 2-881 0 0,28 5-240 0 0,-56 5-2721 0 0</inkml:trace>
</inkml:ink>
</file>

<file path=ppt/ink/ink8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06T18:55:18.75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6 1921 0 0,'28'-6'2321'0'0,"0"6"160"0"0,28 0 0 0 0,0 6 0 0 0,28 12-160 0 0,29 5-240 0 0,-1-5-2241 0 0,-28-6-3762 0 0,-33-6-3441 0 0</inkml:trace>
</inkml:ink>
</file>

<file path=ppt/ink/ink8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06T18:55:19.99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472 1 880 0 0,'2'0'94'0'0,"0"1"1"0"0,-1-1-1 0 0,1 1 0 0 0,-1 0 0 0 0,1 0 0 0 0,-1 0 0 0 0,1 0 0 0 0,-1 0 0 0 0,0 0 0 0 0,0 0 0 0 0,1 0 0 0 0,-1 0 0 0 0,0 1 1 0 0,0-1-1 0 0,0 0 0 0 0,0 1 0 0 0,0-1 0 0 0,1 4 0 0 0,1 29 2711 0 0,-4-21-2142 0 0,1 52 2005 0 0,0-64-2648 0 0,0 1-1 0 0,0 0 1 0 0,0-1-1 0 0,0 1 1 0 0,-1 0-1 0 0,1-1 1 0 0,-1 1-1 0 0,1-1 1 0 0,-1 1-1 0 0,0 0 1 0 0,1-1-1 0 0,-1 0 1 0 0,0 1-1 0 0,0-1 1 0 0,0 1-1 0 0,0-1 1 0 0,0 0-1 0 0,-2 2 1 0 0,-7 9 89 0 0,0 13 80 0 0,9-21-170 0 0,0-1-1 0 0,0 0 0 0 0,0 1 0 0 0,-1-1 1 0 0,1 0-1 0 0,-1 0 0 0 0,0 0 1 0 0,0 0-1 0 0,0 0 0 0 0,-1 0 1 0 0,1-1-1 0 0,-5 5 0 0 0,-11 5 211 0 0,1-1 1 0 0,-2-1-1 0 0,1-1 0 0 0,-32 11 1 0 0,9-3 544 0 0,18-7-160 0 0,0-1-1 0 0,-1-1 1 0 0,0-2-1 0 0,0 0 1 0 0,-1-1 0 0 0,-43 2-1 0 0,57-10-259 0 0,8 1-294 0 0,-17-8 17 0 0,18 9-64 0 0,0 0 0 0 0,0 0 0 0 0,0 0 0 0 0,0 0 0 0 0,0 0 0 0 0,0 0 0 0 0,0 0-1 0 0,1-1 1 0 0,-1 1 0 0 0,-2-3 0 0 0,3 2 1 0 0,0 0 0 0 0,0-1 0 0 0,0 1 0 0 0,0-1 0 0 0,0 1 0 0 0,0-1-1 0 0,1 1 1 0 0,-1-1 0 0 0,1 0 0 0 0,0 1 0 0 0,0-1 0 0 0,0-4 0 0 0,0 2-3 0 0,1 1 0 0 0,-1-1 0 0 0,1 1 0 0 0,0 0 0 0 0,1-1 1 0 0,-1 1-1 0 0,1 0 0 0 0,0 0 0 0 0,0 0 0 0 0,0 0 0 0 0,0 0 0 0 0,4-4 0 0 0,42-45-10 0 0,-11 12 14 0 0,-31 33-11 0 0,-1 1-1 0 0,1-1 1 0 0,1 1 0 0 0,-1 0-1 0 0,1 1 1 0 0,0-1 0 0 0,1 1-1 0 0,-1 1 1 0 0,1-1-1 0 0,10-4 1 0 0,-2 1-54 0 0,4-1-47 0 0,0 11 31 0 0,-15 1 67 0 0,-1-1 1 0 0,1 2 0 0 0,0-1-1 0 0,-1 0 1 0 0,1 1 0 0 0,-1 0-1 0 0,0 0 1 0 0,0 0 0 0 0,0 1-1 0 0,-1-1 1 0 0,7 8 0 0 0,-3-3 31 0 0,3 2 7 0 0,73 79 428 0 0,-74-79-403 0 0,-1 2 0 0 0,0-1 0 0 0,-1 1 0 0 0,-1 0 0 0 0,1 1-1 0 0,-2 0 1 0 0,7 20 0 0 0,-6-7-33 0 0,-5-16-23 0 0,2-1-1 0 0,-1 1 1 0 0,2-1 0 0 0,-1 1 0 0 0,1-1 0 0 0,5 9 0 0 0,-4-9-71 0 0,-1 0 1 0 0,0 0-1 0 0,4 16 1 0 0,4 10-1268 0 0,7-10-2646 0 0,-18-24 3505 0 0,-1 0-1 0 0,1 0 0 0 0,-1 0 1 0 0,1 1-1 0 0,-1-1 0 0 0,1 0 0 0 0,-1 0 1 0 0,0 1-1 0 0,0-1 0 0 0,1 0 1 0 0,-1 0-1 0 0,0 1 0 0 0,0 1 1 0 0</inkml:trace>
</inkml:ink>
</file>

<file path=ppt/ink/ink8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06T18:55:23.66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107 1 560 0 0,'-7'2'596'0'0,"1"0"0"0"0,-1 1 0 0 0,1 0 0 0 0,0 0 0 0 0,0 1 0 0 0,0 0 0 0 0,0 0-1 0 0,0 0 1 0 0,1 1 0 0 0,-10 9 0 0 0,8-7-521 0 0,5-5 20 0 0,0 0 1 0 0,0 0-1 0 0,0 1 0 0 0,0-1 1 0 0,0 0-1 0 0,1 1 1 0 0,-1-1-1 0 0,1 1 0 0 0,-1 0 1 0 0,1-1-1 0 0,0 1 0 0 0,0 0 1 0 0,0 0-1 0 0,1 0 1 0 0,-1 0-1 0 0,1-1 0 0 0,0 1 1 0 0,-1 0-1 0 0,2 4 0 0 0,-1-6 492 0 0,13-2-186 0 0,0-1-1 0 0,0-1 0 0 0,1 0 0 0 0,-1-1 0 0 0,-1-1 1 0 0,16-7-1 0 0,9-8 800 0 0,-30 16-997 0 0,0-1 1 0 0,0 1-1 0 0,0 1 0 0 0,1-1 0 0 0,-1 1 0 0 0,1 1 0 0 0,0-1 0 0 0,13-1 0 0 0,3 0 88 0 0,1 1-1 0 0,-1 2 1 0 0,1 0 0 0 0,46 5 0 0 0,-66-3-271 0 0,2-1 1 0 0,-1 1 0 0 0,1 0 1 0 0,-1 1-1 0 0,1-1 0 0 0,-1 1 0 0 0,0 0 0 0 0,0 1 1 0 0,0-1-1 0 0,0 1 0 0 0,10 7 0 0 0,20 8 55 0 0,-32-16-66 0 0,0-1 1 0 0,0 1-1 0 0,0 0 1 0 0,-1 0 0 0 0,1 0-1 0 0,0 0 1 0 0,3 4-1 0 0,-35 33 164 0 0,4-9-51 0 0,-27 35 114 0 0,24-25-144 0 0,17-27-69 0 0,1 0 0 0 0,1 0 0 0 0,0 1 0 0 0,-10 23 0 0 0,9 5 150 0 0,0-26-116 0 0,8-14-53 0 0,-1-1-1 0 0,1 1 0 0 0,0 0 1 0 0,0 0-1 0 0,0 0 1 0 0,0 0-1 0 0,0 0 1 0 0,0 0-1 0 0,1 0 0 0 0,-1 0 1 0 0,1 0-1 0 0,-1 0 1 0 0,1 0-1 0 0,0 0 0 0 0,0 0 1 0 0,0 0-1 0 0,0 0 1 0 0,0 0-1 0 0,0 1 1 0 0,0-1-1 0 0,1 0 0 0 0,0 3 1 0 0,8 10-19 0 0,-7-12 8 0 0,0-1 0 0 0,-1 1 0 0 0,1 0 0 0 0,-1 0-1 0 0,0 0 1 0 0,1 0 0 0 0,-1 0 0 0 0,-1 0 0 0 0,1 1 0 0 0,0-1 0 0 0,-1 0 0 0 0,1 6-1 0 0,-1 6 44 0 0,1-9-38 0 0,-1 0 0 0 0,0-1-1 0 0,0 1 1 0 0,-1 0 0 0 0,1 0 0 0 0,-1-1-1 0 0,-3 9 1 0 0,-5 3-246 0 0,7-13-50 0 0,-1 0 0 0 0,1 0 0 0 0,0 0-1 0 0,0 1 1 0 0,0-1 0 0 0,-1 10 0 0 0,3-13 19 0 0,-1 1 0 0 0,1 0-1 0 0,0 0 1 0 0,0-1 0 0 0,1 1 0 0 0,-1 0 0 0 0,0-1 0 0 0,1 1 0 0 0,-1 0 0 0 0,1-1 0 0 0,-1 1 0 0 0,1-1 0 0 0,-1 1 0 0 0,1-1 0 0 0,1 3 0 0 0,22 13-5018 0 0</inkml:trace>
</inkml:ink>
</file>

<file path=ppt/ink/ink8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06T18:55:24.02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18 3121 0 0,'28'-11'2642'0'0,"-28"4"959"0"0,0 14-2480 0 0,28-1-561 0 0,-28 12-1600 0 0,28 5-2242 0 0,28-5-400 0 0,-56-6 721 0 0</inkml:trace>
</inkml:ink>
</file>

<file path=ppt/ink/ink8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06T18:55:24.75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0 118 1681 0 0,'24'-17'571'0'0,"0"2"1"0"0,50-25-1 0 0,-55 30-458 0 0,5 0-29 0 0,11-9 19 0 0,-20 13-23 0 0,-13 6 22 0 0,-1 0-1 0 0,0-1 1 0 0,0 1-1 0 0,0 0 1 0 0,1 0-1 0 0,-1 0 1 0 0,0 0-1 0 0,0 1 1 0 0,0-1-1 0 0,1 0 1 0 0,-1 0-1 0 0,0 1 1 0 0,0-1-1 0 0,0 1 1 0 0,0-1 0 0 0,0 1-1 0 0,2 0 1 0 0,-5 1 9 0 0,0-1 1 0 0,0 0-1 0 0,0 1 0 0 0,1-1 1 0 0,-1 1-1 0 0,1-1 1 0 0,-1 1-1 0 0,1 0 1 0 0,-1 0-1 0 0,1-1 1 0 0,0 1-1 0 0,0 0 1 0 0,-2 4-1 0 0,-71 160 2157 0 0,68-153-2176 0 0,1 0 0 0 0,1-1 0 0 0,0 1 0 0 0,1 1 0 0 0,1-1-1 0 0,-2 16 1 0 0,3 80 387 0 0,2-57-374 0 0,-2-49-182 0 0,1 1 0 0 0,0-1 0 0 0,1 1 0 0 0,-1 0 0 0 0,1-1 0 0 0,-1 1 0 0 0,1-1 0 0 0,0 1 0 0 0,1-1-1 0 0,-1 0 1 0 0,0 0 0 0 0,1 1 0 0 0,0-1 0 0 0,0 0 0 0 0,0 0 0 0 0,0 0 0 0 0,4 3 0 0 0,3 1-2524 0 0,15-10-1748 0 0</inkml:trace>
</inkml:ink>
</file>

<file path=ppt/ink/ink8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06T18:55:25.16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11 3041 0 0,'0'0'213'0'0,"0"-1"-1"0"0,0 1 1 0 0,1-1-1 0 0,-1 1 1 0 0,0 0-1 0 0,0-1 1 0 0,0 1-1 0 0,0-1 1 0 0,0 1-1 0 0,1-1 1 0 0,-1 1-1 0 0,0 0 0 0 0,0-1 1 0 0,1 1-1 0 0,-1-1 1 0 0,0 1-1 0 0,1 0 1 0 0,-1-1-1 0 0,0 1 1 0 0,1 0-1 0 0,-1-1 1 0 0,0 1-1 0 0,1 0 1 0 0,-1 0-1 0 0,1 0 1 0 0,-1-1-1 0 0,0 1 1 0 0,1 0-1 0 0,-1 0 0 0 0,1 0 1 0 0,-1 0-1 0 0,1 0 1 0 0,-1 0-1 0 0,1 0 1 0 0,24 2 1326 0 0,24 13-1484 0 0,146 63 999 0 0,-181-74-1026 0 0,28 10 14 0 0,-41-14-42 0 0,1 1 1 0 0,-1 0 0 0 0,0-1 0 0 0,1 1 0 0 0,-1 0 0 0 0,0 0 0 0 0,1 0 0 0 0,-1 0 0 0 0,0 0 0 0 0,0 0 0 0 0,0 0 0 0 0,0 0 0 0 0,0 1 0 0 0,0-1 0 0 0,0 0 0 0 0,-1 1 0 0 0,1-1 0 0 0,0 0 0 0 0,-1 1 0 0 0,1-1 0 0 0,-1 1 0 0 0,1-1-1 0 0,-1 1 1 0 0,1 1 0 0 0,-1 5 17 0 0,0 1 0 0 0,-1-1-1 0 0,1 1 1 0 0,-2-1-1 0 0,1 1 1 0 0,-1-1 0 0 0,-3 9-1 0 0,2-11-9 0 0,0 0 0 0 0,-1 0 0 0 0,0 0 1 0 0,0-1-1 0 0,0 1 0 0 0,-1-1 0 0 0,0 0 0 0 0,-9 7 0 0 0,-148 147 325 0 0,158-155-330 0 0,-12 10 44 0 0,1 0-1 0 0,0 1 0 0 0,2 1 0 0 0,-1 1 0 0 0,-17 28 0 0 0,29-29-200 0 0,2-15 65 0 0,0 0-1 0 0,0 0 1 0 0,0 1-1 0 0,0-1 1 0 0,0 0-1 0 0,-1 0 1 0 0,1 0 0 0 0,0 0-1 0 0,0 0 1 0 0,-1 1-1 0 0,1-1 1 0 0,-1 0-1 0 0,1 0 1 0 0,-1 0-1 0 0,1 0 1 0 0,-1 0-1 0 0,0 0 1 0 0,0 1-1 0 0,-18 12-3058 0 0,14-6-1894 0 0</inkml:trace>
</inkml:ink>
</file>

<file path=ppt/ink/ink8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06T18:55:25.56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28 6 1681 0 0,'0'-5'6883'0'0,"-28"10"-4242"0"0,56-5-560 0 0,-28 13-560 0 0,57-8-1121 0 0,-1 1-2321 0 0,22 6-2241 0 0,6-7-1120 0 0</inkml:trace>
</inkml:ink>
</file>

<file path=ppt/ink/ink8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06T18:55:26.21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363 142 1761 0 0,'-32'-3'1006'0'0,"0"1"-1"0"0,0 2 1 0 0,0 1 0 0 0,-55 10 0 0 0,78-10-854 0 0,-1 2-1 0 0,1-1 1 0 0,0 1 0 0 0,0 1-1 0 0,0-1 1 0 0,0 2 0 0 0,0-1 0 0 0,1 1-1 0 0,-1 0 1 0 0,2 1 0 0 0,-1 0 0 0 0,0 0-1 0 0,1 1 1 0 0,0 0 0 0 0,-6 8 0 0 0,12-13-136 0 0,0-1 1 0 0,0 1 0 0 0,1-1-1 0 0,-1 1 1 0 0,0-1 0 0 0,1 1 0 0 0,-1-1-1 0 0,1 1 1 0 0,0-1 0 0 0,-1 1-1 0 0,1 0 1 0 0,0-1 0 0 0,0 1 0 0 0,0 0-1 0 0,0-1 1 0 0,0 1 0 0 0,0-1-1 0 0,1 1 1 0 0,-1 0 0 0 0,1 2 0 0 0,16 30 248 0 0,-10-22-174 0 0,1 8 72 0 0,-7-15-123 0 0,1 0 0 0 0,0 0 0 0 0,0 0-1 0 0,1 0 1 0 0,-1 0 0 0 0,1-1 0 0 0,0 1 0 0 0,0-1-1 0 0,1 0 1 0 0,-1 0 0 0 0,1 0 0 0 0,0 0 0 0 0,0-1-1 0 0,0 1 1 0 0,9 4 0 0 0,1 0 41 0 0,-1-2 0 0 0,1 0 0 0 0,0 0-1 0 0,1-2 1 0 0,-1 0 0 0 0,1 0 0 0 0,17 1 0 0 0,-6-2 27 0 0,0-1 1 0 0,0-1-1 0 0,31-3 0 0 0,-19-3 2 0 0,-1-2 0 0 0,0-1-1 0 0,0-2 1 0 0,-1-1 0 0 0,0-2-1 0 0,-1-2 1 0 0,0-1 0 0 0,34-22 0 0 0,-60 32-65 0 0,-1 0 1 0 0,0-1-1 0 0,0 0 1 0 0,-1 0-1 0 0,0 0 1 0 0,0-1-1 0 0,-1 0 1 0 0,1 0 0 0 0,8-18-1 0 0,-13 23-23 0 0,-1 0 0 0 0,1-1 0 0 0,-1 1 0 0 0,0 0 0 0 0,0-1-1 0 0,0 1 1 0 0,-1-1 0 0 0,1 1 0 0 0,-1-1 0 0 0,0 1 0 0 0,0 0 0 0 0,0-1 0 0 0,0 1-1 0 0,-1-1 1 0 0,1 1 0 0 0,-1-1 0 0 0,0 1 0 0 0,0-1 0 0 0,0 1 0 0 0,0 0 0 0 0,-1 0-1 0 0,1 0 1 0 0,-1 0 0 0 0,0 0 0 0 0,0 0 0 0 0,0 0 0 0 0,0 0 0 0 0,-1 1 0 0 0,1-1-1 0 0,-5-3 1 0 0,-12-6 58 0 0,0-1-1 0 0,0 2 0 0 0,-2 1 0 0 0,-22-9 0 0 0,0 0-101 0 0,22 8 10 0 0,-51-21-1162 0 0,66 30 567 0 0,0 0 0 0 0,1 0 0 0 0,-1 1 0 0 0,0 0 0 0 0,0 0-1 0 0,-1 0 1 0 0,1 1 0 0 0,0 0 0 0 0,-10 1 0 0 0,16-1 538 0 0,0 0 0 0 0,0 0 0 0 0,0 0-1 0 0,0 0 1 0 0,0 0 0 0 0,0 0 0 0 0,0 0-1 0 0,0 0 1 0 0,0 0 0 0 0,0 1 0 0 0,0-1-1 0 0,0 0 1 0 0,0 0 0 0 0,0 0 0 0 0,0 0-1 0 0,0 0 1 0 0,1 0 0 0 0,-1 0 0 0 0,0 0-1 0 0,0 0 1 0 0,0 1 0 0 0,0-1 0 0 0,0 0 0 0 0,0 0-1 0 0,-1 0 1 0 0,1 0 0 0 0,0 0 0 0 0,0 0-1 0 0,0 0 1 0 0,0 0 0 0 0,0 0 0 0 0,0 1-1 0 0,0-1 1 0 0,0 0 0 0 0,0 0 0 0 0,0 0-1 0 0,0 0 1 0 0,0 0 0 0 0,0 0 0 0 0,0 0-1 0 0,0 0 1 0 0,23 1-2625 0 0</inkml:trace>
</inkml:ink>
</file>

<file path=ppt/ink/ink8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06T18:55:26.74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393 34 1201 0 0,'-51'-30'3668'0'0,"49"29"-3464"0"0,-1 0-1 0 0,1 1 1 0 0,0-1 0 0 0,-1 1 0 0 0,1-1 0 0 0,-1 1-1 0 0,1 0 1 0 0,0 0 0 0 0,-1 0 0 0 0,1 1 0 0 0,-1-1-1 0 0,1 0 1 0 0,0 1 0 0 0,-4 1 0 0 0,-36 16 312 0 0,29-12-154 0 0,-39 18 152 0 0,29-15-208 0 0,0 1 0 0 0,1 2 0 0 0,-42 27 0 0 0,59-35-252 0 0,0 0 0 0 0,0 1 0 0 0,0-1-1 0 0,1 1 1 0 0,-1 0 0 0 0,1 1 0 0 0,0-1 0 0 0,1 1 0 0 0,-1-1-1 0 0,1 1 1 0 0,0 0 0 0 0,0 0 0 0 0,1 1 0 0 0,0-1 0 0 0,0 1-1 0 0,1-1 1 0 0,0 1 0 0 0,0-1 0 0 0,-1 13 0 0 0,2-11 21 0 0,0 3 28 0 0,0-1 0 0 0,1 1-1 0 0,0 0 1 0 0,0-1 0 0 0,4 15-1 0 0,-3-21-92 0 0,-1 0-1 0 0,1 0 0 0 0,0-1 0 0 0,0 1 0 0 0,0 0 1 0 0,1-1-1 0 0,-1 0 0 0 0,1 1 0 0 0,0-1 1 0 0,0 0-1 0 0,0 0 0 0 0,0-1 0 0 0,0 1 1 0 0,1-1-1 0 0,-1 1 0 0 0,1-1 0 0 0,0 0 0 0 0,5 2 1 0 0,11 3-8 0 0,0-1 0 0 0,0-1 0 0 0,0-1 0 0 0,1 0 0 0 0,-1-2 0 0 0,1 0 0 0 0,0-1 0 0 0,33-4 0 0 0,-24 0-3 0 0,-1-1 0 0 0,1-1 0 0 0,-1-1 1 0 0,0-2-1 0 0,37-16 0 0 0,-57 20 82 0 0,0-1 1 0 0,-1 0-1 0 0,1-1 1 0 0,-1 0-1 0 0,-1-1 0 0 0,1 1 1 0 0,-1-1-1 0 0,-1-1 0 0 0,12-14 1 0 0,-17 21-60 0 0,-1 0 1 0 0,1 1-1 0 0,-1-1 0 0 0,0 0 1 0 0,0 1-1 0 0,1-1 0 0 0,-1 0 1 0 0,0 1-1 0 0,0-1 1 0 0,1 0-1 0 0,-1 0 0 0 0,0 1 1 0 0,0-1-1 0 0,0 0 1 0 0,0 0-1 0 0,0 1 0 0 0,0-1 1 0 0,0 0-1 0 0,-1 0 1 0 0,1 1-1 0 0,0-1 0 0 0,0 0 1 0 0,-1 1-1 0 0,1-1 1 0 0,0 0-1 0 0,-1 1 0 0 0,0-2 1 0 0,-6-12 127 0 0,0 2 1 0 0,-1-1-1 0 0,-1 1 0 0 0,0 0 1 0 0,-1 0-1 0 0,0 1 1 0 0,-1 1-1 0 0,0 0 1 0 0,0 0-1 0 0,-1 1 1 0 0,-1 1-1 0 0,1 0 0 0 0,-1 0 1 0 0,0 1-1 0 0,-1 1 1 0 0,0 0-1 0 0,-22-5 1 0 0,22 8-748 0 0,-1 1 1 0 0,-26-1-1 0 0,31 3-269 0 0,0 0-1 0 0,0 2 0 0 0,1-1 0 0 0,-1 1 1 0 0,-11 4-1 0 0,15-5-82 0 0,-11 4-525 0 0,12 2-2626 0 0,5-2 1045 0 0</inkml:trace>
</inkml:ink>
</file>

<file path=ppt/ink/ink8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06T18:55:27.65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359 246 320 0 0,'0'-1'91'0'0,"1"0"-1"0"0,0 0 1 0 0,0 1 0 0 0,0-1-1 0 0,0 0 1 0 0,0 0 0 0 0,0 1-1 0 0,0-1 1 0 0,0 1 0 0 0,0-1-1 0 0,0 1 1 0 0,0-1 0 0 0,0 1-1 0 0,0-1 1 0 0,0 1 0 0 0,0 0-1 0 0,0 0 1 0 0,1 0 0 0 0,0 0-1 0 0,0-1 138 0 0,26-11 1239 0 0,-27 11-1347 0 0,-1 0-1 0 0,1 0 0 0 0,0 0 0 0 0,-1 1 0 0 0,1-1 1 0 0,-1 0-1 0 0,0 0 0 0 0,1 0 0 0 0,-1 0 0 0 0,0 0 1 0 0,1 0-1 0 0,-1-1 0 0 0,0 1 0 0 0,0 0 0 0 0,0 0 1 0 0,0 0-1 0 0,0 0 0 0 0,0 0 0 0 0,0 0 0 0 0,-1 0 0 0 0,1 0 1 0 0,0 0-1 0 0,-1 0 0 0 0,1 0 0 0 0,0 0 0 0 0,-1 0 1 0 0,1 0-1 0 0,-1 0 0 0 0,1 0 0 0 0,-2 0 0 0 0,-18-8 283 0 0,17 7-331 0 0,0 0 1 0 0,0 0-1 0 0,-1 1 1 0 0,1 0 0 0 0,-1-1-1 0 0,1 1 1 0 0,-5-1-1 0 0,-16 0 301 0 0,0 1 1 0 0,0 1-1 0 0,1 1 0 0 0,-1 0 0 0 0,0 2 0 0 0,1 1 0 0 0,0 1 1 0 0,0 1-1 0 0,-36 14 0 0 0,51-16-276 0 0,0 0 0 0 0,0 0 0 0 0,0 1 0 0 0,0 0 1 0 0,1 0-1 0 0,-11 10 0 0 0,16-13-85 0 0,0 0 1 0 0,0 0 0 0 0,0 0-1 0 0,1 0 1 0 0,-1 0 0 0 0,1 0-1 0 0,-1 0 1 0 0,1 0 0 0 0,0 1-1 0 0,0-1 1 0 0,0 0-1 0 0,0 1 1 0 0,0-1 0 0 0,0 1-1 0 0,1-1 1 0 0,-1 1 0 0 0,1 0-1 0 0,0-1 1 0 0,0 1 0 0 0,0-1-1 0 0,0 1 1 0 0,0 0-1 0 0,0-1 1 0 0,1 1 0 0 0,-1-1-1 0 0,2 5 1 0 0,1-1 6 0 0,1 0 0 0 0,0 1 0 0 0,0-2 1 0 0,0 1-1 0 0,1 0 0 0 0,0-1 0 0 0,0 0 0 0 0,8 6 0 0 0,48 32-88 0 0,-44-34 56 0 0,0-1 0 0 0,1-1-1 0 0,0 0 1 0 0,0-1-1 0 0,30 5 1 0 0,-21-5 20 0 0,5 2 0 0 0,1-1 1 0 0,0-2-1 0 0,0-1 0 0 0,0-2 0 0 0,0-1 0 0 0,1-2 0 0 0,-1-1 0 0 0,0-1 0 0 0,0-2 0 0 0,62-18 0 0 0,-67 16 31 0 0,-1-2 1 0 0,-1 0-1 0 0,1-2 1 0 0,-2-1-1 0 0,27-16 1 0 0,-44 23-28 0 0,1-1-1 0 0,-1 0 1 0 0,0-1 0 0 0,-1 0 0 0 0,0 0 0 0 0,0 0 0 0 0,0-1 0 0 0,-1 0 0 0 0,0-1 0 0 0,-1 1 0 0 0,1-1 0 0 0,-2 0 0 0 0,1 0 0 0 0,-2-1 0 0 0,1 1 0 0 0,-1-1 0 0 0,0 0 0 0 0,1-11 0 0 0,-3 12 4 0 0,0 0 1 0 0,0-1-1 0 0,-1 1 1 0 0,0 0 0 0 0,-1 0-1 0 0,0 0 1 0 0,0 0 0 0 0,-1-1-1 0 0,-4-12 1 0 0,3 17 3 0 0,1-1 0 0 0,-1 1 0 0 0,1 0 0 0 0,-2 0 0 0 0,1 0 0 0 0,0 0 0 0 0,-1 1 0 0 0,0-1 1 0 0,0 1-1 0 0,0 0 0 0 0,-1 0 0 0 0,1 1 0 0 0,-1-1 0 0 0,0 1 0 0 0,0 0 0 0 0,-7-3 0 0 0,-9-2-7 0 0,0 2 1 0 0,0 0-1 0 0,-1 1 0 0 0,0 1 1 0 0,0 1-1 0 0,-35 0 1 0 0,28 1-65 0 0,-28-1-688 0 0,0 2 1 0 0,-1 2 0 0 0,1 3-1 0 0,0 2 1 0 0,0 3 0 0 0,1 2-1 0 0,-77 26 1 0 0,21-1-3755 0 0</inkml:trace>
</inkml:ink>
</file>

<file path=ppt/ink/ink8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06T18:55:28.58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86 84 160 0 0,'-51'-5'4856'0'0,"41"-1"-1295"0"0,-9 0-1587 0 0,19 6-1865 0 0,0 0 0 0 0,0 0-1 0 0,-1 0 1 0 0,1 0-1 0 0,0-1 1 0 0,0 1 0 0 0,-1 0-1 0 0,1 0 1 0 0,0 0-1 0 0,0 0 1 0 0,-1 0 0 0 0,1-1-1 0 0,0 1 1 0 0,0 0-1 0 0,0 0 1 0 0,-1 0 0 0 0,1-1-1 0 0,0 1 1 0 0,0 0-1 0 0,0 0 1 0 0,0-1 0 0 0,-1 1-1 0 0,1 0 1 0 0,0-1-1 0 0,0 1 1 0 0,0 0-1 0 0,0 0 1 0 0,0-1 0 0 0,0 1-1 0 0,0 0 1 0 0,0-1-1 0 0,0 1 1 0 0,0 0 0 0 0,0 0-1 0 0,0-1 1 0 0,0 1-1 0 0,0 0 1 0 0,0-1 0 0 0,0 1-1 0 0,0 0 1 0 0,0 0-1 0 0,1-1 1 0 0,-1 1 0 0 0,0 0-1 0 0,0 0 1 0 0,0-1-1 0 0,0 1 1 0 0,1 0-1 0 0,-1 0 1 0 0,0 0 0 0 0,0-1-1 0 0,0 1 1 0 0,1 0-1 0 0,-1 0 1 0 0,0 0 0 0 0,0 0-1 0 0,1-1 1 0 0,-1 1-1 0 0,0 0 1 0 0,0 0 0 0 0,1 0-1 0 0,-1 0 1 0 0,0 0-1 0 0,58-12 1160 0 0,0 4 0 0 0,79-3-1 0 0,-76 7-1121 0 0,23-2-405 0 0,119-7-1058 0 0,-55 16-3323 0 0,-130-2 3434 0 0,-9-1 544 0 0,0 1 1 0 0,0-1 0 0 0,-1 2 0 0 0,12 2-1 0 0,-15-2-103 0 0,0 0-1 0 0,0 0 1 0 0,0 0-1 0 0,0 1 1 0 0,-1 0-1 0 0,5 3 0 0 0,19 18-4036 0 0</inkml:trace>
</inkml:ink>
</file>

<file path=ppt/ink/ink8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06T18:55:28.96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753 3 240 0 0,'-34'-2'1914'0'0,"17"2"1736"0"0,40 9-1704 0 0,-3-3-1673 0 0,0 1 0 0 0,0 1 0 0 0,-1 0 0 0 0,22 15 0 0 0,-26-15-117 0 0,-1 0-26 0 0,-1 1-1 0 0,0 0 1 0 0,-1 1-1 0 0,0 0 1 0 0,-1 1-1 0 0,19 22 1 0 0,-26-28-106 0 0,0 0 0 0 0,0 1 0 0 0,0-1 0 0 0,-1 1-1 0 0,0 0 1 0 0,0 0 0 0 0,0 0 0 0 0,-1 0 0 0 0,0 0 0 0 0,0 1 0 0 0,-1-1-1 0 0,0 1 1 0 0,0-1 0 0 0,0 1 0 0 0,-1-1 0 0 0,0 1 0 0 0,0 0 0 0 0,-2 11 0 0 0,-2-8 70 0 0,1 0 0 0 0,-1-1 1 0 0,-1 0-1 0 0,0 1 0 0 0,0-1 1 0 0,-1-1-1 0 0,0 1 1 0 0,0-1-1 0 0,-1 0 0 0 0,0-1 1 0 0,0 0-1 0 0,-16 13 0 0 0,-11 4 308 0 0,-69 38 0 0 0,80-49-378 0 0,-25 12-139 0 0,0-3 0 0 0,-2-1 1 0 0,-101 27-1 0 0,56-27-2083 0 0,-125 12-1 0 0,79-19-2109 0 0</inkml:trace>
</inkml:ink>
</file>

<file path=ppt/ink/ink8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06T18:55:31.24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1 236 2401 0 0,'-1'-2'6084'0'0,"7"-2"-5618"0"0,74-46 3949 0 0,-76 47-4123 0 0,0 0 1 0 0,-1 0-1 0 0,1-1 0 0 0,-1 0 1 0 0,1 0-1 0 0,4-7 0 0 0,18-19 1491 0 0,11 3-145 0 0,-28 21-1255 0 0,0 0 0 0 0,-1 0 1 0 0,1-1-1 0 0,-1-1 1 0 0,0 1-1 0 0,7-10 1 0 0,-15 15-318 0 0,1 1 0 0 0,0-1 1 0 0,0 1-1 0 0,0-1 0 0 0,1 1 1 0 0,-1-1-1 0 0,0 1 0 0 0,0 0 1 0 0,1-1-1 0 0,-1 1 0 0 0,1 0 1 0 0,-1 0-1 0 0,1 0 0 0 0,0 0 1 0 0,2-1-1 0 0,0 1-7 0 0,0-6 221 0 0,-4 7-272 0 0,0 0-1 0 0,0 0 1 0 0,0 0-1 0 0,0 0 1 0 0,0-1-1 0 0,0 1 1 0 0,0 0-1 0 0,0 0 1 0 0,0 0 0 0 0,0 0-1 0 0,0 0 1 0 0,0-1-1 0 0,1 1 1 0 0,-1 0-1 0 0,0 0 1 0 0,0 0-1 0 0,0 0 1 0 0,0 0-1 0 0,0-1 1 0 0,0 1 0 0 0,0 0-1 0 0,0 0 1 0 0,1 0-1 0 0,-1 0 1 0 0,0 0-1 0 0,0 0 1 0 0,0 0-1 0 0,0 0 1 0 0,0 0-1 0 0,1 0 1 0 0,-1-1-1 0 0,0 1 1 0 0,0 0 0 0 0,0 0-1 0 0,0 0 1 0 0,1 0-1 0 0,-1 0 1 0 0,0 0-1 0 0,0 0 1 0 0,0 0-1 0 0,0 0 1 0 0,0 0-1 0 0,1 0 1 0 0,-1 0-1 0 0,0 1 1 0 0,1-1-6 0 0,0 0-1 0 0,0 0 1 0 0,0 0 0 0 0,0 0-1 0 0,0 0 1 0 0,1 1 0 0 0,-1-1-1 0 0,0 0 1 0 0,0 1-1 0 0,0-1 1 0 0,0 1 0 0 0,0-1-1 0 0,0 1 1 0 0,0 0-1 0 0,0-1 1 0 0,-1 1 0 0 0,1 0-1 0 0,2 1 1 0 0,-3 1 4 0 0,1-1 0 0 0,-1 0 0 0 0,1 1 0 0 0,-1-1 0 0 0,0 1 0 0 0,0-1-1 0 0,0 1 1 0 0,0-1 0 0 0,0 1 0 0 0,0-1 0 0 0,-1 0 0 0 0,1 1 0 0 0,-1-1 0 0 0,-1 5 0 0 0,-49 141 354 0 0,42-125-321 0 0,-1 0 0 0 0,-1 0 0 0 0,-17 25 0 0 0,11-20-24 0 0,-15 35 1 0 0,2-3-94 0 0,-7 16-395 0 0,33-68-57 0 0,1 0 1 0 0,1 0 0 0 0,-1 0 0 0 0,1 0 0 0 0,1 1 0 0 0,-1 14 0 0 0,1-22 342 0 0,1-1 0 0 0,0 1 0 0 0,0-1 1 0 0,0 1-1 0 0,0 0 0 0 0,0-1 0 0 0,0 1 1 0 0,0-1-1 0 0,0 1 0 0 0,0 0 0 0 0,0-1 1 0 0,0 1-1 0 0,0-1 0 0 0,1 1 0 0 0,-1-1 1 0 0,0 1-1 0 0,0-1 0 0 0,0 1 0 0 0,1-1 1 0 0,-1 1-1 0 0,0-1 0 0 0,1 1 0 0 0,-1-1 1 0 0,1 1-1 0 0,-1-1 0 0 0,1 1 0 0 0,23 1-6923 0 0</inkml:trace>
</inkml:ink>
</file>

<file path=ppt/ink/ink8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06T18:55:31.63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57 178 1121 0 0,'3'-44'6466'0'0,"-2"42"-6216"0"0,0-1 1 0 0,1 0 0 0 0,-1 1-1 0 0,0-1 1 0 0,1 1-1 0 0,0-1 1 0 0,0 1 0 0 0,-1-1-1 0 0,1 1 1 0 0,0 0 0 0 0,1 0-1 0 0,2-2 1 0 0,-4 3-186 0 0,17-14 876 0 0,1 0 1 0 0,21-12-1 0 0,-30 22-753 0 0,0 0-1 0 0,1 1 1 0 0,-1 0-1 0 0,1 0 1 0 0,0 1-1 0 0,21-3 1 0 0,7 1 88 0 0,0 1-1 0 0,79 3 1 0 0,-108 1-157 0 0,-9 0-88 0 0,0-1 0 0 0,1 1 0 0 0,-1 0 0 0 0,1 0 0 0 0,-1-1 0 0 0,1 1-1 0 0,-1 0 1 0 0,0 1 0 0 0,1-1 0 0 0,-1 0 0 0 0,1 0 0 0 0,-1 1-1 0 0,0-1 1 0 0,1 0 0 0 0,-1 1 0 0 0,0-1 0 0 0,1 1 0 0 0,-1 0-1 0 0,0 0 1 0 0,0-1 0 0 0,0 1 0 0 0,0 0 0 0 0,1 0 0 0 0,-1 0-1 0 0,0 0 1 0 0,-1 0 0 0 0,1 0 0 0 0,0 0 0 0 0,0 1 0 0 0,0-1 0 0 0,-1 0-1 0 0,1 0 1 0 0,0 1 0 0 0,-1-1 0 0 0,1 0 0 0 0,-1 1 0 0 0,0-1-1 0 0,1 0 1 0 0,-1 1 0 0 0,0-1 0 0 0,0 1 0 0 0,0-1 0 0 0,0 0-1 0 0,0 3 1 0 0,0 3 138 0 0,-1 0-1 0 0,0 1 1 0 0,0-1-1 0 0,0 0 1 0 0,-1 1 0 0 0,0-1-1 0 0,-1 0 1 0 0,1 0-1 0 0,-1-1 1 0 0,-1 1-1 0 0,1-1 1 0 0,-1 1-1 0 0,0-1 1 0 0,-6 7-1 0 0,-2 0-53 0 0,-1-1-1 0 0,0 0 1 0 0,0-1-1 0 0,-1 0 1 0 0,-21 11-1 0 0,-16 10-494 0 0,-95 40-1 0 0,115-59-1072 0 0,-2-2-1 0 0,-33 8 0 0 0,63-18 924 0 0,1-1 0 0 0,-1 1 0 0 0,1-1 0 0 0,-1 1 0 0 0,0-1 0 0 0,1 0 0 0 0,-1 0 0 0 0,0 0 0 0 0,1 0 0 0 0,-5-1 0 0 0,7 1 243 0 0,0-1 0 0 0,-1 1 0 0 0,1 0-1 0 0,0 0 1 0 0,-1-1 0 0 0,1 1-1 0 0,0 0 1 0 0,-1-1 0 0 0,1 1 0 0 0,0 0-1 0 0,0-1 1 0 0,-1 1 0 0 0,1 0 0 0 0,0-1-1 0 0,0 1 1 0 0,0 0 0 0 0,0-1-1 0 0,0 1 1 0 0,-1-1 0 0 0,1 1 0 0 0,0 0-1 0 0,0-1 1 0 0,0 1 0 0 0,0-1 0 0 0,0 1-1 0 0,0-1 1 0 0,1 0 0 0 0</inkml:trace>
</inkml:ink>
</file>

<file path=ppt/ink/ink8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06T18:55:32.66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28 54 1681 0 0,'-4'-1'2334'0'0,"-15"-2"-306"0"0,14 2 1160 0 0,7-4 2239 0 0,5 1-3635 0 0,21 7-588 0 0,-27-3-1090 0 0,88 11 2100 0 0,-47-8-1796 0 0,410 22 1859 0 0,-429-24-2456 0 0,0-1 0 0 0,-1-1 0 0 0,1-1 0 0 0,-1-1-1 0 0,0-1 1 0 0,31-10 0 0 0,-44 12-126 0 0,0-1-478 0 0,0 0 0 0 0,0 0 0 0 0,0-1 0 0 0,0 0 1 0 0,16-10-1 0 0,-24 14 596 0 0,-1-1 0 0 0,0 1 1 0 0,1 0-1 0 0,-1 0 0 0 0,0 0 0 0 0,1-1 1 0 0,-1 1-1 0 0,0 0 0 0 0,1-1 0 0 0,-1 1 1 0 0,0 0-1 0 0,0-1 0 0 0,1 1 0 0 0,-1 0 1 0 0,0-1-1 0 0,0 1 0 0 0,0 0 0 0 0,1-1 1 0 0,-1 1-1 0 0,0-1 0 0 0,0 1 0 0 0,0 0 1 0 0,0-1-1 0 0,0 1 0 0 0,0-1 0 0 0,0 1 1 0 0,0 0-1 0 0,0-1 0 0 0,0 1 0 0 0,0-1 1 0 0,0 1-1 0 0,0 0 0 0 0,0-1 0 0 0,0 1 1 0 0,0-1-1 0 0,-1 1 0 0 0,1 0 0 0 0,0-1 1 0 0,0 1-1 0 0,0-1 0 0 0,-1 1 0 0 0,1 0 1 0 0,0-1-1 0 0,0 1 0 0 0,-1 0 0 0 0,1 0 1 0 0,0-1-1 0 0,-1 1 0 0 0,1 0 0 0 0,0 0 0 0 0,-1-1 1 0 0,1 1-1 0 0,0 0 0 0 0,-1 0 0 0 0,1 0 1 0 0,-1 0-1 0 0,1-1 0 0 0,0 1 0 0 0,-1 0 1 0 0,1 0-1 0 0,-1 0 0 0 0,1 0 0 0 0,-1 0 1 0 0,0 0-1 0 0,-45-7-3295 0 0</inkml:trace>
</inkml:ink>
</file>

<file path=ppt/ink/ink8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06T18:55:33.01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25 80 0 0,'28'-7'2801'0'0,"-28"2"161"0"0,28 5-1 0 0,1-6-160 0 0,-1-1-320 0 0,56 7-320 0 0,56 13-80 0 0,23 5-880 0 0,-79-1-2081 0 0,-28 7-3603 0 0,-56-6-3440 0 0</inkml:trace>
</inkml:ink>
</file>

<file path=ppt/ink/ink8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06T18:55:35.15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195 196 2161 0 0,'32'-15'1077'0'0,"-1"-3"0"0"0,-1 0 0 0 0,41-34 1 0 0,-59 44-933 0 0,-1 1 1 0 0,2 0-1 0 0,-1 1 1 0 0,24-9-1 0 0,-13 6-72 0 0,-4 1 36 0 0,0 1 0 0 0,0 0 0 0 0,1 1 0 0 0,0 2 0 0 0,28-4 0 0 0,-42 8 88 0 0,0 0 1 0 0,1 0 0 0 0,-1 0 0 0 0,0 1-1 0 0,0 0 1 0 0,1 0 0 0 0,-1 1 0 0 0,0-1-1 0 0,0 1 1 0 0,0 1 0 0 0,-1-1-1 0 0,1 1 1 0 0,0 0 0 0 0,-1 0 0 0 0,0 1-1 0 0,7 5 1 0 0,21 37 2283 0 0,-27-39-2123 0 0,0 1 0 0 0,0 0 0 0 0,-1 0 0 0 0,0 0 0 0 0,-1 0 0 0 0,0 1 0 0 0,0 0 0 0 0,-1 0 0 0 0,3 13 0 0 0,-5-16-296 0 0,0-1 0 0 0,0 1 0 0 0,-1-1 1 0 0,0 1-1 0 0,0-1 0 0 0,0 1 0 0 0,-1-1 1 0 0,0 1-1 0 0,0-1 0 0 0,0 1 0 0 0,-1-1 1 0 0,0 0-1 0 0,0 1 0 0 0,0-1 0 0 0,0 0 1 0 0,-1-1-1 0 0,0 1 0 0 0,-6 7 0 0 0,-98 106 472 0 0,66-72-69 0 0,-1-3 1 0 0,-86 70-1 0 0,106-96-333 0 0,-2-1 1 0 0,0 0-1 0 0,-1-2 1 0 0,0-1-1 0 0,-1-1 1 0 0,0-1-1 0 0,-1-1 0 0 0,-30 6 1 0 0,46-13-134 0 0,-1-2-1 0 0,1 0 1 0 0,0 0-1 0 0,-1-1 1 0 0,1 0-1 0 0,0-1 1 0 0,-21-4 0 0 0,26 4-33 0 0,0-1 1 0 0,0 1-1 0 0,1-2 1 0 0,-1 1-1 0 0,1 0 1 0 0,-1-1-1 0 0,1 0 1 0 0,0-1-1 0 0,0 1 1 0 0,0-1-1 0 0,0 0 1 0 0,1 0-1 0 0,-1 0 1 0 0,1-1-1 0 0,-4-5 1 0 0,8 10 22 0 0,0-1-1 0 0,-1 1 1 0 0,1-1 0 0 0,0 0-1 0 0,-1 1 1 0 0,1-1 0 0 0,0 0-1 0 0,0 1 1 0 0,0-1 0 0 0,0 0-1 0 0,-1 1 1 0 0,1-1 0 0 0,0 0-1 0 0,0 1 1 0 0,0-1 0 0 0,0 0-1 0 0,0 1 1 0 0,1-1 0 0 0,-1 0-1 0 0,0 1 1 0 0,0-1 0 0 0,0 0-1 0 0,1 1 1 0 0,-1-1 0 0 0,0 0-1 0 0,1 1 1 0 0,-1-1 0 0 0,0 1 0 0 0,1-1-1 0 0,-1 1 1 0 0,1-1 0 0 0,-1 1-1 0 0,1-1 1 0 0,0 0 0 0 0,24-14-513 0 0,3 11 390 0 0,0 6 208 0 0,0 2-1 0 0,-1 0 0 0 0,38 12 1 0 0,188 65 219 0 0,-108-30-1267 0 0,-138-48 422 0 0,-1-1 0 0 0,1 0-1 0 0,0-1 1 0 0,0 0 0 0 0,0 0-1 0 0,0 0 1 0 0,0-1 0 0 0,0 0 0 0 0,1 0-1 0 0,-1-1 1 0 0,0 0 0 0 0,12-3-1 0 0,-10 2-177 0 0,52-19-5179 0 0</inkml:trace>
</inkml:ink>
</file>

<file path=ppt/ink/ink8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06T18:55:35.96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277 329 800 0 0,'0'1'277'0'0,"1"-1"0"0"0,-1 1 0 0 0,0-1-1 0 0,0 1 1 0 0,0-1 0 0 0,0 1-1 0 0,0 0 1 0 0,0-1 0 0 0,0 1 0 0 0,0-1-1 0 0,0 1 1 0 0,0-1 0 0 0,0 1 0 0 0,0-1-1 0 0,0 1 1 0 0,0-1 0 0 0,-1 1-1 0 0,1-1 1 0 0,0 1 0 0 0,0-1 0 0 0,0 1-1 0 0,-1-1 1 0 0,1 1 0 0 0,0-1 0 0 0,-1 1-1 0 0,1-1 1 0 0,-1 0 0 0 0,1 1 0 0 0,0-1-1 0 0,-1 1 1 0 0,1-1 0 0 0,-1 0-1 0 0,1 0 1 0 0,-1 1 0 0 0,0-1 0 0 0,-6-4 2955 0 0,-2-5-3687 0 0,8 8 510 0 0,1 0 1 0 0,-1 0-1 0 0,1 0 1 0 0,0 0-1 0 0,-1 0 1 0 0,1 0 0 0 0,0 0-1 0 0,0 0 1 0 0,-1 0-1 0 0,1 0 1 0 0,0 0 0 0 0,0 0-1 0 0,0 0 1 0 0,0-1-1 0 0,1 1 1 0 0,-1 0-1 0 0,0 0 1 0 0,0 0 0 0 0,1 0-1 0 0,-1 0 1 0 0,0 0-1 0 0,1 0 1 0 0,0-1-1 0 0,55-143 4294 0 0,-36 108-3186 0 0,-16 30-1052 0 0,0 1 0 0 0,0-1 0 0 0,-1 0 0 0 0,0 0 0 0 0,0 0 0 0 0,0 0 0 0 0,-1-1 0 0 0,-1 1 0 0 0,1 0 0 0 0,-1-1 0 0 0,0-12 0 0 0,-1 11 59 0 0,0-5 401 0 0,0 10-309 0 0,0 7-118 0 0,-4 2-37 0 0,-2 0-35 0 0,1 1-1 0 0,0 0 1 0 0,0 0 0 0 0,1 0 0 0 0,0 1 0 0 0,-5 10 0 0 0,-9 14 305 0 0,-10 7 66 0 0,19-28-393 0 0,0 1 0 0 0,1 0 0 0 0,1 1 0 0 0,-7 14 1 0 0,13-25-57 0 0,0 3-21 0 0,0 1 0 0 0,-1-1-1 0 0,0 0 1 0 0,0 0 0 0 0,0 0-1 0 0,0 0 1 0 0,-1 0 0 0 0,0 0-1 0 0,1-1 1 0 0,-1 1-1 0 0,-6 4 1 0 0,-10 15 65 0 0,18-20-28 0 0,-1 0-1 0 0,0 0 1 0 0,0-1 0 0 0,0 1-1 0 0,0-1 1 0 0,-1 1 0 0 0,1-1-1 0 0,-1 0 1 0 0,1 0 0 0 0,-1 0-1 0 0,0 0 1 0 0,1-1 0 0 0,-6 3-1 0 0,5-3-27 0 0,-1 1-1 0 0,1-1 0 0 0,0 1 0 0 0,0-1 0 0 0,0 1 0 0 0,0 0 0 0 0,-4 4 0 0 0,-25 14 77 0 0,-10-3-111 0 0,41-17 50 0 0,1 0 0 0 0,0 0 0 0 0,-1 0 0 0 0,1 1 0 0 0,-1-1-1 0 0,1 0 1 0 0,-1 0 0 0 0,1 1 0 0 0,-1-1 0 0 0,1 0 0 0 0,0 1 0 0 0,-1-1 0 0 0,1 1 0 0 0,0-1 0 0 0,-1 0 0 0 0,1 1 0 0 0,0-1 0 0 0,-1 1 0 0 0,1-1 0 0 0,0 1 0 0 0,0-1 0 0 0,0 1 0 0 0,0-1-1 0 0,-1 0 1 0 0,1 1 0 0 0,0 0 0 0 0,0-1 0 0 0,0 1 0 0 0,0 0 6 0 0,0-1 0 0 0,0 0 0 0 0,0 0 0 0 0,0 1 0 0 0,0-1-1 0 0,0 0 1 0 0,0 1 0 0 0,0-1 0 0 0,0 0 0 0 0,0 0 0 0 0,0 1 0 0 0,-1-1-1 0 0,1 0 1 0 0,0 1 0 0 0,0-1 0 0 0,0 0 0 0 0,0 0 0 0 0,-1 0 0 0 0,1 1-1 0 0,0-1 1 0 0,0 0 0 0 0,-1 0 0 0 0,1 0 0 0 0,0 1 0 0 0,0-1 0 0 0,-1 0-1 0 0,1 0 1 0 0,0 0 0 0 0,0 0 0 0 0,-1 1 0 0 0,-11 3 58 0 0,12-4-64 0 0,-1-1 1 0 0,1 1-1 0 0,0 0 1 0 0,0 0-1 0 0,-1 0 0 0 0,1 0 1 0 0,0 0-1 0 0,0 0 1 0 0,-1 1-1 0 0,1-1 1 0 0,0 0-1 0 0,0 0 1 0 0,-1 0-1 0 0,1 0 0 0 0,0 0 1 0 0,0 0-1 0 0,0 0 1 0 0,-1 0-1 0 0,1 1 1 0 0,0-1-1 0 0,0 0 1 0 0,0 0-1 0 0,-1 0 0 0 0,1 0 1 0 0,0 1-1 0 0,0-1 1 0 0,0 0-1 0 0,0 0 1 0 0,-1 0-1 0 0,1 1 1 0 0,0-1-1 0 0,0 0 0 0 0,0 0 1 0 0,0 1-1 0 0,0-1 1 0 0,0 0-1 0 0,0 0 1 0 0,0 1-1 0 0,0-1 1 0 0,0 0-1 0 0,0 0 1 0 0,0 1-1 0 0,0-1 0 0 0,0 0 1 0 0,0 0-1 0 0,0 1 1 0 0,0-1-1 0 0,0 0 1 0 0,0 1-1 0 0,12 7-100 0 0,-5-4 88 0 0,0 1-1 0 0,0-1 1 0 0,0 0-1 0 0,0 0 1 0 0,1-1-1 0 0,0 0 1 0 0,9 2-1 0 0,12 2 16 0 0,1-1 0 0 0,0-2 0 0 0,0-1 0 0 0,0-1 0 0 0,0-2 0 0 0,48-5 0 0 0,-14-6-133 0 0,114-36 0 0 0,-165 42 79 0 0,0 0 1 0 0,-1-1-1 0 0,0 0 1 0 0,-1-1 0 0 0,1 0-1 0 0,-1-1 1 0 0,0 0 0 0 0,-1-1-1 0 0,0 0 1 0 0,0 0 0 0 0,-1-1-1 0 0,-1 0 1 0 0,1-1-1 0 0,-2 0 1 0 0,1-1 0 0 0,-2 1-1 0 0,1-1 1 0 0,6-20 0 0 0,-11 26 16 0 0,-1 0 1 0 0,0-1 0 0 0,0 1 0 0 0,-1 0-1 0 0,1-1 1 0 0,-2-7 0 0 0,1 2-30 0 0,0 11 60 0 0,0 0 1 0 0,1 0 0 0 0,-1 0 0 0 0,0 0 0 0 0,1 0 0 0 0,-1 0 0 0 0,1 0 0 0 0,-1 0 0 0 0,1 0 0 0 0,-1 0 0 0 0,1 0 0 0 0,0 0 0 0 0,-1 1-1 0 0,1-1 1 0 0,0 0 0 0 0,0 0 0 0 0,1 0 0 0 0,0-2 6 0 0,-10 4-4 0 0,7-1 7 0 0,0 1-1 0 0,1-1 1 0 0,-1 0-1 0 0,1 1 1 0 0,0-1-1 0 0,-1 1 1 0 0,1-1-1 0 0,-1 1 1 0 0,1 0-1 0 0,0-1 1 0 0,-1 1-1 0 0,1-1 1 0 0,0 1-1 0 0,0 0 1 0 0,-1-1 0 0 0,1 1-1 0 0,0-1 1 0 0,0 1-1 0 0,0 0 1 0 0,0-1-1 0 0,0 1 1 0 0,0 0-1 0 0,0-1 1 0 0,0 2-1 0 0,-3 13 96 0 0,-17 43 179 0 0,3-13-15 0 0,3 2 0 0 0,-10 47 0 0 0,18-52-118 0 0,2-15-51 0 0,-1 0 0 0 0,-12 39 0 0 0,10-48-85 0 0,2 1 0 0 0,0 0 0 0 0,1 0 0 0 0,1 0-1 0 0,-1 38 1 0 0,4-49-118 0 0,0 0 0 0 0,-1 0-1 0 0,1 1 1 0 0,-4 12-1 0 0,-3-5-576 0 0,1 5-1720 0 0,6-20 2250 0 0,0-1-1 0 0,0 1 1 0 0,0-1 0 0 0,0 0 0 0 0,0 1 0 0 0,0-1 0 0 0,0 1 0 0 0,1-1 0 0 0,-1 0-1 0 0,0 1 1 0 0,0-1 0 0 0,1 0 0 0 0,-1 1 0 0 0,0-1 0 0 0,0 0 0 0 0,1 1 0 0 0,-1-1-1 0 0,0 0 1 0 0,1 1 0 0 0,-1-1 0 0 0,0 0 0 0 0,1 0 0 0 0,-1 1 0 0 0,1-1 0 0 0,-1 0 0 0 0,0 0-1 0 0,1 0 1 0 0,-1 0 0 0 0,1 0 0 0 0,-1 0 0 0 0,1 0 0 0 0,-1 1 0 0 0,1-1 0 0 0,-1 0-1 0 0,0-1 1 0 0,1 1 0 0 0,-1 0 0 0 0,1 0 0 0 0,0 0 0 0 0,-1 0-81 0 0,0 0 1 0 0,1 0-1 0 0,-1 0 0 0 0,0 0 1 0 0,0 0-1 0 0,0 0 0 0 0,1 0 1 0 0,-1 0-1 0 0,0-1 1 0 0,0 1-1 0 0,0 0 0 0 0,1 0 1 0 0,1-4-4497 0 0,-2 4 4497 0 0,0 0-1 0 0,0 0 1 0 0,0-1-1 0 0,0 1 0 0 0,0 0 1 0 0,0 0-1 0 0,0-1 1 0 0,0 1-1 0 0</inkml:trace>
</inkml:ink>
</file>

<file path=ppt/ink/ink8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06T18:55:36.83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110 127 1921 0 0,'1'-2'170'0'0,"-1"0"1"0"0,0 1 0 0 0,1-1-1 0 0,-1 0 1 0 0,1 0-1 0 0,-1 0 1 0 0,1 0-1 0 0,0 0 1 0 0,0 0-1 0 0,0 1 1 0 0,0-1 0 0 0,0 0-1 0 0,0 1 1 0 0,0-1-1 0 0,1 1 1 0 0,-1-1-1 0 0,0 1 1 0 0,1 0-1 0 0,-1 0 1 0 0,1-1 0 0 0,0 1-1 0 0,-1 0 1 0 0,1 0-1 0 0,0 0 1 0 0,3 0-1 0 0,15-13 1212 0 0,-10 2-559 0 0,-9 10-744 0 0,0 1 0 0 0,1-1 1 0 0,-1 1-1 0 0,0-1 0 0 0,1 1 1 0 0,-1 0-1 0 0,1 0 0 0 0,0 0 1 0 0,-1 0-1 0 0,1 0 0 0 0,0 0 1 0 0,3-1-1 0 0,18-7 304 0 0,0 1 0 0 0,0 1 0 0 0,1 1 0 0 0,0 1 0 0 0,1 1-1 0 0,29 0 1 0 0,-37 3-364 0 0,1 1 0 0 0,0 2 0 0 0,0 0-1 0 0,-1 0 1 0 0,1 2 0 0 0,-1 0 0 0 0,0 1-1 0 0,0 1 1 0 0,18 8 0 0 0,-33-13-26 0 0,1 0 0 0 0,-1 1-1 0 0,0-1 1 0 0,1 1 0 0 0,-1-1 0 0 0,0 1 0 0 0,0 0 0 0 0,0 0-1 0 0,-1 0 1 0 0,1 0 0 0 0,0 0 0 0 0,-1 0 0 0 0,1 0 0 0 0,-1 1-1 0 0,0-1 1 0 0,0 1 0 0 0,0-1 0 0 0,1 4 0 0 0,-1-2 9 0 0,0 1 1 0 0,-1-1 0 0 0,1 1-1 0 0,-1-1 1 0 0,0 1-1 0 0,-1 0 1 0 0,1-1 0 0 0,-1 1-1 0 0,0-1 1 0 0,-1 6 0 0 0,-1-1 45 0 0,-1 1 0 0 0,0-1 0 0 0,0 0 0 0 0,-1 0 0 0 0,0 0 0 0 0,-1-1 0 0 0,0 0 0 0 0,0 0 0 0 0,-11 11 1 0 0,-30 20 337 0 0,-42 55 722 0 0,53-60-683 0 0,18-16-73 0 0,-1-1-1 0 0,-25 17 1 0 0,15-14 239 0 0,-1-2-1 0 0,-39 17 0 0 0,57-30-459 0 0,0 0 0 0 0,0-1 0 0 0,-1 0 0 0 0,1 0 0 0 0,-1-2 0 0 0,0 0 0 0 0,0 0 1 0 0,0-1-1 0 0,-21-1 0 0 0,33-1-145 0 0,0 1 0 0 0,-1 0 0 0 0,1-1 0 0 0,0 1 0 0 0,-1-1 0 0 0,1 1 0 0 0,0-1 0 0 0,0 0 0 0 0,-1 1 0 0 0,1-1 0 0 0,0 0 0 0 0,0 0 0 0 0,0 0 0 0 0,0 0 0 0 0,0 0 0 0 0,0 0 0 0 0,1 0 0 0 0,-1 0 0 0 0,0 0 0 0 0,0-1 0 0 0,1 1 0 0 0,-1 0 0 0 0,1 0 0 0 0,-1-1 0 0 0,1 1 0 0 0,-1 0 0 0 0,1-1 0 0 0,0 1 0 0 0,0 0 0 0 0,0-1 0 0 0,0 1 0 0 0,0-1 0 0 0,0 1 0 0 0,0 0 0 0 0,0-1 0 0 0,0 1 0 0 0,1-2 0 0 0,1-10-230 0 0,0 1 0 0 0,1-1 0 0 0,5-14 0 0 0,-2 10-49 0 0,-5 10 149 0 0,1 0 0 0 0,0 0 0 0 0,0 0 0 0 0,1 0 0 0 0,5-8 0 0 0,-6 12 92 0 0,0 0 1 0 0,1 0-1 0 0,-1 1 1 0 0,1-1-1 0 0,-1 1 1 0 0,1-1-1 0 0,0 1 1 0 0,0 0-1 0 0,0 0 0 0 0,1 0 1 0 0,-1 1-1 0 0,5-3 1 0 0,-2 2 16 0 0,0 0 0 0 0,0 0 0 0 0,0 1 0 0 0,0-1 0 0 0,1 1 1 0 0,-1 1-1 0 0,0-1 0 0 0,0 1 0 0 0,10 0 0 0 0,-5 2 59 0 0,1 0 1 0 0,0 1-1 0 0,0 0 1 0 0,20 10-1 0 0,19 11 141 0 0,-2 2-1 0 0,80 55 1 0 0,-117-71-387 0 0,-1-1 0 0 0,0 1 1 0 0,-1 1-1 0 0,0 0 0 0 0,-1 1 1 0 0,11 15-1 0 0,-4-4-1001 0 0,12 6-4033 0 0,0-14-2374 0 0</inkml:trace>
</inkml:ink>
</file>

<file path=ppt/ink/ink8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06T18:55:37.24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368 0 720 0 0,'-7'2'464'0'0,"-4"-1"190"0"0,1 2 0 0 0,0-1 0 0 0,0 2 1 0 0,0-1-1 0 0,0 1 0 0 0,-16 10 0 0 0,-38 16 2095 0 0,44-22-2040 0 0,1 1-1 0 0,0 0 1 0 0,1 1-1 0 0,0 1 0 0 0,0 1 1 0 0,1 1-1 0 0,-29 27 1 0 0,43-36-570 0 0,-1 1 1 0 0,1-1 0 0 0,0 1-1 0 0,0-1 1 0 0,0 1 0 0 0,0 0-1 0 0,1 0 1 0 0,0 0 0 0 0,0 1-1 0 0,1-1 1 0 0,-1 0 0 0 0,1 1-1 0 0,0-1 1 0 0,0 1 0 0 0,1-1-1 0 0,0 1 1 0 0,0 0 0 0 0,0-1-1 0 0,1 1 1 0 0,0-1 0 0 0,0 1-1 0 0,0-1 1 0 0,0 1 0 0 0,1-1-1 0 0,3 6 1 0 0,-2-3-6 0 0,2 0 0 0 0,-1 0 0 0 0,1-1 0 0 0,0 0 0 0 0,0 0 0 0 0,1 0 1 0 0,0-1-1 0 0,0 0 0 0 0,1 0 0 0 0,-1 0 0 0 0,1-1 0 0 0,1 0 0 0 0,-1 0 0 0 0,15 6 0 0 0,-9-6-99 0 0,1-1-1 0 0,0 0 0 0 0,0-1 1 0 0,0 0-1 0 0,0-1 0 0 0,0-1 1 0 0,0 0-1 0 0,1-1 0 0 0,-1-1 1 0 0,0 0-1 0 0,21-5 0 0 0,-17 2-13 0 0,0 0 0 0 0,-1-1 0 0 0,1-2 0 0 0,-1 1 0 0 0,-1-2 0 0 0,0 0 0 0 0,0-1 0 0 0,19-14 0 0 0,-26 16 3 0 0,-1-1 0 0 0,0 1 1 0 0,-1-1-1 0 0,0-1 0 0 0,0 0 1 0 0,-1 0-1 0 0,0 0 0 0 0,0 0 1 0 0,4-12-1 0 0,-2 3 5 0 0,-1 0-1 0 0,-2 0 1 0 0,1-1 0 0 0,2-21 0 0 0,-8 36-32 0 0,1 1 0 0 0,-1-1 0 0 0,0 0 0 0 0,0 1 0 0 0,0-1 1 0 0,0 1-1 0 0,0-1 0 0 0,-1 1 0 0 0,0-1 0 0 0,0 1 1 0 0,0-1-1 0 0,0 1 0 0 0,0-1 0 0 0,-1 1 0 0 0,1 0 1 0 0,-1 0-1 0 0,0 0 0 0 0,-5-6 0 0 0,3 4-13 0 0,-1 1-1 0 0,0-1 1 0 0,-1 1 0 0 0,1 0-1 0 0,-1 1 1 0 0,0-1 0 0 0,0 1-1 0 0,0 0 1 0 0,-10-3 0 0 0,-8-1-120 0 0,0 1 1 0 0,0 2 0 0 0,-1 0-1 0 0,-38-1 1 0 0,55 5-119 0 0,-20-1-872 0 0,-37 2 1 0 0,47 1-1949 0 0,0 1 1 0 0,-18 6-1 0 0,-15 6-4796 0 0</inkml:trace>
</inkml:ink>
</file>

<file path=ppt/ink/ink8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06T18:55:38.37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79 400 0 0,'0'-21'2522'0'0,"0"-18"2543"0"0,0 38-4956 0 0,-1 0-1 0 0,1 0 1 0 0,0 0 0 0 0,0 1-1 0 0,0-1 1 0 0,0 0-1 0 0,0 0 1 0 0,0 0 0 0 0,1 1-1 0 0,-1-1 1 0 0,0 0-1 0 0,0 0 1 0 0,0 1-1 0 0,1-1 1 0 0,-1 0 0 0 0,0 0-1 0 0,1 1 1 0 0,-1-1-1 0 0,1 0 1 0 0,-1 1 0 0 0,1-1-1 0 0,0 0 1 0 0,1 1-64 0 0,-1 0-35 0 0,0-1-1 0 0,0 1 1 0 0,-1 0-1 0 0,1 0 1 0 0,0 0 0 0 0,0 0-1 0 0,-1 0 1 0 0,1 0 0 0 0,0 0-1 0 0,0 0 1 0 0,-1 0-1 0 0,1 1 1 0 0,0-1 0 0 0,0 0-1 0 0,-1 0 1 0 0,1 1-1 0 0,0-1 1 0 0,-1 0 0 0 0,1 1-1 0 0,0-1 1 0 0,-1 1-1 0 0,1-1 1 0 0,0 1 0 0 0,-1-1-1 0 0,1 1 1 0 0,-1-1-1 0 0,1 1 1 0 0,-1 0 0 0 0,1 0-1 0 0,-1 1 19 0 0,0-1-1 0 0,1 0 1 0 0,-1 1 0 0 0,0-1-1 0 0,0 0 1 0 0,1 0-1 0 0,-1 0 1 0 0,1 1-1 0 0,-1-1 1 0 0,1 0-1 0 0,0 0 1 0 0,-1 0 0 0 0,1 0-1 0 0,0 0 1 0 0,0 0-1 0 0,0 0 1 0 0,0 0-1 0 0,2 1 1 0 0,8 12 369 0 0,-10-10-294 0 0,0-1 1 0 0,-1 1-1 0 0,1 0 1 0 0,-1-1 0 0 0,1 1-1 0 0,-1 0 1 0 0,0-1-1 0 0,-1 1 1 0 0,1 0-1 0 0,0 0 1 0 0,-1-1 0 0 0,0 1-1 0 0,0 0 1 0 0,0-1-1 0 0,-1 1 1 0 0,1-1 0 0 0,-4 6-1 0 0,3-5-23 0 0,0 0 1 0 0,1 0-1 0 0,-1 0 0 0 0,1 0 0 0 0,-1 0 0 0 0,1 0 1 0 0,0 1-1 0 0,1-1 0 0 0,-1 0 0 0 0,1 1 1 0 0,0-1-1 0 0,0 0 0 0 0,0 1 0 0 0,1-1 1 0 0,1 6-1 0 0,6 13 278 0 0,-5-15-171 0 0,0 0 0 0 0,-1 0 0 0 0,0 0 0 0 0,0 1 0 0 0,-1-1 0 0 0,1 17 0 0 0,-1-12 59 0 0,0 1 1 0 0,1 0-1 0 0,1-1 0 0 0,6 21 0 0 0,-1-6 31 0 0,-5-12-119 0 0,0-6-53 0 0,-1 0-1 0 0,1 0 1 0 0,0 0-1 0 0,1 0 1 0 0,5 10 0 0 0,-7-17-91 0 0,0 0 0 0 0,1 0 0 0 0,-1 0 0 0 0,1-1 0 0 0,-1 1 0 0 0,1 0 0 0 0,0-1 0 0 0,0 0 0 0 0,0 0 1 0 0,0 0-1 0 0,0 0 0 0 0,1 0 0 0 0,-1-1 0 0 0,0 1 0 0 0,1-1 0 0 0,-1 0 0 0 0,1 0 0 0 0,4 1 0 0 0,-2-1-12 0 0,0 0 0 0 0,0-1-1 0 0,0 0 1 0 0,0 0 0 0 0,-1 0-1 0 0,1-1 1 0 0,0 0-1 0 0,9-2 1 0 0,-12 2 8 0 0,0 0 0 0 0,0 0 0 0 0,0 0 0 0 0,0-1 0 0 0,0 1 0 0 0,0-1 0 0 0,0 0-1 0 0,-1 1 1 0 0,1-1 0 0 0,-1-1 0 0 0,1 1 0 0 0,-1 0 0 0 0,0 0 0 0 0,1-1 0 0 0,2-5 0 0 0,9-26 150 0 0,26-26-2 0 0,18-34 71 0 0,-1-16 24 0 0,-55 94-201 0 0,-2 14-37 0 0,0 1 0 0 0,0 0 0 0 0,0 0 0 0 0,0 0 0 0 0,0-1 0 0 0,0 1-1 0 0,1 0 1 0 0,-1 0 0 0 0,0 0 0 0 0,1 0 0 0 0,-1-1 0 0 0,1 1 0 0 0,-1 0 0 0 0,1 0 0 0 0,-1 0 0 0 0,1 0-1 0 0,1-1 1 0 0,20-2 52 0 0,-19 4-63 0 0,0-1 0 0 0,0 1 0 0 0,-1 1 0 0 0,1-1 0 0 0,0 0-1 0 0,-1 1 1 0 0,1-1 0 0 0,0 1 0 0 0,-1 0 0 0 0,5 1 0 0 0,20 27 247 0 0,-18-19-179 0 0,-1 0 0 0 0,0 1 0 0 0,-1 0 0 0 0,0 1 0 0 0,-1-1 0 0 0,0 1 0 0 0,-1 0 0 0 0,0 1 0 0 0,4 18 0 0 0,-6-12-19 0 0,-2 1-1 0 0,-1 33 1 0 0,-1-36-44 0 0,1-1-1 0 0,0 0 0 0 0,2 1 1 0 0,3 17-1 0 0,4-2 33 0 0,-6-22-36 0 0,0 0 0 0 0,0 1 0 0 0,-1-1 0 0 0,1 22 1 0 0,-3-30-10 0 0,0 0 0 0 0,-1 0 1 0 0,1 1-1 0 0,0-1 1 0 0,1 0-1 0 0,-1 0 0 0 0,0 0 1 0 0,1 1-1 0 0,-1-1 1 0 0,1 0-1 0 0,0 0 1 0 0,-1 0-1 0 0,1 0 0 0 0,0 0 1 0 0,0 0-1 0 0,1 0 1 0 0,-1 0-1 0 0,0-1 0 0 0,1 1 1 0 0,-1 0-1 0 0,1-1 1 0 0,-1 1-1 0 0,1-1 0 0 0,0 1 1 0 0,1 0-1 0 0,-2-2 0 0 0,-1 1 0 0 0,0-1 0 0 0,0 0 0 0 0,1 0-1 0 0,-1 0 1 0 0,0 1 0 0 0,0-1 0 0 0,1 0 0 0 0,-1 0 0 0 0,0 0-1 0 0,1 0 1 0 0,-1 0 0 0 0,0 0 0 0 0,0 0 0 0 0,1 0 0 0 0,-1 1-1 0 0,0-1 1 0 0,1 0 0 0 0,-1 0 0 0 0,0 0 0 0 0,1-1 0 0 0,-1 1-1 0 0,0 0 1 0 0,1 0 0 0 0,-1 0 0 0 0,0 0 0 0 0,0 0 0 0 0,1 0-1 0 0,-1 0 1 0 0,0 0 0 0 0,1-1 0 0 0,13-5 20 0 0,0 0 0 0 0,-1-1-1 0 0,1-1 1 0 0,-2 0 0 0 0,1-1 0 0 0,-1 0 0 0 0,0-1 0 0 0,-1 0-1 0 0,0-1 1 0 0,-1 0 0 0 0,0-1 0 0 0,-1 0 0 0 0,0 0 0 0 0,-1-1-1 0 0,7-14 1 0 0,22-56 38 0 0,43-48 52 0 0,-77 125-86 0 0,1-1-1 0 0,-1 1 1 0 0,1-1-1 0 0,1 1 0 0 0,-1 0 1 0 0,1 1-1 0 0,0-1 1 0 0,0 1-1 0 0,1 0 0 0 0,11-8 1 0 0,25-6-20 0 0,-32 13-350 0 0,-11 20-5810 0 0,1-12 5703 0 0,0-1 0 0 0,-1 1 0 0 0,1 0 0 0 0,-1 0 0 0 0,1-1 0 0 0,-1 1 0 0 0,1 0 0 0 0,-1-1 0 0 0,0 1 0 0 0,0 0 0 0 0,0-1 0 0 0,0 1 0 0 0,0-1 0 0 0,0 0 0 0 0,-1 1 0 0 0,-1 1 0 0 0,-5 6-1632 0 0,7-8 1758 0 0,0 1-1 0 0,1-1 0 0 0,-1 0 1 0 0,1 0-1 0 0,-1 0 0 0 0,1 1 1 0 0,0-1-1 0 0,-1 0 0 0 0,1 1 1 0 0,0-1-1 0 0,0 0 0 0 0,0 3 0 0 0,0-4 296 0 0</inkml:trace>
</inkml:ink>
</file>

<file path=ppt/ink/ink8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06T18:56:29.25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753 234 2001 0 0,'23'0'1814'0'0,"-18"0"-160"0"0,-5 0-1602 0 0,0 0 0 0 0,0 0 0 0 0,-1 0 0 0 0,1 0 0 0 0,0 1 0 0 0,0-1 0 0 0,0 0 0 0 0,0 0 0 0 0,0 0 0 0 0,0 0 0 0 0,0 0 0 0 0,0 1 0 0 0,0-1 1 0 0,0 0-1 0 0,0 0 0 0 0,0 0 0 0 0,0 0 0 0 0,0 0 0 0 0,0 1 0 0 0,0-1 0 0 0,0 0 0 0 0,0 0 0 0 0,0 0 0 0 0,0 0 0 0 0,0 1 0 0 0,0-1 0 0 0,0 0 0 0 0,0 0 0 0 0,0 0 0 0 0,0 0 0 0 0,0 0 0 0 0,0 1 0 0 0,0-1 0 0 0,1 0 0 0 0,-1 0 0 0 0,0 0 0 0 0,0 0 0 0 0,0 0 0 0 0,0 0 0 0 0,0 0 0 0 0,0 0 0 0 0,0 1 0 0 0,1-1 0 0 0,-1 0 0 0 0,0 0 0 0 0,0 0 0 0 0,0 0 0 0 0,0 0 0 0 0,0 0 0 0 0,1 0 0 0 0,-1 0 0 0 0,0 0 0 0 0,0 0 0 0 0,0 0 0 0 0,0 0 1 0 0,1 0-1 0 0,-1 0 0 0 0,0 0 0 0 0,0 0 0 0 0,0 0 0 0 0,0 0 0 0 0,0 0 0 0 0,1 0 0 0 0,-1 0 0 0 0,0 0 0 0 0,0 0 0 0 0,0-1 0 0 0,0 1 0 0 0,1 0 0 0 0,17 0 1154 0 0,-32 0 1067 0 0,11-1-1976 0 0,0 1-1 0 0,0 0 0 0 0,0 0 0 0 0,0 0 0 0 0,0 1 0 0 0,0-1 0 0 0,0 1 0 0 0,1 0 0 0 0,-1-1 0 0 0,-5 4 0 0 0,3-4-149 0 0,-14 0-40 0 0,15 0 133 0 0,2 1-192 0 0,1 0 0 0 0,-1 1 1 0 0,1-1-1 0 0,-1 0 0 0 0,1 0 0 0 0,-1 0 1 0 0,0 0-1 0 0,1 0 0 0 0,-1 0 0 0 0,0 0 1 0 0,0 0-1 0 0,0-1 0 0 0,0 1 0 0 0,0-1 1 0 0,0 0-1 0 0,0 1 0 0 0,0-1 0 0 0,-3 0 1 0 0,-14 5 314 0 0,-61 28 1291 0 0,24-8-987 0 0,52-18-580 0 0,4-6-83 0 0,0-1 1 0 0,1 0-1 0 0,-2 1 1 0 0,1-1 0 0 0,0 0-1 0 0,0 1 1 0 0,0-1-1 0 0,0 1 1 0 0,0-1-1 0 0,0 0 1 0 0,0 1-1 0 0,0-1 1 0 0,0 0-1 0 0,-1 1 1 0 0,1-1-1 0 0,0 0 1 0 0,0 0-1 0 0,0 1 1 0 0,-1-1-1 0 0,1 0 1 0 0,0 0-1 0 0,0 1 1 0 0,-1-1 0 0 0,1 0-1 0 0,0 0 1 0 0,-1 1-1 0 0,1-1 1 0 0,0 0-1 0 0,-1 0 1 0 0,1 0-1 0 0,-6 2 20 0 0,6-2-22 0 0,-1 0 0 0 0,0 0 0 0 0,0 0 0 0 0,1 0 0 0 0,-1 0 0 0 0,0 0 1 0 0,0 1-1 0 0,1-1 0 0 0,-1 0 0 0 0,0 0 0 0 0,1 1 0 0 0,-1-1 0 0 0,0 1 0 0 0,1-1 0 0 0,-1 0 0 0 0,0 1 0 0 0,1-1 0 0 0,-1 1 0 0 0,1 0 0 0 0,-1-1 0 0 0,1 1 0 0 0,-1-1 0 0 0,1 1 0 0 0,-1 0 0 0 0,1-1 0 0 0,0 1 0 0 0,-1 0 0 0 0,1-1 0 0 0,0 1 0 0 0,0 0 1 0 0,0 0-1 0 0,-1-1 0 0 0,1 2 0 0 0,0-1 2 0 0,0 0 0 0 0,0 0 0 0 0,0 0 0 0 0,-1 0 0 0 0,1 0 0 0 0,0 0 1 0 0,0-1-1 0 0,-1 1 0 0 0,1 0 0 0 0,-1 0 0 0 0,1 0 0 0 0,-1-1 0 0 0,1 1 0 0 0,-1 0 1 0 0,0 0-1 0 0,1-1 0 0 0,-1 1 0 0 0,0 0 0 0 0,1-1 0 0 0,-1 1 0 0 0,0-1 0 0 0,0 1 1 0 0,0-1-1 0 0,1 0 0 0 0,-1 1 0 0 0,0-1 0 0 0,-1 1 0 0 0,-5 3 27 0 0,-54 62 209 0 0,31-41-231 0 0,2 1 0 0 0,-49 58 0 0 0,23-27 117 0 0,29-32-158 0 0,-28 23-147 0 0,39-35 141 0 0,0-1-1 0 0,-22 28 1 0 0,3-6-96 0 0,29-31 112 0 0,0 0-1 0 0,0 1 1 0 0,0-1 0 0 0,0 1 0 0 0,1 0 0 0 0,-1 0-1 0 0,1 0 1 0 0,0 0 0 0 0,0 1 0 0 0,1-1 0 0 0,-1 1 0 0 0,1 0-1 0 0,0 0 1 0 0,1 0 0 0 0,-1 0 0 0 0,1 0 0 0 0,-1 7-1 0 0,2-12 29 0 0,1 1-1 0 0,-1 0 1 0 0,1 0-1 0 0,-1 0 0 0 0,1 0 1 0 0,0 0-1 0 0,-1 0 0 0 0,1-1 1 0 0,0 1-1 0 0,0 0 0 0 0,-1-1 1 0 0,1 1-1 0 0,0-1 1 0 0,0 1-1 0 0,0-1 0 0 0,0 1 1 0 0,0-1-1 0 0,0 1 0 0 0,0-1 1 0 0,0 0-1 0 0,0 1 1 0 0,0-1-1 0 0,2 0 0 0 0,8 4 80 0 0,64 26-72 0 0,-60-25 46 0 0,-1 3 4 0 0,-10 17-11 0 0,-4 72-52 0 0,0-94 9 0 0,0 0 1 0 0,0-1-1 0 0,-1 1 1 0 0,1 0 0 0 0,-1-1-1 0 0,1 1 1 0 0,-1 0-1 0 0,0-1 1 0 0,0 1 0 0 0,0-1-1 0 0,0 1 1 0 0,-1-1 0 0 0,1 0-1 0 0,-1 0 1 0 0,-1 3-1 0 0,-5 7 51 0 0,-21 35-100 0 0,28-43 46 0 0,0 1 0 0 0,-1 0 0 0 0,1 0-1 0 0,1 0 1 0 0,-1 0 0 0 0,1 0 0 0 0,0 0 0 0 0,0 0 0 0 0,1 6 0 0 0,0 5-12 0 0,-1-14 3 0 0,1 0-1 0 0,-1 0 1 0 0,1 0-1 0 0,0 0 0 0 0,0 0 1 0 0,0 0-1 0 0,0 0 1 0 0,0 0-1 0 0,0 0 0 0 0,1-1 1 0 0,-1 1-1 0 0,1 0 1 0 0,-1-1-1 0 0,1 1 0 0 0,-1-1 1 0 0,1 1-1 0 0,0-1 0 0 0,0 0 1 0 0,0 0-1 0 0,3 2 1 0 0,40 17-16 0 0,-41-18 47 0 0,-3-2-22 0 0,-1 0 0 0 0,0 0 0 0 0,1 0 1 0 0,-1 1-1 0 0,0-1 0 0 0,1 0 0 0 0,-1 0 1 0 0,0 1-1 0 0,1-1 0 0 0,-1 0 0 0 0,0 0 0 0 0,0 1 1 0 0,1-1-1 0 0,-1 0 0 0 0,0 1 0 0 0,0-1 1 0 0,0 0-1 0 0,1 1 0 0 0,-1-1 0 0 0,0 1 1 0 0,0-1-1 0 0,0 0 0 0 0,0 1 0 0 0,0-1 0 0 0,0 1 1 0 0,0-1-1 0 0,0 1 0 0 0,4 8 33 0 0,0-7-31 0 0,-3-2-7 0 0,0 0-1 0 0,0 1 0 0 0,1-1 1 0 0,-1 1-1 0 0,0 0 0 0 0,0-1 0 0 0,0 1 1 0 0,0 0-1 0 0,0-1 0 0 0,0 1 1 0 0,0 0-1 0 0,0 0 0 0 0,0 0 0 0 0,0 0 1 0 0,-1 0-1 0 0,1 0 0 0 0,1 2 0 0 0,-1-2 0 0 0,0 0 0 0 0,-1 0 0 0 0,1 0 0 0 0,0 0 0 0 0,0 0 0 0 0,0 0 0 0 0,0-1 0 0 0,0 1 0 0 0,0 0 0 0 0,0-1 0 0 0,0 1 0 0 0,0-1 0 0 0,0 1 0 0 0,0-1 0 0 0,0 0 0 0 0,1 1 0 0 0,-1-1 0 0 0,0 0 0 0 0,2 0 0 0 0,-2 1 0 0 0,12 3 3 0 0,-12-4 0 0 0,0 0 1 0 0,0 1-1 0 0,0-1 1 0 0,0 0-1 0 0,0 1 1 0 0,0-1 0 0 0,0 0-1 0 0,0 1 1 0 0,0-1-1 0 0,0 1 1 0 0,0 0-1 0 0,0-1 1 0 0,0 1-1 0 0,0 0 1 0 0,-1-1-1 0 0,1 1 1 0 0,0 0-1 0 0,0 0 1 0 0,-1 0-1 0 0,1 0 1 0 0,0 1 0 0 0,-1-2-2 0 0,0 1 1 0 0,0-1-1 0 0,1 1 1 0 0,-1-1 0 0 0,0 1-1 0 0,0-1 1 0 0,0 1 0 0 0,1-1-1 0 0,-1 1 1 0 0,0-1-1 0 0,1 1 1 0 0,-1-1 0 0 0,0 1-1 0 0,1-1 1 0 0,-1 1 0 0 0,0-1-1 0 0,1 0 1 0 0,-1 1-1 0 0,1-1 1 0 0,-1 0 0 0 0,1 1-1 0 0,-1-1 1 0 0,1 0 0 0 0,-1 0-1 0 0,1 1 1 0 0,-1-1 0 0 0,1 0-1 0 0,-1 0 1 0 0,1 0-1 0 0,0 0 1 0 0,0 0 0 0 0,-1 0-1 0 0,1 1 0 0 0,0-1 1 0 0,0 0-1 0 0,-1 0 0 0 0,1 0 0 0 0,0 1 1 0 0,-1-1-1 0 0,1 0 0 0 0,0 1 1 0 0,-1-1-1 0 0,1 0 0 0 0,0 1 1 0 0,-1-1-1 0 0,1 1 0 0 0,-1-1 0 0 0,1 1 1 0 0,-1-1-1 0 0,1 1 0 0 0,-1-1 1 0 0,1 1-1 0 0,-1 0 0 0 0,0-1 1 0 0,1 1-1 0 0,-1 0 0 0 0,0-1 0 0 0,0 1 1 0 0,1 0-1 0 0,-1-1 0 0 0,0 1 1 0 0,0 0-1 0 0,0 0 0 0 0,0 0 1 0 0,1 1 1 0 0,-1 0 0 0 0,0 0 0 0 0,1 0 0 0 0,0 0 0 0 0,-1-1 0 0 0,1 1 0 0 0,0 0 0 0 0,0-1 1 0 0,0 1-1 0 0,0-1 0 0 0,0 1 0 0 0,0-1 0 0 0,0 1 0 0 0,1-1 0 0 0,-1 0 0 0 0,0 1 0 0 0,1-1 1 0 0,2 1-1 0 0,8 10 11 0 0,2 2 40 0 0,1 1 1 0 0,0-2-1 0 0,1 0 0 0 0,1-1 0 0 0,0-1 1 0 0,24 12-1 0 0,3-2-15 0 0,1-2 0 0 0,1-2 0 0 0,0-2 0 0 0,1-2 0 0 0,52 7 0 0 0,-51-15 44 0 0,0-2 1 0 0,89-5-1 0 0,102-26 223 0 0,-186 18-168 0 0,-39 8-79 0 0,0 0 1 0 0,22-8-1 0 0,-17 4 10 0 0,0 1 0 0 0,0 0 0 0 0,24-2 0 0 0,-26 5-30 0 0,170-22 214 0 0,-14 10 49 0 0,-108 11-148 0 0,117-21 1 0 0,122-48-143 0 0,-193 44-13 0 0,-92 22 21 0 0,-10 3-11 0 0,-1 1 0 0 0,1 0-1 0 0,-1 0 1 0 0,1 1 0 0 0,14 0 0 0 0,-15-1-10 0 0,40 4 0 0 0,-5 1 38 0 0,0-2 0 0 0,1-1-1 0 0,-1-3 1 0 0,0-1 0 0 0,73-17 0 0 0,33-27 68 0 0,-136 44-79 0 0,10-2 49 0 0,0-1-1 0 0,25-12 1 0 0,51-12 324 0 0,-70 23-227 0 0,0-1 1 0 0,29-13-1 0 0,26-15 201 0 0,2 4-1 0 0,133-32 1 0 0,-197 59-374 0 0,0 1 0 0 0,0 1 0 0 0,1 1 0 0 0,-1 1 0 0 0,1 1 0 0 0,43 3 0 0 0,-59-1 2 0 0,0 0 1 0 0,1 1 0 0 0,-1 0-1 0 0,0 0 1 0 0,0 0 0 0 0,-1 1-1 0 0,1 0 1 0 0,0 1 0 0 0,9 6-1 0 0,12 24 65 0 0,-27-34-65 0 0,0 1 0 0 0,-1 0 0 0 0,1 0 0 0 0,-1-1 1 0 0,1 1-1 0 0,-1 0 0 0 0,0 0 0 0 0,1 0 0 0 0,-1 0 0 0 0,0 0 0 0 0,0-1 0 0 0,1 1 0 0 0,-1 0 0 0 0,0 0 0 0 0,0 0 0 0 0,0 0 0 0 0,0 0 1 0 0,0 0-1 0 0,0 0 0 0 0,-1 1 0 0 0,1-1-1 0 0,0-1-1 0 0,0 1 1 0 0,-1 0 0 0 0,1-1 0 0 0,0 1 0 0 0,0-1 0 0 0,0 1-1 0 0,0 0 1 0 0,0-1 0 0 0,0 1 0 0 0,0 0 0 0 0,1-1-1 0 0,-1 1 1 0 0,0-1 0 0 0,0 1 0 0 0,0-1 0 0 0,1 1 0 0 0,-1 0-1 0 0,0-1 1 0 0,0 1 0 0 0,1-1 0 0 0,-1 1 0 0 0,0-1 0 0 0,1 1-1 0 0,-1-1 1 0 0,1 0 0 0 0,0 1 0 0 0,6 3 6 0 0,0-2 1 0 0,0 1 0 0 0,1-1-1 0 0,-1 0 1 0 0,1 0-1 0 0,-1-1 1 0 0,1 0 0 0 0,8 0-1 0 0,76 1 110 0 0,-67-3-115 0 0,72 2 207 0 0,0 4 0 0 0,185 35 0 0 0,-255-36-169 0 0,1-1 0 0 0,0-1 0 0 0,0-1 0 0 0,-1-2 0 0 0,31-4 0 0 0,170-38 598 0 0,-152 26-264 0 0,1 2 0 0 0,154-8 0 0 0,-100 23-293 0 0,61 6 79 0 0,64-12 240 0 0,-193 10-348 0 0,-41-2-24 0 0,113 6-28 0 0,-120-7 0 0 0,0 1 0 0 0,22 6 0 0 0,18 3 0 0 0,-43-10 0 0 0,-7-1 0 0 0,0 0 0 0 0,0 1 0 0 0,-1-1 0 0 0,1 1 0 0 0,0 0 0 0 0,-1 1 0 0 0,1-1 0 0 0,-1 1 0 0 0,1 0 0 0 0,6 4 0 0 0,-3-3 7 0 0,-1 1 0 0 0,1-1 1 0 0,0-1-1 0 0,0 1 0 0 0,0-1 1 0 0,0 0-1 0 0,0-1 0 0 0,0 0 1 0 0,16-1-1 0 0,-3 2 0 0 0,148 1 476 0 0,-53-4 74 0 0,0 4-66 0 0,0 4 0 0 0,147 30 0 0 0,-252-34-491 0 0,-11-2 0 0 0,1-1 0 0 0,-1 0 0 0 0,0 0 0 0 0,1 1 0 0 0,-1-1 0 0 0,1 0 0 0 0,-1 0 0 0 0,0 1 0 0 0,1-1 0 0 0,-1 0 0 0 0,1 0 0 0 0,-1 0 0 0 0,0 0 0 0 0,1 0 0 0 0,-1 1 0 0 0,1-1 0 0 0,-1 0 0 0 0,1 0 0 0 0,-1 0 0 0 0,1 0 0 0 0,-1 0 0 0 0,0 0 0 0 0,1-1 0 0 0,-1 1 0 0 0,1 0 0 0 0,-1 0 0 0 0,1 0 0 0 0,-1 0 0 0 0,0 0 0 0 0,1-1 0 0 0,-1 1 0 0 0,1 0 0 0 0,-1 0 0 0 0,0-1 0 0 0,1 1 0 0 0,-1 0 0 0 0,0-1 0 0 0,1 1 0 0 0,-1 0 0 0 0,0-1 0 0 0,0 1 0 0 0,1 0 0 0 0,-1-1 0 0 0,0 1 0 0 0,0 0 0 0 0,1-1 0 0 0,-1 1 0 0 0,0-1 0 0 0,0 1 0 0 0,0-1 0 0 0,0 1 0 0 0,0-1 0 0 0,0 1 0 0 0,0 0 0 0 0,0-1 0 0 0,0 1 0 0 0,0-1 0 0 0,0 1 0 0 0,0-1 0 0 0,0 1 0 0 0,0-1 0 0 0,-1 1 0 0 0,1-13 0 0 0,-1 10 0 0 0,1 0 0 0 0,-1 0 0 0 0,1-1 0 0 0,0 1 0 0 0,0 0 0 0 0,1 0 0 0 0,-1 0 0 0 0,1-1 0 0 0,-1 1 0 0 0,1 0 0 0 0,0 0 0 0 0,2-5 0 0 0,4 0 0 0 0,-5 6 0 0 0,0 0 0 0 0,-1 0 0 0 0,1 0 0 0 0,-1 0 0 0 0,0 0 0 0 0,0 0 0 0 0,1 0 0 0 0,-1 0 0 0 0,-1 0 0 0 0,1-1 0 0 0,0 1 0 0 0,0 0 0 0 0,-1-1 0 0 0,0 1 0 0 0,1 0 0 0 0,-1-1 0 0 0,0 1 0 0 0,0-1 0 0 0,0-1 0 0 0,1-40 0 0 0,1 31 0 0 0,-1-1 0 0 0,-1 0 0 0 0,0 0 0 0 0,-1 1 0 0 0,-1-1 0 0 0,-4-20 0 0 0,-2 16 0 0 0,-1 1 0 0 0,0 0 0 0 0,-1 1 0 0 0,-1 0 0 0 0,-1 0 0 0 0,0 1 0 0 0,-20-18 0 0 0,25 26 0 0 0,0 1 0 0 0,-1 0 0 0 0,0 0 0 0 0,-11-6 0 0 0,15 10 0 0 0,-1-1 0 0 0,1 0 0 0 0,0 0 0 0 0,-1 0 0 0 0,1-1 0 0 0,1 0 0 0 0,-1 1 0 0 0,0-1 0 0 0,-4-7 0 0 0,4 6 0 0 0,-1 0 0 0 0,0 0 0 0 0,0 0 0 0 0,-1 0 0 0 0,0 1 0 0 0,0 0 0 0 0,0 0 0 0 0,0 0 0 0 0,0 1 0 0 0,-13-5 0 0 0,7 3 0 0 0,0-1 0 0 0,-20-13 0 0 0,18 8 0 0 0,-1 1 0 0 0,0 1 0 0 0,-1 0 0 0 0,0 1 0 0 0,-25-10 0 0 0,-146-76-232 0 0,168 83 130 0 0,0 1-1 0 0,-1 2 1 0 0,-29-10 0 0 0,-17-5 57 0 0,12 2-42 0 0,-1 3-1 0 0,-72-13 1 0 0,-120-11-205 0 0,-73-17-794 0 0,245 38 810 0 0,-1-1 114 0 0,-1 3 1 0 0,-88-9-1 0 0,-42 11-346 0 0,-118-12-144 0 0,235 21 455 0 0,44 6 235 0 0,-66-14 1 0 0,98 14-45 0 0,0-1 1 0 0,-1 2-1 0 0,1 0 1 0 0,-1 0-1 0 0,1 2 1 0 0,-17 1 0 0 0,-25 2 56 0 0,-299 20 189 0 0,245-21-447 0 0,-176-16 1 0 0,75 14 299 0 0,56 10-129 0 0,-31 0-542 0 0,-174 2 218 0 0,313-8 213 0 0,-1-3 1 0 0,-58-4-1 0 0,-27-7 20 0 0,20 3-431 0 0,1-5 0 0 0,-170-37 0 0 0,255 40 426 0 0,-214-49-757 0 0,183 46 634 0 0,-2 3-1 0 0,-81 0 1 0 0,82 7 218 0 0,-130 4 114 0 0,151 1-67 0 0,0 1 1 0 0,0 3-1 0 0,1 0 1 0 0,-70 28-1 0 0,-131 77-77 0 0,117-51-38 0 0,102-53-25 0 0,-177 96-4249 0 0,135-67-1277 0 0,5-7-1587 0 0</inkml:trace>
</inkml:ink>
</file>

<file path=ppt/ink/ink8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06T18:56:32.01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56 219 560 0 0,'-2'0'251'0'0,"1"-1"-1"0"0,-1 0 1 0 0,0 0-1 0 0,0 0 1 0 0,1 0 0 0 0,-1 0-1 0 0,0 0 1 0 0,1 0-1 0 0,-1 0 1 0 0,1-1-1 0 0,-1 1 1 0 0,-1-4-1 0 0,2 3 317 0 0,0-1 0 0 0,0 0-1 0 0,0 0 1 0 0,1 1 0 0 0,-1-1 0 0 0,1 0-1 0 0,0 0 1 0 0,0 0 0 0 0,0-3-1 0 0,0 6-506 0 0,0-1-1 0 0,0 0 1 0 0,0 1-1 0 0,-1-1 1 0 0,1 1-1 0 0,0 0 1 0 0,-1-1-1 0 0,1 1 1 0 0,0-1-1 0 0,-1 1 1 0 0,1-1-1 0 0,-1 1 1 0 0,1 0-1 0 0,0-1 1 0 0,-1 1-1 0 0,1 0 1 0 0,-1-1-1 0 0,1 1 1 0 0,-1 0-1 0 0,1 0 1 0 0,-1-1-1 0 0,1 1 1 0 0,-1 0-1 0 0,1 0 1 0 0,-1 0-1 0 0,0 0 1 0 0,1 0-1 0 0,-1 0 1 0 0,1 0-1 0 0,-1 0 0 0 0,0 0 1 0 0,0 0-7 0 0,1 0 1 0 0,-1 0-1 0 0,1 0 1 0 0,-1 0-1 0 0,1 0 1 0 0,-1 0-1 0 0,1 0 1 0 0,-1 0-1 0 0,1 0 1 0 0,-1 0-1 0 0,1-1 1 0 0,-1 1-1 0 0,1 0 1 0 0,-1 0-1 0 0,1 0 1 0 0,-1-1-1 0 0,1 1 1 0 0,-1 0-1 0 0,1-1 1 0 0,0 1-1 0 0,-1 0 1 0 0,1-1-1 0 0,-1 1 1 0 0,1 0-1 0 0,-2-5 5377 0 0,37-1-527 0 0,34-17-4299 0 0,-32 11-188 0 0,76-27-37 0 0,105-29-411 0 0,-211 67 30 0 0,1-1 1 0 0,-1 1 0 0 0,1 1-1 0 0,13 0 1 0 0,-19 0 5 0 0,-1 0 0 0 0,0 0 1 0 0,1 0-1 0 0,-1 0 0 0 0,0 0 0 0 0,0 0 1 0 0,1 0-1 0 0,-1 1 0 0 0,0-1 0 0 0,0 1 1 0 0,1-1-1 0 0,-1 1 0 0 0,0-1 1 0 0,0 1-1 0 0,0 0 0 0 0,0-1 0 0 0,0 1 1 0 0,0 0-1 0 0,0 0 0 0 0,0 0 0 0 0,0 0 1 0 0,0 0-1 0 0,-1 0 0 0 0,1 0 0 0 0,0 0 1 0 0,0 0-1 0 0,-1 0 0 0 0,1 1 0 0 0,-1-1 1 0 0,1 0-1 0 0,-1 0 0 0 0,0 0 0 0 0,1 1 1 0 0,-1-1-1 0 0,0 2 0 0 0,-1 10 110 0 0,0 0-1 0 0,-1-1 1 0 0,0 1-1 0 0,-1 0 1 0 0,-1-1-1 0 0,0 1 1 0 0,-7 15-1 0 0,-51 88 228 0 0,12-23-749 0 0,33-60 116 0 0,8-16-46 0 0,0 1-1 0 0,-8 26 0 0 0,-6 38-915 0 0,19-70 1099 0 0,4-10 136 0 0,-1-1 0 0 0,1 1-1 0 0,0 0 1 0 0,-1-1 0 0 0,0 1 0 0 0,1-1 0 0 0,-1 1-1 0 0,0-1 1 0 0,0 1 0 0 0,1-1 0 0 0,-1 1-1 0 0,-1-1 1 0 0,1 0 0 0 0,0 0 0 0 0,0 1 0 0 0,0-1-1 0 0,-1 0 1 0 0,1 0 0 0 0,0 0 0 0 0,-1 0-1 0 0,1-1 1 0 0,-1 1 0 0 0,1 0 0 0 0,-1 0-1 0 0,1-1 1 0 0,-1 1 0 0 0,-3 0 0 0 0,1 0-56 0 0,-1 0-1 0 0,0 1 1 0 0,1-1 0 0 0,-1-1 0 0 0,0 1 0 0 0,0-1 0 0 0,1 0-1 0 0,-1 0 1 0 0,0 0 0 0 0,0-1 0 0 0,0 0 0 0 0,1 0-1 0 0,-1 0 1 0 0,0 0 0 0 0,1-1 0 0 0,-1 1 0 0 0,1-1-1 0 0,0-1 1 0 0,-1 1 0 0 0,1 0 0 0 0,-6-6 0 0 0,-5-6-83 0 0,1-1 1 0 0,1 0 0 0 0,0-1-1 0 0,-12-20 1 0 0,24 32 219 0 0,0 1 0 0 0,0-1 0 0 0,0 0 1 0 0,1 1-1 0 0,-1-1 0 0 0,1 1 0 0 0,0-1 1 0 0,0 0-1 0 0,0 0 0 0 0,0 1 0 0 0,1-1 1 0 0,-1 1-1 0 0,1-1 0 0 0,2-6 0 0 0,45 29 601 0 0,-1 2 0 0 0,54 33-1 0 0,-94-50-739 0 0,9 6 74 0 0,0-2 0 0 0,1 0 0 0 0,19 7 0 0 0,-27-13-474 0 0,-1 0 0 0 0,0 0 0 0 0,1-1 0 0 0,-1 0 0 0 0,1 0 0 0 0,11-1 0 0 0,12-2-2415 0 0,0-1 0 0 0,0-1 0 0 0,-1-2 0 0 0,34-10 0 0 0,-9-6-1617 0 0</inkml:trace>
</inkml:ink>
</file>

<file path=ppt/ink/ink8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06T18:56:32.45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85 79 2241 0 0,'0'-1'207'0'0,"0"-1"-1"0"0,-1 1 1 0 0,1-1-1 0 0,-1 1 1 0 0,1-1-1 0 0,-1 1 1 0 0,1-1 0 0 0,-1 1-1 0 0,0-1 1 0 0,0 1-1 0 0,0 0 1 0 0,0 0-1 0 0,0-1 1 0 0,0 1-1 0 0,0 0 1 0 0,0 0 0 0 0,0 0-1 0 0,0 0 1 0 0,-1 0-1 0 0,1 0 1 0 0,0 1-1 0 0,-1-1 1 0 0,1 0-1 0 0,-1 1 1 0 0,1-1 0 0 0,-1 1-1 0 0,1-1 1 0 0,-4 0-1 0 0,-14-8 1848 0 0,-9-15 1934 0 0,27 24-3931 0 0,1 0-1 0 0,0 0 0 0 0,0 0 1 0 0,-1 0-1 0 0,1 0 0 0 0,0 0 1 0 0,0 0-1 0 0,-1 0 0 0 0,1 0 1 0 0,0-1-1 0 0,0 1 0 0 0,0 0 1 0 0,-1 0-1 0 0,1 0 0 0 0,0 0 1 0 0,0 0-1 0 0,0-1 0 0 0,0 1 1 0 0,-1 0-1 0 0,1 0 0 0 0,0 0 1 0 0,0-1-1 0 0,0 1 0 0 0,0 0 1 0 0,0 0-1 0 0,0 0 0 0 0,0-1 1 0 0,0 1-1 0 0,0 0 1 0 0,-1 0-1 0 0,1-1 0 0 0,0 1 1 0 0,0 0-1 0 0,0 0 0 0 0,0-1 1 0 0,0 1-1 0 0,0 0 0 0 0,1 0 1 0 0,-1-1-1 0 0,0 1 0 0 0,0 0 1 0 0,0 0-1 0 0,0 0 0 0 0,0-1 1 0 0,0 1-1 0 0,0 0 0 0 0,0 0 1 0 0,0 0-1 0 0,1-1 0 0 0,-1 1 1 0 0,0 0-1 0 0,0 0 0 0 0,0 0 1 0 0,0-1-1 0 0,1 1 0 0 0,-1 0 1 0 0,0 0-1 0 0,0 0 0 0 0,1 0 1 0 0,-1 0-1 0 0,0 0 1 0 0,0 0-1 0 0,0-1 0 0 0,1 1 1 0 0,-1 0-1 0 0,1 0 0 0 0,11-1 227 0 0,1 0-1 0 0,0 1 1 0 0,0 0 0 0 0,0 1-1 0 0,-1 0 1 0 0,1 1-1 0 0,23 6 1 0 0,-16-2-191 0 0,-1 0 0 0 0,0 2 0 0 0,0 0 0 0 0,27 16 1 0 0,-40-19-34 0 0,1-1 1 0 0,-1 1-1 0 0,0 0 1 0 0,0 1-1 0 0,0-1 1 0 0,-1 1 0 0 0,1 0-1 0 0,-2 1 1 0 0,1-1-1 0 0,-1 1 1 0 0,0 0 0 0 0,0 0-1 0 0,0 0 1 0 0,2 10-1 0 0,-5-12-17 0 0,-1-1-1 0 0,1 0 0 0 0,-1 0 1 0 0,0 1-1 0 0,0-1 1 0 0,-1 0-1 0 0,1 0 0 0 0,-1 1 1 0 0,0-1-1 0 0,0 0 1 0 0,0 0-1 0 0,-1 0 0 0 0,1 0 1 0 0,-1 0-1 0 0,0 0 1 0 0,0-1-1 0 0,-1 1 0 0 0,1 0 1 0 0,-6 5-1 0 0,4-4 2 0 0,0 1-1 0 0,1 0 1 0 0,0 0-1 0 0,-5 10 1 0 0,1 7 27 0 0,6-16-37 0 0,-1 0 0 0 0,-1 0 0 0 0,1-1 0 0 0,-1 1 0 0 0,0-1-1 0 0,0 0 1 0 0,-5 7 0 0 0,-44 53 127 0 0,51-63-263 0 0,0 0-1 0 0,0-1 0 0 0,0 1 1 0 0,-1 0-1 0 0,1-1 0 0 0,-1 1 1 0 0,0-1-1 0 0,1 0 1 0 0,-1 1-1 0 0,0-1 0 0 0,0 0 1 0 0,-1 0-1 0 0,1 0 0 0 0,0-1 1 0 0,-1 1-1 0 0,1 0 0 0 0,-1-1 1 0 0,1 0-1 0 0,-1 1 1 0 0,0-1-1 0 0,0 0 0 0 0,1 0 1 0 0,-1-1-1 0 0,0 1 0 0 0,-6 0 1 0 0,-14 5-3419 0 0,16-10-4776 0 0,4 0 6378 0 0,-20-12-4043 0 0</inkml:trace>
</inkml:ink>
</file>

<file path=ppt/ink/ink8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06T18:56:32.82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57 1 400 0 0,'-28'0'6963'0'0,"0"0"-1840"0"0,28 5-1201 0 0,28-5-2402 0 0,0 7-399 0 0,28-7-241 0 0,28 6-1040 0 0,0-1-1841 0 0,29 0-2481 0 0,-29-10-1120 0 0,0-6 719 0 0</inkml:trace>
</inkml:ink>
</file>

<file path=ppt/ink/ink8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06T18:56:33.68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1 158 1601 0 0,'31'-21'2968'0'0,"-6"2"-1014"0"0,-21 17-1670 0 0,0-1 0 0 0,-1 0 0 0 0,1 1 0 0 0,-1-2 0 0 0,1 1 1 0 0,3-5-1 0 0,20-16 928 0 0,-23 21-1083 0 0,1 0 0 0 0,-1 0 1 0 0,0-1-1 0 0,-1 1 0 0 0,1-1 0 0 0,4-6 0 0 0,-5 6-46 0 0,0 0-1 0 0,1 0 1 0 0,0 0 0 0 0,0 1 0 0 0,7-6 0 0 0,8 2-16 0 0,-15 3-67 0 0,-3 4-2 0 0,-1 1 0 0 0,0-1-1 0 0,0 0 1 0 0,0 0 0 0 0,0 1 0 0 0,1-1 0 0 0,-1 0 0 0 0,0 0 0 0 0,0 0 0 0 0,1 1-1 0 0,-1-1 1 0 0,0 0 0 0 0,1 0 0 0 0,-1 0 0 0 0,0 0 0 0 0,0 0 0 0 0,1 0 0 0 0,-1 1-1 0 0,0-1 1 0 0,1 0 0 0 0,-1 0 0 0 0,0 0 0 0 0,1 0 0 0 0,-1 0 0 0 0,0 0 0 0 0,1 0-1 0 0,-1 0 1 0 0,0 0 0 0 0,1 0 0 0 0,-1-1 0 0 0,0 1 0 0 0,0 0 0 0 0,1 0 0 0 0,-1 0-1 0 0,0 0 1 0 0,1 0 0 0 0,-1 0 0 0 0,0-1 0 0 0,0 1 0 0 0,1 0 0 0 0,20-2-298 0 0,-19 2 299 0 0,-1 0-1 0 0,0 0 0 0 0,0 0-1 0 0,-1 0 1 0 0,1 0-1 0 0,0 0 1 0 0,0 0-1 0 0,0 0 1 0 0,-1 1 0 0 0,1-1-1 0 0,0 0 1 0 0,0 0-1 0 0,-1 1 1 0 0,1-1 0 0 0,0 0-1 0 0,0 1 1 0 0,-1-1-1 0 0,1 1 1 0 0,0-1-1 0 0,-1 1 1 0 0,1-1 0 0 0,-1 1-1 0 0,1-1 1 0 0,-1 1-1 0 0,1 0 1 0 0,-1-1 0 0 0,1 1-1 0 0,-1 0 1 0 0,1-1-1 0 0,-1 1 1 0 0,0 0-1 0 0,0-1 1 0 0,1 1 0 0 0,-1 0-1 0 0,0 0 1 0 0,0 0-1 0 0,0-1 1 0 0,0 1 0 0 0,0 0-1 0 0,0 0 1 0 0,0 0-1 0 0,0-1 1 0 0,0 1 0 0 0,0 0-1 0 0,0 0 1 0 0,0 0-1 0 0,0-1 1 0 0,-1 1-1 0 0,1 0 1 0 0,0 0 0 0 0,-1-1-1 0 0,1 1 1 0 0,-1 0-1 0 0,1-1 1 0 0,-1 2 0 0 0,-20 35 451 0 0,-2 0 0 0 0,-36 44 0 0 0,46-65-346 0 0,1 1 0 0 0,1 0 0 0 0,0 0-1 0 0,1 1 1 0 0,1 0 0 0 0,-9 28 0 0 0,8 0 124 0 0,0-22-93 0 0,8-21-144 0 0,0 0 1 0 0,0 0 0 0 0,1 1-1 0 0,0-1 1 0 0,0 1-1 0 0,0-1 1 0 0,0 1 0 0 0,0 0-1 0 0,0 5 1 0 0,1-8-56 0 0,0 0 0 0 0,0 0 0 0 0,0 0 0 0 0,0 0 0 0 0,0 0 0 0 0,1 0 1 0 0,-1 0-1 0 0,0 0 0 0 0,1 0 0 0 0,-1 0 0 0 0,1 0 0 0 0,-1 0 0 0 0,1 0 0 0 0,-1 0 0 0 0,1-1 0 0 0,-1 1 0 0 0,1 0 0 0 0,0 0 1 0 0,0-1-1 0 0,-1 1 0 0 0,1 0 0 0 0,0-1 0 0 0,0 1 0 0 0,0-1 0 0 0,0 1 0 0 0,-1-1 0 0 0,1 1 0 0 0,0-1 0 0 0,0 1 1 0 0,0-1-1 0 0,2 0 0 0 0,0 2-459 0 0,2-2-3105 0 0,-5-11-2026 0 0</inkml:trace>
</inkml:ink>
</file>

<file path=ppt/ink/ink8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06T18:56:34.16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54 155 4882 0 0,'-15'-16'2372'0'0,"8"9"-1429"0"0,1 0-1 0 0,-1 1 0 0 0,2-2 0 0 0,-6-7 0 0 0,10 14-861 0 0,1 0-1 0 0,-1-1 1 0 0,1 1-1 0 0,0-1 0 0 0,0 1 1 0 0,-1 0-1 0 0,1-1 0 0 0,0 1 1 0 0,0-1-1 0 0,0 1 0 0 0,0-1 1 0 0,1 1-1 0 0,-1 0 0 0 0,0-1 1 0 0,1 1-1 0 0,-1 0 0 0 0,1-1 1 0 0,-1 1-1 0 0,1 0 0 0 0,-1-1 1 0 0,1 1-1 0 0,0 0 0 0 0,0 0 1 0 0,0 0-1 0 0,-1 0 0 0 0,1-1 1 0 0,0 1-1 0 0,0 1 1 0 0,3-3-1 0 0,3-5 217 0 0,-4 4-232 0 0,0 1-1 0 0,0-1 1 0 0,1 1 0 0 0,0 0-1 0 0,0 0 1 0 0,0 0-1 0 0,0 1 1 0 0,0-1-1 0 0,0 1 1 0 0,1 0-1 0 0,-1 0 1 0 0,1 0-1 0 0,-1 1 1 0 0,1-1-1 0 0,9 0 1 0 0,8-1-40 0 0,0 1 0 0 0,27 1 0 0 0,-43 1-25 0 0,0 1 0 0 0,0-1 1 0 0,-1 2-1 0 0,1-1 1 0 0,0 0-1 0 0,-1 1 0 0 0,1 0 1 0 0,-1 1-1 0 0,1-1 0 0 0,-1 1 1 0 0,0 0-1 0 0,0 0 1 0 0,0 0-1 0 0,-1 1 0 0 0,1 0 1 0 0,-1 0-1 0 0,0 0 1 0 0,0 0-1 0 0,0 1 0 0 0,0 0 1 0 0,-1-1-1 0 0,0 1 1 0 0,0 0-1 0 0,0 1 0 0 0,-1-1 1 0 0,0 0-1 0 0,0 1 1 0 0,0 0-1 0 0,-1-1 0 0 0,1 1 1 0 0,-1 0-1 0 0,-1 0 1 0 0,1 7-1 0 0,-1-5 4 0 0,-1-1 0 0 0,0 1 0 0 0,-1-1 0 0 0,0 0 0 0 0,0 1 0 0 0,0-1 0 0 0,-5 9 1 0 0,-30 52 80 0 0,16-31-16 0 0,-91 163 1918 0 0,108-194-2064 0 0,0 1 0 0 0,1-1 0 0 0,0 1 0 0 0,0 0 0 0 0,0 0 0 0 0,1 0 1 0 0,0 1-1 0 0,1-1 0 0 0,-1 0 0 0 0,1 1 0 0 0,1-1 0 0 0,0 15 0 0 0,0-21-187 0 0,0 1-1 0 0,0 0 1 0 0,0 0 0 0 0,1 0 0 0 0,-1-1 0 0 0,0 1 0 0 0,1 0-1 0 0,0-1 1 0 0,-1 1 0 0 0,1 0 0 0 0,0-1 0 0 0,0 1 0 0 0,0-1-1 0 0,0 1 1 0 0,0-1 0 0 0,0 1 0 0 0,0-1 0 0 0,0 0-1 0 0,2 2 1 0 0,5 6-1936 0 0,-7-8 1717 0 0,0 0 0 0 0,-1 0 0 0 0,1 0 0 0 0,-1 1 0 0 0,1-1 0 0 0,-1 0 0 0 0,0 0 0 0 0,1 1 0 0 0,-1-1 0 0 0,0 0-1 0 0,0 0 1 0 0,0 1 0 0 0,0 1 0 0 0</inkml:trace>
</inkml:ink>
</file>

<file path=ppt/ink/ink8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06T18:56:34.53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60 1761 0 0,'0'-11'3041'0'0,"28"-2"-320"0"0,-28 3-640 0 0,0 3-480 0 0,28-4-400 0 0,0 11-561 0 0,23-7-880 0 0,-23 14-1601 0 0,28-2-1280 0 0,0 1-401 0 0,0 11 160 0 0</inkml:trace>
</inkml:ink>
</file>

<file path=ppt/ink/ink8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06T18:56:35.26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752 23 2001 0 0,'-34'-10'2538'0'0,"26"7"-1813"0"0,0 1 0 0 0,0 0 0 0 0,0 0 0 0 0,-15-1 0 0 0,-249 3 6371 0 0,236 3-6226 0 0,0 1 0 0 0,0 2 0 0 0,0 2-1 0 0,-67 23 1 0 0,98-28-773 0 0,-1 0 0 0 0,1 0 0 0 0,-1 0 1 0 0,1 1-1 0 0,0 0 0 0 0,-7 6 0 0 0,-9 8 210 0 0,19-16-279 0 0,-8 5 127 0 0,1 0 0 0 0,0 1-1 0 0,1 0 1 0 0,-14 16 0 0 0,19-21-130 0 0,1 0 0 0 0,0 1 0 0 0,0-1 1 0 0,1 1-1 0 0,-1 0 0 0 0,1-1 1 0 0,-1 1-1 0 0,1 0 0 0 0,0 0 0 0 0,1 0 1 0 0,-1 0-1 0 0,1-1 0 0 0,0 1 1 0 0,-1 0-1 0 0,2 0 0 0 0,-1 0 1 0 0,0 0-1 0 0,1 0 0 0 0,1 5 0 0 0,2 4-7 0 0,0-1 0 0 0,1 1 0 0 0,0-1 0 0 0,1 0-1 0 0,0-1 1 0 0,1 0 0 0 0,0 0 0 0 0,1 0-1 0 0,0-1 1 0 0,0 0 0 0 0,1 0 0 0 0,1-1 0 0 0,0 0-1 0 0,0-1 1 0 0,1 0 0 0 0,0-1 0 0 0,0 0 0 0 0,0 0-1 0 0,1-1 1 0 0,22 7 0 0 0,-7-5-129 0 0,1-1 1 0 0,0-1 0 0 0,0-1-1 0 0,0-2 1 0 0,1-1-1 0 0,0-1 1 0 0,-1-1 0 0 0,1-2-1 0 0,-1-1 1 0 0,0-1-1 0 0,1-1 1 0 0,-2-2-1 0 0,1-1 1 0 0,-1-1 0 0 0,0-1-1 0 0,-1-1 1 0 0,46-28-1 0 0,-62 33 33 0 0,0-1-1 0 0,-1 0 1 0 0,0-1-1 0 0,0 0 1 0 0,0 0-1 0 0,-1-1 1 0 0,-1 0-1 0 0,1-1 1 0 0,-1 0-1 0 0,7-14 1 0 0,-11 17 62 0 0,1 0 1 0 0,-1-1 0 0 0,-1 0 0 0 0,1 1 0 0 0,-1-1 0 0 0,-1 0 0 0 0,0 0 0 0 0,0 0 0 0 0,0 0 0 0 0,-1-1-1 0 0,0 1 1 0 0,-1 0 0 0 0,0 0 0 0 0,0 0 0 0 0,0 0 0 0 0,-4-8 0 0 0,4 12 25 0 0,-1-1 1 0 0,0 1-1 0 0,0-1 0 0 0,-1 1 1 0 0,1 0-1 0 0,-1 0 0 0 0,0 0 1 0 0,0 0-1 0 0,-1 1 1 0 0,1-1-1 0 0,-1 1 0 0 0,1 0 1 0 0,-1 0-1 0 0,0 0 0 0 0,0 0 1 0 0,0 1-1 0 0,-6-3 1 0 0,-14-4-96 0 0,0 1 1 0 0,-1 1 0 0 0,0 1 0 0 0,-1 1 0 0 0,1 1 0 0 0,-1 1 0 0 0,0 2-1 0 0,0 0 1 0 0,0 2 0 0 0,0 1 0 0 0,1 0 0 0 0,-45 12 0 0 0,69-14-37 0 0,0 0 0 0 0,-1 1 0 0 0,1-1 0 0 0,0 0 0 0 0,0 1 0 0 0,-1-1 0 0 0,1 1 1 0 0,0-1-1 0 0,0 1 0 0 0,0-1 0 0 0,0 1 0 0 0,0 0 0 0 0,0 0 0 0 0,0-1 0 0 0,0 1 1 0 0,0 0-1 0 0,-1 1 0 0 0,2-1-162 0 0,0 0 0 0 0,1 0 1 0 0,-1 0-1 0 0,0 0 0 0 0,1 0 1 0 0,-1 0-1 0 0,1-1 0 0 0,-1 1 0 0 0,1 0 1 0 0,0 0-1 0 0,-1-1 0 0 0,1 1 1 0 0,0 0-1 0 0,-1-1 0 0 0,1 1 1 0 0,1 0-1 0 0,9 10-4794 0 0,8 1-726 0 0</inkml:trace>
</inkml:ink>
</file>

<file path=ppt/ink/ink8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06T18:56:35.79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327 84 400 0 0,'0'-1'149'0'0,"-1"0"-1"0"0,1 1 0 0 0,0-1 0 0 0,-1 0 1 0 0,1 1-1 0 0,-1-1 0 0 0,1 1 1 0 0,-1-1-1 0 0,1 1 0 0 0,-1-1 1 0 0,0 1-1 0 0,1-1 0 0 0,-1 1 1 0 0,1 0-1 0 0,-1-1 0 0 0,0 1 1 0 0,0 0-1 0 0,1-1 0 0 0,-1 1 1 0 0,0 0-1 0 0,1 0 0 0 0,-1 0 1 0 0,-1-1-1 0 0,-27-4 1932 0 0,18 4 217 0 0,-5 0-1717 0 0,-1 1 1 0 0,1 1-1 0 0,0 1 0 0 0,0 0 0 0 0,0 1 1 0 0,0 0-1 0 0,0 2 0 0 0,0 0 1 0 0,-26 12-1 0 0,36-12-435 0 0,0-1 1 0 0,1 1-1 0 0,0 0 1 0 0,0 0 0 0 0,0 1-1 0 0,1-1 1 0 0,0 1-1 0 0,-5 8 1 0 0,-3 4 265 0 0,9-15-326 0 0,1 0 1 0 0,-1 1-1 0 0,1-1 1 0 0,0 1 0 0 0,0 0-1 0 0,0 0 1 0 0,0 0 0 0 0,1-1-1 0 0,0 1 1 0 0,0 1-1 0 0,0-1 1 0 0,-1 5 0 0 0,3-5 12 0 0,-1 0 1 0 0,1-1 0 0 0,0 1-1 0 0,0 0 1 0 0,0-1 0 0 0,0 1-1 0 0,1-1 1 0 0,0 1 0 0 0,-1-1-1 0 0,1 0 1 0 0,0 0 0 0 0,1 0-1 0 0,3 5 1 0 0,1 0-18 0 0,1-1-1 0 0,-1 0 0 0 0,1-1 1 0 0,1 1-1 0 0,-1-1 1 0 0,1-1-1 0 0,0 0 1 0 0,0 0-1 0 0,1-1 0 0 0,0 0 1 0 0,-1 0-1 0 0,1-1 1 0 0,1-1-1 0 0,-1 1 1 0 0,0-2-1 0 0,13 2 0 0 0,-3-2-92 0 0,-1 0-1 0 0,0-1 1 0 0,0-1-1 0 0,0-1 1 0 0,1-1-1 0 0,-2 0 1 0 0,36-12-1 0 0,-46 11 24 0 0,1-1 0 0 0,-1 0-1 0 0,0 0 1 0 0,0-1 0 0 0,0 0-1 0 0,-1-1 1 0 0,0 1 0 0 0,0-1-1 0 0,0-1 1 0 0,-1 1 0 0 0,0-1-1 0 0,-1 0 1 0 0,0-1 0 0 0,8-16-1 0 0,-6 11 27 0 0,-1 0-1 0 0,8-28 0 0 0,-13 38-28 0 0,1 0-1 0 0,-1 0 0 0 0,-1 0 1 0 0,1-1-1 0 0,-1 1 1 0 0,1 0-1 0 0,-1 0 0 0 0,0-1 1 0 0,-1 1-1 0 0,1 0 0 0 0,-1 0 1 0 0,0-1-1 0 0,0 1 0 0 0,0 0 1 0 0,-4-7-1 0 0,2 7 18 0 0,-1 0 0 0 0,1 1 0 0 0,-1-1 0 0 0,0 1 0 0 0,0 0 0 0 0,0 0 0 0 0,-1 1 0 0 0,1-1 0 0 0,-1 1 0 0 0,0 0 0 0 0,1 0 0 0 0,-8-2 0 0 0,-73-17 359 0 0,68 18-439 0 0,-17-4-100 0 0,-1 2 1 0 0,-43-1 0 0 0,63 5-345 0 0,-1 1-1 0 0,1 1 1 0 0,0 1 0 0 0,-1 0 0 0 0,1 1 0 0 0,0 0 0 0 0,-25 10 0 0 0,39-10-1809 0 0,9 1 1346 0 0,13 2-490 0 0,63 12-6058 0 0,-33-7 3935 0 0</inkml:trace>
</inkml:ink>
</file>

<file path=ppt/ink/ink8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06T18:56:36.18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28 18 240 0 0,'0'-5'1361'0'0,"0"-3"-241"0"0,0 3 1121 0 0,0 10-2321 0 0,28-5 0 0 0,-56 8-640 0 0,0-8-1761 0 0,28 5 1040 0 0</inkml:trace>
</inkml:ink>
</file>

<file path=ppt/ink/ink8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06T18:56:37.00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500 24 720 0 0,'-4'-1'601'0'0,"-15"-2"-148"0"0,19 3-440 0 0,0 0 0 0 0,-1 0 0 0 0,1 0 0 0 0,0 0 0 0 0,0 0 0 0 0,0 0 0 0 0,0 0 0 0 0,-1 0 0 0 0,1 0 0 0 0,0 0 0 0 0,0 0 0 0 0,0 0 1 0 0,0 0-1 0 0,-1 0 0 0 0,1 0 0 0 0,0 0 0 0 0,0 0 0 0 0,0-1 0 0 0,0 1 0 0 0,-1 0 0 0 0,1 0 0 0 0,0 0 0 0 0,0 0 0 0 0,0 0 0 0 0,0 0 0 0 0,0 0 0 0 0,0-1 0 0 0,0 1 0 0 0,-1 0 0 0 0,1 0 0 0 0,0 0 0 0 0,0 0 0 0 0,0 0 0 0 0,0-1 0 0 0,0 1 0 0 0,0 0 0 0 0,0 0 0 0 0,0 0 0 0 0,0 0 0 0 0,0-1 0 0 0,0 1 0 0 0,0 0 0 0 0,0 0 0 0 0,0 0 0 0 0,0 0 0 0 0,0-1 0 0 0,0 1 0 0 0,0 0 0 0 0,0 0 1 0 0,0 0-1 0 0,0 0-1 0 0,0-1 1 0 0,0 1-1 0 0,0 0 1 0 0,0 0-1 0 0,0 0 1 0 0,0 0-1 0 0,0 0 1 0 0,0 0-1 0 0,0 0 1 0 0,0 0-1 0 0,0-1 1 0 0,0 1-1 0 0,0 0 1 0 0,0 0-1 0 0,0 0 1 0 0,0 0-1 0 0,0 0 1 0 0,0 0-1 0 0,0 0 1 0 0,0 0-1 0 0,0-1 1 0 0,0 1-1 0 0,0 0 1 0 0,0 0-1 0 0,0 0 1 0 0,0 0-1 0 0,0 0 1 0 0,0 0-1 0 0,0 0 1 0 0,-1 0-1 0 0,1 0 1 0 0,0 0-1 0 0,0-1 1 0 0,0 1-1 0 0,0 0 1 0 0,0 0-1 0 0,0 0 1 0 0,0 0-1 0 0,0 0 1 0 0,0 0-1 0 0,-1 0 1 0 0,1 0-1 0 0,0 0 1 0 0,0 0-1 0 0,0 0 1 0 0,0 0-1 0 0,0 0 1 0 0,0 0-1 0 0,0 0 1 0 0,-1 0-1 0 0,1 0 1 0 0,0 0-1 0 0,0 0 1 0 0,0 0-1 0 0,0 0 1 0 0,0 0-1 0 0,0 0 1 0 0,0 0-1 0 0,0 1 1 0 0,-1-1-1 0 0,-130-11 7312 0 0,115 11-6770 0 0,-1 1 1 0 0,0 1-1 0 0,1 0 0 0 0,-24 6 1 0 0,34-6-475 0 0,1 0 0 0 0,-1 0 0 0 0,0 0 0 0 0,1 0 1 0 0,-1 1-1 0 0,1 0 0 0 0,0 0 0 0 0,0 1 1 0 0,0-1-1 0 0,1 1 0 0 0,-1 0 0 0 0,1 0 1 0 0,0 1-1 0 0,-6 6 0 0 0,8-7-28 0 0,1-1 0 0 0,-1 1 1 0 0,1 0-1 0 0,0 0 0 0 0,0 0 0 0 0,0-1 0 0 0,0 5 1 0 0,-3 10 129 0 0,0-2-45 0 0,2-12-89 0 0,1-1 0 0 0,0 1 0 0 0,0 0 1 0 0,0 0-1 0 0,0 0 0 0 0,1 0 0 0 0,-1 0 1 0 0,1 0-1 0 0,0 0 0 0 0,0 0 0 0 0,0 0 0 0 0,1 0 1 0 0,0-1-1 0 0,-1 1 0 0 0,1 0 0 0 0,1 0 1 0 0,-1 0-1 0 0,0 0 0 0 0,1-1 0 0 0,0 1 0 0 0,0-1 1 0 0,0 1-1 0 0,5 4 0 0 0,-2 0 77 0 0,10 12 400 0 0,0-1 1 0 0,32 31-1 0 0,-41-45-481 0 0,0 0 1 0 0,0 0-1 0 0,1-1 0 0 0,-1 0 1 0 0,1 0-1 0 0,0 0 0 0 0,0-1 0 0 0,0 0 1 0 0,0-1-1 0 0,0 0 0 0 0,1 0 1 0 0,-1 0-1 0 0,14 1 0 0 0,-6-4-47 0 0,-1 0-1 0 0,1 0 0 0 0,-1-1 1 0 0,0-1-1 0 0,20-7 0 0 0,-25 8-13 0 0,-1-1 0 0 0,0 1-1 0 0,-1-2 1 0 0,1 1-1 0 0,-1-1 1 0 0,1-1 0 0 0,-1 1-1 0 0,0-1 1 0 0,-1 0-1 0 0,9-9 1 0 0,-11 9 13 0 0,-2 3 7 0 0,0 0 0 0 0,0 0 0 0 0,0-1 0 0 0,-1 1 0 0 0,1 0 0 0 0,0-1 1 0 0,-1 1-1 0 0,0-1 0 0 0,0 0 0 0 0,0 1 0 0 0,0-1 0 0 0,0 0 0 0 0,-1 0 0 0 0,1 0 0 0 0,-1 1 1 0 0,1-1-1 0 0,-1 0 0 0 0,0 0 0 0 0,0 0 0 0 0,-1 0 0 0 0,1 0 0 0 0,0 0 0 0 0,-1 1 1 0 0,0-1-1 0 0,0 0 0 0 0,-1-4 0 0 0,-2-3-23 0 0,1 0 1 0 0,-1 0-1 0 0,-1 0 1 0 0,0 0-1 0 0,-1 1 0 0 0,1 0 1 0 0,-2 0-1 0 0,1 0 1 0 0,-1 1-1 0 0,-1 0 1 0 0,1 0-1 0 0,-1 1 1 0 0,-1 0-1 0 0,-15-11 0 0 0,6 10-305 0 0,0 0 0 0 0,0 2 0 0 0,-1 0 0 0 0,-30-6 0 0 0,-84-5-2249 0 0,113 14 2011 0 0,-64-2-2318 0 0,0 4-1681 0 0</inkml:trace>
</inkml:ink>
</file>

<file path=ppt/ink/ink8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06T18:56:38.60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2 134 880 0 0,'0'0'1868'0'0,"0"-1"-1398"0"0,-1-1 1 0 0,1 1-1 0 0,0-1 0 0 0,0 1 1 0 0,0-1-1 0 0,0 0 1 0 0,0 1-1 0 0,0-1 0 0 0,0 1 1 0 0,0-1-1 0 0,1 1 1 0 0,-1-1-1 0 0,0 1 0 0 0,1-1 1 0 0,0 1-1 0 0,-1-1 1 0 0,1 1-1 0 0,1-2 0 0 0,22-1 407 0 0,0 0-1 0 0,0 2 1 0 0,1 0-1 0 0,36 4 1 0 0,117 15 1853 0 0,-126-11-2079 0 0,32 0 303 0 0,0-2 0 0 0,111-11 0 0 0,166-42 1053 0 0,-147 6-1207 0 0,-71 25-378 0 0,-85 12-190 0 0,-27 4-27 0 0,-1 1 1 0 0,1 1-1 0 0,-1 2 0 0 0,36 6 1 0 0,118 33 908 0 0,-56-11-921 0 0,-27-5-80 0 0,-62-14-70 0 0,0-2-1 0 0,58 6 0 0 0,67-8 182 0 0,88 9 419 0 0,-216-12-552 0 0,40 4 125 0 0,102 3 51 0 0,-75-8-243 0 0,57 10 368 0 0,-39-2-36 0 0,-43-7-194 0 0,20 6 105 0 0,9-3 303 0 0,-1-4 1 0 0,116-13 0 0 0,-96 4-490 0 0,-106 6-119 0 0,1 1 0 0 0,0 1-1 0 0,38 8 1 0 0,-57-10-170 0 0,0 1-1 0 0,0-1 1 0 0,0 1-1 0 0,0 0 0 0 0,0-1 1 0 0,-1 1-1 0 0,1 0 1 0 0,0 0-1 0 0,0 0 1 0 0,-1 1-1 0 0,1-1 1 0 0,-1 0-1 0 0,1 1 0 0 0,-1-1 1 0 0,1 0-1 0 0,-1 1 1 0 0,0 0-1 0 0,1 1 1 0 0,-1-1-335 0 0,-1-1 1 0 0,0 1-1 0 0,1-1 1 0 0,-1 1-1 0 0,0 0 1 0 0,0-1 0 0 0,0 1-1 0 0,0-1 1 0 0,0 1-1 0 0,0-1 1 0 0,-1 1-1 0 0,1-1 1 0 0,0 1 0 0 0,-1-1-1 0 0,1 1 1 0 0,-1-1-1 0 0,0 1 1 0 0,1-1-1 0 0,-1 0 1 0 0,0 1-1 0 0,0-1 1 0 0,0 0 0 0 0,-2 2-1 0 0,-3 3-2458 0 0,0 0-1 0 0,-1 0 1 0 0,0-1 0 0 0,-13 8-1 0 0</inkml:trace>
</inkml:ink>
</file>

<file path=ppt/ink/ink8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06T18:56:41.92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194 91 2641 0 0,'-28'4'2962'0'0,"0"2"-1"0"0,1 0 0 0 0,0 2 1 0 0,-49 21-1 0 0,76-29-2915 0 0,0 1-1 0 0,0-1 1 0 0,0 0 0 0 0,0 0-1 0 0,1 0 1 0 0,-1 0 0 0 0,0 0-1 0 0,0 0 1 0 0,0 0-1 0 0,1 0 1 0 0,-1 0 0 0 0,0 1-1 0 0,0-1 1 0 0,0 0 0 0 0,0 0-1 0 0,0 0 1 0 0,1 0 0 0 0,-1 0-1 0 0,0 1 1 0 0,0-1 0 0 0,0 0-1 0 0,0 0 1 0 0,0 0-1 0 0,0 1 1 0 0,0-1 0 0 0,0 0-1 0 0,0 0 1 0 0,0 0 0 0 0,0 0-1 0 0,0 1 1 0 0,1-1 0 0 0,-1 0-1 0 0,-1 0 1 0 0,1 1 0 0 0,0-1-1 0 0,0 0 1 0 0,0 0 0 0 0,0 0-1 0 0,0 1 1 0 0,0-1-1 0 0,0 0 1 0 0,0 0 0 0 0,0 0-1 0 0,0 0 1 0 0,0 1 0 0 0,0-1-1 0 0,0 0 1 0 0,-1 0 0 0 0,1 0-1 0 0,0 0 1 0 0,0 1 0 0 0,0-1-1 0 0,0 0 1 0 0,-1 0-1 0 0,1 0 1 0 0,0 0 0 0 0,0 0-1 0 0,0 0 1 0 0,0 0 0 0 0,-1 0-1 0 0,1 1 1 0 0,0-1 0 0 0,0 0-1 0 0,27-3 760 0 0,0 0-1 0 0,0-2 1 0 0,-1-1-1 0 0,39-13 1 0 0,33-8 321 0 0,-61 19-565 0 0,71-24-1 0 0,-55 17-240 0 0,81-14 0 0 0,-103 25-309 0 0,-10 2-6 0 0,-12 4-7 0 0,-8-2 2 0 0,0 0 1 0 0,0 0-1 0 0,1 0 1 0 0,-1 0 0 0 0,0 0-1 0 0,0 0 1 0 0,0 0-1 0 0,0 1 1 0 0,1-1 0 0 0,-1 1-1 0 0,0-1 1 0 0,0 1-1 0 0,0-1 1 0 0,0 1 0 0 0,0-1-1 0 0,0 1 1 0 0,0 0 0 0 0,0 0-1 0 0,0 0 1 0 0,-1-1-1 0 0,3 3 1 0 0,-2 0 7 0 0,-1 0-1 0 0,1 0 1 0 0,0 0 0 0 0,-1 0-1 0 0,0 1 1 0 0,0-1-1 0 0,0 6 1 0 0,0 0 11 0 0,0-2-1 0 0,-1 1 0 0 0,0 0 1 0 0,0 0-1 0 0,-1-1 0 0 0,0 1 0 0 0,0-1 1 0 0,0 1-1 0 0,-7 10 0 0 0,-3 5 79 0 0,-22 28 1 0 0,16-24 50 0 0,0-4-148 0 0,-1-1 1 0 0,-1 0-1 0 0,-1-2 1 0 0,-1-1-1 0 0,-35 25 1 0 0,17-13 102 0 0,19-13-78 0 0,-1-2-1 0 0,-1 0 1 0 0,0-1-1 0 0,-1-2 1 0 0,-36 15-1 0 0,-47 19 296 0 0,99-44-350 0 0,1 0 0 0 0,0-1-1 0 0,0 0 1 0 0,-14 1 0 0 0,18-3 16 0 0,0 1 0 0 0,0-1 0 0 0,0 0 0 0 0,0 0 0 0 0,0 0 1 0 0,0 0-1 0 0,0-1 0 0 0,0 1 0 0 0,0-1 0 0 0,0 0 0 0 0,0 0 1 0 0,0 0-1 0 0,0 0 0 0 0,1 0 0 0 0,-1-1 0 0 0,-2-1 1 0 0,0-1-72 0 0,1 1 43 0 0,1 0 1 0 0,-1-1 0 0 0,0 0 0 0 0,1 1-1 0 0,-5-8 1 0 0,7 9 48 0 0,1 1-1 0 0,-1 0 1 0 0,0-1 0 0 0,1 1-1 0 0,0-1 1 0 0,-1 1 0 0 0,1 0-1 0 0,0-1 1 0 0,-1 1-1 0 0,1-1 1 0 0,0 1 0 0 0,0-1-1 0 0,0 1 1 0 0,1-1 0 0 0,-1 1-1 0 0,0-1 1 0 0,0 1-1 0 0,1 0 1 0 0,-1-1 0 0 0,1 1-1 0 0,-1-1 1 0 0,1 1 0 0 0,0 0-1 0 0,-1 0 1 0 0,3-3-1 0 0,4-5 54 0 0,1 0 1 0 0,1 0-1 0 0,13-11 0 0 0,-18 11-47 0 0,-4 9-13 0 0,0 0-1 0 0,0-1 1 0 0,0 1-1 0 0,0-1 1 0 0,0 1-1 0 0,0 0 1 0 0,0-1-1 0 0,0 1 1 0 0,0 0-1 0 0,0-1 1 0 0,0 1 0 0 0,1-1-1 0 0,-1 1 1 0 0,0 0-1 0 0,0-1 1 0 0,0 1-1 0 0,1 0 1 0 0,-1-1-1 0 0,0 1 1 0 0,1 0-1 0 0,-1 0 1 0 0,0-1-1 0 0,0 1 1 0 0,1 0-1 0 0,-1 0 1 0 0,1-1 0 0 0,-1 1-1 0 0,1 0 1 0 0,5-2 5 0 0,0 0 1 0 0,0 1-1 0 0,0-1 1 0 0,0 1 0 0 0,0 0-1 0 0,1 1 1 0 0,-1 0 0 0 0,0 0-1 0 0,0 0 1 0 0,1 1-1 0 0,-1 0 1 0 0,0 0 0 0 0,0 0-1 0 0,0 1 1 0 0,0 0-1 0 0,0 0 1 0 0,0 1 0 0 0,10 5-1 0 0,3 4 122 0 0,0 0-1 0 0,-1 1 0 0 0,20 19 1 0 0,12 9-139 0 0,-25-25-89 0 0,-19-13 65 0 0,0 1 0 0 0,0-1 0 0 0,-1 1-1 0 0,0 0 1 0 0,0 0 0 0 0,0 1-1 0 0,0-1 1 0 0,7 10 0 0 0,-7-4-223 0 0,-4-7-79 0 0,1 0 0 0 0,0-1 0 0 0,-1 1 0 0 0,1 0 0 0 0,0-1 0 0 0,0 1-1 0 0,0-1 1 0 0,0 1 0 0 0,1-1 0 0 0,3 3 0 0 0,-2-3-585 0 0,-1-1-1 0 0,1 1 1 0 0,-1-1-1 0 0,1 0 1 0 0,0 0 0 0 0,-1 0-1 0 0,7 0 1 0 0,42 1-9722 0 0</inkml:trace>
</inkml:ink>
</file>

<file path=ppt/ink/ink8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06T18:56:42.83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227 281 160 0 0,'0'-1'118'0'0,"0"0"1"0"0,0 1-1 0 0,0-1 1 0 0,0 0-1 0 0,0 0 0 0 0,0 1 1 0 0,0-1-1 0 0,0 0 1 0 0,-1 1-1 0 0,1-1 0 0 0,0 0 1 0 0,-1 1-1 0 0,1-1 1 0 0,0 0-1 0 0,-1 1 0 0 0,1-1 1 0 0,-1 1-1 0 0,1-1 1 0 0,0 1-1 0 0,-1-1 0 0 0,0 1 1 0 0,1-1-1 0 0,-1 1 1 0 0,1-1-1 0 0,-1 1 0 0 0,0-1 1 0 0,1 1-1 0 0,-1 0 0 0 0,0 0 1 0 0,1-1-1 0 0,-1 1 1 0 0,-1 0-1 0 0,2 0 17 0 0,-1-1 0 0 0,0 1 0 0 0,0 0 0 0 0,1 0 0 0 0,-1-1 0 0 0,0 1 0 0 0,1 0 1 0 0,-1-1-1 0 0,0 1 0 0 0,1-1 0 0 0,-1 1 0 0 0,1-1 0 0 0,-1 1 0 0 0,0-1 0 0 0,1 0 0 0 0,0 1 0 0 0,-1-1 0 0 0,1 1 0 0 0,-1-1 0 0 0,1 0 0 0 0,0 0 0 0 0,-1 1 0 0 0,1-1 0 0 0,0 0 0 0 0,0 1 1 0 0,-1-1-1 0 0,1 0 0 0 0,0 0 0 0 0,0 0 0 0 0,0 1 0 0 0,0-1 0 0 0,0-1 0 0 0,0 0 121 0 0,0 0 1 0 0,0 0-1 0 0,-1 1 1 0 0,1-1 0 0 0,-1 0-1 0 0,1 0 1 0 0,-1 0-1 0 0,0 1 1 0 0,1-1-1 0 0,-1 0 1 0 0,0 1-1 0 0,0-1 1 0 0,0 1-1 0 0,-1-1 1 0 0,1 1-1 0 0,-1-2 1 0 0,0 2-50 0 0,1-1 0 0 0,-1 0 1 0 0,1 1-1 0 0,0-1 0 0 0,0 0 0 0 0,0 1 0 0 0,0-1 1 0 0,0 0-1 0 0,0 0 0 0 0,1 0 0 0 0,-1 0 0 0 0,0 0 1 0 0,1 0-1 0 0,0 0 0 0 0,-1 0 0 0 0,1-3 1 0 0,-1-26 1932 0 0,0 24-1747 0 0,1-1 0 0 0,-1 1-1 0 0,2-1 1 0 0,-1 1 0 0 0,1-1 0 0 0,0 0-1 0 0,4-12 1 0 0,4 1 287 0 0,-7 15-535 0 0,0 1 1 0 0,0-1-1 0 0,-1 1 1 0 0,1-1 0 0 0,-1 0-1 0 0,0 1 1 0 0,0-1-1 0 0,0 0 1 0 0,-1 0-1 0 0,1-6 1 0 0,-1 10-131 0 0,0 0-1 0 0,0-1 1 0 0,0 1-1 0 0,0-1 1 0 0,-1 1 0 0 0,1-1-1 0 0,0 1 1 0 0,0 0 0 0 0,0-1-1 0 0,-1 1 1 0 0,1-1-1 0 0,0 1 1 0 0,-1 0 0 0 0,1-1-1 0 0,0 1 1 0 0,-1 0-1 0 0,1-1 1 0 0,0 1 0 0 0,-1 0-1 0 0,1 0 1 0 0,0-1 0 0 0,-1 1-1 0 0,1 0 1 0 0,-1 0-1 0 0,1 0 1 0 0,-1-1 0 0 0,1 1-1 0 0,-1 0 1 0 0,1 0-1 0 0,0 0 1 0 0,-1 0 0 0 0,1 0-1 0 0,-1 0 1 0 0,1 0 0 0 0,-1 0-1 0 0,1 0 1 0 0,-1 0-1 0 0,0 1 1 0 0,0-1-20 0 0,1 0 0 0 0,-1 0 0 0 0,1 0 0 0 0,-1 0 0 0 0,0 0 0 0 0,1 0 0 0 0,-1 0 0 0 0,0 0 0 0 0,1 0 0 0 0,-1 1 0 0 0,1-1 0 0 0,-1 0 0 0 0,1 1 0 0 0,-1-1 0 0 0,1 0 0 0 0,-1 1 0 0 0,1-1 0 0 0,-1 0 0 0 0,1 1 0 0 0,-1-1 0 0 0,1 1 0 0 0,-1-1 0 0 0,1 1 0 0 0,0-1 0 0 0,-1 2 0 0 0,1 5-16 0 0,1-4 23 0 0,-1-1-1 0 0,0 0 1 0 0,0 0-1 0 0,0 1 1 0 0,0-1-1 0 0,0 0 1 0 0,0 0-1 0 0,-1 1 1 0 0,1-1-1 0 0,-1 0 1 0 0,0 0-1 0 0,1 0 1 0 0,-3 3-1 0 0,-7 9 12 0 0,-31 35 41 0 0,36-44-63 0 0,-1 0 0 0 0,2 0 0 0 0,-1 1-1 0 0,-5 8 1 0 0,-16 18-12 0 0,18-23 53 0 0,1-1-1 0 0,0 1 1 0 0,-6 11 0 0 0,-4 4 55 0 0,16-19-91 0 0,-1-1 0 0 0,1 1 1 0 0,0 0-1 0 0,0-1 1 0 0,1 1-1 0 0,-1 0 1 0 0,1-1-1 0 0,0 1 1 0 0,1 0-1 0 0,-1 0 0 0 0,1-1 1 0 0,0 1-1 0 0,0 0 1 0 0,2 6-1 0 0,16 13 18 0 0,-17-20 7 0 0,1 0 1 0 0,0 0-1 0 0,0 0 1 0 0,0 0 0 0 0,0-1-1 0 0,1 1 1 0 0,-1-1 0 0 0,1 0-1 0 0,0 0 1 0 0,0 0-1 0 0,0-1 1 0 0,8 4 0 0 0,25 17 150 0 0,-31-18-166 0 0,0-1 0 0 0,1 0 0 0 0,0-1 0 0 0,0 0 0 0 0,0 0-1 0 0,0 0 1 0 0,0-1 0 0 0,0 1 0 0 0,1-2 0 0 0,-1 1 0 0 0,1-1 0 0 0,11 0 0 0 0,-5 1 37 0 0,1-1 52 0 0,1-1 1 0 0,0 0-1 0 0,-1-2 0 0 0,1 1 1 0 0,-1-2-1 0 0,18-4 0 0 0,-30 6-87 0 0,0-1 1 0 0,0 1-1 0 0,0 0 0 0 0,0-1 0 0 0,0 0 0 0 0,0 1 0 0 0,-1-1 1 0 0,1 0-1 0 0,0 0 0 0 0,-1-1 0 0 0,0 1 0 0 0,0-1 1 0 0,1 1-1 0 0,1-5 0 0 0,14-14 83 0 0,-3 7 27 0 0,31-31 345 0 0,-44 42-405 0 0,1 0 1 0 0,-1 0-1 0 0,0 0 1 0 0,0 0-1 0 0,0-1 1 0 0,0 1-1 0 0,-1-1 1 0 0,1 1 0 0 0,-1-1-1 0 0,0 1 1 0 0,0-1-1 0 0,0 0 1 0 0,0-4-1 0 0,-1-1 68 0 0,-1 7-98 0 0,1 1 0 0 0,0-1 0 0 0,0 0 0 0 0,0 0 0 0 0,0 0 0 0 0,0 0 0 0 0,0 0 0 0 0,0 0 0 0 0,1 0 0 0 0,-1 0 0 0 0,1 0 0 0 0,-1 0 0 0 0,1 0 0 0 0,0 0 0 0 0,1-2 0 0 0,8-5 221 0 0,3-9 142 0 0,-13 27-383 0 0,1-1 1 0 0,0 1-1 0 0,0-1 0 0 0,0 1 1 0 0,1-1-1 0 0,5 12 0 0 0,4 23 94 0 0,-9-24-70 0 0,0 1-1 0 0,0-1 1 0 0,-2 0-1 0 0,-1 0 1 0 0,0 0-1 0 0,-1 1 1 0 0,-1-1-1 0 0,-1-1 1 0 0,-1 1-1 0 0,-9 22 1 0 0,-6 13 34 0 0,-44 96-1773 0 0,60-141 1394 0 0,0-2-469 0 0,0 1-1 0 0,0 0 1 0 0,1 0 0 0 0,-3 11-1 0 0,6-18 547 0 0,0 0-1 0 0,-1 0 1 0 0,1 0-1 0 0,0 0 1 0 0,0 0-1 0 0,0 0 0 0 0,0 0 1 0 0,0 0-1 0 0,0 0 1 0 0,0 0-1 0 0,0 0 1 0 0,0 0-1 0 0,0-1 0 0 0,1 1 1 0 0,-1 0-1 0 0,0 0 1 0 0,1 0-1 0 0,-1 0 1 0 0,1 0-1 0 0,-1 0 0 0 0,1-1 1 0 0,-1 1-1 0 0,1 0 1 0 0,-1 0-1 0 0,1-1 0 0 0,0 1 1 0 0,-1 0-1 0 0,1-1 1 0 0,0 1-1 0 0,0-1 1 0 0,-1 1-1 0 0,1-1 0 0 0,0 1 1 0 0,0-1-1 0 0,0 0 1 0 0,0 1-1 0 0,0-1 1 0 0,0 0-1 0 0,0 0 0 0 0,-1 1 1 0 0,1-1-1 0 0,0 0 1 0 0,0 0-1 0 0,0 0 1 0 0,0 0-1 0 0,0 0 0 0 0,1-1 1 0 0,26-7-9782 0 0</inkml:trace>
</inkml:ink>
</file>

<file path=ppt/ink/ink8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06T18:56:43.41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249 122 880 0 0,'-7'-2'1099'0'0,"-43"-14"3684"0"0,48 15-4538 0 0,1 0-1 0 0,-1 0 0 0 0,0 1 1 0 0,1-1-1 0 0,-1 0 1 0 0,1 0-1 0 0,-1-1 0 0 0,1 1 1 0 0,0 0-1 0 0,0 0 1 0 0,-1-1-1 0 0,1 1 1 0 0,0-1-1 0 0,0 1 0 0 0,0-1 1 0 0,0 1-1 0 0,0-1 1 0 0,1 1-1 0 0,-1-1 0 0 0,0 0 1 0 0,1 1-1 0 0,0-1 1 0 0,-1 0-1 0 0,1-2 1 0 0,0-47 5130 0 0,0 50-5322 0 0,1-1 0 0 0,-1 1 0 0 0,1 0 0 0 0,0 0 0 0 0,0 0 0 0 0,0 1 0 0 0,-1-1 0 0 0,1 0 0 0 0,0 0-1 0 0,0 0 1 0 0,0 1 0 0 0,0-1 0 0 0,0 0 0 0 0,0 1 0 0 0,1-1 0 0 0,-1 1 0 0 0,0-1 0 0 0,0 1 0 0 0,0 0 0 0 0,0-1 0 0 0,1 1-1 0 0,-1 0 1 0 0,0 0 0 0 0,0 0 0 0 0,1 0 0 0 0,-1 0 0 0 0,0 0 0 0 0,0 0 0 0 0,2 1 0 0 0,0-1-41 0 0,1 0 0 0 0,-1 0 0 0 0,0 0 0 0 0,0 1 0 0 0,0-1 0 0 0,0 1 0 0 0,0 0 0 0 0,0 0 0 0 0,-1 0 0 0 0,1 0 0 0 0,0 0 0 0 0,0 0 0 0 0,-1 1-1 0 0,4 2 1 0 0,-3-1-11 0 0,0 0 0 0 0,0 0-1 0 0,-1 0 1 0 0,1 1-1 0 0,-1-1 1 0 0,0 1 0 0 0,0 0-1 0 0,0-1 1 0 0,-1 1-1 0 0,1 0 1 0 0,1 8 0 0 0,0 3 25 0 0,-1 1 1 0 0,-1-1 0 0 0,-2 30 0 0 0,1-17 12 0 0,-1-17 16 0 0,0 0 0 0 0,0 0 0 0 0,-1 0 0 0 0,-1-1 0 0 0,0 1 0 0 0,0 0 0 0 0,-1-1 0 0 0,0 0 0 0 0,-1 0 0 0 0,0 0 0 0 0,-1-1 0 0 0,0 0 0 0 0,-13 16 1 0 0,4-8 195 0 0,-2 0 1 0 0,0 0 0 0 0,-1-2 0 0 0,-1 0-1 0 0,-24 15 1 0 0,42-30-208 0 0,0 1 0 0 0,0 0 0 0 0,0-1-1 0 0,0 1 1 0 0,0-1 0 0 0,0 1 0 0 0,0-1-1 0 0,0 0 1 0 0,0 1 0 0 0,-1-1 0 0 0,1 0-1 0 0,0 0 1 0 0,0 0 0 0 0,0 0 0 0 0,0 0 0 0 0,-1 0-1 0 0,1 0 1 0 0,0 0 0 0 0,0-1 0 0 0,0 1-1 0 0,-1-1 1 0 0,-1 1 100 0 0,-5-1-14 0 0,-1 0-1 0 0,1 0 0 0 0,-1-1 0 0 0,-7-2 0 0 0,10 3 906 0 0,23 17-699 0 0,-1 4 9 0 0,3-1-53 0 0,-13-13-253 0 0,0-1-1 0 0,-1 0 1 0 0,1 1 0 0 0,-1 0-1 0 0,0 1 1 0 0,-1-1 0 0 0,0 1-1 0 0,6 11 1 0 0,-8-11-76 0 0,0 0 0 0 0,1 0-1 0 0,-1 0 1 0 0,2 0 0 0 0,-1-1 0 0 0,1 1 0 0 0,0-1 0 0 0,0 0-1 0 0,1 0 1 0 0,-1 0 0 0 0,1 0 0 0 0,1-1 0 0 0,7 6 0 0 0,-10-8-468 0 0,1-1-1 0 0,0 0 1 0 0,1 0 0 0 0,-1 0 0 0 0,0 0 0 0 0,0-1 0 0 0,1 0 0 0 0,-1 1 0 0 0,1-2 0 0 0,-1 1 0 0 0,1 0 0 0 0,0-1 0 0 0,-1 0 0 0 0,1 0 0 0 0,-1-1 0 0 0,1 1 0 0 0,4-2 0 0 0,2 0-979 0 0,0 0 0 0 0,0-1 0 0 0,-1-1 0 0 0,1 0 0 0 0,15-8 0 0 0,-21 9 690 0 0,0 0 0 0 0,-1-1 1 0 0,0 1-1 0 0,1-1 0 0 0,5-7 1 0 0</inkml:trace>
</inkml:ink>
</file>

<file path=ppt/ink/ink8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06T18:56:43.81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489 12 2721 0 0,'-24'-4'3855'0'0,"-1"0"-1"0"0,-29 1 0 0 0,33 3-2650 0 0,1 2-1 0 0,0 0 0 0 0,0 1 0 0 0,-1 1 0 0 0,-31 10 0 0 0,36-9-784 0 0,1 1 0 0 0,0 0 0 0 0,0 1 0 0 0,0 0-1 0 0,1 1 1 0 0,0 1 0 0 0,1 0 0 0 0,0 1 0 0 0,0 0 0 0 0,1 1 0 0 0,0 1-1 0 0,1 0 1 0 0,1 0 0 0 0,-17 26 0 0 0,25-36-368 0 0,0 1 1 0 0,0-1-1 0 0,1 1 0 0 0,-1-1 1 0 0,1 1-1 0 0,0 0 0 0 0,0-1 1 0 0,0 1-1 0 0,0 0 0 0 0,0 0 1 0 0,0 0-1 0 0,1 0 0 0 0,0 0 1 0 0,-1 0-1 0 0,1 0 0 0 0,0 0 1 0 0,1 0-1 0 0,-1 0 0 0 0,0 0 1 0 0,1 0-1 0 0,0-1 0 0 0,-1 1 1 0 0,1 0-1 0 0,0 0 0 0 0,1 0 1 0 0,-1-1-1 0 0,0 1 0 0 0,1-1 1 0 0,-1 1-1 0 0,1-1 0 0 0,0 1 1 0 0,3 3-1 0 0,6 5 55 0 0,-1 0 1 0 0,1-1-1 0 0,1 0 0 0 0,0-1 0 0 0,1 0 1 0 0,-1-1-1 0 0,2 0 0 0 0,-1-1 0 0 0,1 0 1 0 0,0-1-1 0 0,0-1 0 0 0,25 6 1 0 0,-17-6-147 0 0,1-1 1 0 0,1-2 0 0 0,-1 0-1 0 0,0-1 1 0 0,1-1 0 0 0,-1-1 0 0 0,33-6-1 0 0,-44 4-30 0 0,-1 1 0 0 0,0-2-1 0 0,-1 1 1 0 0,1-2-1 0 0,-1 1 1 0 0,1-1 0 0 0,-1-1-1 0 0,13-10 1 0 0,-18 13 56 0 0,-1 0-1 0 0,0 0 1 0 0,0-1 0 0 0,0 0-1 0 0,0 0 1 0 0,-1 0 0 0 0,0 0-1 0 0,0 0 1 0 0,0-1-1 0 0,0 1 1 0 0,-1-1 0 0 0,1 0-1 0 0,-1 0 1 0 0,0 0 0 0 0,-1 0-1 0 0,1 0 1 0 0,-1 0 0 0 0,0-1-1 0 0,0-6 1 0 0,-3-1-186 0 0,-1 0 0 0 0,0 0 0 0 0,-1 1 0 0 0,-1-1-1 0 0,0 1 1 0 0,0-1 0 0 0,-15-21 0 0 0,17 28-151 0 0,-1 1-1 0 0,0-1 1 0 0,0 1-1 0 0,-1 0 1 0 0,1 1-1 0 0,-1-1 1 0 0,0 1-1 0 0,0 0 1 0 0,-1 0-1 0 0,1 0 1 0 0,-7-3 0 0 0,-1 2-1643 0 0,1 0 0 0 0,-1 0 1 0 0,-27-6-1 0 0,-16 3-6637 0 0</inkml:trace>
</inkml:ink>
</file>

<file path=ppt/ink/ink8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06T18:56:14.55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 1121 3041 0 0,'-1'-1'4406'0'0,"7"-3"-4156"0"0,-3 3-172 0 0,0-1 0 0 0,-1 1 0 0 0,1-1 0 0 0,0 1 0 0 0,-1-1 0 0 0,1 0-1 0 0,-1 0 1 0 0,4-4 0 0 0,32-26 381 0 0,5-3 155 0 0,-1-1 0 0 0,-3-2-1 0 0,38-45 1 0 0,-59 56-78 0 0,0 0 0 0 0,20-45 0 0 0,-26 49-168 0 0,0 0 0 0 0,1 1 1 0 0,21-26-1 0 0,40-30 1036 0 0,-17 20-420 0 0,-15-6 43 0 0,93-121 2281 0 0,-114 154-2983 0 0,2 1 0 0 0,0 1-1 0 0,2 2 1 0 0,1 0-1 0 0,53-41 1 0 0,-69 59-201 0 0,13-7-21 0 0,-5 11-90 0 0,-17 4-11 0 0,0 1 0 0 0,0 0 1 0 0,0-1-1 0 0,0 1 0 0 0,0 0 0 0 0,-1-1 0 0 0,1 1 0 0 0,0 0 1 0 0,0 0-1 0 0,0 0 0 0 0,0 0 0 0 0,0 0 0 0 0,0 0 0 0 0,0 0 1 0 0,0 0-1 0 0,0 1 0 0 0,0-1 0 0 0,0 0 0 0 0,0 0 1 0 0,-1 1-1 0 0,1-1 0 0 0,0 1 0 0 0,0-1 0 0 0,0 1 0 0 0,0-1 1 0 0,-1 1-1 0 0,1-1 0 0 0,0 1 0 0 0,-1 0 0 0 0,1-1 0 0 0,0 1 1 0 0,0 1-1 0 0,0 2-2 0 0,0 0-1 0 0,0-1 1 0 0,0 1 0 0 0,-1 0 0 0 0,0 0 0 0 0,0 0-1 0 0,0 5 1 0 0,0-1 10 0 0,1 18 13 0 0,0-12-6 0 0,0 0 1 0 0,-1 0 0 0 0,-1 0 0 0 0,0 0-1 0 0,-1 0 1 0 0,-6 23 0 0 0,1-22 38 0 0,-1-1 0 0 0,-12 18 0 0 0,10-16 173 0 0,0 1-1 0 0,-10 23 0 0 0,-25 50 489 0 0,34-72-687 0 0,2 0-1 0 0,0 1 0 0 0,1-1 0 0 0,0 1 0 0 0,2 1 0 0 0,-6 26 0 0 0,3 43-29 0 0,-2-48 35 0 0,9-35-19 0 0,0 0 0 0 0,0 0 0 0 0,1 0 0 0 0,-1 1 0 0 0,1-1 0 0 0,1 0 0 0 0,-1 1 0 0 0,1-1 0 0 0,0 0 0 0 0,1 1 0 0 0,1 8 0 0 0,17 48 130 0 0,-15-38-106 0 0,-3-21-34 0 0,-1 1 0 0 0,1 0-1 0 0,0-1 1 0 0,0 1 0 0 0,1-1-1 0 0,-1 1 1 0 0,1-1-1 0 0,2 4 1 0 0,-2-5-10 0 0,0-1-1 0 0,0 0 1 0 0,0 0 0 0 0,0 0 0 0 0,0-1-1 0 0,0 1 1 0 0,1 0 0 0 0,-1-1-1 0 0,0 0 1 0 0,1 1 0 0 0,0-1-1 0 0,-1 0 1 0 0,1 0 0 0 0,0-1 0 0 0,-1 1-1 0 0,1 0 1 0 0,5-1 0 0 0,100 8 57 0 0,-93-7-70 0 0,-13 1 0 0 0,-19 1-2 0 0,5-2 43 0 0,1 0 1 0 0,0 1 0 0 0,0 1 0 0 0,-18 6-1 0 0,-14 4 26 0 0,-25 2 106 0 0,-1-2-1 0 0,-93 5 1 0 0,-58-20 125 0 0,80-1-589 0 0,133 3-25 0 0,-13 0 24 0 0,15-6-2757 0 0,9-1-2030 0 0,12 3 2741 0 0,-8 2 829 0 0,75-22-7025 0 0,-32 1 4603 0 0</inkml:trace>
</inkml:ink>
</file>

<file path=ppt/ink/ink8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06T18:56:15.22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57 0 960 0 0,'28'95'3362'0'0,"0"0"-481"0"0,-56-1-960 0 0,28 1-960 0 0,-28 0-161 0 0,0-1-240 0 0,28-22-400 0 0,-28-8-80 0 0,28-10-640 0 0,28-18-2001 0 0,-28-31-2721 0 0</inkml:trace>
</inkml:ink>
</file>

<file path=ppt/ink/ink8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06T18:56:15.61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29 1 3201 0 0,'-28'0'3602'0'0,"56"0"-2481"0"0,-28 5 1360 0 0,0 2-1521 0 0,28 4-159 0 0,56 7-881 0 0,51 23-4803 0 0</inkml:trace>
</inkml:ink>
</file>

<file path=ppt/ink/ink8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06T18:56:16.04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0 3522 0 0,'0'0'3681'0'0,"0"6"-559"0"0,0 1-1281 0 0,28-2-1361 0 0,0 0-160 0 0,0-5-240 0 0,23 0-320 0 0,33 0-881 0 0,28-5-3761 0 0,0-13-1121 0 0</inkml:trace>
</inkml:ink>
</file>

<file path=ppt/ink/ink8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06T18:56:16.40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0 1040 0 0,'56'13'2962'0'0,"0"-3"-401"0"0,28 21-560 0 0,28-13-2721 0 0,-27 0-3602 0 0</inkml:trace>
</inkml:ink>
</file>

<file path=ppt/ink/ink8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06T18:56:54.34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13564 209 160 0 0,'10'-2'1549'0'0,"18"-3"488"0"0,-20 1 3021 0 0,-92-15 478 0 0,-226-48 2285 0 0,241 53-7038 0 0,5 4-560 0 0,-1 3 0 0 0,-130 4 0 0 0,71 3-225 0 0,-259-16 178 0 0,-154-1-99 0 0,11 31 375 0 0,168-1-570 0 0,-258-49 584 0 0,139 1 2936 0 0,82 42-1421 0 0,178 0-1761 0 0,-59 8 141 0 0,-83-2 612 0 0,164-18-451 0 0,-254-2-430 0 0,-243 10 188 0 0,131 8-173 0 0,-42 11-27 0 0,58 8-120 0 0,395-21-34 0 0,-580 35 1 0 0,188-7 241 0 0,-369 8-109 0 0,384-45-14 0 0,353 3-45 0 0,1 7 0 0 0,-233 44 0 0 0,177-15 0 0 0,-219 48 0 0 0,267-34 0 0 0,-189 45 0 0 0,322-91 0 0 0,20-3 0 0 0,0 0 0 0 0,0 3 0 0 0,1 0 0 0 0,-28 12 0 0 0,54-19 0 0 0,1 0 0 0 0,-1 0 0 0 0,1 1 0 0 0,0-1 0 0 0,-1 0 0 0 0,1 0 0 0 0,0 1 0 0 0,-1-1 0 0 0,1 0 0 0 0,0 1 0 0 0,-1-1 0 0 0,1 0 0 0 0,0 1 0 0 0,0-1 0 0 0,0 1 0 0 0,-1-1 0 0 0,1 0 0 0 0,0 1 0 0 0,0-1 0 0 0,0 1 0 0 0,0-1 0 0 0,0 0 0 0 0,0 1 0 0 0,0-1 0 0 0,0 1 0 0 0,0-1 0 0 0,0 1 0 0 0,0-1 0 0 0,0 1 0 0 0,-4 12 0 0 0,-8 1 0 0 0,8-9 0 0 0,0 0 0 0 0,0 0 0 0 0,-1 0 0 0 0,1-1 0 0 0,-1 0 0 0 0,0 0 0 0 0,-8 5 0 0 0,-16 10 0 0 0,-31 19 0 0 0,15-15 0 0 0,0-2 0 0 0,-47 33 0 0 0,3 19 0 0 0,87-72 0 0 0,0 0 0 0 0,0 0 0 0 0,1 0 0 0 0,-1-1 0 0 0,1 1 0 0 0,-1 0 0 0 0,1 0 0 0 0,0 0 0 0 0,-1 1 0 0 0,1-1 0 0 0,0 0 0 0 0,0 0 0 0 0,0 1 0 0 0,0-1 0 0 0,0 1 0 0 0,0-1 0 0 0,0 1 0 0 0,0-1 0 0 0,0 1 0 0 0,1 0 0 0 0,-1-1 0 0 0,1 1 0 0 0,-1 3 0 0 0,1-4 0 0 0,0 0 0 0 0,1 0 0 0 0,-1 0 0 0 0,1 0 0 0 0,-1 0 0 0 0,1 0 0 0 0,-1 0 0 0 0,1-1 0 0 0,0 1 0 0 0,-1 0 0 0 0,1 0 0 0 0,0 0 0 0 0,0-1 0 0 0,0 1 0 0 0,0 0 0 0 0,0-1 0 0 0,-1 1 0 0 0,1 0 0 0 0,0-1 0 0 0,0 0 0 0 0,0 1 0 0 0,2 0 0 0 0,2 2 0 0 0,9 15 0 0 0,5 3 0 0 0,-11-16 0 0 0,0 0 0 0 0,0 0 0 0 0,1-1 0 0 0,0 0 0 0 0,0-1 0 0 0,0 0 0 0 0,0 0 0 0 0,19 3 0 0 0,20 5 0 0 0,20 3 0 0 0,-45-10 0 0 0,0 0 0 0 0,0 2 0 0 0,32 12 0 0 0,-45-14 0 0 0,-1-1 0 0 0,2 0 0 0 0,17 2 0 0 0,-18-3 0 0 0,1 0 0 0 0,-1 0 0 0 0,18 8 0 0 0,-17-6 0 0 0,-7-3 0 0 0,-1 1 0 0 0,1 0 0 0 0,0 0 0 0 0,-1 0 0 0 0,1 0 0 0 0,-1 0 0 0 0,0 1 0 0 0,0-1 0 0 0,5 6 0 0 0,72 61 0 0 0,-62-52 0 0 0,1 0 0 0 0,1-2 0 0 0,0 0 0 0 0,43 23 0 0 0,-38-24 0 0 0,-18-9 0 0 0,1-1 0 0 0,-1 0 0 0 0,1-1 0 0 0,0 1 0 0 0,13 2 0 0 0,-17-5 0 0 0,-2-1 0 0 0,-1 0 0 0 0,0 0 0 0 0,0 0 0 0 0,0 0 0 0 0,0 1 0 0 0,0-1 0 0 0,1 0 0 0 0,-1 0 0 0 0,0 1 0 0 0,0-1 0 0 0,0 1 0 0 0,0-1 0 0 0,0 1 0 0 0,0-1 0 0 0,0 1 0 0 0,0 0 0 0 0,0 0 0 0 0,0-1 0 0 0,0 1 0 0 0,-1 0 0 0 0,2 2 0 0 0,1-2 0 0 0,-1 0 0 0 0,0 1 0 0 0,1-1 0 0 0,-1 0 0 0 0,1 0 0 0 0,-1 0 0 0 0,1-1 0 0 0,0 1 0 0 0,2 0 0 0 0,0 0 0 0 0,4 1 0 0 0,-1-1 0 0 0,1 0 0 0 0,0-1 0 0 0,0 0 0 0 0,-1 0 0 0 0,1-1 0 0 0,0 0 0 0 0,-1 0 0 0 0,17-6 0 0 0,-24 6 0 0 0,0-1 0 0 0,0 1 0 0 0,-1 0 0 0 0,1-1 0 0 0,-1 0 0 0 0,1 1 0 0 0,-1-1 0 0 0,1 1 0 0 0,-1-1 0 0 0,0 0 0 0 0,0 1 0 0 0,1-1 0 0 0,-1 0 0 0 0,-1 1 0 0 0,1-1 0 0 0,0 0 0 0 0,0 1 0 0 0,-1-3 0 0 0,1 1 0 0 0,0 0 0 0 0,-1 1 0 0 0,1 0 0 0 0,0 0 0 0 0,-1-1 0 0 0,0 1 0 0 0,1 0 0 0 0,-1 0 0 0 0,0 0 0 0 0,0 0 0 0 0,0 0 0 0 0,0 0 0 0 0,0 0 0 0 0,-1 0 0 0 0,1 0 0 0 0,-1 0 0 0 0,1 1 0 0 0,-1-1 0 0 0,0 1 0 0 0,-3-3 0 0 0,-4-5 0 0 0,-155-139 0 0 0,138 128 0 0 0,-1 2 0 0 0,-1 0 0 0 0,0 2 0 0 0,-1 1 0 0 0,-34-12 0 0 0,56 24-341 0 0,-1 0-1 0 0,1 1 1 0 0,-1 0 0 0 0,0 0-1 0 0,0 0 1 0 0,0 1 0 0 0,0 1-1 0 0,0-1 1 0 0,0 1 0 0 0,0 0-1 0 0,0 1 1 0 0,0 0 0 0 0,1 0-1 0 0,-1 1 1 0 0,-10 3 0 0 0,13-3-626 0 0,-2 2-1775 0 0,9-1-498 0 0,8 9-1523 0 0,-9-10 3939 0 0,0-1 0 0 0,0 1 0 0 0,-1 0 0 0 0,1 0 0 0 0,-1 0 0 0 0,1 0 0 0 0,-1 0 0 0 0,0 0 0 0 0,0 0 0 0 0,0 0 0 0 0,0 3 0 0 0,0-5 801 0 0</inkml:trace>
</inkml:ink>
</file>

<file path=ppt/ink/ink8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06T18:56:55.15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1752 8 160 0 0,'-23'0'880'0'0,"23"-8"321"0"0,-56 8 480 0 0,0 8 800 0 0,-113 20 2081 0 0,1 3-1280 0 0,0 10-1602 0 0,-23 5-959 0 0,-6 8-1 0 0,1 5-240 0 0,27-6-400 0 0,7-4-1440 0 0,49-21-2402 0 0,29-10-3121 0 0</inkml:trace>
</inkml:ink>
</file>

<file path=ppt/ink/ink8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06T18:56:55.61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220 49 80 0 0,'0'-12'1041'0'0,"0"-1"79"0"0,0 2-160 0 0,0 4-159 0 0,-28 2-241 0 0,5 5-240 0 0,-5 5-640 0 0,-28 2-400 0 0,28 4-321 0 0,-28-4-880 0 0</inkml:trace>
</inkml:ink>
</file>

<file path=ppt/ink/ink8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06T18:56:56.44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416 82 800 0 0,'52'-24'2055'0'0,"-141"58"-1055"0"0,-169 62-373 0 0,218-84-271 0 0,34-10-116 0 0,0 1 1 0 0,0-2-1 0 0,1 1 1 0 0,-1-1-1 0 0,0 1 1 0 0,-1-2-1 0 0,1 1 1 0 0,0-1-1 0 0,0 0 1 0 0,-10-1-1 0 0,16 1-211 0 0,0 0-1 0 0,-1 0 0 0 0,1-1 1 0 0,0 1-1 0 0,-1 0 1 0 0,1-1-1 0 0,0 1 0 0 0,-1 0 1 0 0,1 0-1 0 0,0-1 0 0 0,0 1 1 0 0,0-1-1 0 0,-1 1 0 0 0,1 0 1 0 0,0-1-1 0 0,0 1 0 0 0,0 0 1 0 0,0-1-1 0 0,-1 1 0 0 0,1-1 1 0 0,0 1-1 0 0,0 0 0 0 0,0-1 1 0 0,0 1-1 0 0,0-1 0 0 0,0 1 1 0 0,0 0-1 0 0,0-1 0 0 0,0 1 1 0 0,1-1-1 0 0,-1 1 1 0 0,0 0-1 0 0,0-1 0 0 0,0 1 1 0 0,0-1-1 0 0,1 1 0 0 0,-1 0 1 0 0,0-1-1 0 0,0 1 0 0 0,0 0 1 0 0,1-1-1 0 0,-1 1 0 0 0,0 0 1 0 0,1 0-1 0 0,-1-1 0 0 0,0 1 1 0 0,1-1-1 0 0,15-11 124 0 0,1 0 0 0 0,0 1 0 0 0,1 1 0 0 0,26-11 0 0 0,11-4-69 0 0,-2 1 36 0 0,0 2 1 0 0,2 2-1 0 0,56-12 1 0 0,-78 28-84 0 0,-32 4-34 0 0,-1 0 0 0 0,1-1-1 0 0,0 1 1 0 0,0 0 0 0 0,0 0-1 0 0,-1 0 1 0 0,1 0 0 0 0,0 0-1 0 0,0 0 1 0 0,0 0 0 0 0,-1 0-1 0 0,1 1 1 0 0,0-1 0 0 0,0 0-1 0 0,0 0 1 0 0,-1 1 0 0 0,1-1-1 0 0,0 0 1 0 0,-1 1 0 0 0,1-1-1 0 0,0 1 1 0 0,-1-1 0 0 0,1 1-1 0 0,0-1 1 0 0,-1 1 0 0 0,1 0-1 0 0,-1-1 1 0 0,1 1 0 0 0,-1 0-1 0 0,1-1 1 0 0,-1 1 0 0 0,1 0-1 0 0,-1 0 1 0 0,0 0 2 0 0,0 0 1 0 0,0 0-1 0 0,-1 0 0 0 0,1 0 0 0 0,0 0 0 0 0,-1 0 1 0 0,1 0-1 0 0,-1 0 0 0 0,1-1 0 0 0,-1 1 1 0 0,0 0-1 0 0,1 0 0 0 0,-1 0 0 0 0,0-1 1 0 0,1 1-1 0 0,-1-1 0 0 0,0 1 0 0 0,0 0 1 0 0,1-1-1 0 0,-1 1 0 0 0,-2 0 0 0 0,-172 118 449 0 0,61-45-345 0 0,87-49 122 0 0,26-24-91 0 0,0 1 0 0 0,0-1 0 0 0,0 0 0 0 0,0 1 0 0 0,-1-1 0 0 0,1 0 0 0 0,0 0 0 0 0,-1 0 0 0 0,1 0 0 0 0,-1 0 0 0 0,0 0 0 0 0,1-1 0 0 0,-1 1 0 0 0,0 0 0 0 0,-1 0 0 0 0,353-58 355 0 0,-349 56-475 0 0,1 1 1 0 0,0 0 0 0 0,-1 0-1 0 0,1 0 1 0 0,0 0-1 0 0,-1 0 1 0 0,1 0 0 0 0,0 0-1 0 0,-1 1 1 0 0,1-1-1 0 0,0 0 1 0 0,-1 1 0 0 0,3 0-1 0 0,-4 0-12 0 0,0-1 0 0 0,1 0 0 0 0,-1 0-1 0 0,0 0 1 0 0,1 1 0 0 0,-1-1 0 0 0,1 0 0 0 0,-1 1-1 0 0,0-1 1 0 0,0 0 0 0 0,1 1 0 0 0,-1-1 0 0 0,0 1-1 0 0,0-1 1 0 0,1 0 0 0 0,-1 1 0 0 0,0-1 0 0 0,0 1-1 0 0,0-1 1 0 0,0 1 0 0 0,0-1 0 0 0,1 0 0 0 0,-1 1-1 0 0,0-1 1 0 0,0 1 0 0 0,0-1 0 0 0,0 1 0 0 0,0-1-1 0 0,0 1 1 0 0,-1-1 0 0 0,1 1 0 0 0,0-1 0 0 0,0 0 0 0 0,0 1-1 0 0,0-1 1 0 0,-1 1 0 0 0,1-1 0 0 0,0 0 0 0 0,0 1-1 0 0,0-1 1 0 0,-1 1 0 0 0,-10 13 169 0 0,-1-1 0 0 0,0-1 0 0 0,-1 0 0 0 0,-27 20 0 0 0,-3 3 238 0 0,29-24-275 0 0,1-1 0 0 0,-1 0 0 0 0,-1-1 0 0 0,0-1 1 0 0,0 0-1 0 0,-27 9 0 0 0,25-10-99 0 0,15-7-34 0 0,1 1 1 0 0,-1-1 0 0 0,1 0-1 0 0,-1 1 1 0 0,1 0 0 0 0,0-1-1 0 0,-1 1 1 0 0,1 0 0 0 0,0 0-1 0 0,0-1 1 0 0,-1 1 0 0 0,1 0-1 0 0,0 0 1 0 0,0 0 0 0 0,0 0-1 0 0,0 1 1 0 0,0-1 0 0 0,0 0-1 0 0,1 0 1 0 0,-1 1 0 0 0,0-1-1 0 0,1 0 1 0 0,-1 1 0 0 0,1-1-1 0 0,-1 1 1 0 0,1-1 0 0 0,-1 0-1 0 0,1 1 1 0 0,0-1 0 0 0,0 1-1 0 0,0-1 1 0 0,0 1 0 0 0,0-1-1 0 0,0 1 1 0 0,1 1 0 0 0,-2-1-30 0 0,1 0 0 0 0,0-1 1 0 0,-1 1-1 0 0,0 0 0 0 0,1-1 1 0 0,-1 1-1 0 0,0 0 0 0 0,0-1 1 0 0,0 1-1 0 0,0-1 1 0 0,0 1-1 0 0,0-1 0 0 0,0 0 1 0 0,0 1-1 0 0,-1-1 0 0 0,-2 2 1 0 0,-30 21-1272 0 0,11-7-642 0 0,17-11 491 0 0,0 2 0 0 0,0-1 0 0 0,-8 15 1 0 0,14-22 1393 0 0</inkml:trace>
</inkml:ink>
</file>

<file path=ppt/ink/ink8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06T18:57:02.03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1 545 960 0 0,'0'-16'3526'0'0,"3"-34"3643"0"0,-2 46-6997 0 0,0 1-1 0 0,0 0 1 0 0,0-1-1 0 0,1 1 1 0 0,-1 0-1 0 0,1 0 1 0 0,0-1-1 0 0,0 2 1 0 0,0-1-1 0 0,1 0 0 0 0,4-5 1 0 0,11-8 740 0 0,-2 1 106 0 0,0 0 1 0 0,-1-1-1 0 0,-1 0 0 0 0,15-22 0 0 0,-21 23-212 0 0,-7 12-671 0 0,1-1 1 0 0,-1 1-1 0 0,1 0 1 0 0,1 0-1 0 0,-1 0 1 0 0,0 0-1 0 0,1 0 1 0 0,-1 0-1 0 0,4-3 1 0 0,-1 2 17 0 0,-1-1 0 0 0,1 1 0 0 0,-1-1 0 0 0,-1-1 0 0 0,5-5 0 0 0,-5 6-75 0 0,0-1 0 0 0,1 1 0 0 0,0 0 1 0 0,0 1-1 0 0,6-6 0 0 0,-6 6-61 0 0,0-1 0 0 0,0 1 0 0 0,0-1 0 0 0,0 0 0 0 0,3-7 0 0 0,-4 7-14 0 0,0 0 0 0 0,1 0 0 0 0,-1 0 0 0 0,1 1 0 0 0,8-8 0 0 0,-1 2 59 0 0,-1 0 0 0 0,18-23 0 0 0,-22 24-17 0 0,1 1-1 0 0,0 0 1 0 0,0 1-1 0 0,1 0 1 0 0,15-12 0 0 0,-13 5-32 0 0,8 9-26 0 0,-13 7-62 0 0,-5 8 44 0 0,0-6 17 0 0,0 3 27 0 0,-1 1-1 0 0,0-1 1 0 0,0 1 0 0 0,-1-1 0 0 0,0 0 0 0 0,0 1 0 0 0,-1-1 0 0 0,-6 12 0 0 0,-38 55 55 0 0,37-61-61 0 0,1 0 0 0 0,0 1 0 0 0,1 0 0 0 0,0 0 0 0 0,1 1 0 0 0,1 0 0 0 0,-5 17 0 0 0,1 20 69 0 0,6-24-88 0 0,-14 44 1 0 0,-7-3-67 0 0,13-40 29 0 0,1 0-1 0 0,1 1 1 0 0,2 1 0 0 0,2 0 0 0 0,-7 59-1 0 0,13-71-189 0 0,-1-15-239 0 0,1 0 0 0 0,0 1 0 0 0,0-1 0 0 0,0 1 0 0 0,0-1 1 0 0,3 9-1 0 0,-3-12 227 0 0,1 0 0 0 0,-1 0 1 0 0,1 0-1 0 0,-1 0 0 0 0,1-1 0 0 0,0 1 1 0 0,-1 0-1 0 0,1 0 0 0 0,0 0 0 0 0,0-1 1 0 0,0 1-1 0 0,0 0 0 0 0,-1-1 1 0 0,1 1-1 0 0,0-1 0 0 0,0 1 0 0 0,0-1 1 0 0,0 0-1 0 0,0 1 0 0 0,0-1 0 0 0,0 0 1 0 0,1 1-1 0 0,-1-1 0 0 0,0 0 1 0 0,0 0-1 0 0,0 0 0 0 0,0 0 0 0 0,0 0 1 0 0,0 0-1 0 0,0-1 0 0 0,0 1 0 0 0,2-1 1 0 0,49-13-8247 0 0</inkml:trace>
</inkml:ink>
</file>

<file path=ppt/ink/ink8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06T18:57:02.56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28 194 1361 0 0,'2'1'5632'0'0,"-8"2"-4221"0"0,-13-2 1617 0 0,14-1-534 0 0,10 0-493 0 0,-2 0-1798 0 0,-1-1 0 0 0,1 1 0 0 0,-1-1 0 0 0,1 0 0 0 0,-1 1 1 0 0,1-2-1 0 0,-1 1 0 0 0,1 0 0 0 0,-1 0 0 0 0,0-1 0 0 0,0 1 0 0 0,0-1 0 0 0,0 1 0 0 0,0-1 0 0 0,0 0 0 0 0,2-3 0 0 0,1 1-37 0 0,-1 0 0 0 0,1 0 1 0 0,0 0-1 0 0,0 1 0 0 0,0-1 0 0 0,9-3 1 0 0,4-1-57 0 0,15-5 82 0 0,52-31-1 0 0,-45 24-177 0 0,-35 18-12 0 0,0 0-1 0 0,0 0 0 0 0,-1-1 0 0 0,1 0 1 0 0,-1 1-1 0 0,0-1 0 0 0,0-1 0 0 0,0 1 1 0 0,5-5-1 0 0,24-14 22 0 0,-18 16 50 0 0,-13 7 76 0 0,-5 4 113 0 0,-49 46 405 0 0,1 2-134 0 0,25-20-284 0 0,1 0 0 0 0,-37 68 0 0 0,25-14-222 0 0,14-44-151 0 0,12-23 206 0 0,1-1 0 0 0,1 1 0 0 0,-11 36 1 0 0,18-51-193 0 0,1 0 0 0 0,0 0 0 0 0,0 0 0 0 0,0 0 0 0 0,1 0 0 0 0,0 0 0 0 0,0 0 0 0 0,0 0 0 0 0,1 0 0 0 0,0 0 0 0 0,0 0 0 0 0,0 0 0 0 0,0 0 0 0 0,1 0 0 0 0,0 0 0 0 0,0 0 1 0 0,0-1-1 0 0,0 1 0 0 0,1-1 0 0 0,0 0 0 0 0,4 5 0 0 0,-6-7-217 0 0,0 0 0 0 0,1-1 0 0 0,-1 1 1 0 0,1-1-1 0 0,0 1 0 0 0,-1-1 0 0 0,1 0 0 0 0,0 1 0 0 0,0-1 1 0 0,0 0-1 0 0,0 0 0 0 0,0 0 0 0 0,0-1 0 0 0,0 1 1 0 0,4 0-1 0 0,2-1-1116 0 0,-1 0 0 0 0,0 0 0 0 0,1-1 0 0 0,-1-1 0 0 0,8-1 0 0 0</inkml:trace>
</inkml:ink>
</file>

<file path=ppt/ink/ink8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06T18:57:06.41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425 20 2081 0 0,'0'-17'6424'0'0,"0"15"-3731"0"0,0 10-1725 0 0,1-7-937 0 0,-1 0 0 0 0,1 0 0 0 0,0 0 0 0 0,0 0 0 0 0,-1-1 0 0 0,1 1 0 0 0,0 0 0 0 0,0-1 0 0 0,0 1 0 0 0,0 0 0 0 0,0-1 0 0 0,0 1 0 0 0,0-1 0 0 0,0 0 0 0 0,0 1 0 0 0,0-1 0 0 0,0 0 0 0 0,0 0 0 0 0,2 1 0 0 0,0 0 82 0 0,35 29 1235 0 0,-38-30-1348 0 0,3 1 114 0 0,1 1 0 0 0,-1 0 0 0 0,0 0 0 0 0,0 0 0 0 0,0 0 0 0 0,0 0 0 0 0,-1 1 1 0 0,1-1-1 0 0,0 1 0 0 0,-1-1 0 0 0,0 1 0 0 0,0 0 0 0 0,0 0 0 0 0,0 0 0 0 0,0 0 1 0 0,0 1-1 0 0,-1-1 0 0 0,0 0 0 0 0,1 1 0 0 0,-1-1 0 0 0,-1 1 0 0 0,1-1 0 0 0,0 1 1 0 0,-1 0-1 0 0,0-1 0 0 0,0 5 0 0 0,0-1 13 0 0,0-1 0 0 0,0 1 1 0 0,-1 0-1 0 0,0-1 0 0 0,0 1 0 0 0,-1-1 0 0 0,0 0 1 0 0,-4 11-1 0 0,-1-4-45 0 0,-1-1 1 0 0,-17 21-1 0 0,22-30-73 0 0,-19 24 169 0 0,-2-2 1 0 0,-1-1 0 0 0,0-1 0 0 0,-47 32-1 0 0,20-10 214 0 0,41-34-284 0 0,0-1 0 0 0,-1 0 0 0 0,0-1 1 0 0,0 0-1 0 0,-19 9 0 0 0,18-12-44 0 0,-3 2 185 0 0,0-1 1 0 0,-31 9-1 0 0,44-15-232 0 0,0 0-1 0 0,0 0 1 0 0,1 0 0 0 0,-1-1-1 0 0,0 0 1 0 0,0 1-1 0 0,0-1 1 0 0,0 0 0 0 0,0 0-1 0 0,1-1 1 0 0,-1 1-1 0 0,0 0 1 0 0,0-1 0 0 0,0 0-1 0 0,1 0 1 0 0,-1 0-1 0 0,0 0 1 0 0,1 0-1 0 0,-1 0 1 0 0,1-1 0 0 0,-1 1-1 0 0,1-1 1 0 0,-1 0-1 0 0,-2-3 1 0 0,3 0 17 0 0,0 0-1 0 0,1-1 1 0 0,0 1 0 0 0,0-1-1 0 0,0 1 1 0 0,1-1 0 0 0,-1 1-1 0 0,1-1 1 0 0,1 0 0 0 0,1-10-1 0 0,-1-5-43 0 0,-1 16 10 0 0,0 4-3 0 0,-1 0 1 0 0,1 1-1 0 0,0-1 0 0 0,0 0 0 0 0,0 0 1 0 0,0 1-1 0 0,0-1 0 0 0,0 0 0 0 0,0 0 0 0 0,1 1 1 0 0,-1-1-1 0 0,0 0 0 0 0,0 0 0 0 0,0 1 0 0 0,1-1 1 0 0,-1 0-1 0 0,0 1 0 0 0,1-1 0 0 0,-1 0 1 0 0,1 1-1 0 0,-1-1 0 0 0,1 0 0 0 0,0 0 0 0 0,22-4 3 0 0,-18 4 36 0 0,0 1 0 0 0,0 1 0 0 0,0-1 0 0 0,1 1-1 0 0,-1 0 1 0 0,0 0 0 0 0,-1 0 0 0 0,1 1-1 0 0,0-1 1 0 0,7 5 0 0 0,45 29 419 0 0,-31-17-290 0 0,35 19 154 0 0,98 68-238 0 0,-155-102-200 0 0,0 0 0 0 0,0-1 0 0 0,0 0 0 0 0,1 0 0 0 0,-1 0-1 0 0,0-1 1 0 0,1 1 0 0 0,-1-1 0 0 0,1 0 0 0 0,0 0 0 0 0,-1-1-1 0 0,1 1 1 0 0,8-1 0 0 0,-3-1-592 0 0,0 0 0 0 0,-1-1-1 0 0,1 0 1 0 0,0 0 0 0 0,11-5-1 0 0,44-23-4677 0 0,33-19-2321 0 0</inkml:trace>
</inkml:ink>
</file>

<file path=ppt/ink/ink8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06T18:57:06.95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389 47 400 0 0,'0'-1'649'0'0,"3"-30"10376"0"0,4 25-7435 0 0,6 2-3553 0 0,-9 3 140 0 0,0 0 0 0 0,-1 0 0 0 0,1 1 0 0 0,0-1 0 0 0,-1 1 0 0 0,1 0 0 0 0,0 0 0 0 0,0 0 1 0 0,-1 0-1 0 0,1 1 0 0 0,0 0 0 0 0,-1-1 0 0 0,1 1 0 0 0,-1 1 0 0 0,1-1 0 0 0,6 3 0 0 0,-8-1-95 0 0,0 0 0 0 0,0-1-1 0 0,0 1 1 0 0,0 0 0 0 0,0 0-1 0 0,-1 0 1 0 0,1 0 0 0 0,-1 0-1 0 0,0 0 1 0 0,0 0 0 0 0,0 0-1 0 0,0 1 1 0 0,-1-1-1 0 0,1 0 1 0 0,-1 1 0 0 0,0-1-1 0 0,0 0 1 0 0,-1 7 0 0 0,2-1 43 0 0,-1 0 1 0 0,0 0 0 0 0,0 0 0 0 0,-1-1-1 0 0,-1 1 1 0 0,1 0 0 0 0,-1 0 0 0 0,-1-1 0 0 0,0 1-1 0 0,0-1 1 0 0,0 0 0 0 0,-1 0 0 0 0,-7 11-1 0 0,-92 101 529 0 0,69-81-349 0 0,-45 41 1 0 0,-4 4 177 0 0,64-62-227 0 0,-38 31 0 0 0,50-47-183 0 0,-1-1 1 0 0,1 0-1 0 0,-1 0 1 0 0,0 0 0 0 0,0-1-1 0 0,-1 0 1 0 0,1 0-1 0 0,-17 3 1 0 0,25-6-73 0 0,0-1 1 0 0,0 0 0 0 0,0 0 0 0 0,0 0-1 0 0,0 0 1 0 0,-1 0 0 0 0,1 0 0 0 0,0 0-1 0 0,0 0 1 0 0,0 0 0 0 0,0 0 0 0 0,-1 0-1 0 0,1 0 1 0 0,0 0 0 0 0,0 0 0 0 0,0 0-1 0 0,0 0 1 0 0,0 0 0 0 0,-1 0-1 0 0,1 0 1 0 0,0 0 0 0 0,0 0 0 0 0,0 0-1 0 0,0 0 1 0 0,0-1 0 0 0,-1 1 0 0 0,1 0-1 0 0,0 0 1 0 0,0 0 0 0 0,0 0 0 0 0,0 0-1 0 0,0 0 1 0 0,0 0 0 0 0,0-1 0 0 0,-1 1-1 0 0,1 0 1 0 0,0 0 0 0 0,0 0-1 0 0,0 0 1 0 0,0 0 0 0 0,0-1 0 0 0,0 1-1 0 0,0 0 1 0 0,0 0 0 0 0,0 0 0 0 0,0 0-1 0 0,0 0 1 0 0,0-1 0 0 0,0 1 0 0 0,0 0-1 0 0,0 0 1 0 0,0 0 0 0 0,0 0 0 0 0,0-1-1 0 0,0 1 1 0 0,0 0 0 0 0,0 0-1 0 0,0 0 1 0 0,0 0 0 0 0,0-1 0 0 0,1 0-2 0 0,-2-24-9 0 0,1 10-35 0 0,0 0 0 0 0,3-24-1 0 0,-2 33 17 0 0,1 1 0 0 0,-1-1-1 0 0,1 0 1 0 0,0 1 0 0 0,0-1-1 0 0,1 1 1 0 0,0 0 0 0 0,0 0 0 0 0,0 0-1 0 0,5-6 1 0 0,9-7-247 0 0,1 1 0 0 0,0 2 1 0 0,1 0-1 0 0,40-25 0 0 0,-56 39 281 0 0,0 0 0 0 0,0 0 0 0 0,0 0 0 0 0,1 0 0 0 0,-1 0 0 0 0,0 1 0 0 0,0-1 0 0 0,0 1 0 0 0,0 0 0 0 0,1 0 0 0 0,-1 0 0 0 0,0 0 0 0 0,0 1 0 0 0,0-1 0 0 0,1 1 0 0 0,-1 0 0 0 0,0 0 0 0 0,0 0 0 0 0,0 0 0 0 0,0 1 0 0 0,-1-1 0 0 0,1 1 0 0 0,0 0-1 0 0,0-1 1 0 0,-1 1 0 0 0,1 1 0 0 0,-1-1 0 0 0,3 4 0 0 0,15 26 531 0 0,-2 1-1 0 0,15 36 0 0 0,-24-49-344 0 0,47 123 529 0 0,-34-96-708 0 0,-21-44-13 0 0,-1-1 1 0 0,1 1-1 0 0,0 0 1 0 0,0-1-1 0 0,0 1 1 0 0,0-1-1 0 0,0 0 0 0 0,0 1 1 0 0,1-1-1 0 0,-1 0 1 0 0,1 0-1 0 0,-1 0 1 0 0,1 0-1 0 0,0 0 1 0 0,0 0-1 0 0,0 0 0 0 0,0-1 1 0 0,0 1-1 0 0,0-1 1 0 0,0 1-1 0 0,1-1 1 0 0,-1 0-1 0 0,1 0 1 0 0,-1 0-1 0 0,0 0 0 0 0,1 0 1 0 0,0-1-1 0 0,-1 1 1 0 0,5 0-1 0 0,-5-1-212 0 0,1 1 1 0 0,0-1-1 0 0,0 1 0 0 0,-1-1 0 0 0,1 0 1 0 0,0 0-1 0 0,0 0 0 0 0,0-1 0 0 0,0 1 1 0 0,-1-1-1 0 0,1 1 0 0 0,0-1 0 0 0,-1 0 1 0 0,1 0-1 0 0,0 0 0 0 0,-1 0 0 0 0,1-1 0 0 0,-1 1 1 0 0,0-1-1 0 0,1 1 0 0 0,-1-1 0 0 0,0 0 1 0 0,3-3-1 0 0,47-38-9206 0 0</inkml:trace>
</inkml:ink>
</file>

<file path=ppt/ink/ink8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06T18:57:07.45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192 1 2081 0 0,'-57'43'8804'0'0,"1"3"-2161"0"0,28 2-2961 0 0,6-1-1921 0 0,22 12-881 0 0,0-6-400 0 0,0-6-160 0 0,-28-4 321 0 0,28-15 239 0 0,0-15-1440 0 0,28-31-20570 0 0</inkml:trace>
</inkml:ink>
</file>

<file path=ppt/ink/ink8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06T18:57:09.88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29 3041 0 0,'1'0'122'0'0,"-1"0"-1"0"0,0-1 1 0 0,0 1-1 0 0,1-1 1 0 0,-1 1-1 0 0,0 0 1 0 0,1-1-1 0 0,-1 1 1 0 0,0 0 0 0 0,1-1-1 0 0,-1 1 1 0 0,1 0-1 0 0,-1 0 1 0 0,0-1-1 0 0,1 1 1 0 0,-1 0-1 0 0,1 0 1 0 0,-1 0-1 0 0,1 0 1 0 0,-1-1-1 0 0,1 1 1 0 0,-1 0-1 0 0,1 0 1 0 0,-1 0-1 0 0,1 0 1 0 0,-1 0-1 0 0,1 0 1 0 0,-1 0-1 0 0,1 0 1 0 0,-1 1-1 0 0,0-1 1 0 0,1 0-1 0 0,0 0 1 0 0,3 0 655 0 0,-8 0-11 0 0,-7 1 70 0 0,6 5 6947 0 0,11-3-7230 0 0,19-1 411 0 0,0-1-1 0 0,0-1 0 0 0,40-5 1 0 0,-14 2-482 0 0,145-14 265 0 0,-160 14-708 0 0,12-2 8 0 0,1 2-1 0 0,-1 2 1 0 0,71 8 0 0 0,-119-7-47 0 0,0 0-1 0 0,-1 0 1 0 0,1 0-1 0 0,0 0 0 0 0,0 0 1 0 0,0 0-1 0 0,0 0 1 0 0,-1 0-1 0 0,1 1 1 0 0,0-1-1 0 0,0 0 0 0 0,0 0 1 0 0,0 0-1 0 0,0 0 1 0 0,0 0-1 0 0,-1 0 1 0 0,1 0-1 0 0,0 0 0 0 0,0 1 1 0 0,0-1-1 0 0,0 0 1 0 0,0 0-1 0 0,0 0 1 0 0,0 0-1 0 0,0 0 0 0 0,-1 1 1 0 0,1-1-1 0 0,0 0 1 0 0,0 0-1 0 0,0 0 1 0 0,0 0-1 0 0,0 0 0 0 0,0 1 1 0 0,0-1-1 0 0,0 0 1 0 0,0 0-1 0 0,0 0 1 0 0,0 0-1 0 0,0 1 0 0 0,0-1 1 0 0,0 0-1 0 0,0 0 1 0 0,0 0-1 0 0,1 0 1 0 0,-1 1-1 0 0,0-1 0 0 0,0 0 1 0 0,0 0-1 0 0,0 0 1 0 0,0 0-1 0 0,0 0 1 0 0,0 0-1 0 0,0 1 0 0 0,1-1 1 0 0,-1 0-1 0 0,0 0 1 0 0,0 0-1 0 0,0 0 1 0 0,0 0-1 0 0,0 0 0 0 0,0 0 1 0 0,1 0-1 0 0,-1 0 1 0 0,0 0-1 0 0,0 0 1 0 0,0 1-1 0 0,0-1 0 0 0,1 0 1 0 0,-1 0-1 0 0,-88 88 118 0 0,-128 136 393 0 0,141-124-274 0 0,10-13-72 0 0,46-62-91 0 0,-31 50 0 0 0,12-14-85 0 0,5 2-135 0 0,25-53 230 0 0,-3 7-2601 0 0,12-16 2341 0 0,-1 0-1 0 0,1-1 0 0 0,-1 1 1 0 0,1 0-1 0 0,0-1 1 0 0,-1 1-1 0 0,1-1 0 0 0,0 1 1 0 0,-1-1-1 0 0,1 1 0 0 0,0-1 1 0 0,0 0-1 0 0,-1 1 1 0 0,1-1-1 0 0,0 0 0 0 0,0 1 1 0 0,0-1-1 0 0,-1 0 0 0 0,1 0 1 0 0,0 0-1 0 0,0 0 1 0 0,0 0-1 0 0,0 0 0 0 0,-1 0 1 0 0,1 0-1 0 0,0 0 0 0 0,0 0 1 0 0,0 0-1 0 0,1-1 1 0 0,-1 1-415 0 0,1 0 1 0 0,0 0-1 0 0,0 0 1 0 0,-1 0 0 0 0,1-1-1 0 0,0 1 1 0 0,0-1-1 0 0,-1 1 1 0 0,1-1 0 0 0,0 1-1 0 0,2-3 1 0 0,-3 3 151 0 0,-1-1 1 0 0,1 0-1 0 0,-1 1 1 0 0,1-1-1 0 0,-1 0 1 0 0,0 1-1 0 0,1-1 1 0 0,-1 0-1 0 0,0 0 1 0 0,0 0-1 0 0,1 1 1 0 0,-1-1-1 0 0,0 0 1 0 0,0 0-1 0 0,0 0 1 0 0,0 1-1 0 0,0-1 1 0 0,0-1-1 0 0</inkml:trace>
</inkml:ink>
</file>

<file path=ppt/ink/ink8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06T18:57:10.25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47 2081 0 0,'28'-16'3522'0'0,"-28"3"-81"0"0,22 1-319 0 0,-22 6-401 0 0,28 6-480 0 0,29 0-480 0 0,27 18-561 0 0,56 11-560 0 0,57-4-2961 0 0,-57-25-3441 0 0,-33-7-2562 0 0</inkml:trace>
</inkml:ink>
</file>

<file path=ppt/ink/ink8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06T18:57:10.66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615 40 2561 0 0,'0'-1'270'0'0,"0"0"0"0"0,0 0 0 0 0,0 0 0 0 0,0 0 0 0 0,0 0-1 0 0,0 0 1 0 0,0 0 0 0 0,0 0 0 0 0,-1 0 0 0 0,1 0 0 0 0,0 0 0 0 0,0 0 0 0 0,-1 0 0 0 0,1 0-1 0 0,-1 0 1 0 0,1 0 0 0 0,-1 0 0 0 0,1 0 0 0 0,-1 0 0 0 0,0 1 0 0 0,1-1 0 0 0,-1 0 0 0 0,0 0-1 0 0,0 1 1 0 0,1-1 0 0 0,-1 1 0 0 0,0-1 0 0 0,0 1 0 0 0,0-1 0 0 0,0 1 0 0 0,0-1-1 0 0,0 1 1 0 0,-2-1 0 0 0,-2-1-375 0 0,8-1 3163 0 0,22-3-1514 0 0,-23 5-1484 0 0,1 1 0 0 0,-1 0 0 0 0,0 0 0 0 0,0 0 0 0 0,0 0 0 0 0,0 1 0 0 0,0-1 0 0 0,0 1 0 0 0,0-1 0 0 0,1 1 0 0 0,-1 0 0 0 0,-1-1 0 0 0,1 1 0 0 0,0 0 0 0 0,0 0 0 0 0,0 1 0 0 0,0-1 0 0 0,2 3 0 0 0,-2-1-8 0 0,-1 0 0 0 0,1 0 0 0 0,-1 0 0 0 0,0 0 0 0 0,0 0 0 0 0,0 1 0 0 0,0-1 0 0 0,-1 1 0 0 0,1-1 0 0 0,-1 0 0 0 0,0 1 0 0 0,0-1 0 0 0,0 4 0 0 0,0 1 19 0 0,0 0-1 0 0,0 0 1 0 0,-1 0 0 0 0,0 0 0 0 0,-1 0 0 0 0,0-1 0 0 0,0 1 0 0 0,0 0 0 0 0,-1-1 0 0 0,0 0 0 0 0,-1 0 0 0 0,1 0-1 0 0,-1 0 1 0 0,-1 0 0 0 0,1-1 0 0 0,-1 1 0 0 0,0-1 0 0 0,-10 8 0 0 0,-125 112 1343 0 0,110-101-1167 0 0,-1-1-1 0 0,-1-1 1 0 0,-1-2 0 0 0,0-2 0 0 0,-2-1 0 0 0,0-1-1 0 0,-40 12 1 0 0,65-26-202 0 0,-1 0-1 0 0,0-1 0 0 0,0 0 1 0 0,0-1-1 0 0,-20 0 1 0 0,26-1-49 0 0,1 0 1 0 0,0 0 0 0 0,0-1 0 0 0,-1 1 0 0 0,1-1 0 0 0,0 0 0 0 0,0 0 0 0 0,0-1 0 0 0,0 1-1 0 0,0-1 1 0 0,0 0 0 0 0,0 0 0 0 0,1 0 0 0 0,-1 0 0 0 0,1-1 0 0 0,-7-4 0 0 0,9 3-15 0 0,0 1-1 0 0,0 0 1 0 0,0-1 0 0 0,0 1 0 0 0,1 0 0 0 0,-1-1 0 0 0,1 1 0 0 0,0-1 0 0 0,0 1 0 0 0,0-1 0 0 0,0 1 0 0 0,1-1 0 0 0,-1 1 0 0 0,1-1 0 0 0,0 1 0 0 0,2-6 0 0 0,-1 7 17 0 0,0 1-1 0 0,-1 0 1 0 0,1 0 0 0 0,0-1 0 0 0,0 1-1 0 0,0 0 1 0 0,0 0 0 0 0,0 1 0 0 0,0-1 0 0 0,3-1-1 0 0,2 0 20 0 0,1 0-1 0 0,0 1 0 0 0,-1-1 0 0 0,1 2 1 0 0,0-1-1 0 0,0 1 0 0 0,14 1 1 0 0,62 17 241 0 0,-71-15-230 0 0,63 19 218 0 0,104 45 0 0 0,-164-60-233 0 0,0 1 1 0 0,29 20 0 0 0,9 6-339 0 0,-47-30 30 0 0,1-1 0 0 0,-1 0 0 0 0,1-1 0 0 0,-1 0 0 0 0,1 0 0 0 0,0-1 0 0 0,0 0 0 0 0,9 1 1 0 0,-2-2-1584 0 0,0 0 0 0 0,0-1 1 0 0,26-5-1 0 0,15-10-5579 0 0</inkml:trace>
</inkml:ink>
</file>

<file path=ppt/ink/ink8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06T18:57:11.05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112 160 720 0 0,'-7'-1'1438'0'0,"-49"-13"5094"0"0,52 13-6136 0 0,0 0 1 0 0,1 0-1 0 0,-1-1 0 0 0,0 0 1 0 0,1 0-1 0 0,-1 0 0 0 0,1 0 1 0 0,0 0-1 0 0,0-1 0 0 0,0 1 1 0 0,-3-4-1 0 0,6 5-310 0 0,-1 0-1 0 0,1 0 0 0 0,0 0 1 0 0,-1 0-1 0 0,1 0 1 0 0,0 0-1 0 0,0 0 1 0 0,0 0-1 0 0,0 0 0 0 0,0 0 1 0 0,0 0-1 0 0,0 0 1 0 0,0 0-1 0 0,0 1 1 0 0,1-1-1 0 0,-1 0 1 0 0,0 0-1 0 0,1 0 0 0 0,-1 0 1 0 0,0 0-1 0 0,1 0 1 0 0,-1 0-1 0 0,1 0 1 0 0,0 1-1 0 0,-1-1 0 0 0,1 0 1 0 0,-1 0-1 0 0,1 1 1 0 0,0-1-1 0 0,0 1 1 0 0,-1-1-1 0 0,1 0 0 0 0,0 1 1 0 0,0-1-1 0 0,0 1 1 0 0,1-1-1 0 0,4-4 463 0 0,3-8 595 0 0,-8 11-1034 0 0,1 0 0 0 0,-1 0 0 0 0,0 1 0 0 0,1-1 0 0 0,-1 0 0 0 0,1 1 0 0 0,-1-1 0 0 0,1 1 0 0 0,0 0 1 0 0,-1-1-1 0 0,1 1 0 0 0,3-1 0 0 0,14-7 467 0 0,-1 0-1 0 0,1 2 1 0 0,34-9 0 0 0,-42 13-513 0 0,0 1 0 0 0,-1 1 0 0 0,1 0 1 0 0,0 1-1 0 0,0 0 0 0 0,-1 0 0 0 0,1 1 0 0 0,0 0 0 0 0,13 4 0 0 0,-21-4-55 0 0,0 0 0 0 0,0 0 0 0 0,-1 0 0 0 0,1 0 0 0 0,0 0 0 0 0,0 0 0 0 0,0 1 0 0 0,-1-1 0 0 0,1 1 0 0 0,-1 0 0 0 0,1 0 0 0 0,3 3 0 0 0,-4-1 7 0 0,-1-1-1 0 0,1 0 1 0 0,-1 0-1 0 0,1 1 1 0 0,-1-1-1 0 0,0 0 1 0 0,0 1-1 0 0,-1 0 1 0 0,1-1-1 0 0,-1 1 1 0 0,0-1-1 0 0,0 1 1 0 0,0 4-1 0 0,-1 10 13 0 0,-1 0 0 0 0,-1 0-1 0 0,0 0 1 0 0,-2 0 0 0 0,0 0-1 0 0,-1-1 1 0 0,0 0 0 0 0,-2 0-1 0 0,0-1 1 0 0,-1 0 0 0 0,0 0-1 0 0,-15 18 1 0 0,-13 15 89 0 0,20-29-42 0 0,2 1 0 0 0,0 0 0 0 0,2 1 0 0 0,0 1 0 0 0,-13 32 0 0 0,13-18 31 0 0,6-14-45 0 0,-1 0 1 0 0,-2-1 0 0 0,-12 23-1 0 0,5-19-62 0 0,13-21-19 0 0,0-1-1 0 0,0 1 0 0 0,1 1 0 0 0,0-1 0 0 0,0 0 1 0 0,1 1-1 0 0,-1 0 0 0 0,1-1 0 0 0,1 1 0 0 0,-1 0 1 0 0,1 0-1 0 0,0 0 0 0 0,-1 10 0 0 0,2 12-175 0 0,0-6-1768 0 0,0-9-4410 0 0,0-27-1068 0 0</inkml:trace>
</inkml:ink>
</file>

<file path=ppt/ink/ink8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06T18:57:11.42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28 1 320 0 0,'0'0'4482'0'0,"-28"7"-400"0"0,28-2-560 0 0,28 13-801 0 0,0 0-1040 0 0,28 0-1121 0 0,1-13-2001 0 0,27-5-2561 0 0,28-23-2320 0 0</inkml:trace>
</inkml:ink>
</file>

<file path=ppt/ink/ink8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06T18:57:11.81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803 11 3201 0 0,'-5'-9'5457'0'0,"-10"7"-4381"0"0,11 3-405 0 0,4-1-568 0 0,0 0 0 0 0,-1 1 1 0 0,1-1-1 0 0,-1 0 0 0 0,1 1 0 0 0,0-1 1 0 0,-1 0-1 0 0,1 1 0 0 0,0-1 1 0 0,-1 1-1 0 0,1-1 0 0 0,0 1 0 0 0,0-1 1 0 0,-1 1-1 0 0,1-1 0 0 0,0 1 1 0 0,0-1-1 0 0,0 1 0 0 0,0-1 0 0 0,0 1 1 0 0,0-1-1 0 0,0 1 0 0 0,0-1 1 0 0,0 1-1 0 0,0-1 0 0 0,0 1 0 0 0,0-1 1 0 0,0 1-1 0 0,0-1 0 0 0,0 1 1 0 0,1 0-1 0 0,-1 1 247 0 0,0 15 5 0 0,-1 0 0 0 0,0 1 1 0 0,-2-1-1 0 0,0 0 0 0 0,0 0 1 0 0,-10 25-1 0 0,8-30-243 0 0,-1 0-1 0 0,0-1 0 0 0,0 0 1 0 0,-1 0-1 0 0,-1 0 1 0 0,0-1-1 0 0,0 0 1 0 0,-1 0-1 0 0,-16 12 0 0 0,-49 39 823 0 0,37-28-336 0 0,-2-2-1 0 0,0-1 1 0 0,-2-3 0 0 0,-61 31-1 0 0,87-49-543 0 0,0-1 1 0 0,-1-1-1 0 0,0-1 0 0 0,-1 0 0 0 0,1-1 0 0 0,-1 0 1 0 0,0-2-1 0 0,0 0 0 0 0,0-1 0 0 0,-1 0 0 0 0,1-2 1 0 0,0 0-1 0 0,-1-1 0 0 0,1-1 0 0 0,-32-6 0 0 0,45 6-56 0 0,3 2 6 0 0,-1 0-1 0 0,1 0 1 0 0,0 0 0 0 0,0 0-1 0 0,0 0 1 0 0,-1-1 0 0 0,1 1-1 0 0,0 0 1 0 0,0-1-1 0 0,0 1 1 0 0,0-1 0 0 0,0 0-1 0 0,0 1 1 0 0,0-1 0 0 0,0 0-1 0 0,0 1 1 0 0,0-1-1 0 0,0 0 1 0 0,0 0 0 0 0,1 0-1 0 0,-1 0 1 0 0,0 0 0 0 0,0 0-1 0 0,1 0 1 0 0,-1 0 0 0 0,1 0-1 0 0,-1 0 1 0 0,1 0-1 0 0,-1-2 1 0 0,1 3-4 0 0,0 0 0 0 0,0-1 0 0 0,0 1 0 0 0,0-1 1 0 0,1 1-1 0 0,-1 0 0 0 0,0-1 0 0 0,0 1 0 0 0,0 0 0 0 0,0-1 0 0 0,1 1 0 0 0,-1 0 0 0 0,0 0 0 0 0,0-1 0 0 0,0 1 1 0 0,1 0-1 0 0,-1 0 0 0 0,0-1 0 0 0,1 1 0 0 0,-1 0 0 0 0,0 0 0 0 0,0 0 0 0 0,1-1 0 0 0,-1 1 0 0 0,0 0 1 0 0,1 0-1 0 0,-1 0 0 0 0,0 0 0 0 0,1 0 0 0 0,-1 0 0 0 0,1 0 0 0 0,-1 0 0 0 0,0 0 0 0 0,1 0 0 0 0,-1 0 1 0 0,0 0-1 0 0,1 0 0 0 0,-1 0 0 0 0,0 0 0 0 0,1 0 0 0 0,-1 0 0 0 0,1 0 0 0 0,24 7 209 0 0,-14-3-102 0 0,1 0 83 0 0,0 0 0 0 0,0 1 0 0 0,20 12 0 0 0,10 9 291 0 0,47 37-1 0 0,-72-50-430 0 0,0 0 0 0 0,27 14-1 0 0,-37-23-81 0 0,-1-1-1 0 0,1 0 1 0 0,-1-1 0 0 0,1 0-1 0 0,0 0 1 0 0,0 0-1 0 0,0-1 1 0 0,0 0-1 0 0,0 0 1 0 0,0-1-1 0 0,9 0 1 0 0,-1-3-791 0 0,0 0 1 0 0,0 0-1 0 0,0-2 0 0 0,0 0 1 0 0,22-11-1 0 0,19-16-5233 0 0</inkml:trace>
</inkml:ink>
</file>

<file path=ppt/ink/ink8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06T18:57:12.15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191 124 3201 0 0,'-79'7'13447'0'0,"-5"-7"-7525"0"0,56-12-6402 0 0,28-6-1921 0 0,0-5-640 0 0,0-8-881 0 0,28 3-1361 0 0,-28 10 801 0 0</inkml:trace>
  <inkml:trace contextRef="#ctx0" brushRef="#br0" timeOffset="1">219 154 4162 0 0,'-107'11'11445'0'0,"23"2"-2641"0"0,56-8-6403 0 0,28 2-3041 0 0,28-7-10725 0 0,28 0 5682 0 0,-28 6 481 0 0,0-6 1440 0 0</inkml:trace>
</inkml:ink>
</file>

<file path=ppt/ink/ink8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06T18:57:12.50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135 42 4642 0 0,'-51'7'6003'0'0,"-5"4"-1361"0"0,28 1-2081 0 0,28-7-1680 0 0,28-5-8565 0 0,0 0 2882 0 0,0 6 560 0 0</inkml:trace>
  <inkml:trace contextRef="#ctx0" brushRef="#br0" timeOffset="1">444 108 1040 0 0,'0'-7'20570'0'0,"0"1"-20090"0"0,28 1-2561 0 0,0-20-2801 0 0,0-9-1521 0 0,28 4 961 0 0</inkml:trace>
</inkml:ink>
</file>

<file path=ppt/ink/ink8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06T18:57:13.80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67 1521 0 0,'28'-5'3601'0'0,"-28"-2"1122"0"0,28 1-5044 0 0,-28-12-2160 0 0,28-12-1200 0 0</inkml:trace>
</inkml:ink>
</file>

<file path=ppt/ink/ink8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06T18:57:14.91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921 110 1601 0 0,'0'-2'174'0'0,"0"-1"1"0"0,0 1 0 0 0,1 0-1 0 0,-1 0 1 0 0,1 0-1 0 0,0-1 1 0 0,0 1 0 0 0,0 0-1 0 0,0 0 1 0 0,0 0-1 0 0,0 0 1 0 0,0 0 0 0 0,1 1-1 0 0,-1-1 1 0 0,0 0-1 0 0,1 1 1 0 0,0-1 0 0 0,-1 1-1 0 0,1-1 1 0 0,0 1-1 0 0,0 0 1 0 0,2-2 0 0 0,0 1 46 0 0,0 0 1 0 0,1 0 0 0 0,-1 0 0 0 0,1 0 0 0 0,-1 1 0 0 0,1 0 0 0 0,0 0-1 0 0,-1 0 1 0 0,1 1 0 0 0,5-1 0 0 0,-9 1-138 0 0,0 0-61 0 0,0-1 1 0 0,0 1-1 0 0,-1 0 0 0 0,1 0 0 0 0,0 0 0 0 0,-1 0 1 0 0,1 0-1 0 0,0 0 0 0 0,0 0 0 0 0,0 0 1 0 0,-1 0-1 0 0,1 0 0 0 0,0 0 0 0 0,0 0 0 0 0,-1 0 1 0 0,1 1-1 0 0,0-1 0 0 0,-1 0 0 0 0,1 1 0 0 0,0-1 1 0 0,-1 0-1 0 0,1 1 0 0 0,0-1 0 0 0,-1 1 1 0 0,1-1-1 0 0,-1 1 0 0 0,1-1 0 0 0,-1 1 0 0 0,1 0 1 0 0,-1-1-1 0 0,1 2 0 0 0,0-1 3 0 0,0-1-1 0 0,1 1 1 0 0,-1 0 0 0 0,0-1-1 0 0,0 1 1 0 0,0-1-1 0 0,0 0 1 0 0,1 1 0 0 0,-1-1-1 0 0,0 0 1 0 0,0 0 0 0 0,1 0-1 0 0,-1 0 1 0 0,0 0 0 0 0,0 0-1 0 0,1 0 1 0 0,0 0-1 0 0,-1 0 8 0 0,-1-1-27 0 0,0 1 1 0 0,0 0 0 0 0,0 0 0 0 0,0 0 0 0 0,0 0 0 0 0,0 0 0 0 0,1 0 0 0 0,-1 0-1 0 0,0 0 1 0 0,0 0 0 0 0,0 0 0 0 0,0 0 0 0 0,0 0 0 0 0,0 0 0 0 0,0 0-1 0 0,1 0 1 0 0,-1 0 0 0 0,0 0 0 0 0,0 0 0 0 0,0 0 0 0 0,0 0 0 0 0,0 0 0 0 0,0 0-1 0 0,0 0 1 0 0,1 0 0 0 0,-1 0 0 0 0,0 0 0 0 0,0 0 0 0 0,0 0 0 0 0,0 0-1 0 0,0 0 1 0 0,0 0 0 0 0,0 0 0 0 0,1 0 0 0 0,-1 0 0 0 0,0 0 0 0 0,0 0 0 0 0,0 0-1 0 0,0 1 1 0 0,0-1 0 0 0,0 0 0 0 0,0 0 0 0 0,0 0 0 0 0,0 0 0 0 0,0 0-1 0 0,0 0 1 0 0,0 0 0 0 0,0 0 0 0 0,1 1 0 0 0,-1-1 0 0 0,0 0 0 0 0,0 0 0 0 0,0 0-1 0 0,0 0 1 0 0,0 0 0 0 0,0 0 0 0 0,0 1 0 0 0,0-1 0 0 0,0 0 0 0 0,0 0-1 0 0,-1 0 1 0 0,1 0 0 0 0,0 0 1 0 0,0 1-1 0 0,0-1 0 0 0,0 0 0 0 0,0 0 0 0 0,0 0 0 0 0,0 0 0 0 0,0 0 0 0 0,0 0 1 0 0,0 1-1 0 0,0-1 0 0 0,0 0 0 0 0,0 0 0 0 0,0 0 0 0 0,0 0 0 0 0,1 0 0 0 0,-1 0 0 0 0,0 0 1 0 0,0 1-1 0 0,0-1 0 0 0,0 0 0 0 0,0 0 0 0 0,0 0 0 0 0,0 0 0 0 0,0 0 0 0 0,0 0 1 0 0,0 0-1 0 0,0 0 0 0 0,0 0 0 0 0,1 0 0 0 0,-1 1 0 0 0,0-1 0 0 0,0 0 0 0 0,0 0 0 0 0,0 0 1 0 0,0 0-1 0 0,0 0 0 0 0,0 0 0 0 0,1 0 0 0 0,-1 0 0 0 0,0 0 0 0 0,0 0 0 0 0,0 0 1 0 0,0 0-1 0 0,0 0 0 0 0,0 0 0 0 0,1 0 0 0 0,-1 0 0 0 0,0 0 0 0 0,0 0 0 0 0,0 0 1 0 0,0 0-1 0 0,0 0 0 0 0,0 0 0 0 0,0-1 0 0 0,1 1 0 0 0,-1 0 0 0 0,0 0 0 0 0,0 0 0 0 0,0 0 1 0 0,0 0-1 0 0,19 0 299 0 0,-19 0-300 0 0,0 0-1 0 0,0 0 1 0 0,0 0-1 0 0,0-1 1 0 0,0 1-1 0 0,0 0 1 0 0,1 0-1 0 0,-1 0 1 0 0,0 0-1 0 0,0 0 1 0 0,0 0-1 0 0,0 0 1 0 0,0 0-1 0 0,0 0 1 0 0,0 0-1 0 0,1 0 1 0 0,-1 0-1 0 0,0 0 1 0 0,0 0-1 0 0,0 0 1 0 0,0 0-1 0 0,0 0 1 0 0,0 0-1 0 0,1 0 1 0 0,-1 0-1 0 0,0 0 1 0 0,0 0-1 0 0,0 0 1 0 0,0 0-1 0 0,0 0 1 0 0,0 0-1 0 0,0 0 0 0 0,1 0 1 0 0,-1 0-1 0 0,0 1 1 0 0,0-1-1 0 0,0 0 1 0 0,0 0-1 0 0,0 0 1 0 0,0 0-1 0 0,0 0 1 0 0,0 0-1 0 0,0 0 1 0 0,0 0-1 0 0,0 0 1 0 0,0 1-1 0 0,1-1 1 0 0,-1 0-1 0 0,0 0 1 0 0,0 0-1 0 0,0 0 1 0 0,0 0-1 0 0,0 0 1 0 0,0 1-1 0 0,0-1 1 0 0,0 0-1 0 0,0 0 1 0 0,0 0-1 0 0,0 0 1 0 0,0 0-1 0 0,0 1 1 0 0,-1-1-3 0 0,1 0 1 0 0,0 0-1 0 0,0 0 1 0 0,0 0-1 0 0,0 0 1 0 0,0 0-1 0 0,0 1 1 0 0,0-1-1 0 0,0 0 1 0 0,0 0 0 0 0,0 0-1 0 0,0 0 1 0 0,0 0-1 0 0,0 0 1 0 0,1 0-1 0 0,-1 1 1 0 0,0-1-1 0 0,0 0 1 0 0,0 0 0 0 0,0 0-1 0 0,0 0 1 0 0,0 0-1 0 0,0 0 1 0 0,0 0-1 0 0,0 0 1 0 0,0 1-1 0 0,0-1 1 0 0,0 0 0 0 0,1 0-1 0 0,-1 0 1 0 0,0 0-1 0 0,0 0 1 0 0,0 0-1 0 0,0 0 1 0 0,0 0-1 0 0,0 0 1 0 0,0 0 0 0 0,1 0-1 0 0,-1 0 1 0 0,0 0-1 0 0,0 0 1 0 0,0 0-1 0 0,0 0 1 0 0,0 0-1 0 0,0 0 1 0 0,0 0-1 0 0,1 0 1 0 0,-1 0 0 0 0,0 0-1 0 0,0 0 1 0 0,0 0-1 0 0,0 0 1 0 0,0 0-1 0 0,0 0 1 0 0,0 0-1 0 0,1 0 1 0 0,-1 0 0 0 0,0 0-1 0 0,0 0 1 0 0,0-1-1 0 0,0 1 1 0 0,16-1 525 0 0,-32-2-164 0 0,16 3-350 0 0,0 0 1 0 0,0 0 0 0 0,-1 0-1 0 0,1 0 1 0 0,0 0 0 0 0,0 0-1 0 0,-1 0 1 0 0,1 0 0 0 0,0-1-1 0 0,0 1 1 0 0,0 0 0 0 0,-1 0-1 0 0,1 0 1 0 0,0 0 0 0 0,0 0-1 0 0,0 0 1 0 0,0 0 0 0 0,-1-1-1 0 0,1 1 1 0 0,0 0 0 0 0,0 0-1 0 0,0 0 1 0 0,0 0 0 0 0,0-1 0 0 0,-1 1-1 0 0,1 0 1 0 0,0 0 0 0 0,0 0-1 0 0,0 0 1 0 0,0-1 0 0 0,0 1-1 0 0,0 0 1 0 0,0 0 0 0 0,0-1-1 0 0,0 1 1 0 0,0 0 0 0 0,0 0-1 0 0,0-1 1 0 0,-4-6 360 0 0,-10-1 191 0 0,-1 1 0 0 0,0 0 1 0 0,0 1-1 0 0,-1 1 1 0 0,1 1-1 0 0,-25-5 0 0 0,11 5 711 0 0,-1 0-1 0 0,-52 2 0 0 0,56 4-763 0 0,-1 1-1 0 0,0 1 1 0 0,1 2-1 0 0,0 1 1 0 0,-29 11 0 0 0,47-15-463 0 0,0 1 1 0 0,0 0 0 0 0,0 1-1 0 0,1-1 1 0 0,0 2 0 0 0,0-1-1 0 0,0 1 1 0 0,0 0 0 0 0,1 0-1 0 0,0 1 1 0 0,0-1 0 0 0,1 2 0 0 0,-9 14-1 0 0,-3 2 13 0 0,15-22-55 0 0,1 0 1 0 0,-1 0-1 0 0,1-1 1 0 0,0 1-1 0 0,0 0 1 0 0,0 0-1 0 0,0 0 1 0 0,0 0-1 0 0,0 0 1 0 0,0 1-1 0 0,1-1 1 0 0,-1 0-1 0 0,1 0 1 0 0,0 0 0 0 0,-1 1-1 0 0,1-1 1 0 0,0 0-1 0 0,0 0 1 0 0,1 1-1 0 0,-1-1 1 0 0,0 0-1 0 0,1 3 1 0 0,2-1 9 0 0,-1 0 1 0 0,1-1-1 0 0,0 1 1 0 0,-1 0-1 0 0,2-1 1 0 0,-1 0-1 0 0,0 0 1 0 0,1 0 0 0 0,-1 0-1 0 0,1 0 1 0 0,7 4-1 0 0,11 5-28 0 0,0 0 0 0 0,0-1 0 0 0,1-1 1 0 0,0-2-1 0 0,1 0 0 0 0,0-1 0 0 0,0-1 0 0 0,40 3 0 0 0,77 15-364 0 0,-139-24 379 0 0,1 0 0 0 0,-1 1 1 0 0,0-1-1 0 0,1 1 0 0 0,-1-1 1 0 0,0 1-1 0 0,1 0 0 0 0,-1 0 1 0 0,0 0-1 0 0,4 3 0 0 0,-11 0 88 0 0,4-4-71 0 0,-36 22 404 0 0,-42 16-11 0 0,-1-4-1 0 0,-2-3 1 0 0,-1-4-1 0 0,-1-3 0 0 0,-1-4 1 0 0,-101 10-1 0 0,160-28-1222 0 0,0-1 0 0 0,0-2 0 0 0,-35-5 0 0 0,53 5-227 0 0,0 0 0 0 0,0-1 1 0 0,0 0-1 0 0,1 0 0 0 0,-10-4 0 0 0,12 3-253 0 0,1 1 0 0 0,0-1 0 0 0,0 0 0 0 0,0 0-1 0 0,1 0 1 0 0,-5-5 0 0 0,7 7 986 0 0</inkml:trace>
</inkml:ink>
</file>

<file path=ppt/ink/ink8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06T18:57:21.94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56 54 80 0 0,'-2'-1'225'0'0,"0"1"1"0"0,1-1-1 0 0,-1 0 0 0 0,0 0 1 0 0,0 0-1 0 0,1 0 0 0 0,-1 0 1 0 0,1-1-1 0 0,-1 1 0 0 0,1 0 1 0 0,-1-1-1 0 0,1 1 0 0 0,-2-3 1 0 0,2 1 515 0 0,0 0 1 0 0,0 0 0 0 0,1 0 0 0 0,-1 0-1 0 0,1 0 1 0 0,0 0 0 0 0,0 0-1 0 0,0-3 1 0 0,0 1-167 0 0,0 4 65 0 0,-5 1-413 0 0,-13 0-40 0 0,13 0 853 0 0,5 2-918 0 0,1 0 1 0 0,0 0-1 0 0,-1 0 0 0 0,1 0 0 0 0,0 0 1 0 0,0 0-1 0 0,0 0 0 0 0,0 0 1 0 0,0 0-1 0 0,0-1 0 0 0,1 1 0 0 0,-1 0 1 0 0,0-1-1 0 0,1 1 0 0 0,-1-1 1 0 0,1 0-1 0 0,0 1 0 0 0,0-1 0 0 0,-1 0 1 0 0,3 1-1 0 0,-1 0-21 0 0,0-1-1 0 0,-1 1 1 0 0,0 0 0 0 0,1 0 0 0 0,-1 0-1 0 0,0 0 1 0 0,0 1 0 0 0,0-1-1 0 0,2 3 1 0 0,0 4 176 0 0,0-1 1 0 0,1 1-1 0 0,1-1 0 0 0,-1-1 1 0 0,1 1-1 0 0,0-1 1 0 0,9 8-1 0 0,18 19 492 0 0,-8-12-428 0 0,-23-21-315 0 0,0 0 1 0 0,0 0-1 0 0,0 0 0 0 0,0 1 1 0 0,-1-1-1 0 0,1 1 1 0 0,0 0-1 0 0,-1-1 0 0 0,1 1 1 0 0,-1 0-1 0 0,1 0 0 0 0,-1 0 1 0 0,0 0-1 0 0,0 0 0 0 0,0 0 1 0 0,0 0-1 0 0,0 0 0 0 0,0 1 1 0 0,-1-1-1 0 0,1 0 0 0 0,-1 1 1 0 0,1 2-1 0 0,-1-3 7 0 0,0 0-1 0 0,1 0 0 0 0,-1 0 1 0 0,1 0-1 0 0,-1-1 0 0 0,1 1 1 0 0,0 0-1 0 0,-1 0 0 0 0,1 0 1 0 0,0 0-1 0 0,0-1 0 0 0,0 1 1 0 0,3 2-1 0 0,3 9 209 0 0,-22 7 59 0 0,11-15-3615 0 0,-1-14-1746 0 0,-12 2 2484 0 0,11 5 1051 0 0,-22-11-3396 0 0</inkml:trace>
</inkml:ink>
</file>

<file path=ppt/ink/ink8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06T18:57:23.84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1139 13 1361 0 0,'23'-5'2187'0'0,"-18"3"815"0"0,-10-3-1482 0 0,-18 4 2629 0 0,23 1-3857 0 0,0 1 0 0 0,0-1 0 0 0,0 1 0 0 0,0-1-1 0 0,0 1 1 0 0,1-1 0 0 0,-1 1 0 0 0,0-1 0 0 0,0 1 0 0 0,0-1 0 0 0,0 0 0 0 0,0 1 0 0 0,0-1 0 0 0,0 1-1 0 0,-1-1 1 0 0,1 1 0 0 0,0-1 0 0 0,0 1 0 0 0,0-1 0 0 0,0 1 0 0 0,-1-1 0 0 0,1 0 0 0 0,0 1-1 0 0,0-1 1 0 0,-1 1 0 0 0,1-1 0 0 0,0 0 0 0 0,0 1 0 0 0,-1-1 0 0 0,1 0 0 0 0,-1 1 0 0 0,1-1 0 0 0,-1 1-1 0 0,-77 39 701 0 0,-92 62 0 0 0,147-87-948 0 0,-173 122 716 0 0,193-135-741 0 0,-52 34 322 0 0,1 2-1 0 0,-81 76 1 0 0,80-53-102 0 0,29-31-38 0 0,-33 30-1 0 0,3-13-101 0 0,25-22-94 0 0,1 2 1 0 0,2 1-1 0 0,-29 35 0 0 0,35-37 21 0 0,14-18-18 0 0,1 0 0 0 0,0 0-1 0 0,1 0 1 0 0,-1 1 0 0 0,2 0 0 0 0,-7 14-1 0 0,11-23-45 0 0,1 1 0 0 0,-1 0 0 0 0,1 0 0 0 0,0 0 0 0 0,-1 0 0 0 0,1 0 0 0 0,0 0 0 0 0,0 0 0 0 0,-1 1 0 0 0,1-1 0 0 0,0 0 0 0 0,0 0 0 0 0,0 0 0 0 0,1 0 0 0 0,-1 0 0 0 0,0 0 0 0 0,0 0 0 0 0,1 0 0 0 0,-1 0 0 0 0,0 0-1 0 0,1 0 1 0 0,-1 0 0 0 0,1 0 0 0 0,-1 0 0 0 0,1-1 0 0 0,-1 1 0 0 0,1 0 0 0 0,0 0 0 0 0,-1 0 0 0 0,1-1 0 0 0,0 1 0 0 0,0 0 0 0 0,0-1 0 0 0,0 1 0 0 0,-1-1 0 0 0,1 1 0 0 0,2 0 0 0 0,0 0-445 0 0,1 0 0 0 0,0 0 0 0 0,0 0 0 0 0,0 0 0 0 0,-1-1 0 0 0,1 1 0 0 0,4-1 0 0 0,-4 0-590 0 0,-1-1 0 0 0,0 1 0 0 0,0-1 0 0 0,0 1 0 0 0,0-1 0 0 0,1 0 0 0 0,-1 0 0 0 0,4-3-1 0 0</inkml:trace>
</inkml:ink>
</file>

<file path=ppt/ink/ink8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06T18:57:24.82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1115 99 320 0 0,'0'0'6763'0'0,"-5"0"-3575"0"0,-13 0-320 0 0,13 0 1534 0 0,5-12-760 0 0,0 10-3559 0 0,0 1 0 0 0,0-1 0 0 0,-1 0 0 0 0,1 0 0 0 0,0 0 0 0 0,-1 0 0 0 0,0 1-1 0 0,1-1 1 0 0,-1 0 0 0 0,0 0 0 0 0,0 1 0 0 0,0-1 0 0 0,0 1 0 0 0,0-1 0 0 0,0 1 0 0 0,0-1 0 0 0,0 1 0 0 0,-1 0 0 0 0,1-1 0 0 0,0 1 0 0 0,-1 0 0 0 0,-2-2 0 0 0,-7-6 423 0 0,4 5-391 0 0,-1 0 0 0 0,1 0 0 0 0,-1 0 0 0 0,0 1 0 0 0,0 0-1 0 0,0 1 1 0 0,-1 0 0 0 0,1 0 0 0 0,-1 1 0 0 0,-16-1 0 0 0,-5-2 156 0 0,-4 1-53 0 0,-1 2 1 0 0,0 1 0 0 0,0 2 0 0 0,-41 7-1 0 0,43-3-177 0 0,1 2-1 0 0,-1 1 0 0 0,2 2 0 0 0,-32 14 1 0 0,3-1-29 0 0,34-14-2 0 0,1 1 0 0 0,1 2 0 0 0,-40 27 0 0 0,1-1 16 0 0,45-27-26 0 0,-1 1 0 0 0,2 1 0 0 0,-1 0 0 0 0,-16 19 0 0 0,20-20-20 0 0,0 0-1 0 0,-20 13 0 0 0,16-13-10 0 0,13-8 41 0 0,0 0 0 0 0,0 0 0 0 0,0 1 0 0 0,1 0 0 0 0,0 0 0 0 0,0 0 0 0 0,0 0 0 0 0,1 0 0 0 0,-5 13-1 0 0,-1 0 12 0 0,8-16-25 0 0,-1 0-1 0 0,1 0 1 0 0,0 0-1 0 0,1 1 1 0 0,-1-1-1 0 0,0 0 1 0 0,1 0 0 0 0,0 1-1 0 0,0-1 1 0 0,0 0-1 0 0,0 0 1 0 0,0 1-1 0 0,1-1 1 0 0,-1 0-1 0 0,1 0 1 0 0,0 0 0 0 0,0 1-1 0 0,0-1 1 0 0,0 0-1 0 0,1 0 1 0 0,-1-1-1 0 0,1 1 1 0 0,0 0-1 0 0,-1 0 1 0 0,1-1 0 0 0,1 1-1 0 0,-1-1 1 0 0,0 0-1 0 0,5 4 1 0 0,-1-1 8 0 0,-1-1 0 0 0,1 0 0 0 0,0-1 0 0 0,0 0 0 0 0,0 0 0 0 0,0 0 0 0 0,0 0 0 0 0,1-1 0 0 0,-1 0 0 0 0,1-1 0 0 0,0 1 0 0 0,-1-1 0 0 0,1-1 0 0 0,0 1 0 0 0,0-1 0 0 0,0 0 0 0 0,0-1 0 0 0,-1 1 0 0 0,14-4 0 0 0,-15 2 45 0 0,1 0 1 0 0,-1 0 0 0 0,0 0-1 0 0,0 0 1 0 0,0-1-1 0 0,0 0 1 0 0,-1 0-1 0 0,9-7 1 0 0,-11 8 0 0 0,1 0 0 0 0,0-1 0 0 0,-1 1-1 0 0,0 0 1 0 0,0-1 0 0 0,1 0 0 0 0,-2 0 0 0 0,1 1 0 0 0,0-1 0 0 0,0 0 0 0 0,-1 0-1 0 0,0-1 1 0 0,0 1 0 0 0,0 0 0 0 0,0 0 0 0 0,1-7 0 0 0,-2 7-15 0 0,-1 0 0 0 0,0-1-1 0 0,0 1 1 0 0,0 0 0 0 0,0 0 0 0 0,0 0 0 0 0,-1 0 0 0 0,1 0 0 0 0,-1 0 0 0 0,0 0 0 0 0,0 0 0 0 0,0 1 0 0 0,0-1 0 0 0,-1 1-1 0 0,1-1 1 0 0,-1 1 0 0 0,1 0 0 0 0,-1 0 0 0 0,0 0 0 0 0,0 0 0 0 0,0 1 0 0 0,0-1 0 0 0,0 1 0 0 0,0-1 0 0 0,-3 0 0 0 0,-13-5-30 0 0,0 1 0 0 0,-38-7 0 0 0,44 10-88 0 0,-28-2-1467 0 0,32 4-750 0 0,27-1-373 0 0,88-10-8559 0 0,63-4 3015 0 0</inkml:trace>
</inkml:ink>
</file>

<file path=ppt/ink/ink8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06T18:57:25.36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1061 108 960 0 0,'0'-2'411'0'0,"0"-1"-1"0"0,0 1 0 0 0,-1 0 0 0 0,1 0 1 0 0,-1 0-1 0 0,1 0 0 0 0,-1 0 0 0 0,0 0 1 0 0,0 0-1 0 0,1 0 0 0 0,-1 0 0 0 0,-1 0 1 0 0,1 1-1 0 0,0-1 0 0 0,0 0 0 0 0,-2-1 1 0 0,-6-9 1725 0 0,6 7-1270 0 0,1 1-1 0 0,-1 0 1 0 0,0 0 0 0 0,0 0-1 0 0,0 0 1 0 0,0 0-1 0 0,-1 1 1 0 0,1-1-1 0 0,-1 1 1 0 0,0 0 0 0 0,-5-3-1 0 0,3 3-498 0 0,-1 1-1 0 0,1 0 1 0 0,0 0 0 0 0,-1 1-1 0 0,0 0 1 0 0,1 0 0 0 0,-1 0-1 0 0,0 1 1 0 0,1 0 0 0 0,-12 2-1 0 0,-267 28 2230 0 0,223-19-2145 0 0,1 3 0 0 0,-105 38 0 0 0,128-38-167 0 0,1 2 0 0 0,1 1 0 0 0,-57 38 0 0 0,82-48-239 0 0,0 1-1 0 0,1 1 0 0 0,0 0 0 0 0,0 1 1 0 0,1 0-1 0 0,1 0 0 0 0,-1 1 1 0 0,2 0-1 0 0,-1 0 0 0 0,2 1 0 0 0,-1 0 1 0 0,2 0-1 0 0,-1 0 0 0 0,-5 25 1 0 0,9-31-41 0 0,1 1 0 0 0,1-1 0 0 0,-1 0 0 0 0,1 1 1 0 0,0-1-1 0 0,0 1 0 0 0,1-1 0 0 0,0 1 1 0 0,0-1-1 0 0,1 0 0 0 0,-1 0 0 0 0,1 1 0 0 0,1-1 1 0 0,-1 0-1 0 0,1-1 0 0 0,0 1 0 0 0,1 0 1 0 0,-1-1-1 0 0,1 0 0 0 0,0 0 0 0 0,0 0 1 0 0,1 0-1 0 0,6 5 0 0 0,0 0-33 0 0,1-1 0 0 0,0-1 1 0 0,0 0-1 0 0,1 0 0 0 0,0-1 0 0 0,1-1 0 0 0,-1 0 0 0 0,1-1 1 0 0,18 4-1 0 0,20 2-178 0 0,0-3 0 0 0,1-2 0 0 0,80 0 1 0 0,-93-7 46 0 0,1-1-1 0 0,-1-2 1 0 0,0-2 0 0 0,-1-1 0 0 0,41-14 0 0 0,-52 10 125 0 0,0-2-1 0 0,-1 0 1 0 0,0-2-1 0 0,-1-1 0 0 0,35-29 1 0 0,-49 36 68 0 0,0-1 1 0 0,0-1-1 0 0,-1 0 0 0 0,0-1 1 0 0,-1 0-1 0 0,0 0 1 0 0,12-22-1 0 0,-18 27 52 0 0,-1 0 0 0 0,0 0 0 0 0,0-1 0 0 0,-1 1 0 0 0,0-1 0 0 0,0 1 0 0 0,0-1 0 0 0,-1 0 0 0 0,-1 0 0 0 0,1 0 0 0 0,-1 0 0 0 0,0 1 0 0 0,-1-1 0 0 0,0 0 0 0 0,-4-13 0 0 0,4 16-32 0 0,0 1 0 0 0,-1 0-1 0 0,0-1 1 0 0,0 1 0 0 0,-1 0-1 0 0,1 0 1 0 0,-1 1 0 0 0,0-1-1 0 0,0 0 1 0 0,0 1 0 0 0,0 0-1 0 0,0 0 1 0 0,-5-4 0 0 0,-4-1 35 0 0,0 0 0 0 0,-23-10 0 0 0,26 14-49 0 0,-20-9-114 0 0,0 1 0 0 0,0 2 0 0 0,-1 1-1 0 0,0 1 1 0 0,-1 2 0 0 0,-40-4 0 0 0,-9 5-1670 0 0,-95 6 1 0 0,10 13-4099 0 0,-3 13-4775 0 0</inkml:trace>
</inkml:ink>
</file>

<file path=ppt/ink/ink8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06T18:57:29.81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30 385 1601 0 0,'-28'0'11965'0'0,"28"-1"-11814"0"0,-1 1-1 0 0,1 0 1 0 0,0 0-1 0 0,0-1 1 0 0,0 1-1 0 0,0 0 1 0 0,0-1 0 0 0,0 1-1 0 0,0 0 1 0 0,0-1-1 0 0,0 1 1 0 0,0 0-1 0 0,0-1 1 0 0,0 1-1 0 0,0 0 1 0 0,0-1-1 0 0,0 1 1 0 0,0 0 0 0 0,0-1-1 0 0,0 1 1 0 0,0 0-1 0 0,0-1 1 0 0,0 1-1 0 0,1 0 1 0 0,-1-1-1 0 0,0 1 1 0 0,0 0-1 0 0,0 0 1 0 0,1-1 0 0 0,-1 1-1 0 0,0 0 1 0 0,0 0-1 0 0,0-1 1 0 0,1 1-1 0 0,-1 0 1 0 0,0 0-1 0 0,1 0 1 0 0,-1 0-1 0 0,0-1 1 0 0,1 1 0 0 0,-1 0-1 0 0,19-4 610 0 0,-14 4-66 0 0,-5-1-640 0 0,1 0-1 0 0,-1 0 1 0 0,1 0-1 0 0,-1 1 1 0 0,1-1-1 0 0,-1 0 1 0 0,1 1-1 0 0,-1-1 1 0 0,1 0-1 0 0,0 1 1 0 0,-1-1-1 0 0,1 1 1 0 0,0-1-1 0 0,0 1 0 0 0,-1 0 1 0 0,1-1-1 0 0,0 1 1 0 0,0-1-1 0 0,0 1 1 0 0,0 0-1 0 0,-1 0 1 0 0,1 0-1 0 0,0-1 1 0 0,1 1-1 0 0,3-1 144 0 0,5-6 172 0 0,13-4 76 0 0,-4 3-177 0 0,-1-2 0 0 0,0 0 0 0 0,0-1 0 0 0,-1 0 0 0 0,26-24 0 0 0,-18 15-129 0 0,97-75 582 0 0,-102 81-640 0 0,-5 5-2 0 0,-1-1 1 0 0,16-16 0 0 0,22-11 80 0 0,-41 24-146 0 0,-10 11-9 0 0,0 0 0 0 0,1 0-1 0 0,-1 1 1 0 0,1-1 0 0 0,0 0-1 0 0,-1 1 1 0 0,1 0 0 0 0,0-1-1 0 0,0 1 1 0 0,0 0 0 0 0,0 0 0 0 0,0 0-1 0 0,2-1 1 0 0,15-3-5 0 0,-14 3-67 0 0,-5 35-173 0 0,0-11 409 0 0,1-8-4 0 0,-1 0 0 0 0,0 0 1 0 0,-1 0-1 0 0,-1 0 0 0 0,-6 26 1 0 0,4-30-61 0 0,-2 1 1 0 0,1-1 0 0 0,-8 11-1 0 0,-1 0 46 0 0,-1 5 16 0 0,6-10-62 0 0,-1 0 1 0 0,0 0-1 0 0,-1-1 0 0 0,-23 24 1 0 0,24-29-132 0 0,-10 8 129 0 0,-28 35 1 0 0,44-48-137 0 0,1 0 1 0 0,-1 0-1 0 0,1 0 1 0 0,0 1 0 0 0,0-1-1 0 0,0 1 1 0 0,1 0 0 0 0,0 0-1 0 0,0 0 1 0 0,0 0 0 0 0,1 0-1 0 0,-1 11 1 0 0,2-16-58 0 0,0 0 1 0 0,0 0 0 0 0,0 0 0 0 0,0 1-1 0 0,1-1 1 0 0,-1 0 0 0 0,0 0-1 0 0,0 0 1 0 0,1 0 0 0 0,-1 0-1 0 0,1 0 1 0 0,-1 0 0 0 0,1 0 0 0 0,0 0-1 0 0,-1 0 1 0 0,1 0 0 0 0,0 0-1 0 0,0 0 1 0 0,-1-1 0 0 0,1 1-1 0 0,0 0 1 0 0,2 1 0 0 0,-1-1-129 0 0,1 0 1 0 0,0 0-1 0 0,-1 0 0 0 0,1 0 1 0 0,0 0-1 0 0,0-1 0 0 0,-1 1 1 0 0,1-1-1 0 0,4 0 1 0 0,3 0-1475 0 0,1 0 1 0 0,-1-1 0 0 0,1-1 0 0 0,15-3 0 0 0,30-16-10781 0 0</inkml:trace>
</inkml:ink>
</file>

<file path=ppt/ink/ink8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06T18:57:30.95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838 54 560 0 0,'5'-5'3656'0'0,"13"4"-2473"0"0,-17 1-846 0 0,-7-2 3436 0 0,-12-8-2117 0 0,18 9-1600 0 0,-1 1 0 0 0,1-1-1 0 0,-1 1 1 0 0,0-1 0 0 0,1 1-1 0 0,-1-1 1 0 0,1 1 0 0 0,-1-1-1 0 0,0 1 1 0 0,0 0 0 0 0,1-1-1 0 0,-1 1 1 0 0,0 0 0 0 0,0-1 0 0 0,1 1-1 0 0,-1 0 1 0 0,0 0 0 0 0,0 0-1 0 0,0 0 1 0 0,1 0 0 0 0,-2 0-1 0 0,-14-4 841 0 0,-3-2-256 0 0,-9-5 1281 0 0,23 10-1267 0 0,-2-1-258 0 0,0 1 1 0 0,-1-1-1 0 0,1 1 1 0 0,0 1-1 0 0,-1-1 0 0 0,1 1 1 0 0,-10 1-1 0 0,2 0 235 0 0,-22 0-111 0 0,0 1 0 0 0,0 2 0 0 0,0 2 1 0 0,1 1-1 0 0,0 2 0 0 0,0 1 0 0 0,-64 28 1 0 0,98-37-505 0 0,0 1 0 0 0,0-1 1 0 0,0 0-1 0 0,0 0 0 0 0,0 1 1 0 0,0-1-1 0 0,0 1 0 0 0,1 0 1 0 0,-1-1-1 0 0,1 1 0 0 0,-1 0 1 0 0,1 0-1 0 0,0 0 0 0 0,-1 0 1 0 0,1 0-1 0 0,0 0 0 0 0,0 0 1 0 0,-1 5-1 0 0,1-1 39 0 0,0 1-1 0 0,0 0 1 0 0,1 0 0 0 0,1 14 0 0 0,0-1 41 0 0,-1-18-87 0 0,0 0 1 0 0,0 0 0 0 0,0 0-1 0 0,1 0 1 0 0,-1 0 0 0 0,1 0-1 0 0,0 0 1 0 0,0 0-1 0 0,-1 0 1 0 0,1 0 0 0 0,0 0-1 0 0,0-1 1 0 0,1 1-1 0 0,-1 0 1 0 0,0-1 0 0 0,1 1-1 0 0,-1-1 1 0 0,1 1 0 0 0,-1-1-1 0 0,1 0 1 0 0,-1 0-1 0 0,5 2 1 0 0,3 2 10 0 0,0-1 0 0 0,0 0 0 0 0,17 4 0 0 0,2 2-1 0 0,145 61 515 0 0,-156-67-460 0 0,18 8-48 0 0,-35-12-18 0 0,1 0 0 0 0,-1 1 0 0 0,1-1 0 0 0,-1 0 0 0 0,1 1 0 0 0,-1-1 0 0 0,1 0 0 0 0,-1 1 0 0 0,0-1 0 0 0,1 1 0 0 0,-1-1 0 0 0,0 1 0 0 0,1-1 0 0 0,-1 1 0 0 0,0-1 0 0 0,0 1 0 0 0,1 0 0 0 0,-1-1 0 0 0,0 1 0 0 0,0-1 0 0 0,0 1 0 0 0,0-1 0 0 0,0 1 0 0 0,0 0 1 0 0,0-1-1 0 0,0 1 0 0 0,0-1 0 0 0,0 1 0 0 0,0 0 0 0 0,0-1 0 0 0,0 1 0 0 0,-1-1 0 0 0,1 1 0 0 0,0-1 0 0 0,0 1 0 0 0,-1-1 0 0 0,1 1 0 0 0,0-1 0 0 0,0 1 0 0 0,-1-1 0 0 0,1 1 0 0 0,-1-1 0 0 0,1 1 0 0 0,-1-1 0 0 0,1 0 0 0 0,0 1 0 0 0,-1-1 0 0 0,0 1 0 0 0,-11 9 145 0 0,0-1-1 0 0,-1-1 0 0 0,1 0 1 0 0,-20 9-1 0 0,5-2-33 0 0,-15 10 60 0 0,19-11-70 0 0,0 0-1 0 0,-1-2 1 0 0,-37 14-1 0 0,27-16-116 0 0,-1-2 0 0 0,0-1 0 0 0,0-2 0 0 0,-41 1 0 0 0,57-6 45 0 0,0-1-1 0 0,0 0 1 0 0,-32-8 0 0 0,50 8-42 0 0,1 1-1 0 0,-1-1 1 0 0,0 1 0 0 0,0-1-1 0 0,1 0 1 0 0,-1 1 0 0 0,0-1-1 0 0,1 0 1 0 0,-1 0 0 0 0,1 1-1 0 0,-1-1 1 0 0,1 0-1 0 0,0 0 1 0 0,-1 0 0 0 0,1 0-1 0 0,0 1 1 0 0,-1-1 0 0 0,1 0-1 0 0,0 0 1 0 0,0 0 0 0 0,0 0-1 0 0,0 0 1 0 0,0 0 0 0 0,0 0-1 0 0,0 0 1 0 0,0 0 0 0 0,0 0-1 0 0,0 0 1 0 0,0 0 0 0 0,1 1-1 0 0,-1-1 1 0 0,0 0 0 0 0,1 0-1 0 0,-1 0 1 0 0,1 0 0 0 0,-1 1-1 0 0,1-1 1 0 0,-1 0 0 0 0,2-1-1 0 0,6-5-5 0 0,1 0 0 0 0,0 0-1 0 0,1 1 1 0 0,0 0-1 0 0,0 0 1 0 0,0 1 0 0 0,1 0-1 0 0,18-5 1 0 0,-19 6 7 0 0,337-120 4 0 0,-303 108 19 0 0,70-28-178 0 0,-101 38 155 0 0,-1 0 1 0 0,0-1 0 0 0,0 0-1 0 0,0-1 1 0 0,16-14 0 0 0,-24 16 14 0 0,1 0 0 0 0,-1-1 0 0 0,0 0 0 0 0,-1 0 0 0 0,5-11 0 0 0,-9 15-14 0 0,0 1 0 0 0,0-1-1 0 0,0 1 1 0 0,0-1 0 0 0,0 1-1 0 0,-1 0 1 0 0,1 0 0 0 0,-1 0-1 0 0,1 0 1 0 0,-1 0 0 0 0,-3-3-1 0 0,-28-25-76 0 0,28 26-169 0 0,0 1 0 0 0,-1-1 1 0 0,0 2-1 0 0,1-1 0 0 0,-1 1 0 0 0,-8-3 0 0 0,-6 0-3375 0 0,-38-7 0 0 0,20 12-3206 0 0,-13 9-1708 0 0</inkml:trace>
</inkml:ink>
</file>

<file path=ppt/ink/ink8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06T18:57:33.63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196 15 3041 0 0,'5'0'912'0'0,"13"-1"835"0"0,-12-4 2197 0 0,-2 3-916 0 0,12 2 1300 0 0,-32-4-1866 0 0,11 1 2217 0 0,6 11-4489 0 0,-2 2-51 0 0,0 0 0 0 0,0 0 0 0 0,-1 0 0 0 0,0 0 0 0 0,0 0 1 0 0,-5 11-1 0 0,-1 3 101 0 0,7-18-230 0 0,0-1 1 0 0,-1 0-1 0 0,0 0 1 0 0,0 0-1 0 0,0 0 0 0 0,0 0 1 0 0,-1 0-1 0 0,0-1 0 0 0,0 1 1 0 0,0-1-1 0 0,0 0 1 0 0,-1 0-1 0 0,0 0 0 0 0,1 0 1 0 0,-2-1-1 0 0,1 1 0 0 0,-5 2 1 0 0,-57 54 336 0 0,-8-14-1575 0 0,69-41 861 0 0,6-3-1030 0 0,26-14-14087 0 0</inkml:trace>
</inkml:ink>
</file>

<file path=ppt/ink/ink8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06T18:57:35.15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0 800 0 0,'4'0'3309'0'0,"40"4"5655"0"0,5 3-4084 0 0,49 5-2077 0 0,7-8-2246 0 0,183 5-113 0 0,-287-9-444 0 0,0 0 1 0 0,1-1 0 0 0,-1 1 0 0 0,0 0 0 0 0,0 0 0 0 0,1 0 0 0 0,-1 0-1 0 0,0 0 1 0 0,0 0 0 0 0,0 0 0 0 0,1 1 0 0 0,-1-1 0 0 0,0 0 0 0 0,0 1-1 0 0,0-1 1 0 0,0 0 0 0 0,1 1 0 0 0,0 0 0 0 0,-7 2 9 0 0,-6 2 89 0 0,1 1 0 0 0,0 1-1 0 0,0-1 1 0 0,-10 10 0 0 0,-63 44 468 0 0,51-40-386 0 0,2 2 1 0 0,1 1-1 0 0,0 1 0 0 0,2 1 0 0 0,-42 50 0 0 0,43-34-118 0 0,1 0 1 0 0,-31 77 0 0 0,50-105-82 0 0,4-8 3 0 0,-1 0-1 0 0,1 0 1 0 0,0 0 0 0 0,1 1-1 0 0,-1-1 1 0 0,1 0-1 0 0,0 1 1 0 0,1-1-1 0 0,-1 0 1 0 0,1 1-1 0 0,0-1 1 0 0,0 1 0 0 0,1-1-1 0 0,-1 1 1 0 0,1-1-1 0 0,1 0 1 0 0,-1 1-1 0 0,5 9 1 0 0,-5-10-454 0 0,0-1 0 0 0,0 1 0 0 0,1-1-1 0 0,0 0 1 0 0,0 1 0 0 0,0-1 0 0 0,0 0 0 0 0,1 0 0 0 0,-1 0 0 0 0,1 0 0 0 0,4 3 0 0 0,-3 7-8509 0 0</inkml:trace>
</inkml:ink>
</file>

<file path=ppt/ink/ink8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06T18:57:35.53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65 2961 0 0,'28'-5'5523'0'0,"-28"-8"-641"0"0,28 13-800 0 0,0-5-961 0 0,1 5-800 0 0,55 5-880 0 0,28 2-640 0 0,84-7-801 0 0,23-18-2161 0 0,-78-17-7524 0 0</inkml:trace>
</inkml:ink>
</file>

<file path=ppt/ink/ink8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06T18:57:36.96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411 79 3922 0 0,'-3'-10'4001'0'0,"-8"8"-2349"0"0,-1-1 1744 0 0,9-7 3722 0 0,4 9-6894 0 0,-1 1 0 0 0,1-1 0 0 0,-1 1 0 0 0,1-1 0 0 0,-1 0 0 0 0,1 1 0 0 0,-1-1 0 0 0,1 1 0 0 0,-1-1 0 0 0,1 1 0 0 0,0-1 0 0 0,-1 1-1 0 0,1 0 1 0 0,0-1 0 0 0,-1 1 0 0 0,1 0 0 0 0,0-1 0 0 0,0 1 0 0 0,-1 0 0 0 0,1 0 0 0 0,0 0 0 0 0,1-1 0 0 0,26-4-563 0 0,-15 3 796 0 0,47-11-177 0 0,67-5 1 0 0,32 13-230 0 0,-138 5-71 0 0,0 2 1 0 0,0 0-1 0 0,-1 2 0 0 0,1 0 1 0 0,24 9-1 0 0,-42-11 26 0 0,1 0 1 0 0,-1 0-1 0 0,1 1 0 0 0,-1 0 1 0 0,0-1-1 0 0,0 1 0 0 0,0 0 1 0 0,0 1-1 0 0,0-1 0 0 0,-1 0 1 0 0,0 1-1 0 0,1-1 0 0 0,-1 1 1 0 0,0 0-1 0 0,-1 0 0 0 0,1 0 1 0 0,-1 0-1 0 0,0 0 1 0 0,0 0-1 0 0,1 7 0 0 0,-3-7 40 0 0,0 0 0 0 0,0 0 0 0 0,0 0 0 0 0,-1-1-1 0 0,1 1 1 0 0,-1 0 0 0 0,0-1 0 0 0,0 1 0 0 0,0-1-1 0 0,-1 1 1 0 0,1-1 0 0 0,-1 0 0 0 0,0 0 0 0 0,0 0 0 0 0,0-1-1 0 0,-4 4 1 0 0,-6 5 179 0 0,-2-1 0 0 0,-26 16 0 0 0,-30 12 129 0 0,-81 46 413 0 0,106-58-443 0 0,0-2 1 0 0,-1-2 0 0 0,-2-3-1 0 0,0-1 1 0 0,-93 20-1 0 0,130-36-313 0 0,0 0-1 0 0,-1-1 0 0 0,1-1 0 0 0,0 1 1 0 0,0-2-1 0 0,-1 0 0 0 0,1 0 0 0 0,0-1 1 0 0,0-1-1 0 0,0 0 0 0 0,1 0 0 0 0,-13-6 1 0 0,-69-35-118 0 0,80 41 467 0 0,26 4 14 0 0,-8-1-121 0 0,-5 1-233 0 0,1 1 0 0 0,0-1 0 0 0,0 0 0 0 0,0 0-1 0 0,0 0 1 0 0,0 0 0 0 0,0-1 0 0 0,0 1 0 0 0,0 0 0 0 0,0 0 0 0 0,0-1-1 0 0,0 1 1 0 0,1 0 0 0 0,-1-1 0 0 0,0 1 0 0 0,0-1 0 0 0,1 0 0 0 0,-1 1-1 0 0,0-1 1 0 0,1 0 0 0 0,1 0 0 0 0,3 2 37 0 0,44 14 145 0 0,36 10 143 0 0,-24-14-1250 0 0,100 6 0 0 0,-107-16-1578 0 0,0-3 1 0 0,55-9-1 0 0,30-11-7295 0 0</inkml:trace>
</inkml:ink>
</file>

<file path=ppt/ink/ink8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06T18:57:37.35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1 266 960 0 0,'1'-29'10204'0'0,"4"4"-4463"0"0,-3 20-5313 0 0,0 0 1 0 0,0 0-1 0 0,0 1 1 0 0,1-1-1 0 0,0 1 1 0 0,0-1-1 0 0,0 1 1 0 0,1 0-1 0 0,-1 0 1 0 0,1 0-1 0 0,0 0 1 0 0,0 1-1 0 0,7-5 1 0 0,13-8 137 0 0,0 2 0 0 0,31-14 0 0 0,33-19-157 0 0,-83 43-436 0 0,1 1-1 0 0,0 0 1 0 0,0 1-1 0 0,-1 0 1 0 0,1 0-1 0 0,8-2 1 0 0,-9 3-33 0 0,0-1 0 0 0,1 0-1 0 0,-1 1 1 0 0,0-2 0 0 0,0 1 0 0 0,5-4 0 0 0,21 1-377 0 0,-31 5 432 0 0,1 0-1 0 0,-1 0 1 0 0,1 0-1 0 0,0 0 1 0 0,-1 0 0 0 0,1 0-1 0 0,0 0 1 0 0,-1 0-1 0 0,1 0 1 0 0,0 0 0 0 0,-1 0-1 0 0,1 0 1 0 0,0 1-1 0 0,-1-1 1 0 0,1 0 0 0 0,-1 0-1 0 0,1 1 1 0 0,-1-1-1 0 0,1 0 1 0 0,0 1 0 0 0,-1-1-1 0 0,1 1 1 0 0,-1-1-1 0 0,1 1 1 0 0,-1-1 0 0 0,0 1-1 0 0,1-1 1 0 0,-1 1-1 0 0,0-1 1 0 0,1 1 0 0 0,-1-1-1 0 0,0 1 1 0 0,1 0-1 0 0,-1-1 1 0 0,0 1 0 0 0,0 0-1 0 0,0-1 1 0 0,0 1 0 0 0,0 0-1 0 0,0-1 1 0 0,0 1-1 0 0,0-1 1 0 0,0 1 0 0 0,0 0-1 0 0,0-1 1 0 0,0 1-1 0 0,0 0 1 0 0,0-1 0 0 0,0 1-1 0 0,-1 0 1 0 0,1-1-1 0 0,0 1 1 0 0,-1-1 0 0 0,1 2-1 0 0,-52 118 753 0 0,46-106-606 0 0,-1-1-1 0 0,0 0 0 0 0,-1-1 1 0 0,-1 0-1 0 0,-17 20 0 0 0,12-15 26 0 0,-21 32 0 0 0,16-21-122 0 0,15-23-130 0 0,0 0 0 0 0,0 0 0 0 0,0 0 0 0 0,1 0 0 0 0,0 1 0 0 0,0-1 0 0 0,1 1 0 0 0,-1 0 1 0 0,1 0-1 0 0,1 0 0 0 0,-3 12 0 0 0,4-17-37 0 0,0 0-1 0 0,-1-1 1 0 0,1 1 0 0 0,0 0 0 0 0,0 0-1 0 0,1-1 1 0 0,-1 1 0 0 0,0 0 0 0 0,0-1-1 0 0,0 1 1 0 0,0 0 0 0 0,1-1 0 0 0,-1 1-1 0 0,0 0 1 0 0,0-1 0 0 0,1 1-1 0 0,-1 0 1 0 0,1-1 0 0 0,-1 1 0 0 0,1-1-1 0 0,-1 1 1 0 0,0-1 0 0 0,1 1 0 0 0,0-1-1 0 0,-1 1 1 0 0,2 0 0 0 0,18-1-5767 0 0,8-6-5568 0 0</inkml:trace>
</inkml:ink>
</file>

<file path=ppt/ink/ink8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06T18:57:37.89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422 45 1361 0 0,'6'-4'1599'0'0,"7"-9"2339"0"0,-9 0 4718 0 0,-2 8-4703 0 0,11 4-2683 0 0,4 0 2084 0 0,-11 0-2876 0 0,2-1-192 0 0,1 0-1 0 0,0 1 0 0 0,0 0 1 0 0,-1 1-1 0 0,1-1 1 0 0,0 2-1 0 0,9 0 0 0 0,-4 2-340 0 0,-12-3 35 0 0,1 0-1 0 0,-1 0 1 0 0,1 1-1 0 0,0-1 1 0 0,-1 1-1 0 0,0 0 1 0 0,1 0-1 0 0,-1 0 1 0 0,1 0-1 0 0,-1 0 1 0 0,4 3-1 0 0,-5-3 16 0 0,-1-1-1 0 0,1 1 0 0 0,-1 0 0 0 0,1-1 1 0 0,-1 1-1 0 0,1 0 0 0 0,-1 0 1 0 0,0-1-1 0 0,0 1 0 0 0,1 0 1 0 0,-1 0-1 0 0,0 0 0 0 0,0 0 1 0 0,0-1-1 0 0,0 1 0 0 0,0 0 1 0 0,0 0-1 0 0,0 1 0 0 0,-10 27-38 0 0,-5-7 91 0 0,0-1-1 0 0,-1 0 1 0 0,-1-1 0 0 0,-26 24 0 0 0,-94 76 242 0 0,114-100-279 0 0,2-2 55 0 0,-2 0-1 0 0,0-2 1 0 0,0 0-1 0 0,-2-1 1 0 0,-33 14-1 0 0,28-16-19 0 0,-48 18 97 0 0,77-30-142 0 0,-1-1-1 0 0,1 1 1 0 0,0 0 0 0 0,-1-1 0 0 0,1 1-1 0 0,-1-1 1 0 0,1 0 0 0 0,-1 1-1 0 0,0-1 1 0 0,1 0 0 0 0,-1 0 0 0 0,1 0-1 0 0,-1 0 1 0 0,1 0 0 0 0,-1-1 0 0 0,1 1-1 0 0,-1 0 1 0 0,0-1 0 0 0,1 1-1 0 0,0-1 1 0 0,-1 1 0 0 0,1-1 0 0 0,-1 0-1 0 0,1 0 1 0 0,0 1 0 0 0,-1-1-1 0 0,1 0 1 0 0,0 0 0 0 0,0 0 0 0 0,0-1-1 0 0,0 1 1 0 0,-1-1 0 0 0,0-3-17 0 0,0 1 1 0 0,1 0-1 0 0,0-1 1 0 0,0 1 0 0 0,0-1-1 0 0,0 1 1 0 0,1-1-1 0 0,0 1 1 0 0,0-7 0 0 0,0 8 19 0 0,1-1 1 0 0,-1 0-1 0 0,1 1 1 0 0,0-1-1 0 0,0 1 1 0 0,0-1-1 0 0,1 1 1 0 0,-1-1-1 0 0,1 1 1 0 0,0 0-1 0 0,0-1 1 0 0,0 1-1 0 0,0 0 1 0 0,0 0-1 0 0,1 1 1 0 0,-1-1 0 0 0,1 0-1 0 0,3-2 1 0 0,7-5 42 0 0,1 1 1 0 0,27-15-1 0 0,-31 19-12 0 0,-1 1-10 0 0,0 0 1 0 0,-1 1 0 0 0,1 0 0 0 0,0 0 0 0 0,1 1-1 0 0,16-1 1 0 0,-20 2-7 0 0,-1 0 1 0 0,1 1-1 0 0,0 0 1 0 0,-1 1-1 0 0,1-1 1 0 0,0 1-1 0 0,-1 0 1 0 0,1 0-1 0 0,-1 1 0 0 0,1 0 1 0 0,9 4-1 0 0,1 0 28 0 0,14 6 70 0 0,-1 1 0 0 0,-1 2 1 0 0,0 0-1 0 0,-1 2 0 0 0,-1 1 0 0 0,44 39 1 0 0,-63-51-197 0 0,-5-5-254 0 0,0 0-1 0 0,0 1 1 0 0,0-1 0 0 0,-1 0 0 0 0,1 0 0 0 0,-1 1 0 0 0,1-1-1 0 0,-1 1 1 0 0,0 0 0 0 0,1-1 0 0 0,-1 1 0 0 0,0 0 0 0 0,0 0-1 0 0,0 0 1 0 0,0 0 0 0 0,0 0 0 0 0,-1 0 0 0 0,1 0 0 0 0,0 3-1 0 0,-1-14-9082 0 0,0-2 973 0 0</inkml:trace>
</inkml:ink>
</file>

<file path=ppt/ink/ink8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06T18:57:45.21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28 247 560 0 0,'1'0'155'0'0,"0"0"-1"0"0,0 1 1 0 0,0-1-1 0 0,0 0 1 0 0,1 1-1 0 0,-1-1 1 0 0,0 1 0 0 0,-1 0-1 0 0,1-1 1 0 0,0 1-1 0 0,0 0 1 0 0,0-1-1 0 0,0 1 1 0 0,0 0-1 0 0,-1 0 1 0 0,1 0-1 0 0,1 1 1 0 0,-14 9 2847 0 0,11-10-2876 0 0,-4 6 4928 0 0,0-3-1665 0 0,-13-3-1094 0 0,13-1 1013 0 0,10 0-2161 0 0,13 0-173 0 0,-13-3 289 0 0,-5 3-1244 0 0,0 0 1 0 0,0 0-1 0 0,0 0 1 0 0,0 0 0 0 0,0 0-1 0 0,0-1 1 0 0,0 1-1 0 0,0 0 1 0 0,0 0 0 0 0,0 0-1 0 0,0 0 1 0 0,0 0-1 0 0,0-1 1 0 0,0 1 0 0 0,0 0-1 0 0,0 0 1 0 0,0 0-1 0 0,0 0 1 0 0,0 0 0 0 0,0-1-1 0 0,1 1 1 0 0,-1 0-1 0 0,0 0 1 0 0,0 0 0 0 0,0 0-1 0 0,0 0 1 0 0,0 0-1 0 0,0 0 1 0 0,0 0 0 0 0,0-1-1 0 0,1 1 1 0 0,-1 0-1 0 0,0 0 1 0 0,0 0 0 0 0,0 0-1 0 0,0 0 1 0 0,0 0-1 0 0,1 0 1 0 0,-1 0 0 0 0,0 0-1 0 0,0 0 1 0 0,0 0-1 0 0,0 0 1 0 0,0 0 0 0 0,1 0-1 0 0,-1 0 1 0 0,0 0-1 0 0,0 0 1 0 0,0 0 0 0 0,0 0-1 0 0,0 0 1 0 0,0 0 0 0 0,1 0-1 0 0,466-111 2956 0 0,-430 97-2945 0 0,44-21 1 0 0,-8 1-12 0 0,-68 28-33 0 0,0 4-39 0 0,187-49 53 0 0,-168 40 55 0 0,-22 10-46 0 0,0-1 0 0 0,0 1 0 0 0,0 0-1 0 0,1 0 1 0 0,-1 0 0 0 0,0 0 0 0 0,1 0-1 0 0,-1 0 1 0 0,1 1 0 0 0,-1-1-1 0 0,5 1 1 0 0,-12 7 125 0 0,-8 7 280 0 0,-1-1 1 0 0,-22 18 0 0 0,-9 5 462 0 0,3 2-239 0 0,-7 6 246 0 0,-84 96 0 0 0,107-108-884 0 0,-53 72 0 0 0,67-88 0 0 0,1 2 0 0 0,2-1 0 0 0,-1 2 0 0 0,-7 21 0 0 0,13-6 0 0 0,3-34-7 0 0,1 1 1 0 0,0-1-1 0 0,0 1 0 0 0,0-1 1 0 0,0 0-1 0 0,0 1 1 0 0,0-1-1 0 0,0 1 0 0 0,0-1 1 0 0,0 1-1 0 0,0-1 0 0 0,0 0 1 0 0,0 1-1 0 0,0-1 0 0 0,0 1 1 0 0,1-1-1 0 0,-1 1 1 0 0,0-1-1 0 0,0 0 0 0 0,0 1 1 0 0,1-1-1 0 0,-1 0 0 0 0,0 1 1 0 0,0-1-1 0 0,1 0 0 0 0,-1 1 1 0 0,0-1-1 0 0,1 0 0 0 0,-1 1 1 0 0,0-1-1 0 0,1 0 1 0 0,-1 0-1 0 0,0 0 0 0 0,1 1 1 0 0,-1-1-1 0 0,1 0 0 0 0,-1 0 1 0 0,0 0-1 0 0,1 0 0 0 0,-1 0 1 0 0,1 0-1 0 0,0 0 1 0 0,7 1-458 0 0,-1-1 0 0 0,1-1 1 0 0,-1 1-1 0 0,1-1 0 0 0,-1-1 1 0 0,11-2-1 0 0,59-22-6695 0 0,54-27-7315 0 0</inkml:trace>
</inkml:ink>
</file>

<file path=ppt/ink/ink8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06T18:57:46.61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528 0 2321 0 0,'-84'36'1281'0'0,"0"-18"-1041"0"0,-1 5-240 0 0,-21 8-641 0 0,-63-3-879 0 0</inkml:trace>
</inkml:ink>
</file>

<file path=ppt/ink/ink8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06T18:57:48.38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2604 736 720 0 0,'-9'0'154'0'0,"-315"19"2787"0"0,295-16-2484 0 0,-15 3 885 0 0,0-2-1 0 0,-76-3 1 0 0,116-2-1087 0 0,0 1 0 0 0,0-1 0 0 0,0 0 0 0 0,0 0 0 0 0,0 0 0 0 0,0 0 0 0 0,0-1 0 0 0,1 0 0 0 0,-1 0 0 0 0,0 0 0 0 0,1 0 0 0 0,0 0 0 0 0,-1-1 0 0 0,1 1 0 0 0,0-1 0 0 0,-4-4 0 0 0,7 7-200 0 0,0-1 0 0 0,-1 1 0 0 0,1-1 0 0 0,0 1 0 0 0,0 0-1 0 0,-1-1 1 0 0,1 1 0 0 0,0-1 0 0 0,0 1 0 0 0,0-1 0 0 0,0 1 0 0 0,0 0-1 0 0,-1-1 1 0 0,1 1 0 0 0,0-1 0 0 0,0 1 0 0 0,0-1 0 0 0,0 1-1 0 0,0-1 1 0 0,0 1 0 0 0,1-1 0 0 0,-1 1 0 0 0,0-1 0 0 0,0 1-1 0 0,0-1 1 0 0,0 1 0 0 0,0 0 0 0 0,1-1 0 0 0,-1 1 0 0 0,0-1-1 0 0,0 1 1 0 0,1 0 0 0 0,-1-1 0 0 0,0 1 0 0 0,1 0 0 0 0,-1-1 0 0 0,0 1-1 0 0,1 0 1 0 0,-1-1 0 0 0,1 1 0 0 0,-1 0 0 0 0,0 0 0 0 0,1 0-1 0 0,0-1 1 0 0,13-6 745 0 0,0 0 0 0 0,1 1 0 0 0,30-8 0 0 0,54-9-51 0 0,-41 13-345 0 0,67-4-1 0 0,-94 12-250 0 0,358-25 1461 0 0,-326 25-1387 0 0,125 14 0 0 0,-183-12-225 0 0,43 9 19 0 0,-46-8-17 0 0,1 0 1 0 0,-1-1 0 0 0,0 1-1 0 0,0 0 1 0 0,0 0 0 0 0,1 1 0 0 0,-1-1-1 0 0,0 0 1 0 0,-1 0 0 0 0,1 1-1 0 0,0 0 1 0 0,0-1 0 0 0,-1 1-1 0 0,3 2 1 0 0,-4-4-1 0 0,0 1 0 0 0,1 0 0 0 0,-1 0-1 0 0,1 0 1 0 0,-1-1 0 0 0,0 1 0 0 0,0 0-1 0 0,0 0 1 0 0,1 0 0 0 0,-1 0 0 0 0,0 0 0 0 0,0-1-1 0 0,0 1 1 0 0,0 0 0 0 0,0 0 0 0 0,0 0 0 0 0,-1 0-1 0 0,1 0 1 0 0,0-1 0 0 0,0 1 0 0 0,-1 0 0 0 0,1 0-1 0 0,0 0 1 0 0,-1-1 0 0 0,1 1 0 0 0,-1 0-1 0 0,1 0 1 0 0,-1-1 0 0 0,1 1 0 0 0,-1-1 0 0 0,0 1-1 0 0,1 0 1 0 0,-1-1 0 0 0,0 1 0 0 0,1-1 0 0 0,-1 1-1 0 0,0-1 1 0 0,0 0 0 0 0,1 1 0 0 0,-2 0-1 0 0,-44 16 136 0 0,-205 37-25 0 0,190-43-95 0 0,-963 144 875 0 0,-17-93-507 0 0,972-61-232 0 0,0-3 1 0 0,-97-16-1 0 0,161 17-131 0 0,-1 0-1 0 0,1-1 1 0 0,0 1-1 0 0,0-1 1 0 0,0 0-1 0 0,0-1 1 0 0,0 1-1 0 0,-4-5 1 0 0,7 7-12 0 0,1-1-1 0 0,0 0 1 0 0,0 0 0 0 0,0 0-1 0 0,0 0 1 0 0,0 0 0 0 0,0-1 0 0 0,0 1-1 0 0,1 0 1 0 0,-1 0 0 0 0,0 0-1 0 0,1-1 1 0 0,-1 1 0 0 0,1 0 0 0 0,-1-1-1 0 0,1 1 1 0 0,0-1 0 0 0,-1 1-1 0 0,1 0 1 0 0,0-4 0 0 0,0 4 0 0 0,1-1 0 0 0,-1 0 1 0 0,1 0-1 0 0,-1 0 0 0 0,1 0 1 0 0,0 0-1 0 0,0 0 0 0 0,0 1 1 0 0,0-1-1 0 0,0 0 0 0 0,0 1 1 0 0,1-1-1 0 0,-1 1 0 0 0,0-1 1 0 0,3-1-1 0 0,0-1-3 0 0,1 1 1 0 0,0-1-1 0 0,0 1 1 0 0,1 0-1 0 0,-1 1 0 0 0,8-4 1 0 0,74-22 81 0 0,161-30 0 0 0,-139 36-33 0 0,231-40 146 0 0,2 14 1 0 0,640-5 0 0 0,-787 57-179 0 0,264 39 1 0 0,-439-40-56 0 0,0 0-1 0 0,0 2 1 0 0,-1 0 0 0 0,32 14-1 0 0,-49-19 23 0 0,-1 1 1 0 0,0-1-1 0 0,0 1 0 0 0,0 0 1 0 0,1 0-1 0 0,-1 0 0 0 0,0 0 1 0 0,0 0-1 0 0,0 0 0 0 0,0 0 1 0 0,0 0-1 0 0,0 0 0 0 0,-1 0 1 0 0,1 0-1 0 0,0 0 0 0 0,-1 1 1 0 0,1-1-1 0 0,0 2 0 0 0,-1-2 3 0 0,0 0 1 0 0,0 0-1 0 0,0 0 0 0 0,0 0 0 0 0,0 0 0 0 0,-1 0 0 0 0,1 0 0 0 0,0 0 0 0 0,0 0 0 0 0,-1-1 0 0 0,1 1 0 0 0,-1 0 0 0 0,1 0 0 0 0,-1 0 0 0 0,1 0 0 0 0,-1 0 0 0 0,1-1 0 0 0,-1 1 1 0 0,0 0-1 0 0,0-1 0 0 0,0 2 0 0 0,-9 4 15 0 0,1 0 0 0 0,-1-1 0 0 0,0 0 0 0 0,0 0 0 0 0,-20 5 0 0 0,-36 9 46 0 0,-1-2 0 0 0,0-4 0 0 0,-89 7-1 0 0,-654 25-354 0 0,715-42 236 0 0,-74 1-18 0 0,0-8 0 0 0,-218-32 0 0 0,344 29 109 0 0,-65-19 0 0 0,94 21-20 0 0,0 0 0 0 0,0-1 1 0 0,1-1-1 0 0,0 0 1 0 0,0 0-1 0 0,1-1 1 0 0,-20-17-1 0 0,28 22-9 0 0,0 0 0 0 0,0-1 0 0 0,1 1 0 0 0,-1-1 0 0 0,1 0 0 0 0,0 0 0 0 0,0 0 0 0 0,1 0 0 0 0,-1 0 0 0 0,1 0 0 0 0,0-1-1 0 0,0 1 1 0 0,0-1 0 0 0,1 0 0 0 0,-1 0 0 0 0,0-5 0 0 0,3 8-1 0 0,-1-1-1 0 0,0 0 1 0 0,0 0-1 0 0,1 0 1 0 0,0 1-1 0 0,-1-1 1 0 0,1 0-1 0 0,0 1 1 0 0,0-1-1 0 0,1 1 1 0 0,-1-1-1 0 0,3-3 1 0 0,0 0 0 0 0,1 1 0 0 0,0 0 0 0 0,0 0 0 0 0,0 0 0 0 0,0 0 1 0 0,8-4-1 0 0,20-12 41 0 0,1 2 0 0 0,54-22 0 0 0,75-24-14 0 0,3 6 1 0 0,281-61 0 0 0,-302 93 330 0 0,0 5-1 0 0,2 8 1 0 0,167 4 0 0 0,-196 13-95 0 0,-1 6 1 0 0,121 24-1 0 0,-115-6-69 0 0,207 76 1 0 0,-297-89-210 0 0,55 31-1 0 0,-79-39 6 0 0,0 0 0 0 0,0 0 1 0 0,0 1-1 0 0,-1 0 0 0 0,0 0 0 0 0,0 1 0 0 0,12 16 0 0 0,-19-22 9 0 0,0 0 1 0 0,1 0-1 0 0,-1 0 1 0 0,0 0-1 0 0,0 0 1 0 0,0 1-1 0 0,-1-1 1 0 0,1 0-1 0 0,0 0 1 0 0,-1 1-1 0 0,1-1 0 0 0,-1 0 1 0 0,0 1-1 0 0,0-1 1 0 0,0 0-1 0 0,0 1 1 0 0,0-1-1 0 0,-1 0 1 0 0,1 0-1 0 0,-1 1 1 0 0,1-1-1 0 0,-1 0 1 0 0,0 0-1 0 0,0 1 1 0 0,0-1-1 0 0,0 0 1 0 0,0 0-1 0 0,-1 0 0 0 0,1 0 1 0 0,0-1-1 0 0,-1 1 1 0 0,-1 2-1 0 0,-6 3 10 0 0,1 0-1 0 0,-1-1 0 0 0,1 0 0 0 0,-2 0 0 0 0,1-1 1 0 0,-12 4-1 0 0,-32 13-11 0 0,0-3 0 0 0,-2-2-1 0 0,0-2 1 0 0,-1-3 0 0 0,-74 6 0 0 0,-293 6-922 0 0,341-22 610 0 0,-982 17-1510 0 0,17-60 2184 0 0,911 28-411 0 0,130 13 18 0 0,0-1 0 0 0,0 0 0 0 0,0-1 1 0 0,0 1-1 0 0,0-1 0 0 0,0-1 0 0 0,-5-2 0 0 0,10 5 30 0 0,1 0 0 0 0,0 0-1 0 0,0 0 1 0 0,-1-1 0 0 0,1 1 0 0 0,0 0-1 0 0,0 0 1 0 0,-1 0 0 0 0,1-1 0 0 0,0 1-1 0 0,0 0 1 0 0,0-1 0 0 0,-1 1 0 0 0,1 0-1 0 0,0 0 1 0 0,0-1 0 0 0,0 1 0 0 0,0 0-1 0 0,0-1 1 0 0,0 1 0 0 0,0 0-1 0 0,0-1 1 0 0,0 1 0 0 0,0 0 0 0 0,0-1-1 0 0,0 1 1 0 0,0 0 0 0 0,0-1 0 0 0,0 1-1 0 0,0 0 1 0 0,0 0 0 0 0,0-1 0 0 0,0 1-1 0 0,0 0 1 0 0,0-1 0 0 0,1 1 0 0 0,-1 0-1 0 0,0-1 1 0 0,0 1 0 0 0,0 0 0 0 0,1-1-1 0 0,1-1-21 0 0,0 0-1 0 0,1 1 1 0 0,-1-1-1 0 0,1 0 1 0 0,0 1-1 0 0,-1 0 1 0 0,1-1-1 0 0,4 0 1 0 0,71-22 114 0 0,124-21-1 0 0,681-89 581 0 0,481 78 200 0 0,-130 126-653 0 0,-1033-44-388 0 0,-167-21 8 0 0,59 18-1 0 0,-91-22 145 0 0,1-1 1 0 0,-1 1-1 0 0,0 0 0 0 0,1 0 1 0 0,-1 1-1 0 0,0-1 0 0 0,0 0 0 0 0,0 1 1 0 0,0-1-1 0 0,2 3 0 0 0,-4-4 17 0 0,0 1 0 0 0,0-1-1 0 0,1 1 1 0 0,-1-1 0 0 0,0 0 0 0 0,0 1-1 0 0,0-1 1 0 0,0 1 0 0 0,0-1-1 0 0,0 1 1 0 0,0-1 0 0 0,0 1-1 0 0,0-1 1 0 0,0 1 0 0 0,0-1-1 0 0,0 0 1 0 0,-1 1 0 0 0,1-1 0 0 0,0 1-1 0 0,0-1 1 0 0,0 1 0 0 0,-1-1-1 0 0,1 0 1 0 0,0 1 0 0 0,0-1-1 0 0,-1 0 1 0 0,1 1 0 0 0,0-1-1 0 0,-1 0 1 0 0,1 1 0 0 0,0-1-1 0 0,-1 0 1 0 0,1 0 0 0 0,0 1 0 0 0,-1-1-1 0 0,1 0 1 0 0,-1 0 0 0 0,1 0-1 0 0,-1 0 1 0 0,1 1 0 0 0,0-1-1 0 0,-1 0 1 0 0,-19 7-48 0 0,-1-2-1 0 0,1 0 1 0 0,-1-1 0 0 0,-23 2-1 0 0,-181 12-39 0 0,-101-9 80 0 0,-847 26 79 0 0,597-12-18 0 0,-983 18 238 0 0,1326-47-140 0 0,193 4-99 0 0,-52-9 0 0 0,89 11-43 0 0,1-1 1 0 0,-1 1 0 0 0,0-1-1 0 0,1 0 1 0 0,-1 0 0 0 0,1 0-1 0 0,-1 0 1 0 0,1 0-1 0 0,0-1 1 0 0,-4-2 0 0 0,5 4-5 0 0,1 0 1 0 0,0-1-1 0 0,0 1 1 0 0,-1 0 0 0 0,1-1-1 0 0,0 1 1 0 0,0-1-1 0 0,0 1 1 0 0,0 0 0 0 0,0-1-1 0 0,0 1 1 0 0,-1-1-1 0 0,1 1 1 0 0,0-1 0 0 0,0 1-1 0 0,0 0 1 0 0,0-1-1 0 0,1 1 1 0 0,-1-1 0 0 0,0 1-1 0 0,0 0 1 0 0,0-1-1 0 0,0 1 1 0 0,0-1-1 0 0,0 1 1 0 0,1 0 0 0 0,-1-1-1 0 0,0 1 1 0 0,0-1-1 0 0,0 1 1 0 0,1 0 0 0 0,-1-1-1 0 0,0 1 1 0 0,1 0-1 0 0,-1 0 1 0 0,0-1 0 0 0,1 1-1 0 0,6-5 3 0 0,0 1 1 0 0,0-1-1 0 0,0 2 0 0 0,1-1 1 0 0,8-2-1 0 0,68-22 183 0 0,162-33 0 0 0,-220 56-144 0 0,258-53 371 0 0,792-124-133 0 0,-69 102-124 0 0,-547 76-87 0 0,586 69 0 0 0,-977-57-155 0 0,-18-4-179 0 0,-1 2 0 0 0,88 24 0 0 0,-116-19-63 0 0,-23-5 171 0 0,-10-1 15 0 0,-36 3-18 0 0,-55 3 0 0 0,-147 8 200 0 0,-91 3 134 0 0,-1291 91-214 0 0,1263-86-27 0 0,-1050 62 307 0 0,1135-83-106 0 0,224-6-138 0 0,0-3 1 0 0,0-2 0 0 0,-73-15-1 0 0,128 19-13 0 0,-1 0 0 0 0,1 0 0 0 0,0 0 0 0 0,0-1-1 0 0,0 1 1 0 0,0-1 0 0 0,0 0 0 0 0,0 0 0 0 0,0-1 0 0 0,-5-3 0 0 0,9 6 13 0 0,0-1-1 0 0,-1 1 1 0 0,1-1 0 0 0,0 1 0 0 0,0-1 0 0 0,-1 1 0 0 0,1-1 0 0 0,0 1 0 0 0,0-1 0 0 0,0 0 0 0 0,0 1 0 0 0,-1-1 0 0 0,1 1-1 0 0,0-1 1 0 0,0 1 0 0 0,0-1 0 0 0,0 0 0 0 0,0 1 0 0 0,1-1 0 0 0,-1 1 0 0 0,0-1 0 0 0,0 1 0 0 0,0-1 0 0 0,0 1 0 0 0,1-1 0 0 0,-1 1-1 0 0,0-1 1 0 0,1 0 0 0 0,1-2-8 0 0,0 0 1 0 0,1 1-1 0 0,-1 0 0 0 0,1-1 0 0 0,-1 1 0 0 0,1 0 0 0 0,0 1 1 0 0,4-3-1 0 0,16-8 6 0 0,0 1 1 0 0,1 1 0 0 0,44-12 0 0 0,93-15 52 0 0,91-7-7 0 0,60-1 120 0 0,1279-116 226 0 0,-527 100-411 0 0,-574 50-29 0 0,-74 23 41 0 0,-84 22 0 0 0,-265-24-41 0 0,94 27 1 0 0,-147-33 22 0 0,-1 0 0 0 0,0 1-1 0 0,1 0 1 0 0,-2 1 0 0 0,1 1 0 0 0,-1 0 0 0 0,0 0 0 0 0,12 11 0 0 0,-22-17 21 0 0,-1 1 1 0 0,1 0-1 0 0,0 0 1 0 0,-1-1-1 0 0,0 1 1 0 0,1 0-1 0 0,-1 0 1 0 0,0 0 0 0 0,0 1-1 0 0,0-1 1 0 0,0 0-1 0 0,-1 0 1 0 0,1 0-1 0 0,-1 1 1 0 0,1-1-1 0 0,-1 0 1 0 0,0 1-1 0 0,0-1 1 0 0,0 0-1 0 0,0 1 1 0 0,0-1-1 0 0,0 1 1 0 0,-1-1 0 0 0,1 0-1 0 0,-1 0 1 0 0,0 1-1 0 0,1-1 1 0 0,-1 0-1 0 0,0 0 1 0 0,-3 4-1 0 0,0 1-3 0 0,-1-1 0 0 0,0 0-1 0 0,-1 0 1 0 0,0 0 0 0 0,0 0-1 0 0,0-1 1 0 0,0 0 0 0 0,-1 0-1 0 0,0-1 1 0 0,0 0 0 0 0,0 0-1 0 0,-10 4 1 0 0,-26 9-9 0 0,-1-1-1 0 0,-79 17 1 0 0,-161 12 102 0 0,-625 31 418 0 0,737-64-476 0 0,-247 13 5 0 0,-58-2 26 0 0,449-22-49 0 0,-1392 26 273 0 0,1092-44 69 0 0,104-13-132 0 0,208 27-221 0 0,1 0 1 0 0,-1-2-1 0 0,1 0 0 0 0,0 0 0 0 0,-25-14 1 0 0,38 17-2 0 0,-1 1 1 0 0,1-1-1 0 0,-1 0 0 0 0,1 0 1 0 0,0 0-1 0 0,0 0 1 0 0,0 0-1 0 0,0-1 1 0 0,0 1-1 0 0,0 0 0 0 0,-1-4 1 0 0,2 5 2 0 0,1-1 0 0 0,-1 1 0 0 0,1 0 0 0 0,0-1 0 0 0,-1 1 0 0 0,1 0 0 0 0,0-1 1 0 0,0 1-1 0 0,0 0 0 0 0,0-1 0 0 0,0 1 0 0 0,0-1 0 0 0,1 1 0 0 0,-1 0 0 0 0,0-1 0 0 0,1 1 0 0 0,-1 0 0 0 0,1-1 1 0 0,0 0-1 0 0,3-4-14 0 0,1 0 1 0 0,0 0-1 0 0,0 0 1 0 0,1 1-1 0 0,0 0 1 0 0,0 0 0 0 0,0 1-1 0 0,0 0 1 0 0,13-7-1 0 0,48-24-61 0 0,76-28 0 0 0,-45 25 54 0 0,109-25-1 0 0,559-81 360 0 0,509 7 14 0 0,-897 115-153 0 0,519 36-1 0 0,-592 20-166 0 0,-257-26-8 0 0,91 28 1 0 0,-124-31-29 0 0,1 1 0 0 0,-1 1 0 0 0,0 1 1 0 0,-1 0-1 0 0,1 1 0 0 0,-2 0 0 0 0,1 1 0 0 0,22 23 1 0 0,-32-30-3 0 0,0 1 1 0 0,0 1-1 0 0,0-1 1 0 0,-1 1-1 0 0,0-1 1 0 0,0 1-1 0 0,0 0 1 0 0,0 0-1 0 0,-1 0 1 0 0,0 1-1 0 0,0-1 1 0 0,-1 0-1 0 0,1 1 1 0 0,-1-1 0 0 0,0 1-1 0 0,0 0 1 0 0,-1-1-1 0 0,0 1 1 0 0,0 0-1 0 0,0-1 1 0 0,-1 1-1 0 0,0 0 1 0 0,0-1-1 0 0,0 1 1 0 0,-1-1-1 0 0,1 0 1 0 0,-4 6-1 0 0,-3 4-12 0 0,-1 0-1 0 0,0-1 0 0 0,-1 0 0 0 0,0-1 1 0 0,-2 0-1 0 0,1-1 0 0 0,-1 0 1 0 0,-22 16-1 0 0,-10 5-393 0 0,-1-2 0 0 0,-1-2 0 0 0,-1-2 0 0 0,-69 27 1 0 0,50-27-1873 0 0,-2-3 0 0 0,-122 26 0 0 0,41-27-9756 0 0</inkml:trace>
</inkml:ink>
</file>

<file path=ppt/ink/ink8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06T18:57:49.59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0 302 3442 0 0,'35'-5'3184'0'0,"0"-2"1"0"0,-1-1 0 0 0,0-2 0 0 0,51-22-1 0 0,124-69 3551 0 0,-118 53-6330 0 0,-72 39-409 0 0,0-1 0 0 0,32-25-1 0 0,-45 31 14 0 0,0 0-1 0 0,0 1 1 0 0,0-1-1 0 0,12-3 1 0 0,1-1 15 0 0,-18 7-24 0 0,0 1 1 0 0,-1-1 0 0 0,1 0-1 0 0,0 1 1 0 0,0-1 0 0 0,0 1-1 0 0,0 0 1 0 0,0-1 0 0 0,-1 1-1 0 0,1 0 1 0 0,0-1 0 0 0,0 1-1 0 0,0 0 1 0 0,0 0-1 0 0,0 0 1 0 0,0 0 0 0 0,0 0-1 0 0,0 0 1 0 0,0 0 0 0 0,0 0-1 0 0,0 0 1 0 0,0 0 0 0 0,0 1-1 0 0,0-1 1 0 0,1 1-1 0 0,-3 3-3 0 0,0 0 21 0 0,1 1 1 0 0,-1-1-1 0 0,1 1 0 0 0,-1-1 1 0 0,-1 1-1 0 0,1-1 0 0 0,-1 0 1 0 0,1 0-1 0 0,-1 0 0 0 0,0 0 0 0 0,-1 0 1 0 0,1 0-1 0 0,-1 0 0 0 0,1-1 1 0 0,-1 1-1 0 0,0-1 0 0 0,-1 0 0 0 0,-6 6 1 0 0,-4 5 113 0 0,-61 59 372 0 0,-18 19 73 0 0,1 0-242 0 0,-8 9 10 0 0,97-98-338 0 0,0 1 0 0 0,0-1 1 0 0,0 1-1 0 0,0-1 0 0 0,1 1 0 0 0,-1 0 0 0 0,1 0 0 0 0,0 1 0 0 0,1-1 0 0 0,-1 0 0 0 0,1 1 1 0 0,-1-1-1 0 0,1 0 0 0 0,-1 10 0 0 0,3-13-49 0 0,-1 0 1 0 0,0 0-1 0 0,1 0 0 0 0,-1 0 0 0 0,1 0 1 0 0,-1-1-1 0 0,1 1 0 0 0,0 0 1 0 0,-1 0-1 0 0,1 0 0 0 0,0-1 1 0 0,-1 1-1 0 0,1 0 0 0 0,0-1 1 0 0,0 1-1 0 0,0-1 0 0 0,-1 1 1 0 0,1-1-1 0 0,0 1 0 0 0,0-1 1 0 0,0 0-1 0 0,0 1 0 0 0,0-1 0 0 0,0 0 1 0 0,0 0-1 0 0,0 1 0 0 0,0-1 1 0 0,2 0-1 0 0,34 2-3031 0 0,15-13-3877 0 0,4-11-4255 0 0</inkml:trace>
</inkml:ink>
</file>

<file path=ppt/ink/ink8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06T18:57:50.29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1836 85 1921 0 0,'0'-1'252'0'0,"0"0"0"0"0,-1 0 0 0 0,1 0 0 0 0,0 0 0 0 0,-1 0 0 0 0,1 1 0 0 0,-1-1 0 0 0,1 0 0 0 0,-1 0 1 0 0,1 0-1 0 0,-1 1 0 0 0,0-1 0 0 0,1 0 0 0 0,-1 1 0 0 0,0-1 0 0 0,1 0 0 0 0,-1 1 0 0 0,0-1 0 0 0,0 1 0 0 0,0-1 0 0 0,0 1 0 0 0,1 0 0 0 0,-1-1 0 0 0,0 1 1 0 0,0 0-1 0 0,0 0 0 0 0,0-1 0 0 0,0 1 0 0 0,-1 0 0 0 0,-42-5 2671 0 0,-91 3 2939 0 0,-151 17 1 0 0,210-8-5033 0 0,1 4-1 0 0,1 3 1 0 0,0 3 0 0 0,-90 34 0 0 0,156-48-732 0 0,0 0 0 0 0,-1 1 0 0 0,1 0 0 0 0,1 0 0 0 0,-1 1 0 0 0,1 0 1 0 0,-1 0-1 0 0,1 0 0 0 0,1 1 0 0 0,-1 1 0 0 0,1-1 0 0 0,0 1 0 0 0,-6 9 1 0 0,11-14-95 0 0,1 0 0 0 0,-1 0 0 0 0,1 0 1 0 0,0-1-1 0 0,0 1 0 0 0,0 0 0 0 0,0 0 1 0 0,0 0-1 0 0,0-1 0 0 0,0 1 0 0 0,0 0 0 0 0,1 0 1 0 0,-1 0-1 0 0,1-1 0 0 0,-1 1 0 0 0,1 0 1 0 0,0-1-1 0 0,0 1 0 0 0,0 0 0 0 0,0-1 1 0 0,0 1-1 0 0,0-1 0 0 0,0 0 0 0 0,0 1 1 0 0,1-1-1 0 0,-1 0 0 0 0,0 0 0 0 0,4 2 1 0 0,0 3 5 0 0,7 6 24 0 0,0-1 0 0 0,1-1 0 0 0,22 15 0 0 0,-21-16-28 0 0,0 1 0 0 0,-1 1 0 0 0,14 13 0 0 0,-24-22 4 0 0,-1 1 0 0 0,1-1 0 0 0,-1 1 0 0 0,0 0 0 0 0,0-1 0 0 0,0 1 0 0 0,0 0 0 0 0,-1 0 0 0 0,1 0 0 0 0,-1 0 0 0 0,1 0 0 0 0,-1 1 0 0 0,0-1 0 0 0,-1 0 0 0 0,1 1 0 0 0,0-1 0 0 0,-1 0 0 0 0,0 1 0 0 0,0-1 0 0 0,0 1 0 0 0,0-1 0 0 0,-1 0 0 0 0,1 1 0 0 0,-1-1 0 0 0,0 0 0 0 0,1 1 0 0 0,-2-1 0 0 0,1 0 0 0 0,0 0 0 0 0,-1 0 0 0 0,1 0 0 0 0,-1 0 0 0 0,0 0 0 0 0,0 0 0 0 0,0-1 0 0 0,0 1 0 0 0,-1-1 0 0 0,1 1 0 0 0,-5 2 0 0 0,-6 3 10 0 0,0 0-1 0 0,-1-1 1 0 0,0-1 0 0 0,0 0-1 0 0,-27 6 1 0 0,15-3-4 0 0,-78 22 41 0 0,-138 22 0 0 0,-108-5-11 0 0,260-40-60 0 0,72-7-132 0 0,28-2-68 0 0,162-36-1 0 0,-107 21 257 0 0,200-54 151 0 0,358-144 1 0 0,-156-6 179 0 0,-451 211-385 0 0,46-26-85 0 0,-58 32 91 0 0,0 0 0 0 0,-1 0 0 0 0,1 0 1 0 0,-1-1-1 0 0,1 0 0 0 0,-1 1 0 0 0,0-1 0 0 0,-1 0 0 0 0,1 0 1 0 0,3-8-1 0 0,-5 12 6 0 0,-1-1 1 0 0,0 0-1 0 0,1 0 0 0 0,-1 0 1 0 0,0 0-1 0 0,0 0 1 0 0,1 0-1 0 0,-1 0 0 0 0,0 0 1 0 0,0 0-1 0 0,0 1 1 0 0,0-1-1 0 0,0 0 0 0 0,0 0 1 0 0,-1 0-1 0 0,1 0 1 0 0,0 0-1 0 0,0 0 1 0 0,-1 0-1 0 0,1 0 0 0 0,0 0 1 0 0,-1 1-1 0 0,1-1 1 0 0,-1 0-1 0 0,1 0 0 0 0,-1 0 1 0 0,1 1-1 0 0,-1-1 1 0 0,0 0-1 0 0,1 1 0 0 0,-1-1 1 0 0,0 0-1 0 0,0 1 1 0 0,0-1-1 0 0,-32-11 43 0 0,23 9-20 0 0,-40-11-300 0 0,-1 3 1 0 0,0 2-1 0 0,0 2 0 0 0,0 2 1 0 0,-55 3-1 0 0,-76 10-4087 0 0,9 9-5219 0 0,79-5-2930 0 0</inkml:trace>
</inkml:ink>
</file>

<file path=ppt/ink/ink8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06T18:57:51.13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505 23 3041 0 0,'-7'0'721'0'0,"-25"-1"948"0"0,32 1-1605 0 0,-1 0 0 0 0,0 0-1 0 0,0 0 1 0 0,1-1 0 0 0,-1 1 0 0 0,0 0-1 0 0,0 0 1 0 0,1-1 0 0 0,-1 1-1 0 0,0 0 1 0 0,1-1 0 0 0,-1 1 0 0 0,1 0-1 0 0,-1-1 1 0 0,0 1 0 0 0,1-1-1 0 0,-1 1 1 0 0,1-1 0 0 0,-1 1 0 0 0,1-1-1 0 0,-1 0 1 0 0,1 1 0 0 0,-1-1-1 0 0,1 0 1 0 0,0 1 0 0 0,0-1 0 0 0,-1 0-1 0 0,1 1 1 0 0,0-1 0 0 0,0 0-1 0 0,-1-1 1 0 0,-3 1 670 0 0,-43-4 4201 0 0,47 5-4836 0 0,0 0 0 0 0,0 0-1 0 0,0 0 1 0 0,0 1 0 0 0,1-1 0 0 0,-1 0-1 0 0,0 0 1 0 0,0 0 0 0 0,0 0-1 0 0,0 0 1 0 0,0 0 0 0 0,0 1 0 0 0,0-1-1 0 0,0 0 1 0 0,0 0 0 0 0,0 0-1 0 0,1 0 1 0 0,-1 0 0 0 0,0 1 0 0 0,0-1-1 0 0,0 0 1 0 0,0 0 0 0 0,0 0-1 0 0,0 0 1 0 0,0 1 0 0 0,0-1 0 0 0,0 0-1 0 0,-1 0 1 0 0,1 0 0 0 0,0 0-1 0 0,0 0 1 0 0,0 1 0 0 0,0-1 0 0 0,0 0-1 0 0,0 0 1 0 0,0 0 0 0 0,0 0-1 0 0,0 0 1 0 0,0 1 0 0 0,0-1 0 0 0,-1 0-1 0 0,1 0 1 0 0,0 0 0 0 0,0 0-1 0 0,1 0 25 0 0,0 0 1 0 0,0 1-1 0 0,0-1 0 0 0,0 0 0 0 0,0 0 0 0 0,0 1 0 0 0,0-1 0 0 0,0 0 0 0 0,0 1 0 0 0,0-1 1 0 0,0 1-1 0 0,0-1 0 0 0,-1 1 0 0 0,1 0 0 0 0,0-1 0 0 0,0 1 0 0 0,-1 0 0 0 0,1-1 1 0 0,0 1-1 0 0,-1 0 0 0 0,1 0 0 0 0,0 1 0 0 0,2 30 3783 0 0,-3-31-3881 0 0,0 0 59 0 0,0 1 0 0 0,0 0 0 0 0,0-1 0 0 0,0 1 0 0 0,-1-1 0 0 0,1 1 0 0 0,-1-1 0 0 0,1 1-1 0 0,-1-1 1 0 0,1 1 0 0 0,-1-1 0 0 0,0 0 0 0 0,0 1 0 0 0,0-1 0 0 0,0 0 0 0 0,0 1 0 0 0,0-1-1 0 0,-2 2 1 0 0,1-2-47 0 0,1 0-1 0 0,0 1 0 0 0,0-1 1 0 0,0 0-1 0 0,0 1 0 0 0,0-1 1 0 0,0 1-1 0 0,0-1 1 0 0,0 1-1 0 0,0 0 0 0 0,1-1 1 0 0,-1 1-1 0 0,1 0 0 0 0,-1-1 1 0 0,1 1-1 0 0,-1 0 0 0 0,1 0 1 0 0,0-1-1 0 0,0 3 1 0 0,0 1 29 0 0,-1 1 1 0 0,0-1 0 0 0,0 0-1 0 0,0 0 1 0 0,-1 0 0 0 0,0 0-1 0 0,0 0 1 0 0,0-1 0 0 0,0 1-1 0 0,-1 0 1 0 0,0-1 0 0 0,0 0 0 0 0,0 1-1 0 0,-6 5 1 0 0,-12 18 133 0 0,11-14-50 0 0,-1 0-1 0 0,-23 21 1 0 0,20-22-69 0 0,2 1 1 0 0,-19 25 0 0 0,-82 111-936 0 0,74-101-3371 0 0,-1-9-4076 0 0,7-8-5198 0 0</inkml:trace>
</inkml:ink>
</file>

<file path=ppt/ink/ink8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06T18:57:53.66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1 153 2881 0 0,'0'0'83'0'0,"0"1"0"0"0,0-1 0 0 0,1 1 0 0 0,-1-1 0 0 0,0 1 0 0 0,0-1 0 0 0,1 0 0 0 0,-1 1 0 0 0,0-1 0 0 0,0 1 0 0 0,1-1-1 0 0,-1 0 1 0 0,1 1 0 0 0,-1-1 0 0 0,0 0 0 0 0,1 1 0 0 0,-1-1 0 0 0,1 0 0 0 0,-1 0 0 0 0,1 1 0 0 0,-1-1 0 0 0,0 0 0 0 0,1 0 0 0 0,-1 0-1 0 0,1 0 1 0 0,-1 0 0 0 0,1 0 0 0 0,-1 0 0 0 0,1 0 0 0 0,-1 0 0 0 0,1 0 0 0 0,-1 0 0 0 0,1 0 0 0 0,5 2 419 0 0,-14-1 521 0 0,20-1-219 0 0,-6-3 605 0 0,-2 0-1084 0 0,-3 3-121 0 0,0 0-139 0 0,0 0 0 0 0,0 0 0 0 0,0 0 0 0 0,0 0-1 0 0,0 0 1 0 0,0-1 0 0 0,0 1 0 0 0,0 0 0 0 0,0-1 0 0 0,0 1 0 0 0,0 0 0 0 0,0-1 0 0 0,0 1-1 0 0,0-1 1 0 0,-1 1 0 0 0,1-1 0 0 0,0 0 0 0 0,0 1 0 0 0,0-1 0 0 0,-1 0 0 0 0,1 0 0 0 0,0 0-1 0 0,0-1 1 0 0,1-1 138 0 0,-1 0-1 0 0,1 0 0 0 0,1 0 0 0 0,-1 0 1 0 0,0 1-1 0 0,1-1 0 0 0,-1 0 0 0 0,1 1 1 0 0,-1 0-1 0 0,1 0 0 0 0,0-1 1 0 0,0 2-1 0 0,4-3 0 0 0,6-6 755 0 0,-8 5-481 0 0,1 1 0 0 0,-1-1 1 0 0,0 1-1 0 0,1 0 1 0 0,0 0-1 0 0,0 1 1 0 0,0-1-1 0 0,0 2 0 0 0,1-1 1 0 0,-1 1-1 0 0,1-1 1 0 0,0 2-1 0 0,9-2 0 0 0,115-32 2966 0 0,-110 30-3043 0 0,-1 1 0 0 0,31-2 1 0 0,-22 4-208 0 0,0 2 0 0 0,40 4 0 0 0,-4 13-99 0 0,-51-14-90 0 0,-5-2 10 0 0,0 1 0 0 0,0 1 0 0 0,0-1 0 0 0,0 1 0 0 0,12 7 0 0 0,-8-4 7 0 0,1 0 1 0 0,0-1-1 0 0,16 3 1 0 0,7 3-37 0 0,-37-10 16 0 0,1-1 0 0 0,-1 0 0 0 0,0 1-1 0 0,1-1 1 0 0,-1 1 0 0 0,1-1 0 0 0,-1 0-1 0 0,0 1 1 0 0,1-1 0 0 0,-1 1 0 0 0,0-1-1 0 0,0 1 1 0 0,1-1 0 0 0,-1 1 0 0 0,0-1 0 0 0,0 1-1 0 0,0 0 1 0 0,1-1 0 0 0,-1 1 0 0 0,0-1-1 0 0,0 1 1 0 0,0-1 0 0 0,0 1 0 0 0,0 0-1 0 0,0-1 1 0 0,0 1 0 0 0,-1-1 0 0 0,1 1 0 0 0,-5 20 46 0 0,-1-10-17 0 0,1-1-1 0 0,-1-1 0 0 0,0 1 1 0 0,-1-1-1 0 0,-15 16 0 0 0,11-13 6 0 0,0 1 1 0 0,1 0-1 0 0,-14 25 0 0 0,-4 8 64 0 0,-2-1-1 0 0,-1-2 1 0 0,-66 68-1 0 0,86-99-100 0 0,0 1 12 0 0,0 0 1 0 0,1 1-1 0 0,0 1 1 0 0,1-1 0 0 0,1 1-1 0 0,-12 30 1 0 0,16-36 3 0 0,0 1 0 0 0,-1-2 1 0 0,0 1-1 0 0,-1 0 0 0 0,0-1 1 0 0,0 0-1 0 0,-1-1 0 0 0,0 1 1 0 0,0-1-1 0 0,-15 11 0 0 0,7-4 7 0 0,3 5-120 0 0,11-19 75 0 0,1 0 0 0 0,0 1 0 0 0,0-1 0 0 0,0 0 0 0 0,0 1-1 0 0,0-1 1 0 0,0 0 0 0 0,0 1 0 0 0,0-1 0 0 0,0 1 0 0 0,0-1-1 0 0,0 0 1 0 0,0 1 0 0 0,0-1 0 0 0,0 0 0 0 0,0 1 0 0 0,0-1 0 0 0,0 0-1 0 0,0 1 1 0 0,0-1 0 0 0,0 0 0 0 0,1 1 0 0 0,-1-1 0 0 0,0 0 0 0 0,0 0-1 0 0,0 1 1 0 0,1-1 0 0 0,-1 0 0 0 0,1 1 0 0 0,15-1-1875 0 0,-2-9-3516 0 0,32-13-2908 0 0,5-12-1827 0 0</inkml:trace>
</inkml:ink>
</file>

<file path=ppt/ink/ink8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06T18:57:54.04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141 0 8884 0 0,'-84'0'12086'0'0,"27"7"-5363"0"0,85 4-7043 0 0,29 2-1 0 0,-1 5 161 0 0,50-1 80 0 0,35-6-880 0 0,83-22-8565 0 0,-27-30-6002 0 0</inkml:trace>
</inkml:ink>
</file>

<file path=ppt/ink/ink8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06T18:57:55.21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1 155 1441 0 0,'96'-6'13413'0'0,"-1"-12"-5470"0"0,40-24-3488 0 0,-106 31-4355 0 0,-1-2 0 0 0,27-16 0 0 0,2 0-266 0 0,-53 24 139 0 0,1 4-26 0 0,15 3 41 0 0,-14 4 9 0 0,-13 5 15 0 0,7-10-9 0 0,-15 19 110 0 0,-17 32-1 0 0,22-33-48 0 0,-1 0 0 0 0,-1-2-1 0 0,-16 19 1 0 0,-15 8 61 0 0,-3-1-1 0 0,-60 43 1 0 0,73-59-67 0 0,2 1 1 0 0,2 1 0 0 0,0 2-1 0 0,-37 52 1 0 0,65-81-105 0 0,-24 38 40 0 0,25-39-121 0 0,-1 1-1 0 0,0-1 1 0 0,0 1 0 0 0,1 0-1 0 0,-1-1 1 0 0,1 1-1 0 0,-1 0 1 0 0,1-1 0 0 0,0 1-1 0 0,-1 0 1 0 0,1 0-1 0 0,0 0 1 0 0,0-1 0 0 0,0 1-1 0 0,1 0 1 0 0,-1 0-1 0 0,0-1 1 0 0,1 1 0 0 0,-1 0-1 0 0,1-1 1 0 0,0 3-1 0 0,0-3-231 0 0,0 0 1 0 0,0 0-1 0 0,0 0 0 0 0,0 0 0 0 0,1 0 0 0 0,-1 0 0 0 0,0-1 0 0 0,0 1 0 0 0,0 0 0 0 0,1-1 1 0 0,-1 1-1 0 0,0-1 0 0 0,1 1 0 0 0,-1-1 0 0 0,1 0 0 0 0,-1 0 0 0 0,0 0 0 0 0,1 1 0 0 0,-1-1 0 0 0,2-1 1 0 0,49-7-12662 0 0</inkml:trace>
</inkml:ink>
</file>

<file path=ppt/ink/ink8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06T18:57:56.58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316 280 5923 0 0,'0'-2'716'0'0,"0"-1"-1"0"0,0 0 1 0 0,1 0 0 0 0,-1 1 0 0 0,1-1 0 0 0,0 0-1 0 0,0 1 1 0 0,0-1 0 0 0,0 1 0 0 0,0-1 0 0 0,0 1-1 0 0,1-1 1 0 0,-1 1 0 0 0,1 0 0 0 0,1-2 0 0 0,4-6 957 0 0,0 1-305 0 0,0 0 1 0 0,0 0 0 0 0,13-11 0 0 0,56-40 797 0 0,-24 21-1323 0 0,-40 29-806 0 0,0 1 1 0 0,1 1 0 0 0,0 0 0 0 0,0 0 0 0 0,1 2-1 0 0,0-1 1 0 0,0 2 0 0 0,30-8 0 0 0,-33 11-34 0 0,1 0 1 0 0,-1 0 0 0 0,0 1-1 0 0,0 1 1 0 0,0 0-1 0 0,0 0 1 0 0,1 1 0 0 0,-1 1-1 0 0,0 0 1 0 0,0 0 0 0 0,0 1-1 0 0,18 8 1 0 0,-26-10-2 0 0,1 1 0 0 0,-1-1 0 0 0,0 1 0 0 0,0 0 0 0 0,-1 0 1 0 0,1 0-1 0 0,0 1 0 0 0,-1-1 0 0 0,1 0 0 0 0,-1 1 0 0 0,0 0 0 0 0,0 0 1 0 0,0 0-1 0 0,0-1 0 0 0,0 2 0 0 0,-1-1 0 0 0,1 0 0 0 0,1 6 0 0 0,-1 1 26 0 0,0 0 0 0 0,-1 1-1 0 0,0-1 1 0 0,-2 20 0 0 0,1-9 21 0 0,0-16-35 0 0,-1 0 0 0 0,1 0-1 0 0,-1 0 1 0 0,0 0-1 0 0,0 0 1 0 0,-1-1 0 0 0,1 1-1 0 0,-1 0 1 0 0,0-1 0 0 0,0 1-1 0 0,-1-1 1 0 0,1 0 0 0 0,-1 0-1 0 0,-6 8 1 0 0,-3 0-45 0 0,-1 0 0 0 0,0-1 0 0 0,-16 10 0 0 0,14-9-3 0 0,-23 13-15 0 0,-2-1 0 0 0,-81 35 0 0 0,16-8 112 0 0,62-28-32 0 0,1 0-2 0 0,-74 29 1 0 0,98-45-22 0 0,-12 4 10 0 0,1-1 1 0 0,-53 9-1 0 0,76-18-25 0 0,1-1 0 0 0,-1 1-1 0 0,0-1 1 0 0,0-1 0 0 0,1 1 0 0 0,-1-1 0 0 0,0 0 0 0 0,1 0 0 0 0,-1-1-1 0 0,1 1 1 0 0,-1-1 0 0 0,-9-6 0 0 0,14 8 7 0 0,1 0-1 0 0,-1 0 1 0 0,0 0 0 0 0,1 0-1 0 0,-1 0 1 0 0,1-1 0 0 0,-1 1-1 0 0,1 0 1 0 0,-1 0 0 0 0,1-1-1 0 0,-1 1 1 0 0,1 0 0 0 0,-1-1-1 0 0,1 1 1 0 0,-1-1 0 0 0,1 1-1 0 0,-1-1 1 0 0,1 1 0 0 0,0-1-1 0 0,-1 1 1 0 0,1-1 0 0 0,0 1-1 0 0,-1-1 1 0 0,1 1 0 0 0,0-1-1 0 0,0 1 1 0 0,0-1 0 0 0,0 0-1 0 0,-1 1 1 0 0,1-1 0 0 0,0 1-1 0 0,0-1 1 0 0,0 0 0 0 0,0 1-1 0 0,0-1 1 0 0,0 1 0 0 0,0-1-1 0 0,1 0 1 0 0,-1 1 0 0 0,0-1-1 0 0,0 1 1 0 0,0-1 0 0 0,1 1-1 0 0,-1-2 1 0 0,3-1 7 0 0,-1 1 0 0 0,1-1-1 0 0,0 1 1 0 0,0-1 0 0 0,0 1 0 0 0,0 0-1 0 0,0 0 1 0 0,6-3 0 0 0,3-1 20 0 0,1 0 0 0 0,0 1 0 0 0,0 1 0 0 0,26-6 0 0 0,-26 10 13 0 0,-1 1 1 0 0,1 0-1 0 0,0 0 0 0 0,-1 1 1 0 0,0 1-1 0 0,1 0 1 0 0,-1 0-1 0 0,0 1 0 0 0,12 7 1 0 0,15 8 46 0 0,0 2 1 0 0,65 47 0 0 0,-69-35-436 0 0,-33-30 91 0 0,1 0 1 0 0,0 0-1 0 0,0 0 0 0 0,0 0 0 0 0,1 0 0 0 0,-1-1 1 0 0,0 0-1 0 0,7 4 0 0 0,-6-5-661 0 0,1 1 0 0 0,0-1 0 0 0,0 0 1 0 0,0 0-1 0 0,10 1 0 0 0,60-1-8981 0 0</inkml:trace>
</inkml:ink>
</file>

<file path=ppt/ink/ink8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06T18:57:5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50 186 1681 0 0,'-1'-1'9622'0'0,"1"1"-9463"0"0,0-1 0 0 0,0 1 0 0 0,0-1 0 0 0,0 1 0 0 0,0-1 0 0 0,0 1 0 0 0,0 0 0 0 0,0-1 0 0 0,0 1 0 0 0,0-1 0 0 0,0 1 0 0 0,0-1 0 0 0,1 1 0 0 0,-1 0 0 0 0,0-1 0 0 0,0 1 0 0 0,0-1 0 0 0,1 1 0 0 0,-1 0 0 0 0,0-1 0 0 0,0 1 0 0 0,1 0 0 0 0,-1-1 0 0 0,0 1 0 0 0,1 0 0 0 0,-1-1 0 0 0,0 1 0 0 0,1 0 0 0 0,4-4 335 0 0,0 1-1 0 0,0-1 1 0 0,1 1-1 0 0,-1 1 1 0 0,1-1 0 0 0,-1 1-1 0 0,9-2 1 0 0,-6 1-25 0 0,-1 1 0 0 0,0-1 0 0 0,1-1 0 0 0,-1 1 0 0 0,13-10 0 0 0,49-28 1812 0 0,-54 33-1980 0 0,0-1 1 0 0,0 0-1 0 0,-1 0 1 0 0,22-20-1 0 0,-27 18-194 0 0,10 6-27 0 0,-16 10-38 0 0,-11 6 10 0 0,-151 198 721 0 0,102-130-613 0 0,25-32-173 0 0,4-8-82 0 0,5-10-451 0 0,-23 43 0 0 0,46-72 479 0 0,-1 1-1 0 0,1-1 1 0 0,0 0 0 0 0,-1 1-1 0 0,1-1 1 0 0,0 1 0 0 0,0-1 0 0 0,-1 0-1 0 0,1 1 1 0 0,0-1 0 0 0,0 1 0 0 0,0-1-1 0 0,0 0 1 0 0,0 1 0 0 0,0-1 0 0 0,-1 1-1 0 0,1-1 1 0 0,0 1 0 0 0,0-1-1 0 0,0 1 1 0 0,0-1 0 0 0,1 0 0 0 0,-1 1-1 0 0,0-1 1 0 0,0 1 0 0 0,0-1 0 0 0,0 1-1 0 0,0-1 1 0 0,0 0 0 0 0,1 1 0 0 0,-1-1-1 0 0,0 1 1 0 0,0-1 0 0 0,1 0 0 0 0,-1 1-1 0 0,0-1 1 0 0,1 0 0 0 0,-1 1-1 0 0,0-1 1 0 0,1 0 0 0 0,-1 0 0 0 0,0 1-1 0 0,1-1 1 0 0,-1 0 0 0 0,0 0 0 0 0,2 1-1 0 0,2 0-713 0 0,0-1 0 0 0,0 1 0 0 0,0-1 0 0 0,-1 0 0 0 0,1 0 0 0 0,0 0 0 0 0,0-1 0 0 0,8-1-1 0 0,43-18-9982 0 0</inkml:trace>
</inkml:ink>
</file>

<file path=ppt/ink/ink8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06T18:57:57.44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565 89 2161 0 0,'0'-10'2387'0'0,"-1"8"-1838"0"0,1 0 0 0 0,0-1-1 0 0,0 1 1 0 0,0-1 0 0 0,0 1 0 0 0,0 0 0 0 0,0-1 0 0 0,1 1 0 0 0,-1 0 0 0 0,1-1 0 0 0,-1 1-1 0 0,1 0 1 0 0,2-4 0 0 0,1 2-128 0 0,1 0 0 0 0,0 0 0 0 0,0 0 0 0 0,0 1 0 0 0,0 0 0 0 0,1 0 0 0 0,-1 0 0 0 0,1 1 0 0 0,0-1 0 0 0,0 1 0 0 0,0 1 0 0 0,6-2 0 0 0,-5 2-357 0 0,-1 0 0 0 0,1 0 1 0 0,-1 1-1 0 0,1 0 0 0 0,-1 0 0 0 0,1 0 0 0 0,-1 1 0 0 0,1 0 0 0 0,-1 0 0 0 0,1 1 0 0 0,-1 0 0 0 0,0 0 1 0 0,0 0-1 0 0,0 1 0 0 0,0 0 0 0 0,0 0 0 0 0,-1 1 0 0 0,1-1 0 0 0,-1 1 0 0 0,0 0 0 0 0,9 10 0 0 0,-12-12-46 0 0,5 5 64 0 0,-1 1-1 0 0,1 1 1 0 0,-1-1-1 0 0,5 10 1 0 0,-10-15-50 0 0,1 0 0 0 0,-1 0 0 0 0,0 0 0 0 0,0 0 0 0 0,0 0 0 0 0,0 1 0 0 0,0-1 0 0 0,-1 0 1 0 0,0 0-1 0 0,1 0 0 0 0,-1 1 0 0 0,0-1 0 0 0,-1 0 0 0 0,1 0 0 0 0,0 1 0 0 0,-1-1 0 0 0,0 0 0 0 0,0 0 0 0 0,-2 6 1 0 0,-25 28 387 0 0,14-20-227 0 0,-32 43 474 0 0,27-33-227 0 0,-2-1 1 0 0,-38 38-1 0 0,12-27 316 0 0,-1-2 0 0 0,-104 57-1 0 0,128-79-475 0 0,1-2 0 0 0,-2 0 0 0 0,0-2 0 0 0,0 0 0 0 0,-45 8 0 0 0,56-14-160 0 0,1-1 0 0 0,0-1 0 0 0,-1 0 1 0 0,1-1-1 0 0,-1-1 0 0 0,1 0 0 0 0,0 0 0 0 0,-1-2 0 0 0,1 1 0 0 0,0-2 1 0 0,0 0-1 0 0,-19-8 0 0 0,31 10-115 0 0,0 1 0 0 0,0 0-1 0 0,0-1 1 0 0,0 1 0 0 0,0-1 0 0 0,0 1 0 0 0,0-1-1 0 0,0 1 1 0 0,1-1 0 0 0,-1 0 0 0 0,0 1 0 0 0,1-1-1 0 0,0 0 1 0 0,-1 1 0 0 0,1-1 0 0 0,0 0 0 0 0,0 0-1 0 0,0 1 1 0 0,0-1 0 0 0,0 0 0 0 0,0 0 0 0 0,1 1-1 0 0,0-4 1 0 0,0-5-13 0 0,-1 10 6 0 0,0 0 1 0 0,0-1-1 0 0,0 1 1 0 0,0 0-1 0 0,0-1 1 0 0,0 1-1 0 0,1-1 1 0 0,-1 1-1 0 0,0 0 1 0 0,0 0-1 0 0,0-1 1 0 0,1 1-1 0 0,-1 0 1 0 0,0-1-1 0 0,0 1 1 0 0,1 0-1 0 0,-1 0 1 0 0,0-1-1 0 0,1 1 1 0 0,-1 0-1 0 0,0 0 1 0 0,1 0-1 0 0,-1-1 1 0 0,0 1-1 0 0,1 0 1 0 0,-1 0-1 0 0,0 0 1 0 0,1 0-1 0 0,-1 0 1 0 0,1 0-1 0 0,-1 0 1 0 0,0 0-1 0 0,1 0 1 0 0,-1 0-1 0 0,1 0 1 0 0,-1 0-1 0 0,0 0 1 0 0,1 0-1 0 0,-1 0 1 0 0,0 0-1 0 0,1 1 0 0 0,20 4-108 0 0,63 21-2598 0 0,0 5-4722 0 0,24-6-3935 0 0</inkml:trace>
</inkml:ink>
</file>

<file path=ppt/ink/ink8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06T18:57:57.81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169 90 5362 0 0,'-57'0'7364'0'0,"1"0"-1521"0"0,28 6-1842 0 0,0-6-2000 0 0,28-6-2321 0 0,0-6-2961 0 0,28-12-2722 0 0,0-29-3842 0 0</inkml:trace>
</inkml:ink>
</file>

<file path=ppt/ink/ink9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06T18:57:58.20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253 1 240 0 0,'-85'23'14727'0'0,"-27"-5"-4883"0"0,56 0-8243 0 0,56 0-2641 0 0,0-11 159 0 0,56-7-1280 0 0,-28-13-3441 0 0,0 8-481 0 0,0-7 880 0 0,0-6 962 0 0</inkml:trace>
  <inkml:trace contextRef="#ctx0" brushRef="#br0" timeOffset="1">365 113 8484 0 0,'-112'18'12486'0'0,"56"-5"-8645"0"0,56-20-4641 0 0,28 1-561 0 0,0 1-239 0 0,0-8-641 0 0,0 1-641 0 0,0-4-1360 0 0,28-9-960 0 0,28-4 800 0 0</inkml:trace>
  <inkml:trace contextRef="#ctx0" brushRef="#br0" timeOffset="2">696 31 6003 0 0,'-28'29'8804'0'0,"6"7"-1841"0"0,22-19-3441 0 0,0-4-2562 0 0,0-20-5842 0 0,0 1 0 0 0,22-11-641 0 0,-22-7 321 0 0,0 7 960 0 0</inkml:trace>
</inkml:ink>
</file>

<file path=ppt/ink/ink9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06T18:58:00.24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1 433 1441 0 0,'3'-8'12320'0'0,"8"-2"-8663"0"0,29-16-3954 0 0,-29 19 1491 0 0,228-140 1954 0 0,-231 141-3075 0 0,10-6 39 0 0,-1 0 0 0 0,1 1 0 0 0,38-15-1 0 0,-46 22-114 0 0,-2 2-10 0 0,-1-1 1 0 0,1-1-1 0 0,-1 1 0 0 0,13-10 1 0 0,-14 11-37 0 0,-1 1 0 0 0,1 0 0 0 0,-1 0 0 0 0,1 0 0 0 0,9 1 0 0 0,-15 0 46 0 0,0 0 0 0 0,0 0 0 0 0,0 0 0 0 0,0 0-1 0 0,1 0 1 0 0,-1 0 0 0 0,0 0 0 0 0,0 0 0 0 0,0 0 0 0 0,0 0 0 0 0,1 0-1 0 0,-1 0 1 0 0,0 0 0 0 0,0 0 0 0 0,0 0 0 0 0,0 1 0 0 0,0-1-1 0 0,1 0 1 0 0,-1 0 0 0 0,0 0 0 0 0,0 0 0 0 0,0 0 0 0 0,0 1 0 0 0,0-1-1 0 0,0 0 1 0 0,0 0 0 0 0,0 0 0 0 0,0 0 0 0 0,0 0 0 0 0,1 1 0 0 0,-1-1-1 0 0,0 0 1 0 0,0 0 0 0 0,0 0 0 0 0,0 1 0 0 0,0-1 0 0 0,0 0-1 0 0,0 0 1 0 0,0 0 0 0 0,0 0 0 0 0,-1 1 0 0 0,1-1 0 0 0,0 0 0 0 0,0 0-1 0 0,0 0 1 0 0,0 0 0 0 0,0 1 0 0 0,0-1 0 0 0,0 0 0 0 0,0 0-1 0 0,0 0 1 0 0,0 0 0 0 0,-1 0 0 0 0,1 0 0 0 0,0 1 0 0 0,0-1 0 0 0,0 0-1 0 0,0 0 1 0 0,0 0 0 0 0,0 0 0 0 0,-1 0 0 0 0,1 0 0 0 0,0 0-1 0 0,0 0 1 0 0,-1 0 0 0 0,1 2-16 0 0,-127 166 153 0 0,99-125-68 0 0,26-39-54 0 0,0-1 0 0 0,0 1 0 0 0,0-1 0 0 0,-1 1 0 0 0,1-1 0 0 0,-1 0 0 0 0,0 0-1 0 0,-6 6 1 0 0,9-9-1 0 0,0 0 0 0 0,-1-1 0 0 0,1 1 0 0 0,0 0 0 0 0,-1 0 0 0 0,1 0 0 0 0,0 0 0 0 0,0-1 0 0 0,-1 1 0 0 0,1 0 0 0 0,0 0 0 0 0,0 0 0 0 0,0-1 0 0 0,-1 1 0 0 0,1 0 0 0 0,0 0 0 0 0,0-1 0 0 0,0 1 0 0 0,0 0 0 0 0,0-1 0 0 0,-1 1 0 0 0,1 0 0 0 0,0 0 0 0 0,0-1 0 0 0,0 1 0 0 0,0 0 0 0 0,0-1 0 0 0,0 1 0 0 0,0 0 0 0 0,0-1 0 0 0,0 1 0 0 0,0 0 0 0 0,0-1 0 0 0,0 1 0 0 0,0 0 0 0 0,1-1 0 0 0,-2-14 98 0 0,1 14-91 0 0,0-3 13 0 0,0-1 1 0 0,1 1 0 0 0,-1 0-1 0 0,1-1 1 0 0,0 1-1 0 0,0 0 1 0 0,0 0 0 0 0,0-1-1 0 0,1 1 1 0 0,-1 0 0 0 0,4-4-1 0 0,0 0 50 0 0,1 1 0 0 0,1-1 0 0 0,13-12 0 0 0,-11 11-24 0 0,11-10 77 0 0,109-101 804 0 0,-102 98-592 0 0,1 1-1 0 0,1 1 1 0 0,37-20 0 0 0,-27 27 56 0 0,-31 13-407 0 0,-23 6-72 0 0,14-4 65 0 0,1 0 0 0 0,-1 0 0 0 0,0 0 0 0 0,0-1 0 0 0,1 1 1 0 0,-1 0-1 0 0,1 0 0 0 0,-1 0 0 0 0,1 0 0 0 0,0 0 0 0 0,0 0 0 0 0,0 0 1 0 0,0 0-1 0 0,0 0 0 0 0,0 0 0 0 0,0 0 0 0 0,1 2 0 0 0,0 4-28 0 0,-2-1 1 0 0,0 0-1 0 0,0 0 0 0 0,0 0 0 0 0,-1 0 1 0 0,0 0-1 0 0,-4 8 0 0 0,3-8-10 0 0,1 1 0 0 0,-1-1 1 0 0,1 0-1 0 0,1 1 0 0 0,-1-1 0 0 0,1 12 0 0 0,1-19 41 0 0,0 1-1 0 0,0 0 1 0 0,0 0 0 0 0,0 0-1 0 0,0 0 1 0 0,0-1-1 0 0,0 1 1 0 0,0 0-1 0 0,-1 0 1 0 0,1 0-1 0 0,0-1 1 0 0,0 1-1 0 0,-1 0 1 0 0,1 0-1 0 0,0 0 1 0 0,-1-1-1 0 0,1 1 1 0 0,-1 0-1 0 0,1-1 1 0 0,-1 1 0 0 0,1 0-1 0 0,-1-1 1 0 0,0 1-1 0 0,1-1 1 0 0,-1 1-1 0 0,0-1 1 0 0,1 1-1 0 0,-1-1 1 0 0,0 0-1 0 0,0 1 1 0 0,1-1-1 0 0,-2 1 1 0 0,-1-4-16 0 0,15-2-38 0 0,-12 5 56 0 0,1-1 0 0 0,-1 1 0 0 0,0 0 0 0 0,1 0 0 0 0,-1 0 0 0 0,0 0 0 0 0,0 0-1 0 0,1-1 1 0 0,-1 1 0 0 0,0 0 0 0 0,0 0 0 0 0,1 0 0 0 0,-1-1 0 0 0,0 1 0 0 0,0 0 0 0 0,0 0 0 0 0,1-1 0 0 0,-1 1-1 0 0,0 0 1 0 0,0 0 0 0 0,0-1 0 0 0,0 1 0 0 0,0 0 0 0 0,0-1 0 0 0,1 1 0 0 0,-1 0 0 0 0,0-1 0 0 0,0 1 0 0 0,0 0-1 0 0,0 0 1 0 0,0-1 0 0 0,0 1 0 0 0,0 0 0 0 0,0-1 0 0 0,-1 0 0 0 0,1 1 5 0 0,0-1 0 0 0,0 1 0 0 0,0 0 0 0 0,0-1 0 0 0,0 1 0 0 0,0-1-1 0 0,0 1 1 0 0,0-1 0 0 0,0 1 0 0 0,1-1 0 0 0,-1 1 0 0 0,0 0 0 0 0,0-1 0 0 0,0 1 0 0 0,0-1 0 0 0,1 1 0 0 0,-1 0 0 0 0,0-1 0 0 0,0 1 0 0 0,1 0 0 0 0,-1-1 0 0 0,0 1 0 0 0,1 0-1 0 0,-1-1 1 0 0,14-9-10 0 0,-10 7 14 0 0,0-1 0 0 0,1 1 0 0 0,0 0 0 0 0,0 0 0 0 0,10-4 0 0 0,36-11 65 0 0,-47 17-63 0 0,0-1 0 0 0,-1 1 0 0 0,1 0-1 0 0,0 0 1 0 0,0 1 0 0 0,0-1 0 0 0,0 1 0 0 0,0 0-1 0 0,0 0 1 0 0,0 0 0 0 0,0 0 0 0 0,0 1 0 0 0,0-1-1 0 0,-1 1 1 0 0,1 0 0 0 0,0 1 0 0 0,0-1 0 0 0,-1 0 0 0 0,1 1-1 0 0,4 2 1 0 0,-8-4 0 0 0,0 1 0 0 0,1-1 0 0 0,-1 0 0 0 0,0 1-1 0 0,1-1 1 0 0,-1 0 0 0 0,0 0 0 0 0,0 1 0 0 0,1-1 0 0 0,-1 0 0 0 0,0 1 0 0 0,0-1-1 0 0,0 1 1 0 0,1-1 0 0 0,-1 0 0 0 0,0 1 0 0 0,0-1 0 0 0,0 1 0 0 0,0-1 0 0 0,0 0-1 0 0,0 1 1 0 0,0-1 0 0 0,0 1 0 0 0,0-1 0 0 0,0 1 0 0 0,5 15 215 0 0,-4-15-198 0 0,0 1 0 0 0,1 0-1 0 0,-1 0 1 0 0,0 0 0 0 0,0 0 0 0 0,0 0-1 0 0,-1 1 1 0 0,1-1 0 0 0,-1 0-1 0 0,1 0 1 0 0,-1 0 0 0 0,1 1 0 0 0,-1-1-1 0 0,0 0 1 0 0,0 0 0 0 0,-1 4-1 0 0,-1 3 57 0 0,0-1-1 0 0,-1 0 0 0 0,-1 1 1 0 0,-4 9-1 0 0,-11 13 137 0 0,9 1-53 0 0,4-23-482 0 0,-9 12 1142 0 0,13-14-2633 0 0,7-7-3248 0 0,46-29-8265 0 0,-23 12 9351 0 0</inkml:trace>
</inkml:ink>
</file>

<file path=ppt/ink/ink9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06T18:58:00.66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332 0 1201 0 0,'-51'59'10244'0'0,"-33"18"-3201"0"0,28 0-4081 0 0,0 5-2322 0 0,-1-11-640 0 0,29-22-160 0 0,28-33-1681 0 0,28-9-3601 0 0,0-25-3442 0 0</inkml:trace>
</inkml:ink>
</file>

<file path=ppt/ink/ink9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06T18:58:01.02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57 17 4722 0 0,'-28'0'5763'0'0,"0"7"9124"0"0,56-7-14967 0 0,0 0-1681 0 0,28-7-2081 0 0,0-4-1520 0 0,0 6-1 0 0,0 5 561 0 0,0 5 1040 0 0</inkml:trace>
</inkml:ink>
</file>

<file path=ppt/ink/ink9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06T18:58:01.51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29 330 2481 0 0,'0'-1'301'0'0,"0"0"1"0"0,-1-1-1 0 0,1 1 0 0 0,0 0 1 0 0,0 0-1 0 0,-1-1 0 0 0,1 1 1 0 0,-1 0-1 0 0,1 0 0 0 0,-1 0 1 0 0,0 0-1 0 0,1 0 0 0 0,-1 0 1 0 0,0 0-1 0 0,0 0 0 0 0,0 0 1 0 0,1 0-1 0 0,-1 0 0 0 0,-2-1 1 0 0,2 1-117 0 0,-1 0 0 0 0,1 0 0 0 0,0 0 0 0 0,0 0 0 0 0,0 0 0 0 0,0 0 0 0 0,0-1 0 0 0,0 1 0 0 0,1 0 0 0 0,-1-1 0 0 0,0 1-1 0 0,0 0 1 0 0,1-1 0 0 0,-1 1 0 0 0,1-1 0 0 0,0 1 0 0 0,-1-1 0 0 0,1 1 0 0 0,0-1 0 0 0,0-1 0 0 0,0-9 888 0 0,3-39 2856 0 0,-2 48-3793 0 0,0-1-1 0 0,0 1 1 0 0,0 0-1 0 0,1-1 1 0 0,-1 1-1 0 0,1 0 1 0 0,0 0-1 0 0,0 0 1 0 0,0 0-1 0 0,0 0 0 0 0,1 0 1 0 0,2-2-1 0 0,11-9 132 0 0,1 0 0 0 0,0 1 0 0 0,1 1 0 0 0,1 0-1 0 0,0 1 1 0 0,0 2 0 0 0,1 0 0 0 0,0 1 0 0 0,24-7-1 0 0,-18 14-288 0 0,-25 1 20 0 0,0 0-1 0 0,-1 0 1 0 0,1 1 0 0 0,0-1-1 0 0,-1 0 1 0 0,1 1 0 0 0,-1-1 0 0 0,1 0-1 0 0,0 1 1 0 0,-1-1 0 0 0,1 1 0 0 0,-1-1-1 0 0,1 1 1 0 0,-1-1 0 0 0,1 1 0 0 0,-1-1-1 0 0,0 1 1 0 0,1-1 0 0 0,-1 1 0 0 0,1 1-1 0 0,-1 1-1 0 0,1 0 0 0 0,-1 0 0 0 0,0 0 0 0 0,0 0-1 0 0,0 0 1 0 0,0 0 0 0 0,-1 0 0 0 0,1 0 0 0 0,-1 0 0 0 0,0-1-1 0 0,-2 7 1 0 0,-6 14 47 0 0,-1 1 0 0 0,-2-2-1 0 0,0 1 1 0 0,-20 25 0 0 0,15-31-61 0 0,17-17 12 0 0,-1 1-1 0 0,0-1 0 0 0,1 0 0 0 0,-1 1 1 0 0,0-1-1 0 0,1 1 0 0 0,-1-1 0 0 0,1 1 0 0 0,-1-1 1 0 0,1 1-1 0 0,-1 0 0 0 0,1-1 0 0 0,0 1 0 0 0,-1-1 1 0 0,1 1-1 0 0,0 0 0 0 0,-1 0 0 0 0,1-1 0 0 0,0 1 1 0 0,0 0-1 0 0,-1-1 0 0 0,1 2 0 0 0,4-1-219 0 0,-2-2 159 0 0,1 0 1 0 0,-1-1 0 0 0,0 1 0 0 0,1-1 0 0 0,-1 1 0 0 0,0-1 0 0 0,0 0 0 0 0,2-3-1 0 0,21-15-378 0 0,22-8 185 0 0,-1-2 0 0 0,-2-2 0 0 0,43-40 0 0 0,-70 58 506 0 0,1 0 1 0 0,0 2 0 0 0,32-18 0 0 0,-48 29-24 0 0,1 0 0 0 0,-1 0 0 0 0,0 0 0 0 0,0 0 0 0 0,1 0 0 0 0,-1 1 0 0 0,1-1 0 0 0,-1 1 0 0 0,1-1 0 0 0,2 1 0 0 0,-4 0-202 0 0,-1 0 0 0 0,0 0-1 0 0,1 0 1 0 0,-1 0 0 0 0,0 0-1 0 0,1 0 1 0 0,-1 1 0 0 0,0-1-1 0 0,1 0 1 0 0,-1 0 0 0 0,0 0 0 0 0,0 0-1 0 0,1 0 1 0 0,-1 1 0 0 0,0-1-1 0 0,0 0 1 0 0,1 0 0 0 0,-1 1-1 0 0,0-1 1 0 0,0 0 0 0 0,1 0-1 0 0,-1 1 1 0 0,0-1 0 0 0,0 0 0 0 0,0 1-1 0 0,0-1 1 0 0,1 0 0 0 0,-1 0-1 0 0,0 1 1 0 0,0-1 0 0 0,0 0-1 0 0,0 1 1 0 0,0-1 0 0 0,0 0-1 0 0,0 1 1 0 0,0-1 0 0 0,0 0 0 0 0,0 1-1 0 0,0-1 1 0 0,0 0 0 0 0,0 1-1 0 0,0-1 1 0 0,0 0 0 0 0,-1 1-1 0 0,1-1 1 0 0,0 0 0 0 0,0 1-1 0 0,0-1 1 0 0,0 0 0 0 0,-1 0 0 0 0,1 1-1 0 0,0-1 1 0 0,0 0 0 0 0,0 0-1 0 0,-1 1 1 0 0,1-1 0 0 0,0 0-1 0 0,0 0 1 0 0,-1 1 0 0 0,-9 15 573 0 0,0 0 1 0 0,-7 20 0 0 0,-2 4 22 0 0,-86 129-251 0 0,102-165-425 0 0,-26 35-1937 0 0,7-11-3759 0 0,17-13-4996 0 0</inkml:trace>
</inkml:ink>
</file>

<file path=ppt/ink/ink9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06T18:58:03.34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641 1 2161 0 0,'1'0'173'0'0,"0"0"1"0"0,-1 0-1 0 0,1 0 0 0 0,0 0 1 0 0,-1 0-1 0 0,1 0 1 0 0,0 0-1 0 0,-1 0 0 0 0,1 0 1 0 0,0 0-1 0 0,-1 1 1 0 0,1-1-1 0 0,-1 0 0 0 0,1 0 1 0 0,0 1-1 0 0,-1-1 0 0 0,1 0 1 0 0,-1 1-1 0 0,1-1 1 0 0,-1 1-1 0 0,1-1 0 0 0,-1 1 1 0 0,1-1-1 0 0,-1 1 0 0 0,0-1 1 0 0,1 1-1 0 0,-1-1 1 0 0,0 1-1 0 0,1 0 0 0 0,-1-1 1 0 0,0 2-1 0 0,-1-1 556 0 0,0 1 0 0 0,-1 0 0 0 0,0 0 0 0 0,1-1 0 0 0,-1 1 0 0 0,0 0-1 0 0,0-1 1 0 0,0 0 0 0 0,0 0 0 0 0,-2 2 0 0 0,-3 0 269 0 0,-1 0 0 0 0,1-1 0 0 0,0 1 1 0 0,-1-2-1 0 0,1 1 0 0 0,-11 0 0 0 0,-28 7 1780 0 0,30-3-2662 0 0,0 1 1 0 0,0 0 0 0 0,1 1 0 0 0,0 0-1 0 0,1 1 1 0 0,-1 1 0 0 0,2 0-1 0 0,-1 1 1 0 0,2 0 0 0 0,-1 1 0 0 0,2 1-1 0 0,0 0 1 0 0,0 1 0 0 0,1 0-1 0 0,-12 23 1 0 0,5-10-19 0 0,9-14-51 0 0,0 1 1 0 0,-11 25-1 0 0,10 2-7 0 0,-10-3 80 0 0,9-4-40 0 0,8-23-51 0 0,-1-1 1 0 0,-1 1-1 0 0,0-1 1 0 0,-6 12-1 0 0,5-11-19 0 0,0 0-1 0 0,1 1 1 0 0,0 0 0 0 0,1-1-1 0 0,0 1 1 0 0,1 1 0 0 0,1-1-1 0 0,-1 0 1 0 0,2 0 0 0 0,1 23-1 0 0,-1-21 5 0 0,0 5-6 0 0,1-11-8 0 0,0 0 1 0 0,-1 0-1 0 0,0 0 1 0 0,-1 0-1 0 0,0 0 0 0 0,0 0 1 0 0,-1 0-1 0 0,1 0 0 0 0,-2 0 1 0 0,1-1-1 0 0,-1 1 0 0 0,-1-1 1 0 0,1 0-1 0 0,-6 8 1 0 0,4-7 16 0 0,1 0 0 0 0,-1 0 0 0 0,1 1 0 0 0,-5 15 0 0 0,7-16 2 0 0,-1 1 0 0 0,-1-1 0 0 0,1 0 0 0 0,-1-1 1 0 0,-9 14-1 0 0,-7 0 1 0 0,15-16 11 0 0,0 1-1 0 0,0-1 1 0 0,0 1 0 0 0,-7 12-1 0 0,4 14 117 0 0,0-15-93 0 0,7-14-53 0 0,-1 0 0 0 0,1 0 1 0 0,-1 0-1 0 0,1 0 0 0 0,0 0 0 0 0,0 1 0 0 0,1-1 0 0 0,-1 0 0 0 0,1 0 0 0 0,-1 4 0 0 0,1 5-46 0 0,-1-9 29 0 0,1 1 1 0 0,0 0-1 0 0,0-1 1 0 0,0 1 0 0 0,1 0-1 0 0,-1 0 1 0 0,1-1-1 0 0,0 1 1 0 0,1 3-1 0 0,0-3 11 0 0,0 1 0 0 0,0-1-1 0 0,0 0 1 0 0,1 0 0 0 0,-1 0-1 0 0,1 0 1 0 0,0 0 0 0 0,4 3-1 0 0,-4-5-110 0 0,-1-1 0 0 0,1 1 0 0 0,0-1 0 0 0,0 1-1 0 0,0-1 1 0 0,0 0 0 0 0,0 0 0 0 0,0 0-1 0 0,0-1 1 0 0,0 1 0 0 0,0-1 0 0 0,0 0 0 0 0,0 0-1 0 0,1 0 1 0 0,5-1 0 0 0,2 0-1279 0 0,0-1 0 0 0,0-1 0 0 0,0 0 0 0 0,0-1-1 0 0,-1 0 1 0 0,1-1 0 0 0,-1 0 0 0 0,0 0 0 0 0,0-1 0 0 0,-1 0 0 0 0,16-14 0 0 0,55-45-7663 0 0</inkml:trace>
</inkml:ink>
</file>

<file path=ppt/ink/ink9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06T18:58:05.22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100 1 3282 0 0,'-79'1'11752'0'0,"59"2"-4729"0"0,19-2-6342 0 0,13 0 218 0 0,334 40 1489 0 0,-289-37-2290 0 0,1-2 254 0 0,1 2 1 0 0,-2 3-1 0 0,94 24 1 0 0,-108-20-282 0 0,-1-3 1 0 0,1-1 0 0 0,1-3 0 0 0,62 0 0 0 0,-98-4-58 0 0,103 2 90 0 0,212 13-8 0 0,-236-7 47 0 0,-57-6-19 0 0,-1 1 1 0 0,0 2-1 0 0,53 14 0 0 0,-15-3 11 0 0,-50-13-29 0 0,0 1 1 0 0,18 6-1 0 0,7 4 207 0 0,53 10 0 0 0,20 5 435 0 0,-96-25-570 0 0,0 0 0 0 0,1-2 0 0 0,-1 0 0 0 0,1-1 0 0 0,22-2 0 0 0,-13 1 21 0 0,86 3 395 0 0,23 0-294 0 0,23-9-267 0 0,110-3-29 0 0,-96 7-9 0 0,-109 4 5 0 0,-33-1 0 0 0,41-3 0 0 0,89-5 0 0 0,28 1 0 0 0,15-7 0 0 0,266-16 0 0 0,56-5 0 0 0,-145 15 0 0 0,121 23 0 0 0,-168 4 0 0 0,-60-6 0 0 0,449-11 0 0 0,-164-12 0 0 0,-151 15 0 0 0,-381 6 0 0 0,348 23 0 0 0,-82-2 0 0 0,-118-4 0 0 0,-129-10 0 0 0,291 25 0 0 0,18 2 0 0 0,78 6 0 0 0,-67-8 0 0 0,-167-15 0 0 0,56-11 0 0 0,-80-5 0 0 0,-153 0 0 0 0,0 1 0 0 0,38 9 0 0 0,11 2 0 0 0,-16-3 0 0 0,185 24 0 0 0,-214-29 0 0 0,-12-3 0 0 0,0 0 0 0 0,0-1 0 0 0,19-1 0 0 0,-20 2 171 0 0,-33-10-1028 0 0,-10-5-3940 0 0,-24-9-6160 0 0</inkml:trace>
</inkml:ink>
</file>

<file path=ppt/ink/ink9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06T18:58:06.74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36 160 0 0,'3'2'236'0'0,"0"-1"1"0"0,0 0-1 0 0,0 0 0 0 0,0 0 1 0 0,0-1-1 0 0,0 1 0 0 0,0-1 1 0 0,1 0-1 0 0,-1 0 0 0 0,0 0 1 0 0,5 0-1 0 0,1 0 356 0 0,13 4 882 0 0,22 9 467 0 0,2-5 87 0 0,-41-8-1762 0 0,-1 1 0 0 0,1 0 0 0 0,-1-1 0 0 0,0 0 0 0 0,1 0 0 0 0,-1 0 0 0 0,8-2 0 0 0,-7 0-708 0 0,1 0 0 0 0,-1 0 0 0 0,1 0 0 0 0,-1-1 1 0 0,0 0-1 0 0,9-7 0 0 0,-5 4-443 0 0,-1 1 0 0 0,1 0 0 0 0,0 0 1 0 0,12-4-1 0 0,30-4-1396 0 0</inkml:trace>
</inkml:ink>
</file>

<file path=ppt/ink/ink9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06T18:58:08.98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388 0 1441 0 0,'-5'3'474'0'0,"0"0"0"0"0,0 0 1 0 0,0 0-1 0 0,0 0 0 0 0,1 1 1 0 0,-1 0-1 0 0,-5 7 0 0 0,5-6 48 0 0,0 0-1 0 0,-1 0 1 0 0,1-1-1 0 0,-1 0 0 0 0,-7 5 1 0 0,-43 32 2799 0 0,46-37-2944 0 0,1 1 0 0 0,0 1 0 0 0,0-1 0 0 0,1 1 0 0 0,-1 1-1 0 0,1 0 1 0 0,-10 11 0 0 0,11-10-1 0 0,0-1 0 0 0,-1 1 1 0 0,0-1-1 0 0,-17 11 0 0 0,23-17-292 0 0,0 0 0 0 0,0 1 0 0 0,0-1 0 0 0,0 1 0 0 0,1 0 0 0 0,-1 0 0 0 0,0-1 0 0 0,1 1 0 0 0,0 0 0 0 0,-1 0 0 0 0,1 0-1 0 0,0 1 1 0 0,0-1 0 0 0,0 0 0 0 0,0 0 0 0 0,-1 4 0 0 0,0 39 1303 0 0,2-25-1186 0 0,0-19-192 0 0,0 1 1 0 0,0-1 0 0 0,0 1-1 0 0,0-1 1 0 0,1 0-1 0 0,-1 1 1 0 0,0-1 0 0 0,1 1-1 0 0,-1-1 1 0 0,1 0 0 0 0,-1 1-1 0 0,1-1 1 0 0,0 0-1 0 0,-1 0 1 0 0,1 0 0 0 0,0 1-1 0 0,0-1 1 0 0,0 0 0 0 0,0 0-1 0 0,0 0 1 0 0,2 1 0 0 0,-2-1-3 0 0,0 0 0 0 0,0 0 1 0 0,0 0-1 0 0,1 0 0 0 0,-1 0 1 0 0,-1 0-1 0 0,1 1 0 0 0,0-1 1 0 0,0 0-1 0 0,0 1 0 0 0,-1-1 1 0 0,1 0-1 0 0,-1 1 0 0 0,1-1 1 0 0,-1 1-1 0 0,1-1 0 0 0,-1 1 1 0 0,0-1-1 0 0,0 1 0 0 0,0-1 1 0 0,0 3-1 0 0,0-1 26 0 0,1 0 0 0 0,-1 0 0 0 0,1 0-1 0 0,0 0 1 0 0,-1 0 0 0 0,1-1 0 0 0,1 1 0 0 0,-1 0-1 0 0,0 0 1 0 0,1-1 0 0 0,2 5 0 0 0,-2-5-25 0 0,-1 0 1 0 0,0-1 0 0 0,1 1-1 0 0,-1 0 1 0 0,0 0-1 0 0,0 0 1 0 0,-1 0 0 0 0,1 0-1 0 0,0 0 1 0 0,-1 0-1 0 0,1 0 1 0 0,-1 0 0 0 0,1 0-1 0 0,-1 0 1 0 0,0 0-1 0 0,0 0 1 0 0,0 1 0 0 0,0-1-1 0 0,-1 0 1 0 0,1 0 0 0 0,0 0-1 0 0,-1 0 1 0 0,0 2-1 0 0,-8 15 32 0 0,7-15-23 0 0,0 0 1 0 0,0 1-1 0 0,0-1 1 0 0,0 0-1 0 0,1 1 0 0 0,0 0 1 0 0,0-1-1 0 0,0 1 0 0 0,0 9 1 0 0,1-8-15 0 0,-1 0 1 0 0,0 0 0 0 0,0 0-1 0 0,0 0 1 0 0,-1 0-1 0 0,0 0 1 0 0,-4 9 0 0 0,-3 10 20 0 0,2 1 41 0 0,5-19-38 0 0,0 1 0 0 0,0-1 0 0 0,-1 1 0 0 0,0-1 0 0 0,0 0 0 0 0,-8 11 0 0 0,-26 52-99 0 0,23-41 210 0 0,13-26-135 0 0,0-1-1 0 0,0 1 0 0 0,0 0 1 0 0,0-1-1 0 0,1 1 1 0 0,0 0-1 0 0,-1 0 0 0 0,1 0 1 0 0,0-1-1 0 0,1 5 0 0 0,-1 0-241 0 0,3-7 170 0 0,0 1 0 0 0,0-1 1 0 0,1 1-1 0 0,-1-1 0 0 0,0 0 1 0 0,0 0-1 0 0,1 0 0 0 0,-1-1 0 0 0,0 1 1 0 0,0-1-1 0 0,5-1 0 0 0,52-10 551 0 0,-55 11-526 0 0,5-2 165 0 0,0 1-1 0 0,-1-2 1 0 0,1 1-1 0 0,0-2 1 0 0,-1 1-1 0 0,12-8 1 0 0,16-9 329 0 0,94-39 764 0 0,-66 27-520 0 0,-35 22-552 0 0,11-4 186 0 0,0 3 0 0 0,0 0 0 0 0,54-6 0 0 0,-37 11-245 0 0,-24 2-78 0 0,46 0 0 0 0,131-7 248 0 0,-39-19 277 0 0,-92 15-286 0 0,256-61 957 0 0,-280 59-961 0 0,-23 7-147 0 0,-10 10-26 0 0,13 1 11 0 0,17-1 170 0 0,55 8-1 0 0,-45-3-133 0 0,-42-4-64 0 0,40 7 0 0 0,-46-6-10 0 0,0-1 0 0 0,0 0 1 0 0,0-1-1 0 0,21-3 0 0 0,31-2 92 0 0,405-10 981 0 0,252 8 1429 0 0,-713 9-2534 0 0,248 23 56 0 0,-85 4-77 0 0,22 1 13 0 0,28-26 0 0 0,-116-5 0 0 0,-78 2 0 0 0,412-12 0 0 0,-348 3 0 0 0,281-20 0 0 0,1 30 0 0 0,-261 3 0 0 0,79 7 0 0 0,232 8 0 0 0,-114-10 0 0 0,2 3 0 0 0,-180-8 0 0 0,126 14 0 0 0,12 0 0 0 0,-225-17 0 0 0,327 0 0 0 0,-80-3 0 0 0,-106 12 0 0 0,-62-3 0 0 0,9 2 0 0 0,34 1 0 0 0,-112-5 0 0 0,-21 3 0 0 0,-13-3 0 0 0,-13-3 0 0 0,108 22 0 0 0,-75-18 0 0 0,0-1 0 0 0,47-1 0 0 0,155-7 0 0 0,123-10 0 0 0,-168 6 0 0 0,-97 3 0 0 0,201-5 0 0 0,-216 9 0 0 0,347 3 0 0 0,-151 7 0 0 0,-147-4 0 0 0,184 17 0 0 0,-54-4 0 0 0,-207-14 0 0 0,-32-4 0 0 0,1 3 0 0 0,-1-3 0 0 0,-27-1 0 0 0,1 0 0 0 0,-1 1 0 0 0,1-1 0 0 0,-1 0 0 0 0,1 0 0 0 0,-1 0 0 0 0,1 0 0 0 0,-1-1 0 0 0,1 1 0 0 0,-1 0 0 0 0,1-1 0 0 0,-1 1 0 0 0,1-1 0 0 0,-1 1 0 0 0,0-1 0 0 0,1 0 0 0 0,-1 1 0 0 0,0-1 0 0 0,2-1 0 0 0,-3 1 0 0 0,0 0 0 0 0,0 1 0 0 0,0-1 0 0 0,0 1 0 0 0,0-1 0 0 0,0 0 0 0 0,0 1 0 0 0,0-1 0 0 0,0 1 0 0 0,0-1 0 0 0,-1 1 0 0 0,1-1 0 0 0,0 1 0 0 0,-1-1 0 0 0,1 0 0 0 0,0 1 0 0 0,-1 0 0 0 0,1-1 0 0 0,0 1 0 0 0,-1-1 0 0 0,0 0 0 0 0,-1-2 0 0 0,-1-2-152 0 0,-1-1-1 0 0,0 1 1 0 0,0 0-1 0 0,-1 0 1 0 0,1 1 0 0 0,-1-1-1 0 0,-8-5 1 0 0,-14-10-2519 0 0,-47-26 0 0 0,21 18-3896 0 0,-78-30 1 0 0,-9 12-6347 0 0</inkml:trace>
</inkml:ink>
</file>

<file path=ppt/ink/ink9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06T18:58:10.87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337 102 400 0 0,'0'0'52'0'0,"0"1"1"0"0,0-1-1 0 0,0 1 0 0 0,0-1 0 0 0,-1 1 0 0 0,1-1 0 0 0,0 1 0 0 0,0 0 1 0 0,-1-1-1 0 0,1 1 0 0 0,0-1 0 0 0,0 1 0 0 0,-1-1 0 0 0,1 0 1 0 0,-1 1-1 0 0,1-1 0 0 0,0 1 0 0 0,-1-1 0 0 0,1 0 0 0 0,-1 1 1 0 0,1-1-1 0 0,-1 0 0 0 0,1 1 0 0 0,-1-1 0 0 0,1 0 0 0 0,-1 0 1 0 0,1 1-1 0 0,-1-1 0 0 0,1 0 0 0 0,-1 0 0 0 0,0 0 0 0 0,1 0 1 0 0,-1 0-1 0 0,1 0 0 0 0,-1 0 0 0 0,1 0 0 0 0,-1 0 0 0 0,0 0 1 0 0,1 0-1 0 0,-1 0 0 0 0,1-1 0 0 0,-1 1 0 0 0,0 0 0 0 0,-3-1 54 0 0,-1 1 775 0 0,8-22 1234 0 0,8 17-952 0 0,-2 2-973 0 0,-7 0 73 0 0,-1 0 0 0 0,0 0 0 0 0,0 0 1 0 0,-1 0-1 0 0,1-1 0 0 0,0 1 0 0 0,-1 0 0 0 0,0 0 1 0 0,0 0-1 0 0,0 0 0 0 0,0-1 0 0 0,0 1 0 0 0,-2-4 1 0 0,2-3 920 0 0,0 1-2547 0 0,0-5 15343 0 0,0 26-11577 0 0,0-3-2359 0 0,-1-1-1 0 0,0 1 1 0 0,-1-1-1 0 0,0 0 1 0 0,0 0-1 0 0,-4 10 1 0 0,3-10-12 0 0,0-1 1 0 0,1 1 0 0 0,0 0-1 0 0,1 0 1 0 0,-1 0 0 0 0,1 10 0 0 0,1-16-40 0 0,0 1 1 0 0,0-1-1 0 0,-1 0 1 0 0,1 0 0 0 0,0 1-1 0 0,-1-1 1 0 0,0 0 0 0 0,1 0-1 0 0,-1 0 1 0 0,0 0-1 0 0,0 1 1 0 0,0-1 0 0 0,-1-1-1 0 0,1 1 1 0 0,0 0 0 0 0,-3 2-1 0 0,-4 8 62 0 0,-6 14 268 0 0,-5 7-112 0 0,11-20-197 0 0,0 0 0 0 0,1 0-1 0 0,0 0 1 0 0,-5 17 0 0 0,2-7 50 0 0,9-19-48 0 0,0-1-1 0 0,0 1 1 0 0,0-1 0 0 0,1 1-1 0 0,-1-1 1 0 0,1 1-1 0 0,0 6 1 0 0,0-7-15 0 0,0 0 0 0 0,0 0 0 0 0,0 0 0 0 0,0 0 0 0 0,-1 0 0 0 0,1 0 0 0 0,-1-1 0 0 0,-1 5 0 0 0,-8 9-33 0 0,8-13 32 0 0,1-1-1 0 0,-1 0 1 0 0,1 0-1 0 0,0 1 0 0 0,0-1 1 0 0,0 0-1 0 0,0 1 1 0 0,0-1-1 0 0,0 1 0 0 0,1 0 1 0 0,-1-1-1 0 0,1 1 1 0 0,0 0-1 0 0,0 2 1 0 0,-1 1 13 0 0,1-1 0 0 0,-1 0 0 0 0,0 1 0 0 0,0-1 0 0 0,-1 1 0 0 0,0-1 0 0 0,0 0 0 0 0,-4 8 0 0 0,-2 6 3 0 0,-29 96 117 0 0,29-96-137 0 0,5-14 8 0 0,1 0-1 0 0,0 0 1 0 0,0 0-1 0 0,0 1 0 0 0,1-1 1 0 0,0 0-1 0 0,0 1 1 0 0,-1 8-1 0 0,2-10 3 0 0,0 0 0 0 0,0 0 1 0 0,-1 0-1 0 0,0 0 0 0 0,0-1 0 0 0,0 1 0 0 0,0 0 1 0 0,-1-1-1 0 0,1 1 0 0 0,-1-1 0 0 0,-3 5 0 0 0,-3 8 0 0 0,7-14-6 0 0,1-1 0 0 0,-1 1 0 0 0,1-1 0 0 0,0 1 0 0 0,-1 0-1 0 0,1-1 1 0 0,0 1 0 0 0,0-1 0 0 0,0 1 0 0 0,0 0 0 0 0,0-1 0 0 0,0 1 0 0 0,1 0-1 0 0,-1-1 1 0 0,0 1 0 0 0,1-1 0 0 0,-1 1 0 0 0,1-1 0 0 0,0 1 0 0 0,-1-1 0 0 0,1 1 0 0 0,0-1-1 0 0,0 1 1 0 0,0-1 0 0 0,0 0 0 0 0,2 2 0 0 0,-1-1 1 0 0,-1 0 0 0 0,1 0 1 0 0,-1 0-1 0 0,0 0 0 0 0,0 0 0 0 0,0 0 0 0 0,0 0 0 0 0,0 0 1 0 0,0 0-1 0 0,0 0 0 0 0,-1 0 0 0 0,1 1 0 0 0,-1 2 0 0 0,0-3 4 0 0,0 0 0 0 0,-1 0 0 0 0,1-1-1 0 0,-1 1 1 0 0,0 0 0 0 0,0 0 0 0 0,1-1-1 0 0,-1 1 1 0 0,0-1 0 0 0,0 1 0 0 0,-1-1-1 0 0,1 1 1 0 0,0-1 0 0 0,-3 3 0 0 0,3-3-7 0 0,0-1 0 0 0,0 1 0 0 0,0 0 0 0 0,0 0 0 0 0,0 0 0 0 0,0 0 1 0 0,0 0-1 0 0,0 0 0 0 0,0 0 0 0 0,0 0 0 0 0,1 0 0 0 0,-1 1 0 0 0,0-1 0 0 0,1 0 1 0 0,-1 0-1 0 0,1 1 0 0 0,0-1 0 0 0,-1 0 0 0 0,1 0 0 0 0,0 1 0 0 0,0-1 0 0 0,0 0 1 0 0,0 1-1 0 0,0-1 0 0 0,0 0 0 0 0,0 1 0 0 0,0-1 0 0 0,1 0 0 0 0,-1 1 0 0 0,0-1 1 0 0,1 0-1 0 0,-1 1 0 0 0,1-1 0 0 0,-1 0 0 0 0,1 0 0 0 0,0 0 0 0 0,1 2 0 0 0,6 7-11 0 0,-6-9 18 0 0,-1 0-1 0 0,1 1 0 0 0,-1-1 1 0 0,0 1-1 0 0,0-1 1 0 0,0 1-1 0 0,0-1 1 0 0,0 1-1 0 0,0 0 1 0 0,0 0-1 0 0,-1-1 0 0 0,1 1 1 0 0,-1 0-1 0 0,1 0 1 0 0,-1 0-1 0 0,0 0 1 0 0,1 0-1 0 0,-1 0 1 0 0,0-1-1 0 0,-1 5 0 0 0,1 2 21 0 0,0-4-22 0 0,0 0 0 0 0,-1-1-1 0 0,2 1 1 0 0,-1-1 0 0 0,0 1 0 0 0,1-1 0 0 0,0 1 0 0 0,-1-1 0 0 0,3 5 0 0 0,3 4-14 0 0,-3-7 11 0 0,-1 0 0 0 0,0 0-1 0 0,0 0 1 0 0,0 1 0 0 0,0-1 0 0 0,-1 0-1 0 0,0 1 1 0 0,0 0 0 0 0,0 10 0 0 0,-1 137-561 0 0,1-147 351 0 0,-2 1-1 0 0,1 0 1 0 0,-1 0-1 0 0,0 0 0 0 0,0-1 1 0 0,-1 1-1 0 0,0-1 1 0 0,0 1-1 0 0,-1-1 1 0 0,-3 7-1 0 0,3-8-473 0 0,0 0 0 0 0,-1-1-1 0 0,1 1 1 0 0,-1-1 0 0 0,0 0 0 0 0,0 0-1 0 0,-9 6 1 0 0,12-9 241 0 0,-1 1 0 0 0,1-1 0 0 0,-1 0 1 0 0,1-1-1 0 0,-1 1 0 0 0,0 0 0 0 0,1 0 0 0 0,-1-1 0 0 0,0 1 0 0 0,1-1 0 0 0,-1 1 1 0 0,0-1-1 0 0,0 0 0 0 0,-3 0 0 0 0,2 0-534 0 0,0-1-1 0 0,1 0 1 0 0,-1 0-1 0 0,0 0 1 0 0,0 0-1 0 0,0-1 1 0 0,1 1-1 0 0,-4-3 1 0 0,6 4 943 0 0</inkml:trace>
</inkml:ink>
</file>

<file path=ppt/ink/ink9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06T19:00:11.23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0 240 0 0,'0'2'73'0'0,"0"-1"0"0"0,0 0 0 0 0,0 0 0 0 0,0 0 0 0 0,0 0 0 0 0,0 0 0 0 0,0 0 0 0 0,0 1 0 0 0,0-1 0 0 0,1 0 0 0 0,-1 0 1 0 0,1 0-1 0 0,-1 0 0 0 0,1 0 0 0 0,-1 0 0 0 0,1 0 0 0 0,0 1 0 0 0,14 1 292 0 0,-12-3-364 0 0,2 0 1360 0 0,0 0-1135 0 0,-5 0-203 0 0,1 0-6 0 0,0 0 0 0 0,1 0 1 0 0,-1 0-1 0 0,0 0 0 0 0,0 0 0 0 0,1 0 1 0 0,-1 0-1 0 0,0 0 0 0 0,0 0 1 0 0,1 0-1 0 0,-1-1 0 0 0,0 1 0 0 0,0-1 1 0 0,0 1-1 0 0,0-1 0 0 0,1 1 0 0 0,0-2 1 0 0,-2 1 222 0 0,-1 0-70 0 0,7-2-100 0 0,12 2 90 0 0,-13-1 76 0 0,-5 2-230 0 0,0 0 0 0 0,0-1 1 0 0,0 1-1 0 0,0 0 0 0 0,0 0 1 0 0,0 0-1 0 0,0 0 0 0 0,0-1 1 0 0,0 1-1 0 0,0 0 1 0 0,0 0-1 0 0,0 0 0 0 0,0 0 1 0 0,0 0-1 0 0,0-1 0 0 0,0 1 1 0 0,0 0-1 0 0,0 0 1 0 0,0 0-1 0 0,1 0 0 0 0,-1 0 1 0 0,0-1-1 0 0,0 1 0 0 0,0 0 1 0 0,0 0-1 0 0,0 0 0 0 0,0 0 1 0 0,0 0-1 0 0,0 0 1 0 0,1 0-1 0 0,-1 0 0 0 0,0 0 1 0 0,0-1-1 0 0,0 1 0 0 0,0 0 1 0 0,0 0-1 0 0,1 0 1 0 0,-1 0-1 0 0,0 0 0 0 0,0 0 1 0 0,0 0-1 0 0,0 0 0 0 0,1 0 1 0 0,-1 0-1 0 0,0 0 0 0 0,0 0 1 0 0,0 0-1 0 0,0 0 1 0 0,0 0-1 0 0,1 0 0 0 0,2-1-325 0 0,9-2 1814 0 0,-32 1 1638 0 0,14 3-2887 0 0,0 0 0 0 0,0 0 0 0 0,0 1 0 0 0,0-1 0 0 0,0 1 0 0 0,0 1 0 0 0,1-1 0 0 0,-1 1-1 0 0,-6 4 1 0 0,-2 1 176 0 0,13-8-399 0 0,1 0 0 0 0,-1 0 0 0 0,1 0 0 0 0,0 1 0 0 0,-1-1-1 0 0,1 0 1 0 0,0 1 0 0 0,-1-1 0 0 0,1 0 0 0 0,0 1 0 0 0,0-1 0 0 0,-1 0 0 0 0,1 1-1 0 0,0-1 1 0 0,0 0 0 0 0,0 1 0 0 0,0-1 0 0 0,-1 1 0 0 0,1-1 0 0 0,0 1-1 0 0,0-1 1 0 0,0 0 0 0 0,0 1 0 0 0,0-1 0 0 0,0 1 0 0 0,0-1 0 0 0,0 1 0 0 0,0-1-1 0 0,0 0 1 0 0,0 1 0 0 0,0-1 0 0 0,1 1 0 0 0,-1-1 0 0 0,0 1 0 0 0,0-1-1 0 0,0 0 1 0 0,1 1 0 0 0,-1-1 0 0 0,0 0 0 0 0,0 1 0 0 0,1-1 0 0 0,-1 0 0 0 0,0 1-1 0 0,1-1 1 0 0,-1 0 0 0 0,0 1 0 0 0,1-1 0 0 0,0 0 0 0 0,35 12-340 0 0,2-5-3608 0 0,-38-8 3743 0 0,0 1 91 0 0,0 0 0 0 0,0 0 0 0 0,0 0 0 0 0,0 0 0 0 0,0 0 0 0 0,0 0 0 0 0,0 0 0 0 0,0 0 0 0 0,0 0 0 0 0,0-1 0 0 0,0 1 1 0 0,0 0-1 0 0,0 0 0 0 0,0 0 0 0 0,0 0 0 0 0,0 0 0 0 0,0 0 0 0 0,0 0 0 0 0,0 0 0 0 0,0-1 0 0 0,0 1 0 0 0,0 0 0 0 0,0 0 0 0 0,0 0 0 0 0,0 0 0 0 0,0 0 0 0 0,0 0 0 0 0,0 0 0 0 0,0 0 0 0 0,0 0 0 0 0,-23-15-3217 0 0</inkml:trace>
</inkml:ink>
</file>

<file path=ppt/ink/ink9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06T19:00:29.14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756 118 1681 0 0,'0'2'418'0'0,"-1"0"1"0"0,0-1 0 0 0,0 1-1 0 0,0-1 1 0 0,0 0-1 0 0,0 1 1 0 0,0-1 0 0 0,0 0-1 0 0,0 1 1 0 0,0-1-1 0 0,-1 0 1 0 0,1 0 0 0 0,0 0-1 0 0,-1 0 1 0 0,1 0-1 0 0,-1-1 1 0 0,1 1 0 0 0,-1 0-1 0 0,1-1 1 0 0,-1 1-1 0 0,0-1 1 0 0,1 1 0 0 0,-4-1-1 0 0,-51 10 3889 0 0,42-9-3632 0 0,-1 1 497 0 0,0-1 0 0 0,0-1 0 0 0,-29-4-1 0 0,16 0-704 0 0,24 4-267 0 0,3-1-267 0 0,1 0 54 0 0,0 0-1 0 0,0 0 0 0 0,0 0 1 0 0,0 0-1 0 0,0 0 1 0 0,0 0-1 0 0,0 0 0 0 0,0 1 1 0 0,0-1-1 0 0,0 0 0 0 0,0 0 1 0 0,1 0-1 0 0,-1 0 0 0 0,0 0 1 0 0,1 0-1 0 0,-1 0 0 0 0,0 1 1 0 0,1-1-1 0 0,-1 0 0 0 0,1 0 1 0 0,0 0-1 0 0,-1 1 0 0 0,1-1 1 0 0,0 0-1 0 0,-1 1 1 0 0,1-1-1 0 0,0 1 0 0 0,-1-1 1 0 0,1 1-1 0 0,0-1 0 0 0,0 1 1 0 0,0-1-1 0 0,1 0 0 0 0,7-2-55 0 0,-9 2 63 0 0,1 1-1 0 0,-1 0 1 0 0,1-1-1 0 0,-1 1 1 0 0,0-1-1 0 0,1 1 1 0 0,-1 0-1 0 0,0-1 1 0 0,1 1-1 0 0,-1-1 1 0 0,0 1-1 0 0,0-1 1 0 0,1 1-1 0 0,-1-1 1 0 0,0 1-1 0 0,0-1 1 0 0,0 1-1 0 0,0-1 1 0 0,0 1-1 0 0,0-1 1 0 0,0 1 0 0 0,0-1-1 0 0,0 1 1 0 0,0-1-1 0 0,0 1 1 0 0,0-1-1 0 0,0 0 1 0 0,0-3-133 0 0,-5 0 126 0 0,-14 3-1 0 0,15 1-52 0 0,-1 1-94 0 0,-14 3 80 0 0,13 0-6 0 0,3-1 78 0 0,-100 27-165 0 0,76-22 111 0 0,21-6 38 0 0,-1-1 0 0 0,1 1-1 0 0,0 1 1 0 0,0-1 0 0 0,0 1-1 0 0,0 0 1 0 0,0 0 0 0 0,-6 5 0 0 0,-6 5 78 0 0,14-11-43 0 0,0 0 1 0 0,1 0-1 0 0,-1 1 0 0 0,1 0 0 0 0,-1 0 1 0 0,-3 4-1 0 0,0 5-5 0 0,6-10-10 0 0,-1-1 1 0 0,1 1 0 0 0,0 0 0 0 0,0 0-1 0 0,-1 0 1 0 0,1-1 0 0 0,-1 1 0 0 0,1-1-1 0 0,-1 1 1 0 0,0-1 0 0 0,0 0 0 0 0,0 0-1 0 0,-3 2 1 0 0,-1 1-1 0 0,0-1 1 0 0,1 1-1 0 0,-1 0 0 0 0,1 1 1 0 0,0-1-1 0 0,1 1 0 0 0,-1 0 1 0 0,1 0-1 0 0,0 0 0 0 0,-5 9 1 0 0,-21 25 3 0 0,-17 14 107 0 0,38-30-1 0 0,-66 81-159 0 0,73-101 38 0 0,1 1 0 0 0,0-1 0 0 0,0 1 0 0 0,0 0 1 0 0,0-1-1 0 0,1 1 0 0 0,-1 0 0 0 0,1 0 0 0 0,0-1 0 0 0,0 1 0 0 0,0 0 0 0 0,2 6 0 0 0,-1 3 76 0 0,-1 93 232 0 0,0-105-292 0 0,0 0-1 0 0,0 0 1 0 0,0 1 0 0 0,0-1-1 0 0,1 0 1 0 0,-1 0-1 0 0,0 0 1 0 0,1 0 0 0 0,-1 0-1 0 0,0 0 1 0 0,1 0 0 0 0,0 0-1 0 0,-1 0 1 0 0,1 0-1 0 0,-1 0 1 0 0,1 0 0 0 0,0 0-1 0 0,0 0 1 0 0,0-1-1 0 0,-1 1 1 0 0,1 0 0 0 0,0-1-1 0 0,0 1 1 0 0,2 0 0 0 0,5 6-4 0 0,-3-2-1 0 0,-1-1-1 0 0,1 0 1 0 0,0 0-1 0 0,0-1 1 0 0,0 1-1 0 0,1-1 1 0 0,7 4-1 0 0,28 17 1 0 0,-29-15 6 0 0,0 0-1 0 0,1-1 1 0 0,0 0-1 0 0,0-1 1 0 0,1-1-1 0 0,0 0 1 0 0,0-1-1 0 0,26 7 1 0 0,-20-10-152 0 0,1-1 0 0 0,-1-1 0 0 0,27-2-1 0 0,60-14 138 0 0,7 9 97 0 0,-54 4-39 0 0,102-18 0 0 0,-111 12 3 0 0,43-11-96 0 0,95-16 204 0 0,-84 19-259 0 0,-100 16 78 0 0,0 1 1 0 0,0-1 0 0 0,0 1-1 0 0,0 0 1 0 0,0 0-1 0 0,0 0 1 0 0,0 1-1 0 0,10 2 1 0 0,-4-1-50 0 0,6 1 63 0 0,-9-1 15 0 0,-10 0 3 0 0,2-1 74 0 0,5-1 52 0 0,13 0-40 0 0,-12-1-18 0 0,-7-1-68 0 0,1 2-9 0 0,0 0 1 0 0,0 0 0 0 0,0 0 0 0 0,-1 0 0 0 0,1 0 0 0 0,0 0-1 0 0,0 0 1 0 0,0 0 0 0 0,0 0 0 0 0,0 0 0 0 0,0 0 0 0 0,0-1-1 0 0,0 1 1 0 0,0 0 0 0 0,0 0 0 0 0,-1 0 0 0 0,1 0 0 0 0,0 0-1 0 0,0 0 1 0 0,0 0 0 0 0,0 0 0 0 0,0-1 0 0 0,0 1 0 0 0,0 0-1 0 0,0 0 1 0 0,0 0 0 0 0,0 0 0 0 0,0 0 0 0 0,0 0-1 0 0,0-1 1 0 0,0 1 0 0 0,0 0 0 0 0,0 0 0 0 0,0 0 0 0 0,0 0-1 0 0,0 0 1 0 0,0 0 0 0 0,0-1 0 0 0,0 1 0 0 0,0 0 0 0 0,0 0-1 0 0,0 0 1 0 0,1 0 0 0 0,-1 0 0 0 0,0 0 0 0 0,0 0 0 0 0,0 0-1 0 0,0-1 1 0 0,0 1 0 0 0,0 0 0 0 0,29-5-7 0 0,27-8 8 0 0,24 2-107 0 0,-76 6 40 0 0,-4 5 64 0 0,0-1-1 0 0,0 1 0 0 0,0 0 1 0 0,0 0-1 0 0,0 0 0 0 0,0-1 1 0 0,0 1-1 0 0,0 0 0 0 0,0 0 1 0 0,0 0-1 0 0,1-1 0 0 0,-1 1 1 0 0,0 0-1 0 0,0 0 0 0 0,0 0 1 0 0,0 0-1 0 0,0-1 0 0 0,0 1 1 0 0,0 0-1 0 0,1 0 0 0 0,-1 0 1 0 0,0 0-1 0 0,0 0 0 0 0,0-1 1 0 0,0 1-1 0 0,0 0 0 0 0,1 0 1 0 0,-1 0-1 0 0,0 0 0 0 0,0 0 1 0 0,0 0-1 0 0,1 0 0 0 0,-1 0 1 0 0,0 0-1 0 0,0 0 0 0 0,0 0 0 0 0,1 0 1 0 0,-1 0-1 0 0,0 0 0 0 0,1 0-16 0 0,0 0 14 0 0,0 0-1 0 0,0 0 0 0 0,0 0 1 0 0,0 0-1 0 0,1 0 0 0 0,-1 0 1 0 0,0 0-1 0 0,0 0 0 0 0,0 0 1 0 0,0-1-1 0 0,0 1 0 0 0,0 0 1 0 0,0-1-1 0 0,0 1 0 0 0,0-1 1 0 0,0 1-1 0 0,-1-1 0 0 0,1 1 1 0 0,0-1-1 0 0,2-1 0 0 0,-3 1 7 0 0,0 1-1 0 0,1-1 1 0 0,-1 0-1 0 0,1 0 1 0 0,-1 1-1 0 0,1-1 1 0 0,-1 0-1 0 0,1 1 1 0 0,0-1-1 0 0,-1 1 0 0 0,1-1 1 0 0,0 1-1 0 0,-1-1 1 0 0,1 1-1 0 0,0-1 1 0 0,0 1-1 0 0,-1 0 1 0 0,1-1-1 0 0,0 1 1 0 0,0 0-1 0 0,0 0 1 0 0,0-1-1 0 0,1 1 0 0 0,4-2 1 0 0,22-32 67 0 0,-27 32-63 0 0,0 0 0 0 0,0 0 0 0 0,0 0 1 0 0,-1-1-1 0 0,1 1 0 0 0,0 0 0 0 0,-1-1 0 0 0,0 1 1 0 0,0 0-1 0 0,1 0 0 0 0,-1-1 0 0 0,-1 1 0 0 0,1 0 1 0 0,-1-4-1 0 0,1-4 26 0 0,1-19 57 0 0,0 21-80 0 0,0 0-1 0 0,0 0 1 0 0,-1-1 0 0 0,0 1-1 0 0,-1 0 1 0 0,0 0 0 0 0,0 0-1 0 0,-5-15 1 0 0,-1 14 1 0 0,0-1-1 0 0,-1 1 1 0 0,0 0-1 0 0,0 1 1 0 0,-1 0 0 0 0,0 0-1 0 0,-19-12 1 0 0,9 7 11 0 0,5 2-10 0 0,-1 1 1 0 0,0 1-1 0 0,-1 1 1 0 0,1 0-1 0 0,-21-7 1 0 0,7 3-54 0 0,-6-2-148 0 0,-59-16 0 0 0,45 16 3 0 0,-159-33-589 0 0,150 35 569 0 0,40 9 104 0 0,-40-9-509 0 0,1-2-1 0 0,-72-28 1 0 0,105 34 418 0 0,17 6 99 0 0,0 0 1 0 0,0 0 0 0 0,0-1 0 0 0,0 0 0 0 0,0-1 0 0 0,1 1 0 0 0,-1-1-1 0 0,1 0 1 0 0,0-1 0 0 0,-10-9 0 0 0,9 8 46 0 0,0 0 0 0 0,0 0 1 0 0,-1 1-1 0 0,1 0 0 0 0,-1 1 0 0 0,0 0 0 0 0,0 0 1 0 0,-1 0-1 0 0,1 1 0 0 0,-1 1 0 0 0,1-1 1 0 0,-1 1-1 0 0,-18-1 0 0 0,1 1 57 0 0,-1 1 1 0 0,0 2 0 0 0,-38 5-1 0 0,-60 20-207 0 0,30-5-2775 0 0,62-14-1107 0 0,5 4-840 0 0</inkml:trace>
</inkml:ink>
</file>

<file path=ppt/ink/ink9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06T18:59:57.08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57 1657 480 0 0,'7'-3'351'0'0,"-6"3"-262"0"0,0 0-1 0 0,0 0 1 0 0,0 0-1 0 0,0-1 1 0 0,0 1-1 0 0,0 0 1 0 0,-1 0-1 0 0,1-1 1 0 0,0 1-1 0 0,0-1 1 0 0,0 1-1 0 0,0-1 1 0 0,-1 1-1 0 0,1-1 1 0 0,0 0-1 0 0,0 1 1 0 0,-1-1-1 0 0,1 0 1 0 0,0 1-1 0 0,-1-1 1 0 0,1 0-1 0 0,-1 0 1 0 0,1 0-1 0 0,-1 1 1 0 0,0-1-1 0 0,1 0 1 0 0,-1 0-1 0 0,0 0 1 0 0,1 0-1 0 0,-1-1 1 0 0,0 0 338 0 0,0-26 3415 0 0,-1 21-3522 0 0,1 5-279 0 0,0 0 0 0 0,0 1-1 0 0,-1-1 1 0 0,1 1 0 0 0,0-1 0 0 0,0 0-1 0 0,1 1 1 0 0,-1-1 0 0 0,0 1 0 0 0,0-1-1 0 0,1 1 1 0 0,-1-1 0 0 0,1 0-1 0 0,-1 1 1 0 0,1-1 0 0 0,0 1 0 0 0,1-2-1 0 0,3-2 1 0 0,-4 4-20 0 0,1-1 0 0 0,-1 1 0 0 0,1-1 0 0 0,-1 1 0 0 0,1-1-1 0 0,-1 0 1 0 0,0 1 0 0 0,0-1 0 0 0,0 0 0 0 0,0 0 0 0 0,0 0 0 0 0,-1 0 0 0 0,1 0 0 0 0,0 0 0 0 0,-1 0 0 0 0,1 0 0 0 0,-1 0 0 0 0,0 0 0 0 0,0 0 0 0 0,0-4 0 0 0,0 5-14 0 0,0 0-1 0 0,0 0 1 0 0,0 0 0 0 0,0 0 0 0 0,0 0 0 0 0,1 0 0 0 0,-1 0 0 0 0,0 0 0 0 0,1 0 0 0 0,-1 0 0 0 0,0 0 0 0 0,1 0 0 0 0,-1 0 0 0 0,1 0 0 0 0,0 0-1 0 0,-1 0 1 0 0,1 1 0 0 0,0-1 0 0 0,-1 0 0 0 0,1 0 0 0 0,0 1 0 0 0,0-1 0 0 0,0 0 0 0 0,-1 1 0 0 0,1-1 0 0 0,1 0 0 0 0,-1 1-3 0 0,0-1 1 0 0,0 1-1 0 0,0-1 0 0 0,0 1 1 0 0,-1-1-1 0 0,1 1 1 0 0,0-1-1 0 0,0 0 1 0 0,-1 1-1 0 0,1-1 0 0 0,0 0 1 0 0,-1 0-1 0 0,1 0 1 0 0,-1 1-1 0 0,1-1 1 0 0,-1 0-1 0 0,1 0 1 0 0,-1 0-1 0 0,0 0 0 0 0,0 0 1 0 0,1 0-1 0 0,-1 0 1 0 0,0 0-1 0 0,0 0 1 0 0,0 0-1 0 0,0-1 0 0 0,0 1 4 0 0,0 0-1 0 0,0 0 1 0 0,0 0-1 0 0,-1 0 0 0 0,1 0 1 0 0,1 0-1 0 0,-1 0 0 0 0,0 0 1 0 0,0 0-1 0 0,0 0 0 0 0,0 0 1 0 0,1 0-1 0 0,-1 0 0 0 0,1 0 1 0 0,-1 0-1 0 0,0 0 1 0 0,1 0-1 0 0,0 0 0 0 0,-1 0 1 0 0,1 0-1 0 0,0 0 0 0 0,-1 1 1 0 0,1-1-1 0 0,0 0 0 0 0,0 0 1 0 0,-1 1-1 0 0,1-1 1 0 0,1 0-1 0 0,5-4 20 0 0,-6 2 66 0 0,0-1 0 0 0,0 0 1 0 0,0 0-1 0 0,0 0 1 0 0,0 0-1 0 0,-1 0 0 0 0,0 0 1 0 0,0 0-1 0 0,0 0 1 0 0,0 0-1 0 0,-2-5 0 0 0,2-1 147 0 0,-1 8-221 0 0,1 1 1 0 0,0-1-1 0 0,0 1 0 0 0,0 0 0 0 0,0-1 1 0 0,0 1-1 0 0,0-1 0 0 0,0 1 1 0 0,0-1-1 0 0,1 1 0 0 0,-1-1 0 0 0,1 1 1 0 0,-1 0-1 0 0,1-1 0 0 0,-1 1 0 0 0,1 0 1 0 0,0-1-1 0 0,0 1 0 0 0,-1 0 0 0 0,1 0 1 0 0,0 0-1 0 0,0-1 0 0 0,0 1 0 0 0,0 0 1 0 0,1 0-1 0 0,-1 1 0 0 0,1-2 1 0 0,6-4 14 0 0,-7 5-14 0 0,0 0 1 0 0,-1-1 0 0 0,1 1-1 0 0,0-1 1 0 0,-1 1-1 0 0,1-1 1 0 0,-1 1 0 0 0,1-1-1 0 0,-1 1 1 0 0,0-1 0 0 0,0 1-1 0 0,1-1 1 0 0,-1 0-1 0 0,0 1 1 0 0,0-1 0 0 0,-1 1-1 0 0,1-1 1 0 0,0 1 0 0 0,-1-1-1 0 0,0-1 1 0 0,1 2-6 0 0,0-1 1 0 0,-1 1-1 0 0,1 0 0 0 0,0-1 1 0 0,-1 1-1 0 0,1 0 1 0 0,0-1-1 0 0,0 1 0 0 0,0 0 1 0 0,0-1-1 0 0,1 1 0 0 0,-1 0 1 0 0,0-1-1 0 0,0 1 1 0 0,1 0-1 0 0,-1 0 0 0 0,1-1 1 0 0,-1 1-1 0 0,1 0 1 0 0,-1 0-1 0 0,1 0 0 0 0,1-2 1 0 0,7-1 36 0 0,-8 4-49 0 0,-1 0 0 0 0,1-1 0 0 0,0 1 0 0 0,0 0 0 0 0,-1 0 0 0 0,1-1 0 0 0,0 1 0 0 0,-1 0 1 0 0,1-1-1 0 0,0 1 0 0 0,-1-1 0 0 0,1 1 0 0 0,0-1 0 0 0,-1 1 0 0 0,1-1 0 0 0,-1 0 0 0 0,1 1 0 0 0,-1-1 0 0 0,0 1 1 0 0,1-1-1 0 0,-1 0 0 0 0,0 0 0 0 0,1 1 0 0 0,-1-1 0 0 0,0 0 0 0 0,0 0 0 0 0,1 1 0 0 0,-1-1 0 0 0,0 0 0 0 0,0 0 1 0 0,0 1-1 0 0,0-1 0 0 0,0 0 0 0 0,0-1 0 0 0,0 2-1 0 0,0-1 0 0 0,0 0-1 0 0,0 1 1 0 0,0-1 0 0 0,1 1 0 0 0,-1-1 0 0 0,0 1 0 0 0,1-1 0 0 0,-1 1-1 0 0,0-1 1 0 0,1 1 0 0 0,-1-1 0 0 0,0 1 0 0 0,1-1 0 0 0,-1 1 0 0 0,1 0-1 0 0,-1-1 1 0 0,1 1 0 0 0,-1 0 0 0 0,1-1 0 0 0,-1 1 0 0 0,1 0-1 0 0,-1 0 1 0 0,1-1 0 0 0,-1 1 0 0 0,1 0 0 0 0,-1 0 0 0 0,1 0 0 0 0,0 0-1 0 0,-1 0 1 0 0,2 0 0 0 0,-2 0 1 0 0,1 0 0 0 0,-1 0 1 0 0,1-1-1 0 0,0 1 0 0 0,-1 0 0 0 0,1 0 0 0 0,-1 0 0 0 0,1 0 1 0 0,0-1-1 0 0,-1 1 0 0 0,1 0 0 0 0,-1 0 0 0 0,1-1 0 0 0,-1 1 0 0 0,1 0 1 0 0,-1-1-1 0 0,1 1 0 0 0,-1-1 0 0 0,0 1 0 0 0,1 0 0 0 0,-1-1 0 0 0,1 1 1 0 0,-1-1-1 0 0,0 1 0 0 0,0-1 0 0 0,1 0 0 0 0,-1 1 0 0 0,0-1 0 0 0,0 1 1 0 0,1-1-1 0 0,-1 0 0 0 0,0 0-1 0 0,0 1 0 0 0,0-1 0 0 0,0 1 0 0 0,0 0 0 0 0,0-1 0 0 0,0 1-1 0 0,0-1 1 0 0,1 1 0 0 0,-1 0 0 0 0,0-1 0 0 0,0 1 0 0 0,0-1 0 0 0,1 1 0 0 0,-1 0 0 0 0,0-1 0 0 0,1 1 0 0 0,-1 0 0 0 0,0-1 0 0 0,0 1 0 0 0,1 0 0 0 0,-1 0-1 0 0,1-1 1 0 0,-1 1 0 0 0,0 0 0 0 0,1 0 0 0 0,-1 0 0 0 0,0 0 0 0 0,1-1 0 0 0,-1 1 0 0 0,1 0 0 0 0,-1 0 0 0 0,1 0 0 0 0,-1 0 0 0 0,0 0 0 0 0,1 0 0 0 0,-1 0-1 0 0,1 0 1 0 0,-1 0 0 0 0,1 0 0 0 0,0 0 2 0 0,-1 1-1 0 0,1-1 1 0 0,-1 0 0 0 0,1 0-1 0 0,0 0 1 0 0,-1 0-1 0 0,1-1 1 0 0,-1 1-1 0 0,1 0 1 0 0,-1 0-1 0 0,1 0 1 0 0,0 0 0 0 0,-1-1-1 0 0,1 1 1 0 0,-1 0-1 0 0,1 0 1 0 0,-1-1-1 0 0,1 1 1 0 0,-1 0-1 0 0,1-1 1 0 0,-1 1 0 0 0,0-1-1 0 0,1 1 1 0 0,-1-1-1 0 0,0 1 1 0 0,1 0-1 0 0,-1-1 1 0 0,0 0-1 0 0,1 1 1 0 0,-1-1 0 0 0,0 1-1 0 0,0-1 1 0 0,0 1-1 0 0,1-1 1 0 0,-1 1-1 0 0,0-1 1 0 0,0 0-1 0 0,0 1 1 0 0,0-1 0 0 0,0 1-1 0 0,0-1 1 0 0,0 0-3 0 0,0 1 1 0 0,0-1 0 0 0,1 1-1 0 0,-1-1 1 0 0,0 1 0 0 0,0-1-1 0 0,1 1 1 0 0,-1-1 0 0 0,0 1-1 0 0,1 0 1 0 0,-1-1 0 0 0,0 1-1 0 0,1 0 1 0 0,-1-1 0 0 0,1 1-1 0 0,-1 0 1 0 0,0-1 0 0 0,1 1-1 0 0,-1 0 1 0 0,1 0 0 0 0,-1 0-1 0 0,1-1 1 0 0,-1 1-1 0 0,1 0 1 0 0,-1 0 0 0 0,1 0-1 0 0,-1 0 1 0 0,1 0 0 0 0,-1 0-1 0 0,1 0 1 0 0,-1 0 0 0 0,1 0-1 0 0,0 0 1 0 0,-1 0-1 0 0,1 0 0 0 0,-1 0 0 0 0,1 0 0 0 0,-1 0 0 0 0,1 0 1 0 0,-1 0-1 0 0,1 0 0 0 0,-1 0 0 0 0,1 0 0 0 0,-1 0 0 0 0,1 0 0 0 0,-1 0 0 0 0,1 0 0 0 0,-1-1 0 0 0,1 1 0 0 0,-1 0 1 0 0,1 0-1 0 0,-1-1 0 0 0,1 1 0 0 0,-1 0 0 0 0,0-1 0 0 0,1 1 0 0 0,-1 0 0 0 0,1-1 0 0 0,-1 1 0 0 0,0-1 0 0 0,0 1 1 0 0,1 0-1 0 0,-1-1 0 0 0,0 1 0 0 0,0-1 0 0 0,1 1 0 0 0,-1-1 0 0 0,0 0-2 0 0,0 0 1 0 0,0 1-1 0 0,0-1 0 0 0,0 1 1 0 0,1-1-1 0 0,-1 1 1 0 0,0-1-1 0 0,0 0 0 0 0,0 1 1 0 0,1-1-1 0 0,-1 1 0 0 0,0-1 1 0 0,1 1-1 0 0,-1 0 0 0 0,1-1 1 0 0,-1 1-1 0 0,0-1 0 0 0,1 1 1 0 0,-1 0-1 0 0,1-1 0 0 0,-1 1 1 0 0,1 0-1 0 0,-1-1 0 0 0,1 1 1 0 0,-1 0-1 0 0,1 0 0 0 0,-1-1 1 0 0,1 1-1 0 0,0 0 0 0 0,-1 0 1 0 0,2 0-1 0 0,-2 0 0 0 0,1 0-1 0 0,0-1 1 0 0,0 1 0 0 0,-1 0-1 0 0,1 0 1 0 0,0 0-1 0 0,-1-1 1 0 0,1 1 0 0 0,0 0-1 0 0,-1-1 1 0 0,1 1 0 0 0,-1-1-1 0 0,1 1 1 0 0,0-1-1 0 0,-1 1 1 0 0,1-1 0 0 0,-1 1-1 0 0,1-1 1 0 0,-1 1-1 0 0,0-1 1 0 0,1 0 0 0 0,-1 1-1 0 0,0-1 1 0 0,1 0-1 0 0,-1 1 1 0 0,0-1 0 0 0,0 0-1 0 0,1 1 1 0 0,-1-1 0 0 0,0 0-1 0 0,0 1 1 0 0,0-3-1 0 0,0 1-1 0 0,1-1 0 0 0,-1 1 0 0 0,1 0 0 0 0,0-1 0 0 0,-1 1 0 0 0,1-1 0 0 0,0 1 0 0 0,1 0 0 0 0,-1 0 0 0 0,0 0 0 0 0,1-1 0 0 0,-1 1 0 0 0,1 1 0 0 0,-1-1 0 0 0,1 0-1 0 0,0 0 1 0 0,0 1 0 0 0,0-1 0 0 0,0 0 0 0 0,0 1 0 0 0,0 0 0 0 0,4-2 0 0 0,10-9 47 0 0,-8 6-38 0 0,1-3-5 0 0,1 0 0 0 0,0 1 1 0 0,0 1-1 0 0,1 0 0 0 0,20-11 0 0 0,30-18 146 0 0,-42 30-121 0 0,-14 1 41 0 0,-5 4 13 0 0,0 0-13 0 0,-1 0-67 0 0,1 0 1 0 0,0 1-1 0 0,0-1 0 0 0,0 0 1 0 0,-1 0-1 0 0,1 0 0 0 0,0 0 1 0 0,0 1-1 0 0,0-1 1 0 0,0 0-1 0 0,1 0 0 0 0,-1 0 1 0 0,0 0-1 0 0,0 1 0 0 0,0-1 1 0 0,1 0-1 0 0,-1 0 1 0 0,0 1-1 0 0,1-1 0 0 0,-1 0 1 0 0,1 0-1 0 0,-1 1 0 0 0,1-1 1 0 0,-1 0-1 0 0,1 1 0 0 0,-1-1 1 0 0,1 1-1 0 0,0-1 1 0 0,-1 1-1 0 0,1-1 0 0 0,0 1 1 0 0,-1-1-1 0 0,1 1 0 0 0,0 0 1 0 0,0-1-1 0 0,0 1 1 0 0,-1 0-1 0 0,1-1 0 0 0,2 1 1 0 0,4-2-3 0 0,-7 2 3 0 0,1 0 0 0 0,-1 0 0 0 0,0-1 0 0 0,1 1-1 0 0,-1 0 1 0 0,0 0 0 0 0,0 0 0 0 0,1-1 0 0 0,-1 1 0 0 0,0 0-1 0 0,0 0 1 0 0,1-1 0 0 0,-1 1 0 0 0,0 0 0 0 0,0 0 0 0 0,0-1 0 0 0,1 1-1 0 0,-1 0 1 0 0,0-1 0 0 0,0 1 0 0 0,0 0 0 0 0,0-1 0 0 0,0 1-1 0 0,0 0 1 0 0,0-1 0 0 0,0 1 0 0 0,0 0 0 0 0,0-1 0 0 0,0 0-1 0 0,4-7 42 0 0,3 6-29 0 0,-6 2-11 0 0,-1 0 0 0 0,1 0 0 0 0,0-1 0 0 0,0 1 0 0 0,-1 0 0 0 0,1 0 0 0 0,0 0 0 0 0,-1-1 0 0 0,1 1 0 0 0,0 0 0 0 0,-1-1 0 0 0,1 1 0 0 0,0-1 0 0 0,-1 1 0 0 0,1 0 1 0 0,-1-1-1 0 0,1 1 0 0 0,-1-1 0 0 0,1 0 0 0 0,-1 1 0 0 0,1-1 0 0 0,-1 1 0 0 0,1-1 0 0 0,-1 0 0 0 0,0 1 0 0 0,1-1 0 0 0,-1 0 0 0 0,0 1 0 0 0,0-1 0 0 0,0 0 0 0 0,0 0 0 0 0,1-1 0 0 0,-1 2-1 0 0,0-1 0 0 0,0 1 0 0 0,0 0 1 0 0,0-1-1 0 0,0 1 0 0 0,0 0 0 0 0,0-1 0 0 0,0 1 0 0 0,0 0 1 0 0,0-1-1 0 0,0 1 0 0 0,1 0 0 0 0,-1-1 0 0 0,0 1 0 0 0,0 0 1 0 0,0-1-1 0 0,1 1 0 0 0,-1 0 0 0 0,0-1 0 0 0,0 1 0 0 0,1 0 1 0 0,-1 0-1 0 0,0-1 0 0 0,1 1 0 0 0,-1 0 0 0 0,0 0 0 0 0,1 0 1 0 0,-1-1-1 0 0,0 1 0 0 0,1 0 0 0 0,-1 0 0 0 0,0 0 0 0 0,1 0 1 0 0,-1 0-1 0 0,0 0 0 0 0,1 0 0 0 0,-1 0 0 0 0,1 0 0 0 0,-1 0 1 0 0,0 0-1 0 0,1 0 0 0 0,0 0 0 0 0,-1 0 2 0 0,1 0-1 0 0,0 0 0 0 0,0 0 1 0 0,-1 0-1 0 0,1 0 1 0 0,0 0-1 0 0,-1 0 1 0 0,1 0-1 0 0,0 0 1 0 0,-1-1-1 0 0,1 1 0 0 0,0 0 1 0 0,-1-1-1 0 0,1 1 1 0 0,-1 0-1 0 0,1-1 1 0 0,0 1-1 0 0,-1-1 1 0 0,1 1-1 0 0,-1 0 0 0 0,1-1 1 0 0,-1 0-1 0 0,0 1 1 0 0,1-1-1 0 0,-1 1 1 0 0,1-1-1 0 0,-1 1 0 0 0,0-1 1 0 0,0 0-1 0 0,1 1 1 0 0,-1-1-1 0 0,0 0 1 0 0,0 1-1 0 0,0-1 1 0 0,1 0-1 0 0,-1 1 0 0 0,0-1 1 0 0,0 0-1 0 0,0 0 1 0 0,0 1-1 0 0,-1-1 1 0 0,1 0-1 0 0,0 1 1 0 0,0-2-1 0 0,-1-8 41 0 0,1 7-29 0 0,-1 1 0 0 0,1-1 0 0 0,0 0 0 0 0,-1 0 0 0 0,1 1 0 0 0,1-1 0 0 0,-1 0 0 0 0,0 1 0 0 0,1-1 0 0 0,-1 0 0 0 0,1 1 0 0 0,0-1 0 0 0,0 1 0 0 0,1-4 0 0 0,8-2-16 0 0,-2 0 0 0 0,1 0 0 0 0,-1 0 0 0 0,-1-1-1 0 0,8-10 1 0 0,31-22 15 0 0,-36 28-4 0 0,-8 11-3 0 0,-1 0 0 0 0,1-1-1 0 0,0 1 1 0 0,0 0 0 0 0,0 0 0 0 0,0 0 0 0 0,0 0 0 0 0,1 0-1 0 0,2-1 1 0 0,6-4 2 0 0,-5 3 5 0 0,0 1-1 0 0,0-1 0 0 0,-1 0 1 0 0,1-1-1 0 0,-1 1 0 0 0,0-1 1 0 0,5-7-1 0 0,-6 8-2 0 0,1-1 0 0 0,-1 1 0 0 0,1 1 0 0 0,0-1 1 0 0,0 1-1 0 0,6-4 0 0 0,-3 3 29 0 0,-1-1 0 0 0,0 1 0 0 0,12-12 0 0 0,37-32 281 0 0,-50 43-258 0 0,-5 5-52 0 0,0-1 0 0 0,0 1 1 0 0,0-1-1 0 0,0 1 0 0 0,0-1 0 0 0,0 0 0 0 0,0 0 0 0 0,0 0 1 0 0,0 1-1 0 0,0-1 0 0 0,-1 0 0 0 0,1 0 0 0 0,0 0 1 0 0,-1 0-1 0 0,1 0 0 0 0,0 0 0 0 0,-1 0 0 0 0,0 0 1 0 0,1-1-1 0 0,-1 1 0 0 0,0 0 0 0 0,1 0 0 0 0,-1-2 1 0 0,0 2-3 0 0,0 0 0 0 0,1-1 0 0 0,-1 1 0 0 0,0 0 1 0 0,1 0-1 0 0,-1 0 0 0 0,1-1 0 0 0,-1 1 1 0 0,1 0-1 0 0,-1 0 0 0 0,1 0 0 0 0,0 0 0 0 0,-1 0 1 0 0,1 0-1 0 0,0 0 0 0 0,0 0 0 0 0,0 1 0 0 0,0-1 1 0 0,0 0-1 0 0,0 0 0 0 0,0 1 0 0 0,2-2 0 0 0,3-3 44 0 0,3-4 7 0 0,1 0 0 0 0,-1 1 0 0 0,2 0 0 0 0,-1 0 0 0 0,1 1 0 0 0,18-9 0 0 0,-3-5 46 0 0,-24 19-99 0 0,0 0 0 0 0,0 0 1 0 0,0 0-1 0 0,1 0 0 0 0,-1 0 0 0 0,1 0 1 0 0,-1 1-1 0 0,1-1 0 0 0,-1 1 0 0 0,5-2 1 0 0,45-15 126 0 0,-48 11-105 0 0,1 3 24 0 0,51-8-39 0 0,-45 9 7 0 0,6-1 76 0 0,-1-1 0 0 0,25-10-1 0 0,-36 11-86 0 0,2 1-5 0 0,32-5-3 0 0,44-6 9 0 0,-46 9 167 0 0,1-1 1 0 0,-1-2-1 0 0,67-24 1 0 0,-100 30-172 0 0,18-8 76 0 0,-1 1 0 0 0,2 1 0 0 0,24-5-1 0 0,56-13 169 0 0,74-14 127 0 0,14 4-43 0 0,-116 23-131 0 0,-38 5-145 0 0,71-5 1 0 0,-80 7 21 0 0,-10 5-22 0 0,0-1 0 0 0,25-6 1 0 0,-10 1 6 0 0,89-16 389 0 0,-75 17-454 0 0,-37 5-11 0 0,1 1 1 0 0,0 0 0 0 0,-1 1 0 0 0,1 0-1 0 0,12 3 1 0 0,-15-2-8 0 0,-3 2-36 0 0,-2 2 41 0 0,0-5 18 0 0,-2-1-2 0 0,0 0 0 0 0,-1 0 0 0 0,1 0 1 0 0,0 1-1 0 0,0-1 0 0 0,0 0 1 0 0,-1 1-1 0 0,1-1 0 0 0,0 0 0 0 0,0 1 1 0 0,-1-1-1 0 0,1 1 0 0 0,0-1 0 0 0,-1 1 1 0 0,1-1-1 0 0,-1 1 0 0 0,1 0 1 0 0,0-1-1 0 0,-1 1 0 0 0,1 0 0 0 0,-1-1 1 0 0,1 2-1 0 0,0-1 4 0 0,-1 0 1 0 0,1 0-1 0 0,0 0 1 0 0,0 0-1 0 0,0 0 1 0 0,0-1-1 0 0,0 1 1 0 0,-1 0-1 0 0,1-1 0 0 0,1 1 1 0 0,-1 0-1 0 0,0-1 1 0 0,0 1-1 0 0,0-1 1 0 0,0 0-1 0 0,0 1 1 0 0,0-1-1 0 0,2 0 0 0 0,0 1 25 0 0,1 2 12 0 0,0-1-1 0 0,1 0 0 0 0,-1 0 0 0 0,0 0 0 0 0,0-1 0 0 0,1 1 0 0 0,-1-1 0 0 0,9 1 0 0 0,-3 0 23 0 0,28 6 55 0 0,41 5 238 0 0,5-6-412 0 0,-32-3 48 0 0,69 10 76 0 0,-98-9-180 0 0,-21-2 90 0 0,1 0 1 0 0,29 9 93 0 0,44 10 0 0 0,7 2 15 0 0,-63-16 3 0 0,1 1 1 0 0,-2 0-1 0 0,33 21 0 0 0,4-3 1 0 0,-27-14-95 0 0,-22-10 17 0 0,1 0 0 0 0,-1 0 0 0 0,0 1 1 0 0,10 7-1 0 0,-10-5 18 0 0,1-1 1 0 0,0 1 0 0 0,0-1 0 0 0,0-1-1 0 0,1 1 1 0 0,17 5 0 0 0,-11-3-38 0 0,69 39 96 0 0,-46-21 27 0 0,-31-20-101 0 0,0 1 0 0 0,1-1-1 0 0,0-1 1 0 0,8 5 0 0 0,-10-6-8 0 0,0 0 1 0 0,0 1-1 0 0,-1 0 1 0 0,0 0-1 0 0,0 0 1 0 0,7 8 0 0 0,-7-7-10 0 0,1 0 1 0 0,-1 0-1 0 0,1 0 1 0 0,12 6-1 0 0,-12-8-7 0 0,-1 0-1 0 0,1 1 1 0 0,0-1 0 0 0,-1 1-1 0 0,0 0 1 0 0,0 0 0 0 0,0 1-1 0 0,0 0 1 0 0,7 9 0 0 0,-7-8 14 0 0,1-1-1 0 0,-1 1 1 0 0,1-2 0 0 0,0 1 0 0 0,12 7 0 0 0,-11-8 1 0 0,0 1 0 0 0,0 0 0 0 0,-1 0 0 0 0,0 0 0 0 0,0 0 0 0 0,-1 1 0 0 0,7 8 0 0 0,5 8 35 0 0,-13-18-32 0 0,0 0 0 0 0,0 0 0 0 0,-1 1 0 0 0,0-1 0 0 0,0 1 0 0 0,0 0 0 0 0,0 0 0 0 0,-1 0 0 0 0,0 0 0 0 0,0 0 0 0 0,0 0 0 0 0,-1 1 0 0 0,1-1 0 0 0,-1 8 0 0 0,0-9-9 0 0,-1 0 0 0 0,1 0 0 0 0,-1 0 0 0 0,1 0 0 0 0,0 0 0 0 0,1 0 0 0 0,-1 0 0 0 0,1-1 0 0 0,3 8-1 0 0,-3-7-13 0 0,0-1-1 0 0,0 1 1 0 0,0 0-1 0 0,-1 0 0 0 0,1 0 1 0 0,-1 0-1 0 0,0 0 1 0 0,-1 1-1 0 0,2 7 1 0 0,-2-7 12 0 0,0-1 1 0 0,1 1-1 0 0,0-1 1 0 0,0 1-1 0 0,0-1 1 0 0,0 0-1 0 0,1 0 1 0 0,-1 0 0 0 0,4 7-1 0 0,-2-7 0 0 0,-1 0-1 0 0,0 0 0 0 0,-1 0 1 0 0,1 0-1 0 0,-1 1 1 0 0,0-1-1 0 0,0 1 1 0 0,0-1-1 0 0,0 7 1 0 0,-1 107-203 0 0,0-117 212 0 0,0 1 0 0 0,0 0 0 0 0,0-1 0 0 0,0 1 0 0 0,0 0 0 0 0,1-1 0 0 0,-1 1-1 0 0,1-1 1 0 0,-1 1 0 0 0,1-1 0 0 0,0 1 0 0 0,0-1 0 0 0,-1 1 0 0 0,1-1 0 0 0,0 0-1 0 0,0 1 1 0 0,0-1 0 0 0,1 0 0 0 0,1 2 0 0 0,-2-2-5 0 0,0 0 0 0 0,0 0-1 0 0,1 0 1 0 0,-1 0 0 0 0,-1 1 0 0 0,1-1 0 0 0,0 0-1 0 0,0 0 1 0 0,0 1 0 0 0,-1-1 0 0 0,1 0 0 0 0,0 1-1 0 0,-1-1 1 0 0,0 1 0 0 0,1-1 0 0 0,-1 1 0 0 0,0-1-1 0 0,1 1 1 0 0,-1 2 0 0 0,0 43-139 0 0,0-46 135 0 0,0 0 0 0 0,1 0 0 0 0,-1 0 0 0 0,1 0 1 0 0,-1-1-1 0 0,1 1 0 0 0,-1 0 0 0 0,1 0 0 0 0,0 0 1 0 0,-1 0-1 0 0,1-1 0 0 0,0 1 0 0 0,-1 0 0 0 0,1-1 1 0 0,0 1-1 0 0,0 0 0 0 0,0-1 0 0 0,0 1 1 0 0,0-1-1 0 0,1 1 0 0 0,6 5 72 0 0,-7-4-25 0 0,0 1 1 0 0,0-1 0 0 0,0 1 0 0 0,0 0 0 0 0,-1 0 0 0 0,1-1 0 0 0,-1 1-1 0 0,0 0 1 0 0,1 0 0 0 0,-2 0 0 0 0,1-1 0 0 0,0 1 0 0 0,-1 3 0 0 0,1-3-14 0 0,-1 1 0 0 0,1-1 0 0 0,0 1 0 0 0,0-1 0 0 0,0 1-1 0 0,1-1 1 0 0,-1 0 0 0 0,1 1 0 0 0,0-1 0 0 0,1 6 0 0 0,8 4 14 0 0,-9-11-53 0 0,1 0 1 0 0,-1 0 0 0 0,0-1 0 0 0,0 1-1 0 0,1 0 1 0 0,-1 0 0 0 0,0 0 0 0 0,-1 1-1 0 0,1-1 1 0 0,0 0 0 0 0,-1 0 0 0 0,1 0-1 0 0,-1 1 1 0 0,1-1 0 0 0,-1 3 0 0 0,-1 5-33 0 0,1-7 27 0 0,0 0 0 0 0,0 0 1 0 0,0 0-1 0 0,0 0 0 0 0,0 0 0 0 0,1 0 1 0 0,-1 0-1 0 0,1 0 0 0 0,0 0 0 0 0,1 4 1 0 0,5 5 36 0 0,-5-8-10 0 0,1-1-1 0 0,-2 1 1 0 0,1-1 0 0 0,0 1-1 0 0,-1 0 1 0 0,1 0 0 0 0,-1 0-1 0 0,0 0 1 0 0,0 0 0 0 0,-1 0-1 0 0,1 7 1 0 0,-2 12 8 0 0,0-16-43 0 0,0 0-1 0 0,1 0 1 0 0,0 0 0 0 0,1 0-1 0 0,-1 0 1 0 0,1 0 0 0 0,0 0-1 0 0,4 9 1 0 0,4-2-33 0 0,-8-12 51 0 0,1 0 0 0 0,-1 1-1 0 0,1-1 1 0 0,-1 0-1 0 0,0 0 1 0 0,0 1-1 0 0,0-1 1 0 0,0 0 0 0 0,0 1-1 0 0,-1-1 1 0 0,1 1-1 0 0,-1-1 1 0 0,1 6-1 0 0,-1 2 10 0 0,-1-7-18 0 0,1 0 1 0 0,0 0 0 0 0,0 0-1 0 0,0 0 1 0 0,0 0-1 0 0,0-1 1 0 0,1 1-1 0 0,0 0 1 0 0,-1 0 0 0 0,1 0-1 0 0,2 3 1 0 0,43 53 72 0 0,-42-45-60 0 0,-4-13-9 0 0,0 0 0 0 0,0 0 0 0 0,0 0 0 0 0,0-1 0 0 0,0 1 0 0 0,0 0 0 0 0,0 0 0 0 0,1 0 0 0 0,-1-1 1 0 0,0 1-1 0 0,0 0 0 0 0,1-1 0 0 0,-1 1 0 0 0,0 0 0 0 0,1 0 0 0 0,-1-1 0 0 0,1 1 0 0 0,-1-1 0 0 0,2 2 0 0 0,0 0 5 0 0,0-1 0 0 0,0 1 0 0 0,-1-1 0 0 0,1 1 0 0 0,0 0 0 0 0,-1 0 0 0 0,1 0 0 0 0,-1 0 1 0 0,0 0-1 0 0,1 0 0 0 0,-1 0 0 0 0,0 0 0 0 0,0 1 0 0 0,0-1 0 0 0,-1 0 0 0 0,1 1 0 0 0,-1-1 0 0 0,1 1 0 0 0,-1-1 0 0 0,0 1 0 0 0,0-1 0 0 0,0 0 0 0 0,0 1 0 0 0,0-1 0 0 0,-1 3 0 0 0,1-4-1 0 0,0 0 0 0 0,0 0-1 0 0,0 0 1 0 0,0 0-1 0 0,0 0 1 0 0,0 0-1 0 0,1 0 1 0 0,-1 0-1 0 0,0 0 1 0 0,1 0 0 0 0,-1 0-1 0 0,0 0 1 0 0,1 0-1 0 0,-1 0 1 0 0,1 0-1 0 0,0 0 1 0 0,-1 0-1 0 0,1-1 1 0 0,-1 1 0 0 0,1 0-1 0 0,0 0 1 0 0,0-1-1 0 0,0 1 1 0 0,-1 0-1 0 0,1-1 1 0 0,0 1-1 0 0,1 0 1 0 0,-1-1 4 0 0,0 1 0 0 0,0-1 0 0 0,0 1 1 0 0,0-1-1 0 0,-1 1 0 0 0,1-1 0 0 0,0 1 0 0 0,0 0 0 0 0,-1 0 1 0 0,1-1-1 0 0,0 1 0 0 0,-1 0 0 0 0,1 0 0 0 0,-1 0 0 0 0,1 0 1 0 0,-1 0-1 0 0,1 0 0 0 0,-1-1 0 0 0,0 1 0 0 0,1 0 0 0 0,-1 0 1 0 0,0 0-1 0 0,0 0 0 0 0,0 0 0 0 0,0 0 0 0 0,0 1 0 0 0,0 0 1 0 0,0 81 87 0 0,0-83-95 0 0,0 1 0 0 0,1 0 0 0 0,-1 0 1 0 0,0 0-1 0 0,0 0 0 0 0,1 0 0 0 0,-1 0 0 0 0,0 0 0 0 0,1 0 0 0 0,-1-1 1 0 0,1 1-1 0 0,-1 0 0 0 0,1 0 0 0 0,0 0 0 0 0,-1-1 0 0 0,1 1 1 0 0,0 0-1 0 0,-1-1 0 0 0,1 1 0 0 0,0-1 0 0 0,0 1 0 0 0,0-1 1 0 0,-1 1-1 0 0,1-1 0 0 0,2 1 0 0 0,5 4-30 0 0,4 10-47 0 0,8 6 11 0 0,19 16 101 0 0,-26-22-93 0 0,-12-13 55 0 0,0 0 0 0 0,0 0 0 0 0,0 1-1 0 0,0-1 1 0 0,0 0 0 0 0,-1 1 0 0 0,1-1-1 0 0,-1 1 1 0 0,0-1 0 0 0,0 1-1 0 0,1-1 1 0 0,-2 1 0 0 0,1-1 0 0 0,0 1-1 0 0,-1 3 1 0 0,0-2 12 0 0,1-1 0 0 0,-1 0 0 0 0,1 0 0 0 0,0 0 0 0 0,0 0 0 0 0,1 0 0 0 0,-1 0 0 0 0,1 1 0 0 0,-1-1 0 0 0,1 0 0 0 0,1 3 0 0 0,6 5-31 0 0,-6-8 22 0 0,0-1 0 0 0,-1 0 0 0 0,1 0 1 0 0,-1 1-1 0 0,0-1 0 0 0,0 0 0 0 0,0 1 0 0 0,0-1 0 0 0,0 1 0 0 0,0 0 0 0 0,-1-1 0 0 0,1 1 0 0 0,-1 0 0 0 0,1 3 0 0 0,-1 101 229 0 0,0-105-220 0 0,-1 1 1 0 0,1-1-1 0 0,0 0 1 0 0,0 1-1 0 0,-1-1 1 0 0,0 0-1 0 0,1 1 0 0 0,-1-1 1 0 0,0 0-1 0 0,0 0 1 0 0,0 1-1 0 0,0-1 1 0 0,-1 0-1 0 0,1 0 1 0 0,-2 2-1 0 0,1-2-4 0 0,1 0-1 0 0,-1 0 1 0 0,1 0-1 0 0,0 0 1 0 0,-1 0-1 0 0,1 1 1 0 0,0-1-1 0 0,0 0 1 0 0,1 1 0 0 0,-1-1-1 0 0,1 1 1 0 0,-1-1-1 0 0,1 1 1 0 0,0-1-1 0 0,-1 4 1 0 0,3 27 41 0 0,-1-23 2 0 0,0 1 0 0 0,-1 0 1 0 0,0 0-1 0 0,-1-1 0 0 0,0 1 0 0 0,0 0 0 0 0,-4 10 0 0 0,-4-3 102 0 0,7-14-108 0 0,0-1 0 0 0,0 0 0 0 0,1 1 0 0 0,-1-1 0 0 0,1 1 0 0 0,0 0 0 0 0,0-1 0 0 0,0 1-1 0 0,0 0 1 0 0,0 7 0 0 0,1-8-25 0 0,0 0-1 0 0,0 0 0 0 0,-1 0 0 0 0,1 0 0 0 0,-1 0 1 0 0,0-1-1 0 0,0 1 0 0 0,0 0 0 0 0,0 0 0 0 0,0 0 1 0 0,-1-1-1 0 0,-2 5 0 0 0,2-4 2 0 0,0-1-1 0 0,0 1 1 0 0,1 0-1 0 0,0-1 1 0 0,-1 1-1 0 0,1 0 1 0 0,0 0-1 0 0,1 0 1 0 0,-1 0 0 0 0,0 1-1 0 0,1-1 1 0 0,-1 5-1 0 0,1 164 986 0 0,0-171-999 0 0,0 0 0 0 0,0 0 1 0 0,0 1-1 0 0,0-1 1 0 0,0 0-1 0 0,-1 0 0 0 0,1 0 1 0 0,0 0-1 0 0,-1 0 1 0 0,1 1-1 0 0,-1-1 0 0 0,0 0 1 0 0,1 0-1 0 0,-1 0 1 0 0,0 0-1 0 0,1-1 0 0 0,-1 1 1 0 0,0 0-1 0 0,0 0 1 0 0,0 0-1 0 0,0 0 0 0 0,-1 0 1 0 0,1 0-5 0 0,0 0 0 0 0,0-1 0 0 0,0 1 1 0 0,0 0-1 0 0,0 0 0 0 0,0 0 0 0 0,0 1 0 0 0,0-1 0 0 0,0 0 1 0 0,1 0-1 0 0,-1 0 0 0 0,0 1 0 0 0,1-1 0 0 0,-1 0 1 0 0,1 0-1 0 0,-1 1 0 0 0,1-1 0 0 0,0 1 0 0 0,-1-1 0 0 0,1 0 1 0 0,0 1-1 0 0,0 1 0 0 0,0 0-3 0 0,0-1 0 0 0,0 1 0 0 0,-1-1 0 0 0,1 1 0 0 0,-1-1 0 0 0,1 1 0 0 0,-1-1 1 0 0,0 0-1 0 0,0 1 0 0 0,0-1 0 0 0,0 0 0 0 0,-1 0 0 0 0,1 1 0 0 0,-4 2 0 0 0,-3 8-1 0 0,-20 35 59 0 0,26-45-60 0 0,1 0-1 0 0,0 0 0 0 0,0 0 0 0 0,0 1 1 0 0,0-1-1 0 0,1 0 0 0 0,-1 1 0 0 0,1-1 1 0 0,0 0-1 0 0,0 1 0 0 0,0-1 0 0 0,0 1 1 0 0,1 4-1 0 0,0-4 1 0 0,-1 0-1 0 0,0 0 1 0 0,1 1 0 0 0,-2-1 0 0 0,1 0 0 0 0,0 1-1 0 0,-1-1 1 0 0,-2 6 0 0 0,0-2 31 0 0,-1 0 0 0 0,-1 0 1 0 0,1 0-1 0 0,-8 8 0 0 0,-16 27 122 0 0,5 11 1413 0 0,15-34-1165 0 0,-17 33 0 0 0,3-30-434 0 0,20-22 37 0 0,-1 1 1 0 0,1 0-1 0 0,0-1 1 0 0,0 1-1 0 0,1 0 1 0 0,-1 0-1 0 0,0 0 1 0 0,0 0-1 0 0,1 0 1 0 0,0 0-1 0 0,-1 0 1 0 0,1 1-1 0 0,0-1 1 0 0,0 0-1 0 0,0 1 1 0 0,0-1-1 0 0,0 1 1 0 0,1-1-1 0 0,-1 1 1 0 0,1 3-1 0 0,0 4 4 0 0,0-7-2 0 0,1 0 0 0 0,-1 0-1 0 0,0 0 1 0 0,0 0 0 0 0,-1 0-1 0 0,1 0 1 0 0,-1 0 0 0 0,1 0-1 0 0,-1 0 1 0 0,-2 5 0 0 0,-6 4-25 0 0,8-10 25 0 0,-1 0 0 0 0,1 0 0 0 0,-1 1 0 0 0,1-1 1 0 0,0 0-1 0 0,0 0 0 0 0,0 1 0 0 0,0-1 0 0 0,0 0 0 0 0,0 1 0 0 0,1-1 0 0 0,-1 1 0 0 0,1-1 0 0 0,0 5 0 0 0,0 3 44 0 0,1-8-47 0 0,-1 1 0 0 0,0-1 0 0 0,0 0 0 0 0,0 0 0 0 0,0 1 0 0 0,0-1 0 0 0,0 0 0 0 0,-1 0 0 0 0,1 1 0 0 0,-1-1 0 0 0,0 0-1 0 0,1 0 1 0 0,-3 4 0 0 0,-5 3-34 0 0,7-8 53 0 0,-1 0 0 0 0,1 0-1 0 0,0 1 1 0 0,0-1 0 0 0,0 0 0 0 0,0 1-1 0 0,0-1 1 0 0,0 1 0 0 0,0 0-1 0 0,0-1 1 0 0,0 1 0 0 0,1 0 0 0 0,-1-1-1 0 0,1 1 1 0 0,-1 0 0 0 0,1 0-1 0 0,0 3 1 0 0,-1-2 7 0 0,0 1-1 0 0,-1-1 1 0 0,1 0-1 0 0,0 0 1 0 0,-1 0 0 0 0,0 0-1 0 0,0 0 1 0 0,0 0-1 0 0,0-1 1 0 0,0 1-1 0 0,0-1 1 0 0,-1 1-1 0 0,1-1 1 0 0,-1 0 0 0 0,0 0-1 0 0,1 0 1 0 0,-6 3-1 0 0,-3 3-9 0 0,7 4 7 0 0,4-12-15 0 0,0 1 1 0 0,1-1-1 0 0,-1 0 1 0 0,0 1-1 0 0,0-1 1 0 0,0 1 0 0 0,0-1-1 0 0,0 0 1 0 0,-1 1-1 0 0,1-1 1 0 0,0 1-1 0 0,0-1 1 0 0,0 1 0 0 0,0-1-1 0 0,0 0 1 0 0,0 1-1 0 0,-1-1 1 0 0,1 0 0 0 0,0 1-1 0 0,0-1 1 0 0,-1 0-1 0 0,1 1 1 0 0,0-1-1 0 0,-1 0 1 0 0,1 1 0 0 0,0-1-1 0 0,-1 0 1 0 0,1 0-1 0 0,0 1 1 0 0,-1-1-1 0 0,-51 35-57 0 0,-54 38 333 0 0,104-72-277 0 0,-4 2 2 0 0,-1 1 0 0 0,1-1 1 0 0,0 1-1 0 0,0 0 0 0 0,1 1 1 0 0,-9 7-1 0 0,6 2 80 0 0,7-12-75 0 0,0 0-1 0 0,0 0 1 0 0,0-1 0 0 0,0 1-1 0 0,0 0 1 0 0,0-1-1 0 0,-1 1 1 0 0,1-1-1 0 0,0 0 1 0 0,-1 1-1 0 0,1-1 1 0 0,-1 0 0 0 0,0 0-1 0 0,1 0 1 0 0,-1 0-1 0 0,0 0 1 0 0,0 0-1 0 0,-2 0 1 0 0,-104 52-50 0 0,95-47 6 0 0,0-1 1 0 0,-1-1-1 0 0,0 1 1 0 0,-27 3-1 0 0,29-6 29 0 0,-54 20 5 0 0,31-13-34 0 0,-66 24 1 0 0,85-26 37 0 0,-3 0 26 0 0,0 1 0 0 0,1 0 0 0 0,0 2 0 0 0,0 0 0 0 0,1 1-1 0 0,-17 14 1 0 0,-20 31-94 0 0,39-39 36 0 0,-32 28 0 0 0,42-42 41 0 0,0 0-1 0 0,0 0 0 0 0,0-1 1 0 0,0 0-1 0 0,-1 0 0 0 0,1 0 1 0 0,-1 0-1 0 0,1-1 0 0 0,-8 1 1 0 0,8-1-6 0 0,1 0 0 0 0,-1 0 0 0 0,0 0 0 0 0,1 0 0 0 0,-1 1 0 0 0,1 0 0 0 0,0 0 0 0 0,-7 4 0 0 0,8-4-33 0 0,0 0 1 0 0,0-1-1 0 0,0 1 1 0 0,0-1-1 0 0,0 0 1 0 0,0 0-1 0 0,0 0 1 0 0,0 0-1 0 0,-1 0 1 0 0,1-1-1 0 0,0 0 1 0 0,-6 1-1 0 0,-50-5-192 0 0,14 1 301 0 0,23 4-51 0 0,-1 2 0 0 0,1 0 0 0 0,0 1 0 0 0,-25 9 0 0 0,-9 16 48 0 0,35-20-146 0 0,-37 24-1 0 0,54-25 113 0 0,-1 0 41 0 0,-14-1-60 0 0,-29 8 53 0 0,32-3-30 0 0,-4 2-20 0 0,-38 7-12 0 0,43-17-6 0 0,1 1 0 0 0,0 1 0 0 0,-20 10 1 0 0,22-8-26 0 0,4-4-42 0 0,-28 9 16 0 0,27-12-98 0 0,0 0-1 0 0,0 0 1 0 0,0-1 0 0 0,-15-2-1 0 0,-5 1-109 0 0,-219 12 487 0 0,-32 2-293 0 0,88 8 200 0 0,-92-24-173 0 0,230-2-88 0 0,0-3 1 0 0,1-2-1 0 0,-62-20 0 0 0,85 22 91 0 0,-56-7 0 0 0,5 1-651 0 0,-115-19 901 0 0,194 32-215 0 0,-34-1-79 0 0,0-2 1 0 0,0-1 0 0 0,1-2-1 0 0,-67-23 1 0 0,99 28 46 0 0,-1 0 0 0 0,1 1 0 0 0,0-1 1 0 0,1 0-1 0 0,-1-1 0 0 0,0 1 0 0 0,1 0 0 0 0,-1-1 1 0 0,1 0-1 0 0,-4-4 0 0 0,-16-17-82 0 0,18 21 90 0 0,-1 0 13 0 0,1 0 0 0 0,-1-1 0 0 0,0 1 0 0 0,1-1 0 0 0,0-1 0 0 0,0 1 0 0 0,0 0 0 0 0,1-1 0 0 0,-1 0 1 0 0,-2-5-1 0 0,-3-25 65 0 0,0 18-25 0 0,7 13-31 0 0,0 1 0 0 0,0-1-1 0 0,1 1 1 0 0,-1-1-1 0 0,1 0 1 0 0,0 1 0 0 0,0-1-1 0 0,0 0 1 0 0,0 0-1 0 0,0-8 1 0 0,2 1 10 0 0,0 9-16 0 0,-1 0 0 0 0,0 1 0 0 0,0-1-1 0 0,1 1 1 0 0,-1-1 0 0 0,0 0 0 0 0,-1 1 0 0 0,1-1 0 0 0,0 0 0 0 0,0 1-1 0 0,-1-1 1 0 0,1 1 0 0 0,-1-1 0 0 0,1 0 0 0 0,-1 1 0 0 0,0-1 0 0 0,1 1 0 0 0,-2-2-1 0 0,-4-3-18 0 0,5 5 12 0 0,-1 0 0 0 0,1-1 1 0 0,-1 1-1 0 0,1-1 1 0 0,0 0-1 0 0,-1 1 1 0 0,1-1-1 0 0,0 0 1 0 0,0 0-1 0 0,0 0 1 0 0,1 0-1 0 0,-1 0 1 0 0,0 0-1 0 0,1 0 0 0 0,-1 0 1 0 0,1 0-1 0 0,0 0 1 0 0,-1 0-1 0 0,1-4 1 0 0,0 3 2 0 0,0-1 0 0 0,0 1 0 0 0,-1 0 0 0 0,0-1 0 0 0,0 1 0 0 0,0 0 0 0 0,0-1 0 0 0,0 1 0 0 0,-1 0 0 0 0,1 0 0 0 0,-4-5 0 0 0,-4-9 0 0 0,0-16 13 0 0,-1 17 15 0 0,8 14-24 0 0,1 0 1 0 0,-1 0 0 0 0,1-1-1 0 0,0 1 1 0 0,0-1 0 0 0,0 1 0 0 0,0-1-1 0 0,0 1 1 0 0,0-1 0 0 0,0 0-1 0 0,1 1 1 0 0,0-1 0 0 0,-1-3-1 0 0,1 5 3 0 0,0 0-1 0 0,0 0 1 0 0,0-1-1 0 0,0 1 0 0 0,0 0 1 0 0,0 0-1 0 0,-1-1 0 0 0,1 1 1 0 0,0 0-1 0 0,-1 0 0 0 0,1 0 1 0 0,-1 0-1 0 0,1 0 1 0 0,-1 0-1 0 0,0 0 0 0 0,1 0 1 0 0,-1 0-1 0 0,0 0 0 0 0,0 0 1 0 0,0 0-1 0 0,0 0 0 0 0,0 0 1 0 0,-2-1-1 0 0,2 2 0 0 0,0-1 0 0 0,0 0 0 0 0,0 0 0 0 0,0 1-1 0 0,0-1 1 0 0,0 0 0 0 0,1 0 0 0 0,-1 0 0 0 0,0 0 0 0 0,0 0 0 0 0,1 0 0 0 0,-1-1-1 0 0,1 1 1 0 0,-1 0 0 0 0,1 0 0 0 0,-1 0 0 0 0,1-1 0 0 0,0 1 0 0 0,-1 0-1 0 0,1 0 1 0 0,0-1 0 0 0,0 1 0 0 0,0-3 0 0 0,1 2 28 0 0,-1 0 0 0 0,0 0 1 0 0,0-1-1 0 0,0 1 0 0 0,0 0 1 0 0,0 0-1 0 0,0-1 0 0 0,-1 1 1 0 0,1 0-1 0 0,-1 0 0 0 0,1 0 1 0 0,-1 0-1 0 0,-2-4 0 0 0,-27-10-31 0 0,28 15-3 0 0,1 0-1 0 0,-1 0 0 0 0,1 0 0 0 0,-1 0 0 0 0,1-1 0 0 0,0 1 1 0 0,0 0-1 0 0,-1-1 0 0 0,1 1 0 0 0,0 0 0 0 0,0-1 0 0 0,1 1 1 0 0,-1-1-1 0 0,0 0 0 0 0,0 1 0 0 0,1-1 0 0 0,-1 1 0 0 0,1-1 1 0 0,-1-2-1 0 0,1 3-4 0 0,0 0 0 0 0,0 0 0 0 0,0 0 1 0 0,0 0-1 0 0,-1-1 0 0 0,1 1 0 0 0,0 0 0 0 0,-1 0 0 0 0,1 0 1 0 0,-1 0-1 0 0,1 0 0 0 0,-1 0 0 0 0,1 0 0 0 0,-1 0 1 0 0,0 0-1 0 0,1 0 0 0 0,-1 0 0 0 0,0 0 0 0 0,0 1 0 0 0,0-1 1 0 0,0 0-1 0 0,0 0 0 0 0,-1 0 0 0 0,1 0 4 0 0,0 1 1 0 0,0-1-1 0 0,0 0 0 0 0,0 1 0 0 0,0-1 1 0 0,0 0-1 0 0,1 0 0 0 0,-1 1 0 0 0,0-1 1 0 0,1 0-1 0 0,-1 0 0 0 0,0 0 1 0 0,1 0-1 0 0,-1 0 0 0 0,1 0 0 0 0,-1 0 1 0 0,1 0-1 0 0,0 0 0 0 0,0 0 0 0 0,-1-1 1 0 0,1 1-1 0 0,0 0 0 0 0,0-2 0 0 0,0 2 4 0 0,0 0 1 0 0,0 0-1 0 0,0 0 0 0 0,0 0 0 0 0,-1 0 0 0 0,1 0 0 0 0,0 0 0 0 0,0 0 0 0 0,-1 0 0 0 0,1 0 1 0 0,-1 0-1 0 0,1 1 0 0 0,-1-1 0 0 0,1 0 0 0 0,-1 0 0 0 0,1 0 0 0 0,-1 0 0 0 0,0 1 0 0 0,0-1 1 0 0,1 0-1 0 0,-1 1 0 0 0,0-1 0 0 0,0 0 0 0 0,0 1 0 0 0,-1-1 0 0 0,1 0 0 0 0,0 1-1 0 0,0-1 1 0 0,1 0-1 0 0,-1 1 1 0 0,0-1-1 0 0,0 0 1 0 0,0 0-1 0 0,0 1 1 0 0,1-1 0 0 0,-1 0-1 0 0,0 0 1 0 0,1 0-1 0 0,-1 0 1 0 0,1 0-1 0 0,-1 0 1 0 0,1 0-1 0 0,-1 0 1 0 0,1 0-1 0 0,0 0 1 0 0,-1-1-1 0 0,1 1 1 0 0,0 0-1 0 0,0 0 1 0 0,0 0 0 0 0,0-2-1 0 0,0 2 2 0 0,0 1-1 0 0,1-1 1 0 0,-1 0-1 0 0,0 0 0 0 0,0 0 1 0 0,0 0-1 0 0,0 0 1 0 0,0 0-1 0 0,0 0 1 0 0,0 0-1 0 0,-1 0 1 0 0,1 0-1 0 0,0 0 1 0 0,0 0-1 0 0,-1 1 1 0 0,1-1-1 0 0,-1 0 1 0 0,1 0-1 0 0,-1 0 1 0 0,1 0-1 0 0,-1 1 1 0 0,1-1-1 0 0,-1 0 1 0 0,1 0-1 0 0,-1 1 0 0 0,0-1 1 0 0,0 1-1 0 0,1-1 1 0 0,-1 1-1 0 0,0-1 1 0 0,0 1-1 0 0,0-1 1 0 0,0 1-1 0 0,1-1 1 0 0,-1 1-1 0 0,0 0 1 0 0,-1-1-1 0 0,-5-1 25 0 0,7 2-25 0 0,0 0-1 0 0,-1 0 1 0 0,1 0-1 0 0,0 0 1 0 0,0-1-1 0 0,-1 1 1 0 0,1 0-1 0 0,0 0 1 0 0,-1 0-1 0 0,1-1 1 0 0,0 1-1 0 0,0 0 1 0 0,-1 0-1 0 0,1-1 1 0 0,0 1 0 0 0,0 0-1 0 0,0-1 1 0 0,-1 1-1 0 0,1 0 1 0 0,0-1-1 0 0,0 1 1 0 0,0 0-1 0 0,0-1 1 0 0,0 1-1 0 0,0 0 1 0 0,0-1-1 0 0,0 1 1 0 0,0 0-1 0 0,0-1 1 0 0,0 0-1 0 0,-4-6 0 0 0,-4 2-10 0 0,-4-4-36 0 0,9-15 16 0 0,3 23 27 0 0,0 1 0 0 0,0-1 0 0 0,-1 0 0 0 0,1 1-1 0 0,0-1 1 0 0,0 0 0 0 0,0 1 0 0 0,0-1 0 0 0,-1 1 0 0 0,1-1 0 0 0,0 0-1 0 0,-1 1 1 0 0,1-1 0 0 0,-1 1 0 0 0,1-1 0 0 0,0 1 0 0 0,-1-1-1 0 0,1 1 1 0 0,-1-1 0 0 0,1 1 0 0 0,-1-1 0 0 0,0 1 0 0 0,1 0 0 0 0,-1-1-1 0 0,1 1 1 0 0,-1 0 0 0 0,0 0 0 0 0,1-1 0 0 0,-1 1 0 0 0,0 0-1 0 0,1 0 1 0 0,-2 0 0 0 0,2 0-1 0 0,-1 0 1 0 0,0-1-1 0 0,1 1 0 0 0,-1 0 0 0 0,1 0 1 0 0,-1 0-1 0 0,0 0 0 0 0,1-1 1 0 0,-1 1-1 0 0,1 0 0 0 0,-1-1 0 0 0,1 1 1 0 0,-1 0-1 0 0,1-1 0 0 0,-1 1 0 0 0,1-1 1 0 0,-1 1-1 0 0,1-1 0 0 0,0 1 1 0 0,-1-1-1 0 0,1 1 0 0 0,0-1 0 0 0,-1 1 1 0 0,1-1-1 0 0,0 1 0 0 0,-1-1 0 0 0,1 1 1 0 0,0-1-1 0 0,0 0 0 0 0,0 1 1 0 0,0-2-1 0 0,-1-9-23 0 0,1 7 29 0 0,-1 1 0 0 0,1-1 1 0 0,0 1-1 0 0,0 0 0 0 0,0-1 1 0 0,0 1-1 0 0,1-1 0 0 0,-1 1 1 0 0,1-1-1 0 0,0 1 0 0 0,2-6 1 0 0,4 1 17 0 0,-5 6-16 0 0,0 0 0 0 0,-1 0 0 0 0,1 0 0 0 0,-1 0 0 0 0,0 0-1 0 0,0 0 1 0 0,1 0 0 0 0,-1 0 0 0 0,-1 0 0 0 0,1 0-1 0 0,0-1 1 0 0,0 1 0 0 0,-1 0 0 0 0,0-1 0 0 0,1 1-1 0 0,-1-1 1 0 0,0 1 0 0 0,0-5 0 0 0,0 6-4 0 0,0 0 0 0 0,0 0 0 0 0,0 0 0 0 0,0 0 0 0 0,0-1 0 0 0,0 1 1 0 0,1 0-1 0 0,-1 0 0 0 0,0 0 0 0 0,1 0 0 0 0,-1 0 0 0 0,1 0 0 0 0,-1 0 0 0 0,1 0 0 0 0,-1 0 0 0 0,1 0 1 0 0,0 0-1 0 0,0 0 0 0 0,-1 0 0 0 0,1 0 0 0 0,0 0 0 0 0,0 1 0 0 0,0-1 0 0 0,1-1 0 0 0,-1 2 0 0 0,1-1 1 0 0,-1 0-1 0 0,0 0 0 0 0,0 1 0 0 0,-1-1 0 0 0,1 0 0 0 0,0 0 1 0 0,0 0-1 0 0,0 0 0 0 0,-1 0 0 0 0,1 0 0 0 0,0-1 1 0 0,-1 1-1 0 0,1 0 0 0 0,-1 0 0 0 0,1 0 0 0 0,-1-1 0 0 0,0 1 1 0 0,1 0-1 0 0,-1 0 0 0 0,0-1 0 0 0,0 1 0 0 0,0 0 0 0 0,0-2 1 0 0,0-18 143 0 0,0 20-66 0 0,-24-12 0 0 0,24 13-80 0 0,0 0 0 0 0,-1 0 0 0 0,1-1 0 0 0,-1 1 0 0 0,1 0-1 0 0,0 0 1 0 0,-1-1 0 0 0,1 1 0 0 0,0 0 0 0 0,0-1 0 0 0,-1 1-1 0 0,1-1 1 0 0,0 1 0 0 0,0 0 0 0 0,-1-1 0 0 0,1 1 0 0 0,0-1-1 0 0,0 1 1 0 0,0-1 0 0 0,0 1 0 0 0,0 0 0 0 0,0-1 0 0 0,0 1-1 0 0,0-1 1 0 0,0 1 0 0 0,0-1 0 0 0,0 1 0 0 0,0-1 0 0 0,0 1-1 0 0,0-1 1 0 0,0 1 0 0 0,0-1 0 0 0,1 0 0 0 0,-1 1-6 0 0,0-1 1 0 0,0 1 0 0 0,0-1-1 0 0,0 0 1 0 0,0 1 0 0 0,1-1-1 0 0,-1 1 1 0 0,0-1 0 0 0,0 1-1 0 0,0-1 1 0 0,0 0 0 0 0,-1 1-1 0 0,1-1 1 0 0,0 1 0 0 0,0-1 0 0 0,0 1-1 0 0,0-1 1 0 0,-1 1 0 0 0,1-1-1 0 0,0 1 1 0 0,0-1 0 0 0,-1 1-1 0 0,1-1 1 0 0,0 1 0 0 0,-1-1-1 0 0,1 1 1 0 0,-1-1 0 0 0,0 0-1 0 0,-1 0-3 0 0,1 1-1 0 0,-1-2 0 0 0,1 1 0 0 0,-1 0 0 0 0,1 0 0 0 0,-1 0 1 0 0,1-1-1 0 0,0 1 0 0 0,0 0 0 0 0,0-1 0 0 0,0 1 1 0 0,0-1-1 0 0,-2-3 0 0 0,0-32-253 0 0,3 6 183 0 0,-1 31 84 0 0,1 0 0 0 0,0-1 0 0 0,0 1 0 0 0,-1-1 0 0 0,1 1 0 0 0,0 0 0 0 0,-1-1-1 0 0,1 1 1 0 0,0 0 0 0 0,-1 0 0 0 0,1-1 0 0 0,-1 1 0 0 0,1 0 0 0 0,0 0 0 0 0,-1 0 0 0 0,1 0 0 0 0,-1-1 0 0 0,1 1-1 0 0,-1 0 1 0 0,1 0 0 0 0,-1 0 0 0 0,1 0 0 0 0,-1 0 0 0 0,1 0 0 0 0,0 0 0 0 0,-1 0 0 0 0,1 0 0 0 0,-1 0 0 0 0,1 0 0 0 0,-1 1-1 0 0,0-1 1 0 0,1 0 0 0 0,-1 0-1 0 0,1 0 1 0 0,-1 0-1 0 0,1 1 1 0 0,-1-1 0 0 0,1 0-1 0 0,-1 0 1 0 0,1 0-1 0 0,-1 0 1 0 0,1-1 0 0 0,-1 1-1 0 0,1 0 1 0 0,-1 0-1 0 0,1 0 1 0 0,-1 0 0 0 0,1 0-1 0 0,-1-1 1 0 0,1 1-1 0 0,-1 0 1 0 0,1 0 0 0 0,-1-1-1 0 0,1 1 1 0 0,0 0-1 0 0,-1-1 1 0 0,1 1 0 0 0,-1 0-1 0 0,1-1 1 0 0,0 1-1 0 0,0-1 1 0 0,-1 1 0 0 0,1-1-1 0 0,-1 0 1 0 0,1 1 0 0 0,-1 0 0 0 0,1-1-1 0 0,-1 1 1 0 0,1 0 0 0 0,-1-1 0 0 0,1 1-1 0 0,-1 0 1 0 0,1 0 0 0 0,-1-1 0 0 0,1 1 0 0 0,-1 0-1 0 0,1 0 1 0 0,-1 0 0 0 0,1 0 0 0 0,-1 0-1 0 0,0 0 1 0 0,1-1 0 0 0,-1 1 0 0 0,1 1-1 0 0,-1-1 1 0 0,0 0 0 0 0,-9-3-11 0 0,5 2-73 0 0,-13-2-13 0 0,18 3 79 0 0,-1 0 1 0 0,1 0-1 0 0,0 0 0 0 0,0 0 1 0 0,0 0-1 0 0,-1 0 0 0 0,1 0 1 0 0,0 0-1 0 0,0 0 0 0 0,0 0 1 0 0,-1 0-1 0 0,1 0 0 0 0,0-1 1 0 0,0 1-1 0 0,0 0 0 0 0,-1 0 1 0 0,1 0-1 0 0,0 0 0 0 0,0 0 1 0 0,0 0-1 0 0,0 0 0 0 0,-1-1 1 0 0,1 1-1 0 0,0 0 0 0 0,0 0 1 0 0,0 0-1 0 0,0 0 0 0 0,0-1 1 0 0,0 1-1 0 0,0 0 0 0 0,0 0 1 0 0,-1 0-1 0 0,1-1 0 0 0,0 1 1 0 0,0 0-1 0 0,0 0 0 0 0,0 0 1 0 0,0-1-1 0 0,0 1 0 0 0,0 0 1 0 0,0 0-1 0 0,0 0 0 0 0,0-1 1 0 0,0 1-1 0 0,0 0 0 0 0,0 0 1 0 0,1 0-1 0 0,-1-1 0 0 0,0 1 1 0 0,0 0-1 0 0,0 0 0 0 0,0 0 1 0 0,0-1-1 0 0,1-1-1065 0 0,-7 4-199 0 0,-16 5-2494 0 0,-12-2-3741 0 0,-17 1-2905 0 0</inkml:trace>
</inkml:ink>
</file>

<file path=ppt/ink/ink9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06T18:59:58.77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192 416 160 0 0,'-5'0'480'0'0,"-14"0"-26"0"0,19 0-446 0 0,0 0-1 0 0,0 0 1 0 0,0 0 0 0 0,0-1-1 0 0,0 1 1 0 0,0 0 0 0 0,-1 0-1 0 0,1 0 1 0 0,0 0 0 0 0,0 0 0 0 0,0 0-1 0 0,0 0 1 0 0,0 0 0 0 0,0 0-1 0 0,0 0 1 0 0,-1 0 0 0 0,1 0-1 0 0,0 0 1 0 0,0 0 0 0 0,0 0 0 0 0,0 0-1 0 0,0 0 1 0 0,0 0 0 0 0,-1 0-1 0 0,1 0 1 0 0,0 0 0 0 0,0 0 0 0 0,0 0-1 0 0,0 0 1 0 0,0 0 0 0 0,0 0-1 0 0,0 0 1 0 0,-1 0 0 0 0,1 0-1 0 0,0 1 1 0 0,0-1 0 0 0,0 0 0 0 0,0 0-1 0 0,0 0 1 0 0,0 0 0 0 0,0 0-1 0 0,0 0 1 0 0,0 0 0 0 0,0 0-1 0 0,0 0 1 0 0,0 1 0 0 0,-1-1 0 0 0,1 0-1 0 0,0 0 1 0 0,0 0 0 0 0,0 0-1 0 0,0 0 1 0 0,0 0 0 0 0,0 1-1 0 0,0-1 1 0 0,0 0 0 0 0,0 0 0 0 0,0 0-1 0 0,0 0 1 0 0,0 0 0 0 0,0 1-1 0 0,0-1-2 0 0,1 0-1 0 0,-1 0 0 0 0,0 0 1 0 0,0 0-1 0 0,0 0 0 0 0,0 0 1 0 0,0 1-1 0 0,0-1 1 0 0,0 0-1 0 0,0 0 0 0 0,0 0 1 0 0,0 0-1 0 0,0 0 0 0 0,-1 0 1 0 0,1 0-1 0 0,0 1 0 0 0,0-1 1 0 0,0 0-1 0 0,0 0 0 0 0,0 0 1 0 0,0 0-1 0 0,0 0 0 0 0,0 0 1 0 0,0 0-1 0 0,0 0 0 0 0,0 1 1 0 0,0-1-1 0 0,0 0 0 0 0,-1 0 1 0 0,1 0-1 0 0,0 0 0 0 0,0 0 1 0 0,0 0-1 0 0,0 0 1 0 0,0 0-1 0 0,0 0 0 0 0,0 0 1 0 0,-1 0-1 0 0,1 0 0 0 0,0 0 1 0 0,0 0-1 0 0,0 0 0 0 0,0 0 1 0 0,0 0-1 0 0,0 0 0 0 0,-1 0 1 0 0,1 0-1 0 0,0 0 0 0 0,0 0 1 0 0,0 0-1 0 0,0 0 0 0 0,0 0 1 0 0,0 0-1 0 0,0 0 0 0 0,-1 0 1 0 0,1 0-1 0 0,0 0 0 0 0,0 0 1 0 0,0 0-1 0 0,0-1 0 0 0,0 1 1 0 0,-15 1 207 0 0,30 4-104 0 0,-11-4 799 0 0,1-1-333 0 0,14 0 199 0 0,-19 0-655 0 0,1 0 0 0 0,-1 0 0 0 0,0-1-1 0 0,1 1 1 0 0,-1 0 0 0 0,0-1 0 0 0,1 1-1 0 0,-1 0 1 0 0,0-1 0 0 0,1 1-1 0 0,-1-1 1 0 0,0 1 0 0 0,0-1 0 0 0,1 1-1 0 0,-1 0 1 0 0,0-1 0 0 0,0 1 0 0 0,0-1-1 0 0,0 1 1 0 0,0-1 0 0 0,0 1 0 0 0,0-1-1 0 0,0 1 1 0 0,0-1 0 0 0,0 1-1 0 0,0-1 1 0 0,0 1 0 0 0,0-1 0 0 0,0 1-1 0 0,0 0 1 0 0,0-1 0 0 0,-1 1 0 0 0,1-1-1 0 0,0 1 1 0 0,0-1 0 0 0,0 1 0 0 0,-1 0-1 0 0,1-1 1 0 0,0 1 0 0 0,-1-1-1 0 0,1 1 1 0 0,0 0 0 0 0,-1-1 0 0 0,1 1-1 0 0,-1-1 1 0 0,-6-3 295 0 0,0-1-1 0 0,0-1 1 0 0,0 1-1 0 0,1-1 1 0 0,0 0-1 0 0,0-1 1 0 0,1 1-1 0 0,0-1 1 0 0,0 0-1 0 0,0-1 1 0 0,1 1-1 0 0,-6-15 1 0 0,-21-62 1001 0 0,-8 8-574 0 0,26 17-480 0 0,2 31-254 0 0,9 24-75 0 0,0 0 1 0 0,0 0-1 0 0,1 0 0 0 0,-1-1 0 0 0,1 1 0 0 0,0 0 1 0 0,1-1-1 0 0,-1-5 0 0 0,1-3 34 0 0,0 4-430 0 0,0 12-3191 0 0,0-2 3426 0 0,0-1 1 0 0,0 1-1 0 0,0-1 1 0 0,0 1-1 0 0,0-1 1 0 0,1 1 0 0 0,-1-1-1 0 0,0 0 1 0 0,0 1-1 0 0,1-1 1 0 0,-1 1 0 0 0,0-1-1 0 0,0 1 1 0 0,1-1-1 0 0,-1 0 1 0 0,1 1 0 0 0,-1-1-1 0 0,0 0 1 0 0,1 1-1 0 0,-1-1 1 0 0,1 0 0 0 0,-1 0-1 0 0,1 1 1 0 0,-1-1-1 0 0,1 0 1 0 0,-1 0 0 0 0,1 0-1 0 0,-1 0 1 0 0,1 1-1 0 0,-1-1 1 0 0,1 0-1 0 0,0 0-3 0 0,0 0 0 0 0,0 0 0 0 0,0 0 0 0 0,-1 1 0 0 0,1-1-1 0 0,0 0 1 0 0,0 0 0 0 0,-1 1 0 0 0,1-1 0 0 0,0 1-1 0 0,-1-1 1 0 0,1 1 0 0 0,0-1 0 0 0,-1 1 0 0 0,1-1-1 0 0,-1 1 1 0 0,1-1 0 0 0,-1 1 0 0 0,1 0 0 0 0,-1-1-1 0 0,1 1 1 0 0,-1 0 0 0 0,0 0 0 0 0,1-1 0 0 0,-1 1-1 0 0,0 0 1 0 0,0 0 0 0 0,1-1 0 0 0,-1 1 0 0 0,0 0-1 0 0,0 0 1 0 0,0 0 0 0 0,0-1 0 0 0,0 1 0 0 0,0 2-1 0 0,0 28-4468 0 0</inkml:trace>
</inkml:ink>
</file>

<file path=ppt/ink/ink9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06T18:59:59.25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1 184 720 0 0,'0'-12'1281'0'0,"28"1"80"0"0,0-2 239 0 0,0-4 241 0 0,28-1 240 0 0,0 0 80 0 0,56-11 320 0 0,29-7-80 0 0,-63 19-1200 0 0,-22 4-961 0 0,-27 13-1040 0 0,-1 7-1602 0 0,0-7-1039 0 0,-28 6-321 0 0,28-6 321 0 0,-56 0 479 0 0</inkml:trace>
</inkml:ink>
</file>

<file path=ppt/ink/ink9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06T19:00:00.28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29 67 720 0 0,'-2'-1'57'0'0,"0"1"0"0"0,1-1 0 0 0,-1 0 0 0 0,0 0 1 0 0,1 0-1 0 0,-1 0 0 0 0,1 0 0 0 0,-1 0 0 0 0,1 0 0 0 0,0-1 0 0 0,-1 1 0 0 0,1 0 0 0 0,0-1 0 0 0,0 1 0 0 0,0-1 0 0 0,-1-2 0 0 0,-1-29 1562 0 0,3 23-1180 0 0,4 9-239 0 0,15 1 107 0 0,-14 0 107 0 0,-5 0-368 0 0,0 1 0 0 0,0-1 0 0 0,0 0 0 0 0,1 1 1 0 0,-1-1-1 0 0,0 0 0 0 0,0 1 0 0 0,1-1 0 0 0,-1 0 1 0 0,0 1-1 0 0,0-1 0 0 0,1 0 0 0 0,-1 0 0 0 0,0 1 0 0 0,1-1 1 0 0,-1 0-1 0 0,1 0 0 0 0,-1 0 0 0 0,0 0 0 0 0,1 1 0 0 0,-1-1 1 0 0,0 0-1 0 0,1 0 0 0 0,-1 0 0 0 0,1 0 0 0 0,-1 0 0 0 0,0 0 1 0 0,1 0-1 0 0,-1 0 0 0 0,1 0 0 0 0,-1 0 0 0 0,0 0 0 0 0,1 0 1 0 0,-1 0-1 0 0,1 0 0 0 0,-1-1 0 0 0,1 1-17 0 0,-1 0 1 0 0,1 0-1 0 0,-1 0 1 0 0,1-1-1 0 0,-1 1 0 0 0,1 0 1 0 0,-1 0-1 0 0,1 0 1 0 0,-1 0-1 0 0,1 0 0 0 0,-1 0 1 0 0,1 0-1 0 0,-1 0 1 0 0,1 1-1 0 0,-1-1 0 0 0,1 0 1 0 0,-1 0-1 0 0,0 0 1 0 0,1 0-1 0 0,-1 1 0 0 0,1-1 1 0 0,-1 0-1 0 0,0 0 1 0 0,1 1-1 0 0,-1-1 0 0 0,1 0 1 0 0,-1 1-1 0 0,0-1 1 0 0,1 0-1 0 0,-1 1 0 0 0,0-1 1 0 0,0 1-1 0 0,1-1 0 0 0,-1 0 1 0 0,0 1-1 0 0,0-1 1 0 0,0 1-1 0 0,1 0 0 0 0,0 1 62 0 0,0 0 1 0 0,0 0-1 0 0,0 0 0 0 0,0-1 0 0 0,0 1 0 0 0,0 0 0 0 0,1-1 0 0 0,-1 1 0 0 0,1-1 0 0 0,0 1 0 0 0,-1-1 0 0 0,1 1 0 0 0,0-1 0 0 0,0 0 0 0 0,-1 0 0 0 0,1 0 0 0 0,0 0 0 0 0,0 0 0 0 0,0-1 0 0 0,0 1 0 0 0,3 0 0 0 0,8 5 294 0 0,-1 0-143 0 0,0 0 0 0 0,1-1-1 0 0,13 4 1 0 0,28 11 299 0 0,-18-8-313 0 0,0-2 0 0 0,69 12 0 0 0,-1-1-5 0 0,-90-18-285 0 0,-20-6-90 0 0,-39-11-221 0 0,3 3 131 0 0,-323-76 257 0 0,333 80 452 0 0,32 8-294 0 0,4 5-93 0 0,52 8 167 0 0,-28-9-80 0 0,12 4-34 0 0,266 58 894 0 0,-274-60-920 0 0,-22-5-72 0 0,-1 0 1 0 0,0 0-1 0 0,0 1 1 0 0,0 0 0 0 0,0 0-1 0 0,0 1 1 0 0,0 0-1 0 0,-1 1 1 0 0,0 0 0 0 0,0 0-1 0 0,13 12 1 0 0,-15-11 4 0 0,0-1 0 0 0,1-1 0 0 0,0 1 0 0 0,0-1 0 0 0,1 0 0 0 0,-1 0 0 0 0,1-1 0 0 0,15 4 0 0 0,-23-7-44 0 0,0 0-1 0 0,1 0 1 0 0,-1 1 0 0 0,0-1-1 0 0,0 0 1 0 0,0 0 0 0 0,1 0-1 0 0,-1-1 1 0 0,0 1 0 0 0,0 0-1 0 0,0 0 1 0 0,0 0 0 0 0,1 0-1 0 0,-1 0 1 0 0,0 0-1 0 0,0 0 1 0 0,0 0 0 0 0,0 0-1 0 0,1 0 1 0 0,-1 0 0 0 0,0-1-1 0 0,0 1 1 0 0,0 0 0 0 0,0 0-1 0 0,0 0 1 0 0,1 0 0 0 0,-1 0-1 0 0,0 0 1 0 0,0-1 0 0 0,0 1-1 0 0,0 0 1 0 0,0 0 0 0 0,0 0-1 0 0,0 0 1 0 0,0-1 0 0 0,0 1-1 0 0,0 0 1 0 0,0 0-1 0 0,0 0 1 0 0,0-1 0 0 0,0 1-1 0 0,0 0 1 0 0,0 0 0 0 0,0 0-1 0 0,0-1 1 0 0,0 1 0 0 0,0 0-1 0 0,0 0 1 0 0,0 0 0 0 0,0 0-1 0 0,0-1 1 0 0,0 1 0 0 0,0 0-1 0 0,0 0 1 0 0,-5-9-37 0 0,-12 1 20 0 0,13 7 12 0 0,0-1 0 0 0,0 0 0 0 0,1 0 0 0 0,-1 0 0 0 0,0 0 0 0 0,0-1 0 0 0,-3-3 0 0 0,-28-24-85 0 0,-1 1 1 0 0,-2 2-1 0 0,0 1 1 0 0,-68-33 0 0 0,65 45 362 0 0,36 13-529 0 0,28 5-696 0 0,-9-1-496 0 0,0-1 0 0 0,1 0 0 0 0,-1-1 0 0 0,1-1 1 0 0,16-1-1 0 0,-31 1 1375 0 0,0 0 0 0 0,0 0 1 0 0,0 0-1 0 0,1 0 0 0 0,-1 0 0 0 0,0 0 0 0 0,0 0 1 0 0,0 0-1 0 0,1-1 0 0 0,-1 1 0 0 0,0 0 0 0 0,0 0 1 0 0,0 0-1 0 0,1 0 0 0 0,-1 0 0 0 0,0 0 0 0 0,0-1 1 0 0,0 1-1 0 0,0 0 0 0 0,0 0 0 0 0,1 0 1 0 0,-1-1-1 0 0,0 1 0 0 0,0 0 0 0 0,0 0 0 0 0,0 0 1 0 0,0-1-1 0 0,0 1 0 0 0,0 0 0 0 0,0 0 0 0 0,0 0 1 0 0,0-1-1 0 0,0 1 0 0 0,0 0 0 0 0,0 0 0 0 0,0-1 1 0 0</inkml:trace>
</inkml:ink>
</file>

<file path=ppt/ink/ink9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06T19:00:19.34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1445 1040 0 0,'0'0'1201'0'0,"4"0"0"0"0,15 0-1 0 0,-14 0 1 0 0,0-1 13 0 0,135-17 4201 0 0,-9-5-3987 0 0,9-11-1015 0 0,-140 34-409 0 0,1 0-1 0 0,-1 0 0 0 0,0 0 1 0 0,0 0-1 0 0,0 0 0 0 0,1 0 1 0 0,-1 0-1 0 0,0 0 0 0 0,0 0 1 0 0,0 0-1 0 0,1 0 0 0 0,-1 0 1 0 0,0 0-1 0 0,0 0 0 0 0,0 0 1 0 0,0-1-1 0 0,1 1 0 0 0,-1 0 1 0 0,0 0-1 0 0,0 0 0 0 0,0 0 1 0 0,0 0-1 0 0,0 0 0 0 0,1-1 1 0 0,-1 1-1 0 0,0 0 0 0 0,0 0 1 0 0,0 0-1 0 0,0 0 0 0 0,0-1 1 0 0,0 1-1 0 0,0 0 0 0 0,0 0 1 0 0,0 0-1 0 0,0-1 0 0 0,1 1 1 0 0,-1 0-1 0 0,0 0 0 0 0,0 0 1 0 0,0-1-1 0 0,0 1 0 0 0,0 0 1 0 0,0 0-1 0 0,-1 0 0 0 0,1-1 1 0 0,0 1-1 0 0,0 0 0 0 0,0 0 1 0 0,0 0-1 0 0,0 0 0 0 0,0-1 1 0 0,0 1-1 0 0,0 1 0 0 0,0-1 1 0 0,0 0-1 0 0,-1 1 0 0 0,1-1 1 0 0,0 0-1 0 0,0 1 0 0 0,0-1 1 0 0,0 0-1 0 0,-1 1 0 0 0,1-1 1 0 0,0 0-1 0 0,0 0 0 0 0,0 1 1 0 0,-1-1-1 0 0,1 0 0 0 0,0 0 1 0 0,-1 0-1 0 0,1 1 1 0 0,0-1-1 0 0,0 0 0 0 0,-1 0 1 0 0,1 0-1 0 0,0 0 0 0 0,-1 0 1 0 0,1 1-1 0 0,0-1 0 0 0,-1 0 1 0 0,1 0-1 0 0,0 0 0 0 0,-1 0 1 0 0,1 0-1 0 0,0 0 0 0 0,-1 0 1 0 0,1 0-1 0 0,0 0 0 0 0,-1 0 1 0 0,1-1-1 0 0,0 1 0 0 0,-1 0 1 0 0,1 0-1 0 0,-1 0 0 0 0,1 0 6 0 0,-1-1 1 0 0,1 1-1 0 0,-1 0 0 0 0,1 0 0 0 0,-1 0 0 0 0,1 0 0 0 0,-1 0 0 0 0,1 0 0 0 0,-1 0 0 0 0,1 0 0 0 0,-1 0 0 0 0,1 0 0 0 0,-1 0 0 0 0,1 0 0 0 0,-1 0 0 0 0,1 0 0 0 0,-1 1 0 0 0,1-1 0 0 0,-1 0 0 0 0,1 0 1 0 0,-1 1-1 0 0,1-1 0 0 0,0 0 0 0 0,-1 1 0 0 0,1-1 0 0 0,-1 0 0 0 0,1 1 0 0 0,0-1 0 0 0,-1 0 0 0 0,1 1 0 0 0,0-1 0 0 0,-1 1 0 0 0,1-1 0 0 0,0 1 0 0 0,0-1 0 0 0,0 1 0 0 0,-1-1 0 0 0,1 1 0 0 0,0-1 1 0 0,0 1-1 0 0,0-1 0 0 0,0 1 0 0 0,0-1 0 0 0,0 1 0 0 0,0 0 0 0 0,0 0-5 0 0,1 0 0 0 0,-1-1-1 0 0,1 1 1 0 0,0 0 0 0 0,-1 0 0 0 0,1-1 0 0 0,0 1 0 0 0,0-1 0 0 0,-1 1-1 0 0,1 0 1 0 0,0-1 0 0 0,0 0 0 0 0,0 1 0 0 0,0-1 0 0 0,0 1-1 0 0,-1-1 1 0 0,1 0 0 0 0,0 0 0 0 0,0 1 0 0 0,2-1 0 0 0,2 2 8 0 0,5 5 38 0 0,-8-6-49 0 0,-1 0 0 0 0,1 0 1 0 0,-1 0-1 0 0,1 0 1 0 0,0 0-1 0 0,-1-1 1 0 0,1 1-1 0 0,0 0 1 0 0,0-1-1 0 0,-1 0 1 0 0,4 1-1 0 0,17 7-4 0 0,-19-6 2 0 0,0-1 0 0 0,0 1 0 0 0,1-1 0 0 0,-1 0 0 0 0,0 0 0 0 0,0 0 0 0 0,1-1 0 0 0,-1 1 0 0 0,7-1 0 0 0,1 0 25 0 0,1 1 1 0 0,-1 0-1 0 0,0 1 1 0 0,21 6 0 0 0,-7-2 25 0 0,87 23 30 0 0,0-10-160 0 0,-31-14 126 0 0,-54-4-12 0 0,0 1-1 0 0,35 7 1 0 0,0-2 36 0 0,-54-7-67 0 0,-1 0-1 0 0,1 1 1 0 0,-1 0 0 0 0,1 0 0 0 0,-1 0 0 0 0,0 1 0 0 0,1 0-1 0 0,-1 1 1 0 0,0-1 0 0 0,0 1 0 0 0,-1 1 0 0 0,9 4-1 0 0,-14-5 30 0 0,0 0-1 0 0,0 0 0 0 0,0 0 1 0 0,0 0-1 0 0,0 0 0 0 0,-1 0 0 0 0,1 0 1 0 0,-1 0-1 0 0,0 1 0 0 0,0-1 0 0 0,0 0 1 0 0,-1 0-1 0 0,0 6 0 0 0,0 0-15 0 0,1 58 171 0 0,0-67-185 0 0,0 1-1 0 0,0 0 1 0 0,0-1 0 0 0,0 1 0 0 0,0-1 0 0 0,1 1-1 0 0,-1 0 1 0 0,0-1 0 0 0,0 1 0 0 0,0-1 0 0 0,1 1-1 0 0,-1-1 1 0 0,0 1 0 0 0,0-1 0 0 0,1 1 0 0 0,-1-1-1 0 0,1 1 1 0 0,-1-1 0 0 0,0 1 0 0 0,1-1 0 0 0,-1 0-1 0 0,1 1 1 0 0,-1-1 0 0 0,1 0 0 0 0,-1 1 0 0 0,1-1-1 0 0,-1 0 1 0 0,1 0 0 0 0,-1 1 0 0 0,1-1 0 0 0,0 0-1 0 0,-1 0 1 0 0,1 0 0 0 0,-1 0 0 0 0,1 0 0 0 0,0 0 0 0 0,0 0-2 0 0,-1 0 0 0 0,1 0 1 0 0,0 1-1 0 0,-1-1 0 0 0,1 0 1 0 0,-1 0-1 0 0,1 0 0 0 0,-1 0 1 0 0,1 1-1 0 0,0-1 0 0 0,-1 0 1 0 0,1 0-1 0 0,-1 1 1 0 0,1-1-1 0 0,-1 0 0 0 0,1 1 1 0 0,-1-1-1 0 0,0 1 0 0 0,1-1 1 0 0,-1 0-1 0 0,1 1 0 0 0,-1-1 1 0 0,0 1-1 0 0,1-1 1 0 0,-1 1-1 0 0,0-1 0 0 0,0 1 1 0 0,1 0-1 0 0,-1-1 0 0 0,0 1 1 0 0,0-1-1 0 0,0 1 0 0 0,0 0 1 0 0,0-1-1 0 0,0 1 0 0 0,0 0 1 0 0,0 1 4 0 0,0-1 1 0 0,1 1-1 0 0,-1-1 1 0 0,0 1-1 0 0,0-1 1 0 0,1 1-1 0 0,-1-1 1 0 0,1 0 0 0 0,-1 1-1 0 0,1-1 1 0 0,0 0-1 0 0,0 1 1 0 0,-1-1-1 0 0,1 0 1 0 0,0 0-1 0 0,0 1 1 0 0,0-1-1 0 0,2 1 1 0 0,-2-1-8 0 0,-1-1 1 0 0,1 1 0 0 0,0 0-1 0 0,0 0 1 0 0,-1 0-1 0 0,1 0 1 0 0,0 0 0 0 0,-1 0-1 0 0,1 0 1 0 0,-1 0 0 0 0,1 0-1 0 0,-1 0 1 0 0,1 0-1 0 0,-1 1 1 0 0,0-1 0 0 0,0 0-1 0 0,1 2 1 0 0,-1-2 1 0 0,1 0-1 0 0,-1-1 1 0 0,1 1 0 0 0,0 0 0 0 0,-1 0 0 0 0,1-1-1 0 0,0 1 1 0 0,0 0 0 0 0,0-1 0 0 0,-1 1 0 0 0,1-1-1 0 0,0 1 1 0 0,0-1 0 0 0,0 1 0 0 0,0-1 0 0 0,0 1-1 0 0,0-1 1 0 0,0 0 0 0 0,0 0 0 0 0,0 0 0 0 0,0 1-1 0 0,0-1 1 0 0,1 0 0 0 0,0 0 5 0 0,26 17 62 0 0,-18-3-81 0 0,130 68 188 0 0,-119-71-98 0 0,-16-10-60 0 0,0 2 0 0 0,0-1 0 0 0,0 1 1 0 0,0-1-1 0 0,5 5 0 0 0,6 5 41 0 0,25 18-119 0 0,-39-28 66 0 0,0-1 1 0 0,0 1-1 0 0,-1-1 1 0 0,1 1-1 0 0,0 0 1 0 0,-1 0-1 0 0,1 0 1 0 0,-1 0-1 0 0,0 0 1 0 0,0 0-1 0 0,0 0 1 0 0,0 0-1 0 0,0 0 1 0 0,0 0-1 0 0,1 4 1 0 0,-3-5-3 0 0,1 0 1 0 0,0 0-1 0 0,1-1 1 0 0,-1 1-1 0 0,0 0 1 0 0,0 0 0 0 0,0-1-1 0 0,0 1 1 0 0,1 0-1 0 0,-1 0 1 0 0,0-1-1 0 0,0 1 1 0 0,1 0-1 0 0,-1-1 1 0 0,1 1 0 0 0,-1 0-1 0 0,1-1 1 0 0,-1 1-1 0 0,1-1 1 0 0,-1 1-1 0 0,1-1 1 0 0,-1 1-1 0 0,1-1 1 0 0,0 1 0 0 0,-1-1-1 0 0,1 0 1 0 0,0 1-1 0 0,-1-1 1 0 0,1 0-1 0 0,0 1 1 0 0,1-1-1 0 0,-2 0-1 0 0,1 0-1 0 0,0 1 0 0 0,0-1 1 0 0,-1 0-1 0 0,1 0 1 0 0,0 1-1 0 0,-1-1 0 0 0,1 0 1 0 0,0 1-1 0 0,-1-1 0 0 0,1 1 1 0 0,-1-1-1 0 0,1 1 1 0 0,-1-1-1 0 0,1 1 0 0 0,-1-1 1 0 0,1 1-1 0 0,-1 0 0 0 0,0-1 1 0 0,1 1-1 0 0,-1 0 0 0 0,0-1 1 0 0,1 1-1 0 0,-1 0 1 0 0,0-1-1 0 0,0 1 0 0 0,0 0 1 0 0,1 0-1 0 0,-1-1 0 0 0,0 1 1 0 0,0 1-1 0 0,0-1 2 0 0,0-1 0 0 0,0 1 1 0 0,0 0-1 0 0,0 0 0 0 0,0-1 0 0 0,0 1 0 0 0,0 0 0 0 0,1-1 1 0 0,-1 1-1 0 0,0 0 0 0 0,1 0 0 0 0,-1-1 0 0 0,0 1 0 0 0,1-1 1 0 0,-1 1-1 0 0,1 0 0 0 0,-1-1 0 0 0,1 1 0 0 0,-1-1 0 0 0,1 1 1 0 0,-1-1-1 0 0,1 1 0 0 0,-1-1 0 0 0,1 0 0 0 0,0 1 0 0 0,-1-1 1 0 0,1 0-1 0 0,0 1 0 0 0,-1-1 0 0 0,1 0 0 0 0,1 0 0 0 0,-1 1-2 0 0,-1-1-1 0 0,1 0 1 0 0,0 0-1 0 0,-1 0 1 0 0,1 1-1 0 0,0-1 1 0 0,-1 0-1 0 0,1 1 1 0 0,-1-1-1 0 0,1 0 1 0 0,0 1-1 0 0,-1-1 1 0 0,1 1-1 0 0,-1-1 1 0 0,1 1-1 0 0,-1-1 1 0 0,0 1-1 0 0,1-1 1 0 0,-1 1-1 0 0,1-1 1 0 0,-1 1-1 0 0,0 0 1 0 0,1-1-1 0 0,-1 1 1 0 0,0 0-1 0 0,0-1 1 0 0,0 1-1 0 0,0 0 1 0 0,1-1-1 0 0,-1 1 1 0 0,0 1-1 0 0,0-1-3 0 0,0 0-1 0 0,1 0 0 0 0,-1-1 0 0 0,1 1 0 0 0,-1 0 0 0 0,1 0 0 0 0,-1 0 0 0 0,1 0 0 0 0,0 0 0 0 0,0-1 0 0 0,-1 1 1 0 0,1 0-1 0 0,0-1 0 0 0,0 1 0 0 0,0 0 0 0 0,-1-1 0 0 0,1 1 0 0 0,0-1 0 0 0,0 0 0 0 0,0 1 0 0 0,0-1 0 0 0,0 0 1 0 0,0 1-1 0 0,1-1 0 0 0,2 1-19 0 0,29 21-9 0 0,-22-13 27 0 0,0-2 0 0 0,0 0 0 0 0,1 0 0 0 0,0-1 1 0 0,0 0-1 0 0,1-1 0 0 0,17 4 0 0 0,15 7-56 0 0,-37-12 45 0 0,0-1 1 0 0,1 0 0 0 0,-1-1-1 0 0,0 1 1 0 0,17 1 0 0 0,-3 0-29 0 0,13 0-57 0 0,16 2 102 0 0,-47-6 51 0 0,0 1 1 0 0,-1-1-1 0 0,1 1 1 0 0,0 0-1 0 0,-1 0 1 0 0,1 1-1 0 0,-1-1 1 0 0,1 1-1 0 0,-1-1 1 0 0,1 1-1 0 0,-1 0 0 0 0,5 4 1 0 0,2 2 291 0 0,2-2 0 0 0,-1 1 0 0 0,13 5 0 0 0,60 29-383 0 0,-84-41 39 0 0,0 0 1 0 0,1 0 0 0 0,-1 0-1 0 0,0 0 1 0 0,0 0 0 0 0,1 0-1 0 0,-1 1 1 0 0,0-1-1 0 0,0 0 1 0 0,1 0 0 0 0,-1 0-1 0 0,0 0 1 0 0,0 0-1 0 0,0 1 1 0 0,1-1 0 0 0,-1 0-1 0 0,0 0 1 0 0,0 1 0 0 0,0-1-1 0 0,0 0 1 0 0,0 0-1 0 0,1 0 1 0 0,-1 1 0 0 0,0-1-1 0 0,0 0 1 0 0,0 0 0 0 0,0 1-1 0 0,0-1 1 0 0,0 0-1 0 0,0 1 1 0 0,0-1 0 0 0,0 0-1 0 0,0 0 1 0 0,0 1-1 0 0,0-1 1 0 0,0 0 0 0 0,0 0-1 0 0,0 1 1 0 0,0-1 0 0 0,0 0-1 0 0,0 1 2 0 0,-1-1-1 0 0,1 0 1 0 0,0 1-1 0 0,0-1 0 0 0,0 0 1 0 0,0 1-1 0 0,0-1 1 0 0,0 1-1 0 0,0-1 1 0 0,0 0-1 0 0,0 1 1 0 0,0-1-1 0 0,0 0 1 0 0,0 1-1 0 0,1-1 1 0 0,-1 0-1 0 0,0 1 0 0 0,0-1 1 0 0,0 0-1 0 0,0 0 1 0 0,0 1-1 0 0,1-1 1 0 0,-1 0-1 0 0,0 1 1 0 0,0-1-1 0 0,1 0 1 0 0,-1 0-1 0 0,0 1 1 0 0,0-1-1 0 0,1 0 0 0 0,-1 0 1 0 0,0 0-1 0 0,1 1 1 0 0,2 0 15 0 0,-2-1-10 0 0,1 0 0 0 0,-1 0-1 0 0,0 1 1 0 0,0-1 0 0 0,0 0-1 0 0,0 1 1 0 0,0-1 0 0 0,0 1-1 0 0,0-1 1 0 0,0 1 0 0 0,-1 0-1 0 0,1-1 1 0 0,0 1 0 0 0,0 0-1 0 0,0 0 1 0 0,-1-1 0 0 0,1 1-1 0 0,0 0 1 0 0,-1 0 0 0 0,1 0-1 0 0,-1 0 1 0 0,2 1 0 0 0,-2-1-4 0 0,0 0 1 0 0,0-1-1 0 0,0 1 1 0 0,0-1 0 0 0,1 1-1 0 0,-1-1 1 0 0,0 1 0 0 0,0-1-1 0 0,1 1 1 0 0,-1-1 0 0 0,0 1-1 0 0,1-1 1 0 0,-1 1 0 0 0,1-1-1 0 0,-1 1 1 0 0,0-1 0 0 0,1 1-1 0 0,-1-1 1 0 0,1 0-1 0 0,-1 1 1 0 0,1-1 0 0 0,0 0-1 0 0,-1 0 1 0 0,1 1 0 0 0,-1-1-1 0 0,1 0 1 0 0,-1 0 0 0 0,1 0-1 0 0,0 0 1 0 0,-1 0 0 0 0,2 0-1 0 0,-2 0-2 0 0,1 0-1 0 0,0 0 1 0 0,-1 0-1 0 0,1 1 0 0 0,-1-1 1 0 0,1 0-1 0 0,-1 0 1 0 0,1 0-1 0 0,0 0 1 0 0,-1 1-1 0 0,1-1 0 0 0,-1 0 1 0 0,1 1-1 0 0,-1-1 1 0 0,1 0-1 0 0,-1 1 1 0 0,0-1-1 0 0,1 0 1 0 0,-1 1-1 0 0,1-1 0 0 0,-1 1 1 0 0,0-1-1 0 0,1 1 1 0 0,-1-1-1 0 0,0 1 1 0 0,1-1-1 0 0,-1 1 1 0 0,0-1-1 0 0,0 1 0 0 0,0-1 1 0 0,1 2-1 0 0,-1-1-2 0 0,0-1 0 0 0,1 1 0 0 0,-1 0 0 0 0,0 0 0 0 0,1-1 0 0 0,-1 1 0 0 0,1 0 0 0 0,-1-1 0 0 0,1 1 0 0 0,-1-1 0 0 0,1 1 0 0 0,0 0 0 0 0,-1-1 0 0 0,1 1 0 0 0,0-1 0 0 0,-1 0 0 0 0,1 1 0 0 0,0-1 0 0 0,0 1 0 0 0,-1-1 0 0 0,1 0 0 0 0,1 0 0 0 0,23 9 8 0 0,-13-6-7 0 0,110 87 162 0 0,-92-68-137 0 0,-19-14 2 0 0,0 1-1 0 0,0-2 1 0 0,1 0 0 0 0,20 10-1 0 0,-26-14-22 0 0,0 0 0 0 0,-1 0 0 0 0,1 0 0 0 0,-1 1 0 0 0,6 5 0 0 0,-7-5 8 0 0,0 0-1 0 0,1-1 1 0 0,0 0 0 0 0,0 0 0 0 0,0 0 0 0 0,8 3-1 0 0,42 20-75 0 0,1 2 146 0 0,-6-13-100 0 0,0-2 0 0 0,0-2 0 0 0,53 5 0 0 0,-21-2 16 0 0,-58-9 28 0 0,0-1-1 0 0,42 2 0 0 0,-23-8-36 0 0,-1-2 0 0 0,0-2-1 0 0,-1-2 1 0 0,62-20 0 0 0,-85 21 39 0 0,1-1 0 0 0,-1 0 0 0 0,-1-1 0 0 0,0-2 1 0 0,25-17-1 0 0,0-1 57 0 0,-29 21-49 0 0,-7 5-25 0 0,0-1 0 0 0,0 0 1 0 0,-1 0-1 0 0,10-9 0 0 0,-8 4-5 0 0,-5 7 1 0 0,-1 0 1 0 0,1 0-1 0 0,0 0 0 0 0,-1 0 0 0 0,1 0 0 0 0,0 1 1 0 0,0-1-1 0 0,0 1 0 0 0,0-1 0 0 0,1 1 0 0 0,2-2 1 0 0,1-1-1 0 0,-1 0 0 0 0,1 0 0 0 0,-1-1 0 0 0,0 0 0 0 0,0 0 0 0 0,7-10 0 0 0,-7 9 5 0 0,0 0-1 0 0,1 0 1 0 0,-1 1 0 0 0,1-1-1 0 0,7-4 1 0 0,-8 6-1 0 0,1 0 1 0 0,-2 0-1 0 0,1-1 0 0 0,0 0 1 0 0,-1 1-1 0 0,0-1 0 0 0,0-1 0 0 0,3-5 1 0 0,10-13-27 0 0,-9 15-6 0 0,-7 8 20 0 0,1-1 1 0 0,-1 0 0 0 0,1 1 0 0 0,-1-1 0 0 0,0 0 0 0 0,0 0-1 0 0,0 0 1 0 0,0 0 0 0 0,0 0 0 0 0,0 0 0 0 0,0 0-1 0 0,-1 0 1 0 0,1-1 0 0 0,-1 1 0 0 0,0 0 0 0 0,1 0-1 0 0,-1-1 1 0 0,0 1 0 0 0,-1-3 0 0 0,1 4 6 0 0,1-1 0 0 0,-1 1 1 0 0,0-1-1 0 0,0 1 0 0 0,1 0 1 0 0,-1-1-1 0 0,1 1 0 0 0,-1-1 0 0 0,1 1 1 0 0,-1 0-1 0 0,1 0 0 0 0,0-1 0 0 0,0 1 1 0 0,0 0-1 0 0,-1 0 0 0 0,1 0 1 0 0,0 0-1 0 0,0 0 0 0 0,1 0 0 0 0,1-1 1 0 0,5-6 52 0 0,20-27 49 0 0,-24 23-67 0 0,-4 11-43 0 0,0 0-1 0 0,0 0 1 0 0,0 1-1 0 0,0-1 0 0 0,0 0 1 0 0,1 1-1 0 0,-1-1 0 0 0,0 0 1 0 0,0 1-1 0 0,0-1 1 0 0,1 1-1 0 0,-1-1 0 0 0,0 0 1 0 0,1 1-1 0 0,-1-1 0 0 0,0 1 1 0 0,1-1-1 0 0,-1 1 1 0 0,1-1-1 0 0,6-5-79 0 0,-6 5 61 0 0,0 0 0 0 0,1 0 0 0 0,-1 0 0 0 0,0 0 0 0 0,0 0 1 0 0,0 0-1 0 0,0 0 0 0 0,0 0 0 0 0,0 0 0 0 0,-1 0 0 0 0,1-1 0 0 0,0 1 1 0 0,0 0-1 0 0,-1-1 0 0 0,1 1 0 0 0,-1 0 0 0 0,1-1 0 0 0,-1 1 1 0 0,0-1-1 0 0,0 1 0 0 0,1-3 0 0 0,-1 3 10 0 0,0 0-1 0 0,0 0 0 0 0,0-1 1 0 0,0 1-1 0 0,0 0 1 0 0,0 0-1 0 0,1 0 1 0 0,-1 0-1 0 0,0 0 1 0 0,1 0-1 0 0,-1 0 1 0 0,1 0-1 0 0,-1 0 1 0 0,1 0-1 0 0,0 0 1 0 0,-1 0-1 0 0,1 0 1 0 0,0 1-1 0 0,0-1 0 0 0,0 0 1 0 0,-1 0-1 0 0,1 1 1 0 0,0-1-1 0 0,2-1 1 0 0,-2 2 7 0 0,0 0-1 0 0,0-1 1 0 0,0 0 0 0 0,-1 1 0 0 0,1-1 0 0 0,0 0-1 0 0,0 1 1 0 0,0-1 0 0 0,-1 0 0 0 0,1 0-1 0 0,-1 0 1 0 0,1 1 0 0 0,0-1 0 0 0,-1 0 0 0 0,1 0-1 0 0,-1 0 1 0 0,0 0 0 0 0,1 0 0 0 0,-1 0 0 0 0,0 0-1 0 0,0 0 1 0 0,1 0 0 0 0,-1 0 0 0 0,0-2-1 0 0,0 2 3 0 0,0-1 0 0 0,0 1 0 0 0,0 0 0 0 0,0 0 0 0 0,1-1 0 0 0,-1 1 0 0 0,0 0 0 0 0,1 0-1 0 0,-1-1 1 0 0,1 1 0 0 0,-1 0 0 0 0,1 0 0 0 0,0 0 0 0 0,-1 0 0 0 0,1 0 0 0 0,0 0 0 0 0,0 0-1 0 0,0 0 1 0 0,1-1 0 0 0,-1 1 9 0 0,0 1 0 0 0,0-1 0 0 0,0 0-1 0 0,-1 0 1 0 0,1 0 0 0 0,0 0 0 0 0,0 0 0 0 0,-1-1-1 0 0,1 1 1 0 0,0 0 0 0 0,-1 0 0 0 0,0 0-1 0 0,1-1 1 0 0,-1 1 0 0 0,1 0 0 0 0,-1 0-1 0 0,0-1 1 0 0,0 1 0 0 0,0-2 0 0 0,0 2 1 0 0,0-1 1 0 0,0 1-1 0 0,1-1 1 0 0,-1 1-1 0 0,0-1 0 0 0,1 1 1 0 0,-1-1-1 0 0,0 1 1 0 0,1-1-1 0 0,0 1 1 0 0,-1 0-1 0 0,1-1 0 0 0,0 1 1 0 0,0 0-1 0 0,0-1 1 0 0,0 1-1 0 0,0 0 0 0 0,0 0 1 0 0,2-1-1 0 0,-2 0-2 0 0,0 1-1 0 0,1 0 1 0 0,-1 0 0 0 0,0 0-1 0 0,0 0 1 0 0,0-1-1 0 0,0 1 1 0 0,-1 0 0 0 0,1-1-1 0 0,0 1 1 0 0,-1-1-1 0 0,1 1 1 0 0,0-1-1 0 0,-1 1 1 0 0,0-1 0 0 0,1 0-1 0 0,-1 1 1 0 0,0-1-1 0 0,0-2 1 0 0,0 2-4 0 0,0-1 0 0 0,1 1 0 0 0,-1 0 0 0 0,0 0 0 0 0,1-1 0 0 0,0 1 0 0 0,-1 0 0 0 0,1 0 0 0 0,0 0 0 0 0,0 0 0 0 0,0 0 0 0 0,1 0 0 0 0,-1 0 0 0 0,0 0 0 0 0,1 0 0 0 0,1-2 0 0 0,5-5 13 0 0,20-32 14 0 0,-28 40-24 0 0,1 0 0 0 0,0-1 0 0 0,-1 1 0 0 0,1 0 0 0 0,-1 0 0 0 0,0-1 0 0 0,1 1 1 0 0,-1 0-1 0 0,0 0 0 0 0,0-1 0 0 0,0 1 0 0 0,0 0 0 0 0,0-2 0 0 0,0 2-1 0 0,0 0-1 0 0,0 0 1 0 0,0 0-1 0 0,0-1 1 0 0,0 1-1 0 0,1 0 1 0 0,-1 0 0 0 0,0 0-1 0 0,0 0 1 0 0,1 0-1 0 0,-1 0 1 0 0,1 0-1 0 0,-1 0 1 0 0,2-2 0 0 0,17-16-2 0 0,-10-1 0 0 0,1 12 8 0 0,-9 7-5 0 0,0 0 0 0 0,-1 1-1 0 0,1-1 1 0 0,0 0 0 0 0,0 1 0 0 0,0-1 0 0 0,0 0 0 0 0,-1 0 0 0 0,1 0 0 0 0,0 0-1 0 0,-1 1 1 0 0,1-1 0 0 0,0 0 0 0 0,-1 0 0 0 0,1 0 0 0 0,-1-1 0 0 0,0 1 0 0 0,1 0-1 0 0,-1 0 1 0 0,0 0 0 0 0,0 0 0 0 0,0 0 0 0 0,1 0 0 0 0,-2-2 0 0 0,2 1 3 0 0,-1 0-1 0 0,0 0 1 0 0,0 0 0 0 0,1 1 0 0 0,-1-1 0 0 0,1 0 0 0 0,-1 0 0 0 0,1 0 0 0 0,0 1 0 0 0,-1-1-1 0 0,1 0 1 0 0,0 1 0 0 0,0-1 0 0 0,1 1 0 0 0,-1-1 0 0 0,3-1 0 0 0,-3 1-3 0 0,0 1 1 0 0,0-1-1 0 0,1 1 1 0 0,-1 0-1 0 0,0-1 1 0 0,0 0-1 0 0,0 1 1 0 0,-1-1 0 0 0,1 0-1 0 0,0 1 1 0 0,0-1-1 0 0,-1 0 1 0 0,0 0-1 0 0,1 0 1 0 0,-1 1-1 0 0,1-5 1 0 0,-1 4-1 0 0,0 1 0 0 0,0-1 1 0 0,0 0-1 0 0,0 0 0 0 0,1 0 1 0 0,-1 0-1 0 0,1 1 0 0 0,-1-1 1 0 0,1 0-1 0 0,0 1 0 0 0,0-1 1 0 0,-1 0-1 0 0,1 1 0 0 0,0-1 1 0 0,1 1-1 0 0,-1-1 0 0 0,3-2 1 0 0,-3 3 1 0 0,0 0 1 0 0,0 0-1 0 0,1-1 1 0 0,-1 1 0 0 0,0-1-1 0 0,0 1 1 0 0,0-1-1 0 0,-1 0 1 0 0,1 1-1 0 0,0-1 1 0 0,0 0-1 0 0,-1 0 1 0 0,1 1 0 0 0,-1-1-1 0 0,0 0 1 0 0,0 0-1 0 0,1-3 1 0 0,-2-7 38 0 0,0 9-42 0 0,1-1 1 0 0,0 1 0 0 0,-1 0 0 0 0,1 0 0 0 0,0-1-1 0 0,1 1 1 0 0,-1 0 0 0 0,1-1 0 0 0,-1 1 0 0 0,1 0-1 0 0,0 0 1 0 0,2-6 0 0 0,6 2-6 0 0,-7 6 9 0 0,-1 0 0 0 0,0 0 0 0 0,0 0 0 0 0,0 0 0 0 0,0 0 0 0 0,0 0 0 0 0,0 0 0 0 0,0-1 0 0 0,-1 1 0 0 0,1 0 0 0 0,0 0 0 0 0,-1-1 0 0 0,1 1 0 0 0,-1 0 0 0 0,1-1 0 0 0,-1 1 0 0 0,1-1 0 0 0,-1 1 0 0 0,0 0 0 0 0,0-1 0 0 0,0 1 0 0 0,0-1 0 0 0,0 1 0 0 0,0-4 0 0 0,0 5-6 0 0,0-1 0 0 0,0 0 1 0 0,0 0-1 0 0,0 1 1 0 0,0-1-1 0 0,0 0 0 0 0,0 0 1 0 0,-1 1-1 0 0,1-1 1 0 0,0 0-1 0 0,0 0 1 0 0,-1 1-1 0 0,1-1 0 0 0,0 0 1 0 0,-1 1-1 0 0,1-1 1 0 0,0 0-1 0 0,-1 1 0 0 0,1-1 1 0 0,-1 0-1 0 0,1 1 1 0 0,-1-1-1 0 0,0 1 0 0 0,1-1 1 0 0,-1 1-1 0 0,0 0 1 0 0,1-1-1 0 0,-1 1 0 0 0,0-1 1 0 0,1 1-1 0 0,-1 0 1 0 0,0 0-1 0 0,0-1 1 0 0,0 1-1 0 0,0 0 0 0 0,0 0 0 0 0,1 0 0 0 0,-1 0 0 0 0,1 0 0 0 0,-1-1 0 0 0,0 1 0 0 0,1 0 0 0 0,-1 0 0 0 0,1-1 0 0 0,-1 1 0 0 0,1 0 0 0 0,-1-1 0 0 0,1 1 0 0 0,-1-1 0 0 0,1 1 0 0 0,-1 0-1 0 0,1-1 1 0 0,0 1 0 0 0,-1-1 0 0 0,1 1 0 0 0,-1-1 0 0 0,1 1 0 0 0,0-1 0 0 0,0 0 0 0 0,-1 1 0 0 0,1-1 0 0 0,0 1 0 0 0,0-1 0 0 0,0 0 0 0 0,0 1 0 0 0,0-1 0 0 0,0 1 0 0 0,0-1 0 0 0,0 0 0 0 0,0 0 0 0 0,0 0 0 0 0,0 0 0 0 0,0 0 0 0 0,0 0 0 0 0,0 1 0 0 0,0-1 0 0 0,0 0 0 0 0,1 0 0 0 0,-1 0 0 0 0,0 0 0 0 0,1 1 0 0 0,-1-1 0 0 0,0 0-1 0 0,1 0 1 0 0,-1 1 0 0 0,1-1 0 0 0,-1 0 0 0 0,1 1 0 0 0,0-1 0 0 0,-1 0 0 0 0,1 1 0 0 0,0-1 0 0 0,-1 1 0 0 0,1-1 0 0 0,0 1 0 0 0,0 0 0 0 0,-1-1 0 0 0,2 1 0 0 0,-1-1 2 0 0,0 1 1 0 0,0-1-1 0 0,0 1 0 0 0,-1 0 1 0 0,1-1-1 0 0,0 1 0 0 0,0-1 1 0 0,-1 0-1 0 0,1 1 0 0 0,0-1 1 0 0,-1 0-1 0 0,1 1 0 0 0,0-1 1 0 0,-1 0-1 0 0,1 0 0 0 0,-1 1 1 0 0,1-1-1 0 0,-1 0 0 0 0,0 0 1 0 0,1 0-1 0 0,-1 0 0 0 0,0 0 1 0 0,0 0-1 0 0,1 0 0 0 0,-1 1 1 0 0,0-1-1 0 0,0 0 0 0 0,0-2 1 0 0,-1-10 22 0 0,0 10-20 0 0,1 0 0 0 0,-1 0 0 0 0,1 0 0 0 0,0 0-1 0 0,0 0 1 0 0,1-1 0 0 0,-1 1 0 0 0,1 0 0 0 0,-1 0 0 0 0,1 0 0 0 0,0 0-1 0 0,0 0 1 0 0,1-3 0 0 0,6-2-7 0 0,-6 6 3 0 0,-1 1 0 0 0,0 0-1 0 0,0 0 1 0 0,1-1 0 0 0,-1 1 0 0 0,0-1 0 0 0,0 1-1 0 0,0-1 1 0 0,-1 1 0 0 0,1-1 0 0 0,0 0 0 0 0,0 1 0 0 0,-1-1-1 0 0,1 0 1 0 0,-1 1 0 0 0,0-1 0 0 0,0 0 0 0 0,1-3-1 0 0,-1 3 7 0 0,0 0 0 0 0,0 0 0 0 0,1-1 0 0 0,-1 1 0 0 0,1 0 0 0 0,0 0 0 0 0,-1 0 0 0 0,1 0 0 0 0,0-1 0 0 0,0 1 0 0 0,0 1 0 0 0,1-1 0 0 0,-1 0 0 0 0,3-3 0 0 0,5-9 22 0 0,1-13-16 0 0,-1 13-13 0 0,-8 12 0 0 0,1 0 0 0 0,-1 0 0 0 0,1-1 0 0 0,-1 1 0 0 0,0 0 0 0 0,0-1 0 0 0,0 1 0 0 0,0-1 0 0 0,0 1 0 0 0,-1-1 0 0 0,1 0 0 0 0,-1 1 0 0 0,1-6 0 0 0,-1 6 4 0 0,0 0-1 0 0,0 0 1 0 0,0 0-1 0 0,1 0 0 0 0,-1 0 1 0 0,1 0-1 0 0,-1 1 1 0 0,1-1-1 0 0,0 0 1 0 0,-1 0-1 0 0,1 0 1 0 0,0 1-1 0 0,0-1 1 0 0,1 0-1 0 0,-1 1 1 0 0,0-1-1 0 0,2-1 1 0 0,-1 2 1 0 0,-1-1 0 0 0,0 1 1 0 0,0 0-1 0 0,0-1 1 0 0,0 1-1 0 0,0-1 1 0 0,0 1-1 0 0,0-1 0 0 0,0 1 1 0 0,-1-1-1 0 0,1 0 1 0 0,-1 1-1 0 0,1-1 0 0 0,-1 0 1 0 0,1 0-1 0 0,-1 1 1 0 0,0-4-1 0 0,-1-21 112 0 0,0 19-120 0 0,0 0-1 0 0,1 0 0 0 0,0 0 1 0 0,0 0-1 0 0,0 0 0 0 0,1 0 0 0 0,0 0 1 0 0,1 0-1 0 0,2-7 0 0 0,2 3-24 0 0,-4 7 17 0 0,0 0 0 0 0,1 0 0 0 0,-2 0 0 0 0,1 0 0 0 0,0-1 0 0 0,-1 1 0 0 0,0 0 0 0 0,0-1 0 0 0,0 1 0 0 0,-1-1 0 0 0,1-7 0 0 0,-1 4 0 0 0,1 1 1 0 0,0 0-1 0 0,1 0 0 0 0,-1 0 0 0 0,1 0 1 0 0,5-11-1 0 0,-4 11 1 0 0,-1 0 0 0 0,0 0-1 0 0,0 0 1 0 0,0-1 0 0 0,-1 1 0 0 0,1-13-1 0 0,-2-116 78 0 0,0 135-68 0 0,0 0-1 0 0,0 0 1 0 0,0 0-1 0 0,-1 0 1 0 0,1 1-1 0 0,0-1 1 0 0,0 0-1 0 0,-1 0 1 0 0,1 0-1 0 0,-1 0 1 0 0,1 1-1 0 0,-1-1 1 0 0,1 0 0 0 0,-1 0-1 0 0,1 1 1 0 0,-1-1-1 0 0,0 0 1 0 0,1 1-1 0 0,-1-1 1 0 0,0 1-1 0 0,1-1 1 0 0,-1 1-1 0 0,0-1 1 0 0,0 1-1 0 0,0-1 1 0 0,-1 1-1 0 0,-6-6-25 0 0,-25-30 27 0 0,17 21 34 0 0,12 9-16 0 0,-1 2 0 0 0,0-1 0 0 0,-1 1 0 0 0,1-1 0 0 0,-1 2 0 0 0,-8-6 0 0 0,14 9-17 0 0,-171-77 80 0 0,141 65-8 0 0,-1 2 0 0 0,0 2 0 0 0,-60-9 0 0 0,49 11-145 0 0,15 2 143 0 0,0 1-1 0 0,-1 1 0 0 0,1 1 1 0 0,-47 4-1 0 0,70-2-46 0 0,-6 2 38 0 0,-1-1 0 0 0,1-1 0 0 0,-1 0 0 0 0,0 0 0 0 0,1-1 1 0 0,-1 0-1 0 0,-19-4 0 0 0,26 4-49 0 0,-31-9 89 0 0,34 9-95 0 0,0-1 0 0 0,-1 1 0 0 0,1-1 0 0 0,0 1 1 0 0,0-1-1 0 0,0 1 0 0 0,-1-1 0 0 0,1 0 1 0 0,0 1-1 0 0,0-1 0 0 0,0 0 0 0 0,0 0 0 0 0,1 0 1 0 0,-1 0-1 0 0,0 0 0 0 0,0 0 0 0 0,0 0 0 0 0,1 0 1 0 0,-1 0-1 0 0,0-2 0 0 0,0 2-6 0 0,1 0-1 0 0,0 0 1 0 0,-1 0 0 0 0,1 0 0 0 0,-1 0-1 0 0,1 1 1 0 0,-1-1 0 0 0,1 0-1 0 0,-1 0 1 0 0,0 0 0 0 0,1 1-1 0 0,-1-1 1 0 0,0 0 0 0 0,1 1-1 0 0,-1-1 1 0 0,0 1 0 0 0,0-1-1 0 0,0 1 1 0 0,0-1 0 0 0,1 1 0 0 0,-1 0-1 0 0,0-1 1 0 0,-1 1 0 0 0,-5-4-18 0 0,-21-30 4 0 0,27 33 13 0 0,1 0 0 0 0,-1 0 0 0 0,1 0 0 0 0,-1 0 0 0 0,1 0 0 0 0,0 0 0 0 0,-1-1 0 0 0,1 1 0 0 0,0 0 0 0 0,0 0 0 0 0,-1 0 0 0 0,1 0 0 0 0,0 0 0 0 0,0-2 0 0 0,1 2 0 0 0,-1-1 0 0 0,0 1 0 0 0,0 0 0 0 0,-1 0 0 0 0,1 0 0 0 0,0 0 0 0 0,0 0 0 0 0,0 0 0 0 0,-1 0 0 0 0,1 0 0 0 0,-1-1 0 0 0,1 1 0 0 0,-1 0 0 0 0,0-1 0 0 0,-11-12 21 0 0,0 1 0 0 0,-1 0 0 0 0,-1 1 0 0 0,0 1 0 0 0,0 0 0 0 0,-20-11 0 0 0,-36-11 5 0 0,65 30-19 0 0,0 0 0 0 0,-1 0 0 0 0,0 1-1 0 0,1 0 1 0 0,-1 0 0 0 0,0 0 0 0 0,0 1 0 0 0,0 0-1 0 0,0 0 1 0 0,-8 0 0 0 0,10 1-30 0 0,-1 0 1 0 0,0-1-1 0 0,0 1 1 0 0,1-1-1 0 0,-1 0 1 0 0,0-1-1 0 0,1 1 1 0 0,-1-1 0 0 0,1 0-1 0 0,-1 0 1 0 0,1 0-1 0 0,0 0 1 0 0,-5-5-1 0 0,2 0-76 0 0,6 5 80 0 0,0 1 0 0 0,0 0 0 0 0,-1-1 1 0 0,1 1-1 0 0,0 0 0 0 0,-1 0 0 0 0,1 0 0 0 0,-1 0 1 0 0,1 0-1 0 0,-1 0 0 0 0,1 1 0 0 0,-1-1 0 0 0,0 0 1 0 0,1 1-1 0 0,-4-1 0 0 0,-360-110-315 0 0,221 76 81 0 0,111 28 175 0 0,-37-1 0 0 0,-42-8 74 0 0,54 2-54 0 0,6 1 54 0 0,-63-6-1 0 0,92 18-39 0 0,-1 0-1 0 0,1 2 1 0 0,-1 1-1 0 0,1 1 1 0 0,-1 1-1 0 0,-34 10 1 0 0,-130 56-244 0 0,160-58 260 0 0,-46 16 89 0 0,35-14-63 0 0,0 2-1 0 0,-38 23 1 0 0,51-27 10 0 0,0 0 1 0 0,-30 9 0 0 0,33-15-35 0 0,16-1-111 0 0,4 0 180 0 0,-10 8 300 0 0,9-8-214 0 0,-1-1 1 0 0,1 1 0 0 0,-1-1-1 0 0,1 0 1 0 0,-7 3 0 0 0,10-6-137 0 0,1-1 0 0 0,-1 1 0 0 0,1-1 0 0 0,-1 1 0 0 0,1-1 1 0 0,-1 1-1 0 0,1-1 0 0 0,0 1 0 0 0,-1-1 0 0 0,1 1 0 0 0,0 0 0 0 0,-1-1 1 0 0,1 1-1 0 0,0 0 0 0 0,0-1 0 0 0,0 1 0 0 0,0 0 0 0 0,0-1 0 0 0,-1 1 1 0 0,1 0-1 0 0,0-1 0 0 0,1 1 0 0 0,-1 0 0 0 0,0-1 0 0 0,0 1 1 0 0,0 0-1 0 0,1 1 0 0 0,-1 1-15 0 0,-1 1 27 0 0,0 0 1 0 0,-1 0-1 0 0,1 0 0 0 0,-1 0 0 0 0,0-1 0 0 0,0 1 0 0 0,0 0 1 0 0,-1-1-1 0 0,1 0 0 0 0,-1 1 0 0 0,0-1 0 0 0,0 0 0 0 0,0 0 1 0 0,0-1-1 0 0,-4 4 0 0 0,-4 4-61 0 0,-4 3 53 0 0,14-12 6 0 0,-1 0-1 0 0,1 0 0 0 0,0 0 1 0 0,0-1-1 0 0,0 1 1 0 0,0 1-1 0 0,-1-1 1 0 0,2 0-1 0 0,-1 0 1 0 0,0 0-1 0 0,0 0 0 0 0,0 1 1 0 0,0-1-1 0 0,1 0 1 0 0,-1 1-1 0 0,1-1 1 0 0,-1 0-1 0 0,1 1 1 0 0,0-1-1 0 0,-1 1 0 0 0,1-1 1 0 0,0 3-1 0 0,-1-1-7 0 0,0-1 1 0 0,0 1-1 0 0,0-1 0 0 0,-1 1 0 0 0,1 0 0 0 0,-1-1 0 0 0,1 0 1 0 0,-1 1-1 0 0,0-1 0 0 0,0 0 0 0 0,0 0 0 0 0,0 0 0 0 0,0 0 0 0 0,-1 0 1 0 0,1-1-1 0 0,0 1 0 0 0,-1-1 0 0 0,1 1 0 0 0,-1-1 0 0 0,0 0 0 0 0,-4 1 1 0 0,6 1 7 0 0,0-1 0 0 0,0 0 0 0 0,1 1 0 0 0,-1-1 0 0 0,1 1 0 0 0,-1-1 0 0 0,1 1 0 0 0,0-1 0 0 0,0 1 0 0 0,0-1 0 0 0,0 1 1 0 0,1 3-1 0 0,-1-6-17 0 0,0 1 16 0 0,0 0-1 0 0,0 0 0 0 0,0 0 1 0 0,0 0-1 0 0,0 0 0 0 0,0 0 1 0 0,0-1-1 0 0,-1 1 1 0 0,1 0-1 0 0,0 0 0 0 0,-1 0 1 0 0,1 0-1 0 0,-1 0 0 0 0,1-1 1 0 0,-1 1-1 0 0,1 0 0 0 0,-1 0 1 0 0,1-1-1 0 0,-1 1 0 0 0,0 0 1 0 0,1-1-1 0 0,-1 1 1 0 0,0 0-1 0 0,0-1 0 0 0,1 1 1 0 0,-1-1-1 0 0,0 0 0 0 0,-1 1 1 0 0,1 0-1 0 0,0-1 0 0 0,0 0 1 0 0,1 1-1 0 0,-1-1 1 0 0,0 0-1 0 0,0 1 0 0 0,1-1 1 0 0,-1 1-1 0 0,0 0 1 0 0,1-1-1 0 0,-1 1 0 0 0,1-1 1 0 0,-1 1-1 0 0,1 0 1 0 0,-1 0-1 0 0,1-1 1 0 0,-1 1-1 0 0,1 0 0 0 0,0 0 1 0 0,-1-1-1 0 0,1 1 1 0 0,0 0-1 0 0,0 0 0 0 0,-1 0 1 0 0,1 0-1 0 0,0 0 1 0 0,0-1-1 0 0,0 2 0 0 0,1 5-1 0 0,-1-6 3 0 0,0 1 1 0 0,1-1-1 0 0,-1 1 1 0 0,0-1 0 0 0,0 1-1 0 0,0-1 1 0 0,0 1-1 0 0,0 0 1 0 0,-1-1-1 0 0,1 1 1 0 0,0-1-1 0 0,-1 0 1 0 0,1 1-1 0 0,-1-1 1 0 0,1 1-1 0 0,-1-1 1 0 0,0 0 0 0 0,0 2-1 0 0,0-3-4 0 0,-1 2 7 0 0,0-1 1 0 0,0 1-1 0 0,1-1 1 0 0,-1 1-1 0 0,0-1 1 0 0,1 1-1 0 0,0 0 1 0 0,-1 0-1 0 0,1 0 1 0 0,-2 3-1 0 0,1 1-42 0 0,1 1 0 0 0,1-1 0 0 0,-1 0 0 0 0,1 0-1 0 0,0 8 1 0 0,1-4 31 0 0,-1-14 201 0 0,0 3-182 0 0,0-1 0 0 0,0 1 0 0 0,0 0 0 0 0,0 0 0 0 0,0-1 0 0 0,-1 1 0 0 0,1 0 0 0 0,0 0 0 0 0,-1 0 0 0 0,1-1 0 0 0,-1 1 0 0 0,1 0 0 0 0,-1 0 0 0 0,-1-1-1 0 0,-3-2-61 0 0,0 1-1 0 0,0 1 0 0 0,-1-1 0 0 0,1 1 1 0 0,-1 0-1 0 0,1 0 0 0 0,-1 0 0 0 0,0 1 1 0 0,0 0-1 0 0,0 0 0 0 0,-9 0 0 0 0,-14 0-1986 0 0,-39 4 0 0 0,-35 8-5555 0 0</inkml:trace>
</inkml:ink>
</file>

<file path=ppt/ink/ink9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06T19:00:20.47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304 299 1040 0 0,'0'1'56'0'0,"0"0"0"0"0,0-1-1 0 0,-1 1 1 0 0,1-1 0 0 0,0 1-1 0 0,0 0 1 0 0,0-1 0 0 0,-1 1-1 0 0,1-1 1 0 0,0 1-1 0 0,-1 0 1 0 0,1-1 0 0 0,-1 1-1 0 0,1-1 1 0 0,-1 1 0 0 0,1-1-1 0 0,-1 0 1 0 0,1 1-1 0 0,-1-1 1 0 0,1 1 0 0 0,-1-1-1 0 0,1 0 1 0 0,-1 0 0 0 0,1 1-1 0 0,-1-1 1 0 0,0 0 0 0 0,1 0-1 0 0,-1 0 1 0 0,0 1-1 0 0,1-1 1 0 0,-2 0 0 0 0,-1 0 157 0 0,16-1 8 0 0,-12 1-200 0 0,-1 0 1 0 0,0-1-1 0 0,1 1 1 0 0,-1 0-1 0 0,0 0 1 0 0,0 0 0 0 0,1 0-1 0 0,-1-1 1 0 0,0 1-1 0 0,0 0 1 0 0,1 0-1 0 0,-1-1 1 0 0,0 1-1 0 0,0 0 1 0 0,0 0-1 0 0,1-1 1 0 0,-1 1-1 0 0,0 0 1 0 0,0-1-1 0 0,0 1 1 0 0,0 0-1 0 0,0 0 1 0 0,0-1 0 0 0,1 1-1 0 0,-1 0 1 0 0,0-1-1 0 0,0 1 1 0 0,0 0-1 0 0,0-1 1 0 0,0 0-1 0 0,-1-2 255 0 0,1 8-72 0 0,-1-5-200 0 0,1-1-1 0 0,-1 0 1 0 0,0 1-1 0 0,0-1 1 0 0,1 1-1 0 0,-1-1 1 0 0,0 1-1 0 0,0-1 1 0 0,0 1-1 0 0,1 0 1 0 0,-1-1-1 0 0,0 1 1 0 0,0 0-1 0 0,0 0 1 0 0,0-1-1 0 0,0 1 1 0 0,0 0-1 0 0,0 0 1 0 0,0 0-1 0 0,0 0 1 0 0,0 0-1 0 0,1 1 1 0 0,-3-1-1 0 0,2 0 6 0 0,-6 4 42 0 0,4-1-35 0 0,-44 8-16 0 0,43-4 3535 0 0,5-7-3466 0 0,0 1 1 0 0,0-1-1 0 0,0 0 0 0 0,0 0 1 0 0,0 0-1 0 0,1 0 0 0 0,-1-1 1 0 0,0 1-1 0 0,0 0 1 0 0,0 0-1 0 0,0-1 0 0 0,0 1 1 0 0,0 0-1 0 0,0-1 0 0 0,0 1 1 0 0,0-1-1 0 0,0 0 0 0 0,0 1 1 0 0,0-1-1 0 0,0 0 0 0 0,-1 1 1 0 0,1-1-1 0 0,0 0 0 0 0,0-1 1 0 0,0-1 120 0 0,0 1 0 0 0,0-1 0 0 0,-1 1 1 0 0,0-1-1 0 0,1 0 0 0 0,-1 1 0 0 0,0-1 1 0 0,-1-4-1 0 0,1-7 272 0 0,-5 13-195 0 0,-13 2 153 0 0,14 0-273 0 0,0-1 1 0 0,0 1 0 0 0,-1-1 0 0 0,1 0 0 0 0,0-1-1 0 0,-8 0 1 0 0,-2-2 5 0 0,11 3-132 0 0,0-1 0 0 0,1 1 0 0 0,-1-1 1 0 0,0 0-1 0 0,1 0 0 0 0,-1 0 0 0 0,1 0 0 0 0,-1 0 0 0 0,1 0 0 0 0,-1-1 0 0 0,1 1 0 0 0,-4-5 0 0 0,-20-10 12 0 0,21 13-20 0 0,-1 0 0 0 0,1-1-1 0 0,0 1 1 0 0,0-1 0 0 0,0 0-1 0 0,1 0 1 0 0,-1-1 0 0 0,1 1 0 0 0,-6-9-1 0 0,0-5-52 0 0,0 0 0 0 0,1-1 0 0 0,1 0 0 0 0,-6-24 0 0 0,13 40-12 0 0,0 0 0 0 0,0 0-1 0 0,1 0 1 0 0,-1 0 0 0 0,1 1-1 0 0,0-1 1 0 0,0 0 0 0 0,0 0 0 0 0,1 0-1 0 0,-1 0 1 0 0,1 0 0 0 0,-1 0-1 0 0,1 0 1 0 0,0 0 0 0 0,0 0-1 0 0,0 1 1 0 0,0-1 0 0 0,1 0 0 0 0,-1 1-1 0 0,1-1 1 0 0,0 1 0 0 0,-1 0-1 0 0,1-1 1 0 0,3-2 0 0 0,-10 9-4976 0 0,-8 10 3159 0 0,11-11 1435 0 0,1 0 0 0 0,1 0 0 0 0,-1 0-1 0 0,0 0 1 0 0,1 1 0 0 0,0-1-1 0 0,0 0 1 0 0,0 5 0 0 0</inkml:trace>
</inkml:ink>
</file>

<file path=ppt/ink/ink9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06T19:00:20.97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1 372 800 0 0,'0'-3'552'0'0,"0"0"-1"0"0,0 0 0 0 0,0 0 0 0 0,1 1 0 0 0,-1-1 0 0 0,1 0 0 0 0,-1 0 1 0 0,1 1-1 0 0,3-6 0 0 0,-2 5-400 0 0,0 1-1 0 0,0-1 1 0 0,1 0 0 0 0,-1 1-1 0 0,1 0 1 0 0,-1 0 0 0 0,1 0-1 0 0,0 0 1 0 0,0 0 0 0 0,4-2-1 0 0,10-6 578 0 0,18-13 397 0 0,-13 8-615 0 0,1 0 0 0 0,42-18 0 0 0,12 2-252 0 0,-17 7-411 0 0,-1-2 1 0 0,72-43-1 0 0,-128 67-35 0 0,0 1 0 0 0,0-1 0 0 0,-1 0-1 0 0,1 0 1 0 0,-1 0 0 0 0,1 0 0 0 0,-1 0 0 0 0,0-1 0 0 0,3-4 0 0 0,0-17-4494 0 0,-5 7 1694 0 0</inkml:trace>
</inkml:ink>
</file>

<file path=ppt/ink/ink9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06T19:00:22.91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614 455 240 0 0,'-1'-1'114'0'0,"0"0"-1"0"0,0 0 0 0 0,1 0 1 0 0,-1 0-1 0 0,0 0 1 0 0,0 0-1 0 0,0 0 0 0 0,0 0 1 0 0,0 0-1 0 0,0 1 1 0 0,0-1-1 0 0,-1 0 1 0 0,1 1-1 0 0,0-1 0 0 0,0 0 1 0 0,0 1-1 0 0,-1 0 1 0 0,1-1-1 0 0,0 1 0 0 0,-3-1 1 0 0,1 1 199 0 0,-37-11 2724 0 0,-44-6 0 0 0,11 3-94 0 0,26 1-1818 0 0,33 9-846 0 0,-1 0 1 0 0,1 1-1 0 0,0 1 0 0 0,-18-1 0 0 0,13-1-132 0 0,15 2-120 0 0,-23-11 213 0 0,22 8-187 0 0,5 4-120 0 0,5 0-66 0 0,14-1 126 0 0,0 1 0 0 0,31 3 0 0 0,-13 0 28 0 0,136 5 219 0 0,-161-7-217 0 0,-12 1-17 0 0,1-1 0 0 0,0 0 0 0 0,0 0 0 0 0,0 0-1 0 0,0 0 1 0 0,-1 0 0 0 0,1 0 0 0 0,0 0 0 0 0,0 0-1 0 0,0 0 1 0 0,0 0 0 0 0,0 0 0 0 0,-1 0 0 0 0,1-1-1 0 0,0 1 1 0 0,0 0 0 0 0,0 0 0 0 0,0-1 0 0 0,-10-7 20 0 0,-103-33 121 0 0,-195-61 669 0 0,264 89-738 0 0,36 10-83 0 0,-19-1 63 0 0,25 5-57 0 0,-1-1 0 0 0,1 0 0 0 0,0 0 0 0 0,-1 0 0 0 0,1 0 0 0 0,0 0 0 0 0,-1 0 0 0 0,1 0 0 0 0,0 0 0 0 0,-1 0 1 0 0,1-1-1 0 0,0 1 0 0 0,-1 0 0 0 0,1-1 0 0 0,0 1 0 0 0,0-1 0 0 0,-2 0 0 0 0,9-3-87 0 0,83 11-74 0 0,-81-6 159 0 0,153 24 82 0 0,-91-10-29 0 0,378 97-197 0 0,-440-110 147 0 0,1 0-1 0 0,0-1 1 0 0,-1 0 0 0 0,1 0-1 0 0,0-1 1 0 0,-1 0 0 0 0,12-2-1 0 0,-20 2-1 0 0,0 0 0 0 0,0 0 0 0 0,0 0 0 0 0,1 0-1 0 0,-1 0 1 0 0,0 0 0 0 0,0 0 0 0 0,1 0 0 0 0,-1 0-1 0 0,0 0 1 0 0,0 0 0 0 0,0-1 0 0 0,1 1 0 0 0,-1 0-1 0 0,0 0 1 0 0,0 0 0 0 0,0 0 0 0 0,1-1 0 0 0,-1 1-1 0 0,0 0 1 0 0,0 0 0 0 0,0 0 0 0 0,0-1 0 0 0,0 1-1 0 0,0 0 1 0 0,0 0 0 0 0,1 0 0 0 0,-1-1 0 0 0,0 1-1 0 0,0 0 1 0 0,0 0 0 0 0,0-1 0 0 0,0 1 0 0 0,0 0-1 0 0,0 0 1 0 0,0-1 0 0 0,0 1 0 0 0,0 0 0 0 0,0 0-1 0 0,0-1 1 0 0,0 1 0 0 0,-1 0 0 0 0,1 0 0 0 0,0 0-1 0 0,0-1 1 0 0,0 1 0 0 0,0 0 0 0 0,0 0 0 0 0,0-1 0 0 0,-1 1-1 0 0,1 0 1 0 0,0 0 0 0 0,0 0 0 0 0,0 0 0 0 0,0-1-1 0 0,-1 1 1 0 0,1 0 0 0 0,0 0 0 0 0,0 0 0 0 0,0 0-1 0 0,-1 0 1 0 0,1 0 0 0 0,0 0 0 0 0,0 0 0 0 0,-1-1-1 0 0,1 1 1 0 0,0 0 0 0 0,-11-7 15 0 0,1-2-1 0 0,1 1 1 0 0,0-1-1 0 0,0-1 1 0 0,-13-17-1 0 0,-25-29-21 0 0,24 35 7 0 0,-1 1 0 0 0,0 1 0 0 0,-1 1 0 0 0,-1 1 0 0 0,-35-17 0 0 0,42 26-2 0 0,-3-4-33 0 0,-1 2-1 0 0,-1 0 1 0 0,0 2 0 0 0,0 1 0 0 0,-41-7 0 0 0,42 14 8 0 0,22 0 24 0 0,1 0 0 0 0,0 0 1 0 0,0 0-1 0 0,-1 0 0 0 0,1 0 0 0 0,0 0 0 0 0,0 0 1 0 0,-1 0-1 0 0,1 0 0 0 0,0 0 0 0 0,0 0 0 0 0,0 0 1 0 0,-1 1-1 0 0,1-1 0 0 0,0 0 0 0 0,0 0 0 0 0,0 0 1 0 0,-1 0-1 0 0,1 1 0 0 0,0-1 0 0 0,0 0 0 0 0,0 0 1 0 0,0 0-1 0 0,0 1 0 0 0,-1-1 0 0 0,1 0 0 0 0,0 0 1 0 0,0 0-1 0 0,0 1 0 0 0,0-1 0 0 0,0 0 0 0 0,0 0 1 0 0,0 1-1 0 0,0-1 0 0 0,0 0 0 0 0,0 0 0 0 0,0 1 1 0 0,0-1-1 0 0,0 0 0 0 0,0 0 0 0 0,0 1 0 0 0,8 9 21 0 0,8 3 29 0 0,-15-12-43 0 0,-1-1 0 0 0,1 1 0 0 0,0 0 0 0 0,-1 0 0 0 0,0 0 0 0 0,1 0 0 0 0,-1 0 0 0 0,0 0 0 0 0,1 0 0 0 0,-1 0 0 0 0,0 0 0 0 0,0 0 0 0 0,0 0 0 0 0,0 0 1 0 0,0 0-1 0 0,0 1 0 0 0,0-1 0 0 0,0 0 1 0 0,0 0-1 0 0,0 0 1 0 0,0 0-1 0 0,0 0 1 0 0,0 0 0 0 0,0 0-1 0 0,1 0 1 0 0,-1 0-1 0 0,0 0 1 0 0,1 0-1 0 0,-1 0 1 0 0,0-1 0 0 0,1 1-1 0 0,-1 0 1 0 0,2 1-1 0 0,3 2 14 0 0,1 1 0 0 0,-1-1 0 0 0,1 0 0 0 0,0 0 0 0 0,1-1 0 0 0,-1 0 0 0 0,1 0 0 0 0,7 2 1 0 0,1 0 6 0 0,0-1 1 0 0,28 5 0 0 0,-4-5-56 0 0,-32-5 14 0 0,-1-1 9 0 0,-6 2 9 0 0,0 0 1 0 0,-1 0-1 0 0,1 0 0 0 0,0 0 0 0 0,0 0 1 0 0,0 0-1 0 0,0 0 0 0 0,0 0 0 0 0,0-1 1 0 0,0 1-1 0 0,-1 0 0 0 0,1 0 0 0 0,0 0 1 0 0,0 0-1 0 0,0 0 0 0 0,0 0 1 0 0,0 0-1 0 0,0-1 0 0 0,0 1 0 0 0,0 0 1 0 0,0 0-1 0 0,0 0 0 0 0,0 0 0 0 0,0 0 1 0 0,0-1-1 0 0,0 1 0 0 0,0 0 0 0 0,0 0 1 0 0,0 0-1 0 0,0 0 0 0 0,0 0 1 0 0,0-1-1 0 0,0 1 0 0 0,0 0 0 0 0,0 0 1 0 0,0 0-1 0 0,0 0 0 0 0,0 0 0 0 0,0 0 1 0 0,0-1-1 0 0,0 1 0 0 0,1 0 0 0 0,-1 0 1 0 0,0 0-1 0 0,0 0 0 0 0,0 0 0 0 0,0 0 1 0 0,0 0-1 0 0,0 0 0 0 0,0-1 1 0 0,0 1-1 0 0,1 0 0 0 0,-18-3 58 0 0,0 0 0 0 0,0 1 0 0 0,-20 1 0 0 0,-20-2 180 0 0,-200 4 401 0 0,197 8-441 0 0,55-9-14 0 0,5-3-119 0 0,0 2-187 0 0,5 1-107 0 0,191 10 424 0 0,-66-2-154 0 0,-18 5-56 0 0,-109-13 16 0 0,-1 0 0 0 0,0 0 0 0 0,0 0-1 0 0,1 0 1 0 0,-1 0 0 0 0,0 1 0 0 0,0-1 0 0 0,1 1 0 0 0,-1 0 0 0 0,0-1-1 0 0,0 1 1 0 0,2 2 0 0 0,-21 1 107 0 0,-244 7-150 0 0,239-10 65 0 0,12-1-3 0 0,0 0-1 0 0,-1 0 1 0 0,1-1 0 0 0,0 0 0 0 0,1-1 0 0 0,-1 0 0 0 0,-10-4 0 0 0,13 4-27 0 0,0 0 0 0 0,0 1 1 0 0,-1-1-1 0 0,1 1 0 0 0,0 1 0 0 0,-13 0 0 0 0,-24-3-41 0 0,18 0-297 0 0,42 5 286 0 0,-11-2-10 0 0,0 5-13 0 0,25-1 119 0 0,34 1 1 0 0,9 0 28 0 0,222 39 38 0 0,-38-3 135 0 0,-241-39-220 0 0,35 6 35 0 0,68 1 0 0 0,-119-9-54 0 0,-1 1-2 0 0,0-1 0 0 0,0 0 0 0 0,0 0 0 0 0,0 0-1 0 0,0 0 1 0 0,-1 0 0 0 0,1 0 0 0 0,0 0 0 0 0,0 0 0 0 0,0 0 0 0 0,0 0 0 0 0,0-1 0 0 0,0 1 0 0 0,0 0 0 0 0,0-1-1 0 0,0 1 1 0 0,0-1 0 0 0,0 1 0 0 0,0-1 0 0 0,1 1 0 0 0,-2-2 0 0 0,2 2-3 0 0,0-1 1 0 0,0 1 0 0 0,-1 0-1 0 0,1-1 1 0 0,0 1-1 0 0,0 0 1 0 0,0-1-1 0 0,0 1 1 0 0,0 0 0 0 0,-1 0-1 0 0,1-1 1 0 0,0 1-1 0 0,0 0 1 0 0,-1 0 0 0 0,1-1-1 0 0,0 1 1 0 0,0 0-1 0 0,-1 0 1 0 0,1 0-1 0 0,0-1 1 0 0,-1 1 0 0 0,1 0-1 0 0,0 0 1 0 0,0 0-1 0 0,-1 0 1 0 0,1 0-1 0 0,0 0 1 0 0,-1 0 0 0 0,1 0-1 0 0,0-1 1 0 0,-1 1-1 0 0,0 1 1 0 0,-21-10-145 0 0,-35-19 0 0 0,1 4 64 0 0,-2 2 0 0 0,0 2-1 0 0,-65-12 1 0 0,68 21 68 0 0,-75-7-1 0 0,58 10 20 0 0,52 5-50 0 0,27 2-55 0 0,34 6-45 0 0,109 37 199 0 0,196 42-200 0 0,-291-75-3134 0 0,-21-3-3629 0 0,-30 0 1828 0 0</inkml:trace>
</inkml:ink>
</file>

<file path=ppt/ink/ink9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06T19:00:25.29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11 480 0 0,'0'0'641'0'0,"0"-5"319"0"0,0 0-480 0 0,23 5-400 0 0,-46 0-80 0 0,23 5-2161 0 0</inkml:trace>
</inkml:ink>
</file>

<file path=ppt/ink/ink9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06T19:00:32.17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1004 25 1121 0 0,'-25'-3'1956'0'0,"1"0"0"0"0,0 2 1 0 0,-1 0-1 0 0,-33 4 1 0 0,-96 20 1759 0 0,66-8-2795 0 0,73-12-849 0 0,-1 1-1 0 0,1 1 0 0 0,0 0 0 0 0,1 1 0 0 0,-19 9 0 0 0,1 0 267 0 0,-1-1 0 0 0,-64 16 0 0 0,62-21-289 0 0,-17 5 347 0 0,-58 23-1 0 0,93-29-306 0 0,0 0-1 0 0,1 2 0 0 0,0 0 0 0 0,-25 20 0 0 0,40-30-86 0 0,1 1 1 0 0,-1-1-1 0 0,1 0 1 0 0,0 1-1 0 0,-1-1 0 0 0,1 1 1 0 0,0-1-1 0 0,-1 1 1 0 0,1-1-1 0 0,0 1 1 0 0,-1-1-1 0 0,1 1 1 0 0,0-1-1 0 0,0 1 1 0 0,0-1-1 0 0,0 1 1 0 0,0 0-1 0 0,0-1 1 0 0,-1 1-1 0 0,1-1 0 0 0,1 2 1 0 0,-6 9 23 0 0,4-10-16 0 0,-14 8 28 0 0,15-8-38 0 0,-1-1 1 0 0,1 0-1 0 0,0 0 0 0 0,0 0 1 0 0,-1 0-1 0 0,1 1 1 0 0,0-1-1 0 0,-1 0 1 0 0,1 0-1 0 0,0 1 0 0 0,0-1 1 0 0,0 0-1 0 0,-1 0 1 0 0,1 1-1 0 0,0-1 1 0 0,0 0-1 0 0,0 1 0 0 0,0-1 1 0 0,-1 0-1 0 0,1 1 1 0 0,0-1-1 0 0,0 0 1 0 0,0 1-1 0 0,0-1 0 0 0,0 1 1 0 0,0-1-1 0 0,0 0 1 0 0,0 1-1 0 0,0-1 0 0 0,0 0 1 0 0,0 1-1 0 0,0-1 1 0 0,0 0-1 0 0,0 1 1 0 0,1-1-1 0 0,-1 0 0 0 0,0 1 1 0 0,0-1-1 0 0,0 0 1 0 0,0 1-1 0 0,1-1 1 0 0,-1 0-1 0 0,1 1 0 0 0,6 4 0 0 0,-6-5 0 0 0,0 0 0 0 0,0 1 0 0 0,0 0 0 0 0,0-1 0 0 0,0 1 0 0 0,0 0 0 0 0,0-1 0 0 0,-1 1 0 0 0,1 0 0 0 0,0 0 0 0 0,0 0 0 0 0,-1-1 0 0 0,1 1 0 0 0,0 0 0 0 0,-1 0 0 0 0,1 0 0 0 0,-1 0 0 0 0,0 0 0 0 0,1 0 0 0 0,-1 0 0 0 0,0 0 0 0 0,1 1 0 0 0,-1-1 0 0 0,0 0 0 0 0,0 0 0 0 0,0 0 0 0 0,0 0 0 0 0,0 2 0 0 0,0 0-7 0 0,0 0 1 0 0,1 0-1 0 0,-1-1 0 0 0,1 1 0 0 0,0 0 0 0 0,0 0 0 0 0,0-1 0 0 0,0 1 0 0 0,0 0 0 0 0,1-1 0 0 0,-1 1 0 0 0,1-1 0 0 0,3 5 0 0 0,1 1-29 0 0,-1 11 38 0 0,-5-18 4 0 0,0 1 1 0 0,0-1-1 0 0,0 0 1 0 0,0 0-1 0 0,0 0 1 0 0,0 0 0 0 0,0 0-1 0 0,1 0 1 0 0,-1 0-1 0 0,0 0 1 0 0,1 0-1 0 0,-1 0 1 0 0,1 0 0 0 0,-1 0-1 0 0,2 1 1 0 0,5 6 14 0 0,-6-7-27 0 0,1 1-1 0 0,-1-1 0 0 0,1 1 0 0 0,-1 0 1 0 0,0-1-1 0 0,0 1 0 0 0,0 0 0 0 0,0-1 1 0 0,0 1-1 0 0,0 0 0 0 0,-1 0 0 0 0,1 0 1 0 0,0 0-1 0 0,-1 0 0 0 0,0 0 0 0 0,1 0 1 0 0,-1 0-1 0 0,0 4 0 0 0,0-5 6 0 0,0 1-1 0 0,0-1 1 0 0,0 1-1 0 0,1 0 1 0 0,-1-1-1 0 0,0 1 1 0 0,1 0 0 0 0,-1-1-1 0 0,1 1 1 0 0,-1-1-1 0 0,1 1 1 0 0,0-1-1 0 0,0 1 1 0 0,0-1-1 0 0,0 0 1 0 0,0 1 0 0 0,0-1-1 0 0,0 0 1 0 0,3 2-1 0 0,-3-2 2 0 0,0 0 0 0 0,0 0 1 0 0,0 0-1 0 0,0 0 0 0 0,0 1 0 0 0,0-1 0 0 0,0 0 0 0 0,-1 0 0 0 0,1 1 0 0 0,0-1 0 0 0,-1 0 1 0 0,1 1-1 0 0,-1-1 0 0 0,1 1 0 0 0,-1-1 0 0 0,1 1 0 0 0,-1-1 0 0 0,0 0 0 0 0,0 4 0 0 0,0-4 2 0 0,0 1 1 0 0,0-1-1 0 0,1 0 0 0 0,-1 1 0 0 0,0-1 0 0 0,1 1 0 0 0,-1-1 0 0 0,1 0 0 0 0,-1 1 0 0 0,1-1 0 0 0,0 0 0 0 0,-1 1 0 0 0,1-1 1 0 0,0 0-1 0 0,0 0 0 0 0,0 0 0 0 0,0 0 0 0 0,0 0 0 0 0,0 0 0 0 0,2 1 0 0 0,6 6 21 0 0,19 29-90 0 0,-27-35 65 0 0,0 0 0 0 0,-1 0-1 0 0,1 1 1 0 0,0-1-1 0 0,-1 0 1 0 0,1 0 0 0 0,-1 1-1 0 0,0-1 1 0 0,1 0 0 0 0,-1 1-1 0 0,0-1 1 0 0,-1 0-1 0 0,1 4 1 0 0,-1-3 3 0 0,1-1-1 0 0,0 1 1 0 0,0 0-1 0 0,0-1 1 0 0,0 1-1 0 0,0-1 1 0 0,0 1-1 0 0,1-1 1 0 0,0 1 0 0 0,-1-1-1 0 0,3 5 1 0 0,6 5-26 0 0,-8-10 21 0 0,1-1 0 0 0,-1 1 0 0 0,0 0 0 0 0,0 0 0 0 0,1-1 0 0 0,-1 1 0 0 0,0 0 0 0 0,-1 0 0 0 0,1 0 0 0 0,0 0 0 0 0,0 0 0 0 0,-1 0-1 0 0,1 0 1 0 0,-1 0 0 0 0,0 1 0 0 0,0 2 0 0 0,0-2 15 0 0,1 0 0 0 0,-1-1 0 0 0,0 1 0 0 0,1 0 0 0 0,0-1 0 0 0,-1 1-1 0 0,1 0 1 0 0,0-1 0 0 0,0 1 0 0 0,0-1 0 0 0,1 0 0 0 0,-1 1 0 0 0,1-1-1 0 0,2 3 1 0 0,4 7 13 0 0,-2-1-31 0 0,0 0-1 0 0,2 0 1 0 0,-1 0-1 0 0,1-1 1 0 0,1 0 0 0 0,0-1-1 0 0,0 0 1 0 0,18 13-1 0 0,-11-8-74 0 0,28 27 0 0 0,8 7 140 0 0,83 50 1662 0 0,-129-95-1756 0 0,1-1-1 0 0,-1 0 0 0 0,1 0 0 0 0,0-1 0 0 0,-1 0 0 0 0,1 0 0 0 0,0-1 0 0 0,0 0 1 0 0,0 0-1 0 0,0 0 0 0 0,0-1 0 0 0,8-2 0 0 0,1 2 36 0 0,24-4-79 0 0,0-2 0 0 0,-1-1 0 0 0,0-2 0 0 0,0-2 0 0 0,49-22 0 0 0,-20 8-253 0 0,79-18-1 0 0,-7 0 521 0 0,-134 42-170 0 0,0 0 0 0 0,0-1 1 0 0,-1 0-1 0 0,1-1 0 0 0,-1 1 1 0 0,9-8-1 0 0,22-12-58 0 0,-23 16 36 0 0,0-1 1 0 0,19-14 0 0 0,-10 6 3 0 0,-22 16-3 0 0,1-1-1 0 0,-1 0 1 0 0,1 1-1 0 0,-1-1 1 0 0,1 0-1 0 0,-1 1 0 0 0,1-1 1 0 0,-1 0-1 0 0,1 0 1 0 0,-1 0-1 0 0,0 1 0 0 0,0-1 1 0 0,1 0-1 0 0,-1 0 1 0 0,0 0-1 0 0,0 0 0 0 0,0 0 1 0 0,0 1-1 0 0,0-1 1 0 0,0-1-1 0 0,3-13-72 0 0,11-4-37 0 0,-7 10 38 0 0,-1 1 0 0 0,0-1 0 0 0,-1 0 0 0 0,8-18 0 0 0,-3 2-70 0 0,2 1-1 0 0,0 1 0 0 0,1 0 1 0 0,20-26-1 0 0,-28 42 130 0 0,0-1-1 0 0,0 0 1 0 0,-1 0 0 0 0,4-10 0 0 0,-6 14 33 0 0,0-1 1 0 0,-1 1-1 0 0,2 0 0 0 0,-1 0 0 0 0,0 0 1 0 0,1 0-1 0 0,0 0 0 0 0,0 1 1 0 0,0-1-1 0 0,7-5 0 0 0,-8 8-27 0 0,-1 0 13 0 0,1 0-1 0 0,0 0 0 0 0,0-1 0 0 0,-1 1 1 0 0,1 0-1 0 0,0 0 0 0 0,-1-1 0 0 0,0 1 1 0 0,1-1-1 0 0,-1 1 0 0 0,0-1 0 0 0,1 0 1 0 0,-1 0-1 0 0,0 1 0 0 0,0-1 0 0 0,-1 0 1 0 0,1 0-1 0 0,0 0 0 0 0,-1 0 0 0 0,1 0 1 0 0,-1 0-1 0 0,1 0 0 0 0,-1 0 0 0 0,0 0 1 0 0,0 0-1 0 0,0 0 0 0 0,0 0 0 0 0,0 0 1 0 0,-1-4-1 0 0,2-19-38 0 0,0 18 57 0 0,0 0-1 0 0,-1 0 1 0 0,0 0 0 0 0,0 0-1 0 0,0 0 1 0 0,-1 0 0 0 0,-1 0 0 0 0,1 0-1 0 0,-3-7 1 0 0,-15-26 60 0 0,10-10 13 0 0,5 36-55 0 0,-1 0 0 0 0,0 1 0 0 0,-1 0 0 0 0,-1 0-1 0 0,-13-20 1 0 0,17 25-53 0 0,3 7 16 0 0,0 1-1 0 0,0-1 1 0 0,0 1 0 0 0,0-1-1 0 0,0 1 1 0 0,0-1-1 0 0,0 1 1 0 0,0-1 0 0 0,-1 1-1 0 0,1-1 1 0 0,0 1-1 0 0,0-1 1 0 0,-1 1 0 0 0,1-1-1 0 0,0 1 1 0 0,0 0-1 0 0,-1-1 1 0 0,1 1 0 0 0,-1-1-1 0 0,1 1 1 0 0,0 0-1 0 0,-1-1 1 0 0,1 1 0 0 0,-1 0-1 0 0,1 0 20 0 0,-1 0-8 0 0,0 0-1 0 0,0 0 1 0 0,0 1-1 0 0,0-1 1 0 0,0 0 0 0 0,0 0-1 0 0,0 0 1 0 0,0 0 0 0 0,1 0-1 0 0,-1 0 1 0 0,0-1-1 0 0,0 1 1 0 0,0 0 0 0 0,0 0-1 0 0,0-1 1 0 0,0 1-1 0 0,1 0 1 0 0,-1-1 0 0 0,0 1-1 0 0,0-1 1 0 0,0 1 0 0 0,1-1-1 0 0,-1 1 1 0 0,0-1-1 0 0,1 0 1 0 0,-1 0 0 0 0,-1 0 8 0 0,0-1 0 0 0,0 1 0 0 0,0-1 0 0 0,0 1 0 0 0,0 0 0 0 0,0 0 0 0 0,0 0 0 0 0,0 0 0 0 0,0 1 0 0 0,0-1 0 0 0,-1 1 0 0 0,1-1 0 0 0,0 1 0 0 0,0-1 0 0 0,-3 1 0 0 0,-11-4 60 0 0,10 1-32 0 0,0-1 1 0 0,0 1-1 0 0,0 0 0 0 0,-1 1 1 0 0,1-1-1 0 0,-1 1 0 0 0,-10-1 1 0 0,-118-40 271 0 0,111 42-344 0 0,20 2-6 0 0,-1 0-316 0 0,0-1-468 0 0,-8 2 179 0 0,-10 8-7417 0 0,8-4 4827 0 0,-13 7-2058 0 0</inkml:trace>
</inkml:ink>
</file>

<file path=ppt/ink/ink9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06T19:01:29.20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58 959 80 0 0,'-23'0'1427'0'0,"18"-1"-773"0"0,10-2-494 0 0,18 2 667 0 0,-22 1-722 0 0,-1 1-1 0 0,0 0 0 0 0,0-1 1 0 0,0 1-1 0 0,0 0 1 0 0,0-1-1 0 0,0 1 0 0 0,1 0 1 0 0,-1-1-1 0 0,-1 1 1 0 0,1-1-1 0 0,0 1 1 0 0,0 0-1 0 0,0-1 0 0 0,0 1 1 0 0,0 0-1 0 0,-1-1 1 0 0,1 1-1 0 0,0-1 0 0 0,0 1 1 0 0,-1 0-1 0 0,1-1 1 0 0,0 1-1 0 0,-1-1 1 0 0,1 1-1 0 0,-1-1 0 0 0,1 1 1 0 0,-1 0-1 0 0,-5 0 312 0 0,5-1-318 0 0,0 0 0 0 0,1 0 0 0 0,-1 0 0 0 0,0 0-1 0 0,0 0 1 0 0,1 1 0 0 0,-1-1 0 0 0,0 0 0 0 0,1 0 0 0 0,-1 1 0 0 0,0-1 0 0 0,1 0 0 0 0,-1 1-1 0 0,1-1 1 0 0,-1 0 0 0 0,0 1 0 0 0,1-1 0 0 0,-1 1 0 0 0,1-1 0 0 0,-1 1 0 0 0,1-1-1 0 0,-1 1 1 0 0,1-1 0 0 0,0 1 0 0 0,-1 0 0 0 0,1-1 0 0 0,0 1 0 0 0,-1 0 0 0 0,1-1 0 0 0,0 1-1 0 0,-1 4 5124 0 0,-22-5-3274 0 0,22 0-1864 0 0,1-1 0 0 0,0 1 0 0 0,0 0 0 0 0,-1 0 0 0 0,1 0-1 0 0,0 0 1 0 0,-1 0 0 0 0,1-1 0 0 0,0 1 0 0 0,0 0 0 0 0,-1 0-1 0 0,1-1 1 0 0,0 1 0 0 0,0 0 0 0 0,-1 0 0 0 0,1-1 0 0 0,0 1 0 0 0,0 0-1 0 0,0-1 1 0 0,0 1 0 0 0,-1 0 0 0 0,1-1 0 0 0,0 1 0 0 0,0 0-1 0 0,0-1 1 0 0,0 1 0 0 0,0 0 0 0 0,0-1 0 0 0,0 1 0 0 0,0 0-1 0 0,0-1 1 0 0,0 1 0 0 0,0 0 0 0 0,0-1 0 0 0,0 1 0 0 0,0 0 0 0 0,1-1-1 0 0,4-16 665 0 0,53-92 1262 0 0,-34 62-1319 0 0,34-52 0 0 0,73-91-290 0 0,-74 108-470 0 0,-34 50 85 0 0,37-67 0 0 0,-21 36 264 0 0,-28 47-243 0 0,-1 0 0 0 0,9-19 0 0 0,-16 13-39 0 0,-3 21 13 0 0,0-1 0 0 0,0 0 0 0 0,0 1 0 0 0,0-1 0 0 0,0 0 0 0 0,1 1-1 0 0,-1-1 1 0 0,0 0 0 0 0,1 1 0 0 0,-1-1 0 0 0,1 0 0 0 0,0 1 0 0 0,0-1 0 0 0,0-1 0 0 0,8-5 56 0 0,-8 7-46 0 0,0-1 1 0 0,1 1-1 0 0,-1 0 1 0 0,0 0-1 0 0,0-1 0 0 0,0 1 1 0 0,0-1-1 0 0,0 1 0 0 0,0-1 1 0 0,-1 1-1 0 0,1-1 1 0 0,0 1-1 0 0,-1-1 0 0 0,1 0 1 0 0,-1 1-1 0 0,0-1 0 0 0,1 0 1 0 0,-1 0-1 0 0,0 1 1 0 0,0-4-1 0 0,0 4-10 0 0,0 0 1 0 0,0 0-1 0 0,0-1 1 0 0,1 1-1 0 0,-1 0 1 0 0,0 0-1 0 0,1 0 1 0 0,-1 0-1 0 0,1 0 1 0 0,-1 0-1 0 0,1 0 1 0 0,-1 0-1 0 0,1 0 1 0 0,0 0-1 0 0,0 0 1 0 0,-1 1-1 0 0,1-1 1 0 0,0 0-1 0 0,0 0 1 0 0,0 1-1 0 0,0-1 1 0 0,0 0-1 0 0,0 1 1 0 0,0-1-1 0 0,0 1 1 0 0,1-1-1 0 0,3-2 14 0 0,-4 3-21 0 0,-1 0-1 0 0,0-1 1 0 0,1 1 0 0 0,-1 0 0 0 0,1-1-1 0 0,-1 1 1 0 0,0 0 0 0 0,1-1 0 0 0,-1 1-1 0 0,0 0 1 0 0,0-1 0 0 0,1 1 0 0 0,-1-1-1 0 0,0 1 1 0 0,0 0 0 0 0,0-1 0 0 0,1 1-1 0 0,-1-1 1 0 0,0 1 0 0 0,0-1 0 0 0,0 1-1 0 0,0-1 1 0 0,0 1 0 0 0,0-1 0 0 0,0 1-1 0 0,0-1 1 0 0,0 1 0 0 0,0 0-1 0 0,0-2 1 0 0,-1 2-2 0 0,1-1-1 0 0,0 1 0 0 0,0 0 1 0 0,0-1-1 0 0,0 1 0 0 0,0-1 1 0 0,0 1-1 0 0,0 0 1 0 0,0-1-1 0 0,0 1 0 0 0,0-1 1 0 0,0 1-1 0 0,0 0 0 0 0,0-1 1 0 0,1 1-1 0 0,-1 0 0 0 0,0-1 1 0 0,0 1-1 0 0,0-1 1 0 0,1 1-1 0 0,-1 0 0 0 0,0 0 1 0 0,0-1-1 0 0,1 1 0 0 0,-1 0 1 0 0,0-1-1 0 0,0 1 0 0 0,1 0 1 0 0,0-1-1 0 0,5-1 23 0 0,-5 2-21 0 0,-1 0-1 0 0,1 0 1 0 0,0-1-1 0 0,0 1 1 0 0,0 0-1 0 0,-1 0 1 0 0,1-1-1 0 0,0 1 1 0 0,0 0-1 0 0,-1-1 1 0 0,1 1-1 0 0,0-1 1 0 0,-1 1-1 0 0,1-1 1 0 0,-1 1-1 0 0,1-1 1 0 0,0 1-1 0 0,-1-1 1 0 0,1 0-1 0 0,-1 1 1 0 0,0-1-1 0 0,1 0 1 0 0,-1 1-1 0 0,1-1 1 0 0,-1 0-1 0 0,0 0 1 0 0,0 1-1 0 0,1-3 1 0 0,-3 1-10 0 0,10-2-31 0 0,9-3 19 0 0,-19 7 94 0 0,1 0-66 0 0,0 0 0 0 0,0-1 1 0 0,-1 1-1 0 0,1 0 0 0 0,0 0 1 0 0,-1 0-1 0 0,1 1 0 0 0,0-1 1 0 0,0 0-1 0 0,-1 0 0 0 0,1 1 1 0 0,0-1-1 0 0,0 1 0 0 0,0-1 1 0 0,-1 1-1 0 0,1-1 0 0 0,0 1 1 0 0,0 0-1 0 0,-2 1 0 0 0,-12 13 137 0 0,-2 7 30 0 0,-9 2-30 0 0,16-16-90 0 0,0 2 1 0 0,0-1 0 0 0,1 1-1 0 0,0 1 1 0 0,1 0-1 0 0,-9 14 1 0 0,13-16-48 0 0,3-6-2 0 0,0-1 0 0 0,0 0 0 0 0,0 1 1 0 0,0-1-1 0 0,-1 0 0 0 0,1 0 0 0 0,0 0 0 0 0,-1 0 1 0 0,0 0-1 0 0,0 0 0 0 0,1 0 0 0 0,-1-1 0 0 0,0 1 0 0 0,0-1 1 0 0,-4 3-1 0 0,0 0 19 0 0,2 0 0 0 0,-1 1 0 0 0,0 0 0 0 0,1 0 0 0 0,0 0 0 0 0,0 0 0 0 0,0 0 1 0 0,-2 7-1 0 0,-4 3-51 0 0,9-13 23 0 0,0 1-1 0 0,0-1 1 0 0,0 0 0 0 0,1 0-1 0 0,-1 0 1 0 0,1 1 0 0 0,-1-1-1 0 0,1 0 1 0 0,0 0 0 0 0,0 1 0 0 0,0-1-1 0 0,0 0 1 0 0,1 5 0 0 0,-1 4 142 0 0,0-10-133 0 0,0 0-1 0 0,0 0 0 0 0,-1 0 0 0 0,1 0 1 0 0,-1-1-1 0 0,1 1 0 0 0,-1 0 1 0 0,1 0-1 0 0,-1 0 0 0 0,1-1 1 0 0,-1 1-1 0 0,0 0 0 0 0,1-1 0 0 0,-1 1 1 0 0,0-1-1 0 0,1 1 0 0 0,-1-1 1 0 0,0 1-1 0 0,0-1 0 0 0,0 1 1 0 0,0-1-1 0 0,0 0 0 0 0,0 1 1 0 0,-7 4 13 0 0,-20 40-126 0 0,27-44 110 0 0,0 0-1 0 0,1 1 1 0 0,-1-1-1 0 0,0 1 1 0 0,1-1-1 0 0,-1 1 1 0 0,1 0-1 0 0,0-1 1 0 0,0 1-1 0 0,-1-1 0 0 0,1 1 1 0 0,0 3-1 0 0,-3 15 6 0 0,-29 23-140 0 0,25-35 92 0 0,0 2-1 0 0,0-1 1 0 0,-10 19 0 0 0,-20 61-320 0 0,28-74 110 0 0,7-12 121 0 0,0-1 0 0 0,1 1 0 0 0,-1-1-1 0 0,1 1 1 0 0,0-1 0 0 0,0 1 0 0 0,0 0 0 0 0,0 0-1 0 0,0-1 1 0 0,1 1 0 0 0,-1 0 0 0 0,1 0-1 0 0,0 0 1 0 0,0 4 0 0 0,-1 3-547 0 0,0-12-391 0 0,1 1 985 0 0,0 0 0 0 0,0 1 0 0 0,0-1 0 0 0,0 0 0 0 0,0 1-1 0 0,1-1 1 0 0,-1 1 0 0 0,0-1 0 0 0,0 0 0 0 0,0 1 0 0 0,1-1 0 0 0,-1 1 0 0 0,0-1 0 0 0,0 1 0 0 0,1-1 0 0 0,-1 1 0 0 0,1-1 0 0 0,-1 1 0 0 0,0-1 0 0 0,1 1 0 0 0,0-1 0 0 0,3-1 73 0 0,26-13 91 0 0,-29 14-89 0 0,0 0 0 0 0,1 1 0 0 0,-1-1 0 0 0,0 0 0 0 0,0 0 0 0 0,0 0 0 0 0,0 0 0 0 0,0 0 0 0 0,0 0 0 0 0,0-1 0 0 0,0 1 0 0 0,-1 0 0 0 0,1 0 0 0 0,0-1 0 0 0,-1 1 0 0 0,1-1 0 0 0,-1 1 0 0 0,1 0 0 0 0,0-4 0 0 0,-1 5 2 0 0,0-1 1 0 0,0 0-1 0 0,0 0 0 0 0,0 0 1 0 0,0 0-1 0 0,0 0 0 0 0,0 1 1 0 0,1-1-1 0 0,-1 0 0 0 0,0 0 1 0 0,1 0-1 0 0,-1 1 0 0 0,0-1 1 0 0,1 0-1 0 0,-1 0 0 0 0,1 1 1 0 0,0-1-1 0 0,-1 0 0 0 0,1 1 1 0 0,-1-1-1 0 0,1 1 0 0 0,0-1 1 0 0,-1 1-1 0 0,1-1 0 0 0,0 1 1 0 0,0-1-1 0 0,-1 1 0 0 0,2-1 1 0 0,-1 1-3 0 0,0 0 1 0 0,0-1 0 0 0,0 1-1 0 0,0-1 1 0 0,-1 1-1 0 0,1-1 1 0 0,0 1 0 0 0,0-1-1 0 0,-1 0 1 0 0,1 1 0 0 0,0-1-1 0 0,-1 0 1 0 0,1 1-1 0 0,-1-1 1 0 0,1 0 0 0 0,-1 0-1 0 0,1 0 1 0 0,-1 1 0 0 0,0-1-1 0 0,1 0 1 0 0,-1 0-1 0 0,0 0 1 0 0,0 0 0 0 0,1 0-1 0 0,-1 0 1 0 0,0 0 0 0 0,0 0-1 0 0,0-1 1 0 0,0 1-3 0 0,0-1 0 0 0,0 1 1 0 0,0-1-1 0 0,1 1 0 0 0,-1 0 1 0 0,0-1-1 0 0,1 1 1 0 0,-1 0-1 0 0,1-1 0 0 0,0 1 1 0 0,-1 0-1 0 0,1-1 0 0 0,0 1 1 0 0,0 0-1 0 0,0 0 0 0 0,1-2 1 0 0,0 2-2 0 0,-1 0 0 0 0,0 0 1 0 0,0-1-1 0 0,0 1 1 0 0,0 0-1 0 0,-1-1 0 0 0,1 1 1 0 0,0-1-1 0 0,0 1 1 0 0,-1-1-1 0 0,1 1 0 0 0,-1-1 1 0 0,0 1-1 0 0,1-1 0 0 0,-1 1 1 0 0,0-1-1 0 0,0-1 1 0 0,0-21-31 0 0,0 25 26 0 0,0 0 0 0 0,0-1 0 0 0,0 1 0 0 0,0 0 0 0 0,0 0 0 0 0,-1 0-1 0 0,1-1 1 0 0,0 1 0 0 0,0 0 0 0 0,-1 0 0 0 0,1-1 0 0 0,-1 1 0 0 0,1 0 0 0 0,0-1 0 0 0,-1 1 0 0 0,1-1 0 0 0,-1 1 0 0 0,0 0 0 0 0,1-1 0 0 0,-1 1 0 0 0,1-1 0 0 0,-1 1 0 0 0,-1 0 0 0 0,-7 7-570 0 0,-18 51-3298 0 0,26-53 3339 0 0,-1 1 0 0 0,1-1-1 0 0,1 1 1 0 0,-1 0 0 0 0,1-1-1 0 0,0 9 1 0 0,1-2-202 0 0,-1-12 727 0 0,0 0 0 0 0,0 0 0 0 0,0-1 0 0 0,0 1 0 0 0,0 0 1 0 0,0 0-1 0 0,0 0 0 0 0,0-1 0 0 0,0 1 0 0 0,-1 0 0 0 0,1 0 0 0 0,0 0 1 0 0,0-1-1 0 0,-1 1 0 0 0,1 0 0 0 0,-1 0 0 0 0,1-1 0 0 0,0 1 1 0 0,-1 0-1 0 0,1-1 0 0 0,-1 1 0 0 0,0 0 0 0 0,1-1 0 0 0,-1 1 0 0 0,1-1 1 0 0,-1 1-1 0 0,0-1 0 0 0,0 1 0 0 0,1-1 0 0 0,-1 0 0 0 0,0 1 1 0 0,0-1-1 0 0,-1 0 0 0 0,2 1 24 0 0,-1-1 0 0 0,0 0 0 0 0,0 0 0 0 0,1 1 0 0 0,-1-1 0 0 0,0 1 0 0 0,1-1 0 0 0,-1 0 1 0 0,0 1-1 0 0,1-1 0 0 0,-1 1 0 0 0,1 0 0 0 0,-1-1 0 0 0,0 1 0 0 0,1-1 0 0 0,-1 1 0 0 0,1 0 0 0 0,0-1 0 0 0,-1 1 0 0 0,1 0 0 0 0,0 0 1 0 0,-1-1-1 0 0,1 1 0 0 0,0 0 0 0 0,0 0 0 0 0,-1-1 0 0 0,1 1 0 0 0,0 0 0 0 0,0 0 0 0 0,0 0 0 0 0,0-1 0 0 0,0 1 0 0 0,1 1 0 0 0,-1-1-7 0 0,0 0-1 0 0,-1 0 0 0 0,1-1 0 0 0,0 1 0 0 0,0 0 0 0 0,0 0 1 0 0,0 0-1 0 0,-1-1 0 0 0,1 1 0 0 0,0 0 0 0 0,-1 0 0 0 0,1-1 0 0 0,-1 1 1 0 0,1 0-1 0 0,-1-1 0 0 0,1 1 0 0 0,-1-1 0 0 0,1 1 0 0 0,-1 0 1 0 0,1-1-1 0 0,-1 1 0 0 0,0-1 0 0 0,1 0 0 0 0,-1 1 0 0 0,0-1 0 0 0,0 1 1 0 0,0-1-1 0 0,0 1-6 0 0,0-1-1 0 0,0 0 1 0 0,0 1 0 0 0,0-1 0 0 0,0 1 0 0 0,1 0 0 0 0,-1-1-1 0 0,0 1 1 0 0,0 0 0 0 0,1-1 0 0 0,-1 1 0 0 0,0 0 0 0 0,1 0 0 0 0,-1-1-1 0 0,1 1 1 0 0,-1 0 0 0 0,1 0 0 0 0,-1 0 0 0 0,1 0 0 0 0,0 0-1 0 0,-1 0 1 0 0,1 0 0 0 0,0 0 0 0 0,0 0 0 0 0,0 0 0 0 0,-1 0 0 0 0,2 2-1 0 0,-2-2-245 0 0,1 1 0 0 0,0-1 0 0 0,0 1 0 0 0,0 0 0 0 0,0-1 0 0 0,0 1 0 0 0,1-1 0 0 0,-1 1 0 0 0,1 0 0 0 0,-1-1 0 0 0,1 1 0 0 0,-1-1 0 0 0,1 1 1 0 0,1 1-1 0 0,-1-3 254 0 0,-1 1 0 0 0,1-1 1 0 0,0 1-1 0 0,0-1 1 0 0,0 1-1 0 0,0-1 0 0 0,0 0 1 0 0,0 0-1 0 0,0 1 1 0 0,1-1-1 0 0,-1 0 1 0 0,0 0-1 0 0,0 0 0 0 0,0 0 1 0 0,1-1-1 0 0,-1 1 2 0 0,4 0 264 0 0,-7-1 187 0 0,8-4-279 0 0,-1 3-43 0 0,-4 2-108 0 0,0-1 0 0 0,0 1-1 0 0,0 0 1 0 0,0-1-1 0 0,0 1 1 0 0,0-1 0 0 0,-1 1-1 0 0,1-1 1 0 0,0 1 0 0 0,0-1-1 0 0,0 1 1 0 0,-1-1-1 0 0,1 0 1 0 0,0 1 0 0 0,-1-1-1 0 0,1 0 1 0 0,0 0 0 0 0,-1 0-1 0 0,1 1 1 0 0,-1-1-1 0 0,1 0 1 0 0,-1 0 0 0 0,0 0-1 0 0,1 0 1 0 0,-1 0 0 0 0,0 0-1 0 0,0 0 1 0 0,1-1-1 0 0,-1-1 21 0 0,1 0 0 0 0,0-1 0 0 0,1 2 0 0 0,-1-1 0 0 0,0 0 0 0 0,1 0 0 0 0,0 0 0 0 0,0 1 0 0 0,0-1 0 0 0,0 1-1 0 0,0-1 1 0 0,0 1 0 0 0,0 0 0 0 0,6-4 0 0 0,13-16 180 0 0,39-66 84 0 0,-45 68-302 0 0,4-4-126 0 0,-1-2 0 0 0,-1 0-1 0 0,17-35 1 0 0,-33 60 124 0 0,0 0 0 0 0,-1-1 0 0 0,1 1-1 0 0,0-1 1 0 0,-1 1 0 0 0,1-1 0 0 0,-1 1 0 0 0,0-1 0 0 0,1 1 0 0 0,-1-1-1 0 0,0 0 1 0 0,0 1 0 0 0,0-1 0 0 0,0 1 0 0 0,0-1 0 0 0,-1 0 0 0 0,1 1-1 0 0,0-1 1 0 0,-1 1 0 0 0,1-1 0 0 0,-1 1 0 0 0,1-1 0 0 0,-1 1 0 0 0,0-1-1 0 0,0 1 1 0 0,1 0 0 0 0,-1-1 0 0 0,0 1 0 0 0,0 0 0 0 0,0 0 0 0 0,-1 0-1 0 0,1 0 1 0 0,0 0 0 0 0,0 0 0 0 0,-1 0 0 0 0,-1-1 0 0 0,-2-2 11 0 0,1-5 54 0 0,4 9-62 0 0,0-1 0 0 0,0 1 1 0 0,0 0-1 0 0,0-1 0 0 0,0 1 0 0 0,0 0 0 0 0,0-1 1 0 0,0 1-1 0 0,0 0 0 0 0,0-1 0 0 0,0 1 0 0 0,0 0 1 0 0,-1 0-1 0 0,1-1 0 0 0,0 1 0 0 0,0 0 1 0 0,0 0-1 0 0,0-1 0 0 0,-1 1 0 0 0,1 0 0 0 0,0 0 1 0 0,0-1-1 0 0,-1 1 0 0 0,1 0 0 0 0,0 0 1 0 0,0 0-1 0 0,-1 0 0 0 0,1-1 0 0 0,0 1 0 0 0,0 0 1 0 0,-1 0-1 0 0,-1 0 62 0 0,1 0-37 0 0,0 0 1 0 0,0 0-1 0 0,0 0 0 0 0,0 0 0 0 0,0 0 1 0 0,0 0-1 0 0,0 0 0 0 0,-1 0 1 0 0,1 0-1 0 0,0-1 0 0 0,0 1 0 0 0,0-1 1 0 0,0 1-1 0 0,0 0 0 0 0,0-1 0 0 0,0 0 1 0 0,0 1-1 0 0,0-1 0 0 0,-1-1 1 0 0,2 2 3 0 0,-1-1 0 0 0,0 0 0 0 0,0 0 0 0 0,1 0 0 0 0,-1 0 0 0 0,0 1 0 0 0,0-1 0 0 0,0 0 0 0 0,0 1 0 0 0,0-1 0 0 0,0 1 1 0 0,0-1-1 0 0,0 1 0 0 0,-1-1 0 0 0,1 1 0 0 0,0 0 0 0 0,0 0 0 0 0,0-1 0 0 0,0 1 0 0 0,-2 0 0 0 0,2 0 29 0 0,0-1 0 0 0,0-1 1 0 0,1 1-1 0 0,-1-1 0 0 0,0 1 0 0 0,1-1 1 0 0,-1 1-1 0 0,1-1 0 0 0,-1 1 1 0 0,1-1-1 0 0,0 1 0 0 0,0-1 1 0 0,0 0-1 0 0,0 1 0 0 0,0-1 0 0 0,0 1 1 0 0,0-1-1 0 0,0 0 0 0 0,1-2 1 0 0,-1 0 74 0 0,0-156-420 0 0,0 160 195 0 0,0-1-1 0 0,0 0 0 0 0,-1 1 1 0 0,1-1-1 0 0,0 0 0 0 0,-1 1 0 0 0,1-1 1 0 0,-1 0-1 0 0,1 1 0 0 0,-1-1 1 0 0,1 1-1 0 0,-1-1 0 0 0,1 1 0 0 0,-1-1 1 0 0,0 1-1 0 0,1-1 0 0 0,-1 1 1 0 0,0 0-1 0 0,1-1 0 0 0,-1 1 0 0 0,0 0 1 0 0,1 0-1 0 0,-1-1 0 0 0,0 1 1 0 0,0 0-1 0 0,1 0 0 0 0,-1 0 0 0 0,0 0 1 0 0,0 0-1 0 0,1 0 0 0 0,-1 0 1 0 0,0 0-1 0 0,0 0 0 0 0,1 1 1 0 0,-2-1-1 0 0,-27 7-3448 0 0,29-7 3396 0 0,-1 1 1 0 0,1-1-1 0 0,-1 0 0 0 0,1 1 0 0 0,0-1 1 0 0,-1 0-1 0 0,1 1 0 0 0,0-1 0 0 0,0 1 1 0 0,-1-1-1 0 0,1 0 0 0 0,0 1 1 0 0,0-1-1 0 0,0 1 0 0 0,-1-1 0 0 0,1 1 1 0 0,0-1-1 0 0,0 1 0 0 0,0-1 0 0 0,0 1 1 0 0,0-1-1 0 0,0 1 0 0 0,0-1 1 0 0,0 1-1 0 0</inkml:trace>
</inkml:ink>
</file>

<file path=ppt/ink/ink9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06T19:01:30.74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108 178 640 0 0,'14'-9'1337'0'0,"0"1"0"0"0,-1-2-1 0 0,0 0 1 0 0,13-13-1 0 0,-20 15-525 0 0,-5 7-687 0 0,1-1 0 0 0,-1 1-1 0 0,0 0 1 0 0,0 0-1 0 0,1 0 1 0 0,-1 0-1 0 0,1 0 1 0 0,-1 0-1 0 0,1 0 1 0 0,-1 0 0 0 0,1 0-1 0 0,-1 1 1 0 0,1-1-1 0 0,0 0 1 0 0,2 0-1 0 0,94-35 1041 0 0,-72 25-816 0 0,2 0 1 0 0,-1 2-1 0 0,1 1 1 0 0,1 1 0 0 0,34-3-1 0 0,-53 9-349 0 0,1 1-1 0 0,-1 0 1 0 0,0 1-1 0 0,1 0 1 0 0,-1 0-1 0 0,0 1 1 0 0,0 1-1 0 0,20 7 1 0 0,-25-4 36 0 0,-1 1 23 0 0,1-4-49 0 0,-3-2 7 0 0,-1-1 0 0 0,0 1 0 0 0,0 0 0 0 0,1 0 0 0 0,-1 0 1 0 0,0 0-1 0 0,0 0 0 0 0,0 0 0 0 0,0 0 0 0 0,0 0 0 0 0,0 0 1 0 0,-1 0-1 0 0,1 0 0 0 0,0 1 0 0 0,0-1 0 0 0,-1 0 0 0 0,1 1 1 0 0,-1-1-1 0 0,1 1 0 0 0,-1-1 0 0 0,0 0 0 0 0,0 1 1 0 0,1-1-1 0 0,-1 1 0 0 0,0-1 0 0 0,0 1 0 0 0,0-1 0 0 0,-1 1 1 0 0,1 1-1 0 0,0-2-9 0 0,0 0 0 0 0,0-1 1 0 0,0 1-1 0 0,0 0 1 0 0,0-1-1 0 0,0 1 0 0 0,1 0 1 0 0,-1-1-1 0 0,0 1 0 0 0,1 0 1 0 0,-1-1-1 0 0,0 1 0 0 0,1 0 1 0 0,-1-1-1 0 0,0 1 1 0 0,1-1-1 0 0,-1 1 0 0 0,1-1 1 0 0,-1 1-1 0 0,1-1 0 0 0,0 1 1 0 0,-1-1-1 0 0,1 0 0 0 0,-1 1 1 0 0,1-1-1 0 0,0 0 1 0 0,-1 1-1 0 0,1-1 0 0 0,0 0 1 0 0,0 0-1 0 0,0 1 1 0 0,0-1-1 0 0,0 0 1 0 0,-1 0 0 0 0,1 1-1 0 0,0-1 1 0 0,-1 0 0 0 0,1 1 0 0 0,0-1-1 0 0,-1 1 1 0 0,1-1 0 0 0,0 0-1 0 0,-1 1 1 0 0,1 0 0 0 0,-1-1-1 0 0,1 1 1 0 0,-1-1 0 0 0,1 1 0 0 0,-1 0-1 0 0,1-1 1 0 0,-1 1 0 0 0,0 0-1 0 0,1-1 1 0 0,-1 1 0 0 0,0 0-1 0 0,0 0 1 0 0,0-1 0 0 0,1 1 0 0 0,-1 0-1 0 0,0 0 1 0 0,0 1 0 0 0,0-2-2 0 0,0 1 1 0 0,0 0-1 0 0,0-1 0 0 0,0 1 1 0 0,0-1-1 0 0,0 1 1 0 0,0 0-1 0 0,1-1 1 0 0,-1 1-1 0 0,0-1 1 0 0,0 1-1 0 0,0-1 1 0 0,1 1-1 0 0,-1-1 1 0 0,0 1-1 0 0,1-1 1 0 0,-1 1-1 0 0,1-1 1 0 0,-1 1-1 0 0,0-1 1 0 0,1 0-1 0 0,-1 1 1 0 0,1-1-1 0 0,-1 0 0 0 0,1 1 1 0 0,-1-1-1 0 0,1 0 1 0 0,-1 0-1 0 0,1 1 1 0 0,0-1-1 0 0,-1 0 1 0 0,1 0-1 0 0,-1 0 1 0 0,1 0-1 0 0,-1 0 1 0 0,2 0-1 0 0,-2 0 2 0 0,1 0 0 0 0,0 0 0 0 0,-1 1 0 0 0,1-1 0 0 0,-1 0 0 0 0,1 0 0 0 0,-1 0 0 0 0,1 0 0 0 0,0 0 0 0 0,-1 1 0 0 0,1-1 0 0 0,-1 0-1 0 0,1 1 1 0 0,-1-1 0 0 0,1 0 0 0 0,-1 1 0 0 0,1-1 0 0 0,-1 1 0 0 0,0-1 0 0 0,1 0 0 0 0,-1 1 0 0 0,1-1 0 0 0,-1 1 0 0 0,0-1 0 0 0,0 1 0 0 0,1-1 0 0 0,-1 1 0 0 0,0 0 0 0 0,0-1 0 0 0,1 1 0 0 0,-1-1-1 0 0,0 1 1 0 0,0-1 0 0 0,0 1 0 0 0,0 0 0 0 0,0 0 0 0 0,0 1 12 0 0,1 0 1 0 0,-1 0-1 0 0,1 0 0 0 0,0 0 0 0 0,-1 0 1 0 0,1 0-1 0 0,0 0 0 0 0,0 0 0 0 0,0 0 1 0 0,1 0-1 0 0,-1-1 0 0 0,0 1 0 0 0,3 2 1 0 0,-2-3 9 0 0,-1 0 0 0 0,0 0 1 0 0,0 0-1 0 0,0 0 0 0 0,0 0 0 0 0,0 0 1 0 0,-1 0-1 0 0,1 0 0 0 0,0 0 1 0 0,0 0-1 0 0,-1 1 0 0 0,1-1 0 0 0,-1 0 1 0 0,1 1-1 0 0,-1-1 0 0 0,1 0 1 0 0,-1 1-1 0 0,0-1 0 0 0,0 0 1 0 0,0 1-1 0 0,1-1 0 0 0,-1 0 0 0 0,0 1 1 0 0,-1-1-1 0 0,1 1 0 0 0,0-1 1 0 0,0 0-1 0 0,-1 1 0 0 0,1-1 0 0 0,-1 0 1 0 0,1 0-1 0 0,-1 1 0 0 0,1-1 1 0 0,-1 0-1 0 0,-1 2 0 0 0,-5 2 86 0 0,0 1-1 0 0,-1-1 1 0 0,0 0 0 0 0,0-1-1 0 0,0 0 1 0 0,0-1-1 0 0,-1 1 1 0 0,-17 3 0 0 0,-140 23 1675 0 0,127-24-1208 0 0,33-5-484 0 0,0 0-1 0 0,1 0 1 0 0,-1-1 0 0 0,1 0 0 0 0,-1 0-1 0 0,0 0 1 0 0,1-1 0 0 0,-1 1-1 0 0,-8-3 1 0 0,1 0-12 0 0,16 2-79 0 0,-2 1-5 0 0,-1 0 0 0 0,1 0 1 0 0,0 0-1 0 0,-1 0 0 0 0,1 0 0 0 0,0 0 1 0 0,-1 0-1 0 0,1-1 0 0 0,0 1 1 0 0,-1 0-1 0 0,1 0 0 0 0,-1 0 0 0 0,1-1 1 0 0,0 1-1 0 0,-1 0 0 0 0,1-1 1 0 0,-1 1-1 0 0,1 0 0 0 0,-1-1 0 0 0,1 1 1 0 0,-1-1-1 0 0,1 1 0 0 0,0-2 1 0 0,-1 2-7 0 0,1-1 1 0 0,0 0 0 0 0,-1 1 0 0 0,1-1 0 0 0,0 0 0 0 0,0 1 0 0 0,-1-1 0 0 0,1 1 0 0 0,0-1 0 0 0,0 1 0 0 0,0 0 0 0 0,0-1 0 0 0,0 1-1 0 0,-1 0 1 0 0,1 0 0 0 0,0-1 0 0 0,0 1 0 0 0,0 0 0 0 0,0 0 0 0 0,0 0 0 0 0,0 0 0 0 0,0 0 0 0 0,0 0 0 0 0,1 1 0 0 0,31 1-187 0 0,12 3 50 0 0,-15-1 67 0 0,-1 0 0 0 0,1 2 0 0 0,32 11 1 0 0,18 9-39 0 0,-38-13 36 0 0,0 2-1 0 0,70 36 0 0 0,-91-41 80 0 0,38 21 19 0 0,-57-30-31 0 0,1 1 0 0 0,-1-1 1 0 0,0 0-1 0 0,0 1 0 0 0,0 0 0 0 0,0-1 0 0 0,0 1 1 0 0,0 0-1 0 0,-1 0 0 0 0,1 0 0 0 0,-1 0 1 0 0,1 0-1 0 0,-1 1 0 0 0,0-1 0 0 0,1 0 0 0 0,-1 1 1 0 0,-1-1-1 0 0,1 1 0 0 0,1 3 0 0 0,-3-3 14 0 0,0 0 0 0 0,0 0 0 0 0,0 1 0 0 0,0-1 0 0 0,0 0 0 0 0,-1 0 0 0 0,1 0 0 0 0,-1 0 0 0 0,0-1 0 0 0,0 1 0 0 0,0 0 0 0 0,0-1-1 0 0,0 1 1 0 0,-1-1 0 0 0,1 0 0 0 0,-1 0 0 0 0,0 0 0 0 0,-4 3 0 0 0,-9 5 127 0 0,-32 16-1 0 0,43-23-105 0 0,-18 8 240 0 0,-16 9 175 0 0,-1-2 1 0 0,0-1-1 0 0,-47 11 0 0 0,-357 50 598 0 0,407-73-1127 0 0,0-1 1 0 0,0-2 0 0 0,0-2-1 0 0,-39-5 1 0 0,60 0 4 0 0,8 2-471 0 0,8 0-1790 0 0,57-15-9677 0 0,-6 5 6710 0 0</inkml:trace>
</inkml:ink>
</file>

<file path=ppt/ink/ink9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06T19:01:31.89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16 24 1361 0 0,'0'1'1419'0'0,"-5"11"9167"0"0,-5-11-8372 0 0,35 0-70 0 0,48 2-286 0 0,44-3-524 0 0,186-11-281 0 0,-166 0-5707 0 0,-123 10 2145 0 0,-10 1 1547 0 0,0 0 0 0 0,0-1 0 0 0,0 1 0 0 0,0-1 0 0 0,0 1 0 0 0,-1-1 0 0 0,7-3 0 0 0,-9 4 780 0 0,-1 0 0 0 0,0-1 0 0 0,1 1 0 0 0,-1 0 0 0 0,0-1 0 0 0,1 1 0 0 0,-1-1 0 0 0,0 1 0 0 0,1 0 0 0 0,-1-1 0 0 0,0 1 1 0 0,0-1-1 0 0,0 1 0 0 0,1-1 0 0 0,-1 1 0 0 0,0-1 0 0 0,0 1 0 0 0,0-1 0 0 0,0 1 0 0 0,0-1 0 0 0,0 1 0 0 0,0-1 0 0 0,0 1 0 0 0,0-1 0 0 0</inkml:trace>
</inkml:ink>
</file>

<file path=ppt/ink/ink9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06T19:01:32.29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31 80 0 0,'0'-12'2001'0'0,"0"6"560"0"0,28 1 400 0 0,-28-2 161 0 0,28 7-81 0 0,0 7-480 0 0,0-2-480 0 0,84 19-560 0 0,-5-1-240 0 0,5 2-721 0 0,0-14-480 0 0,-56-4-880 0 0,1-7-3682 0 0,-1 0-4483 0 0,-28-7 1442 0 0</inkml:trace>
</inkml:ink>
</file>

<file path=ppt/ink/ink9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06T19:01:35.12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19 297 240 0 0,'0'0'40'0'0,"0"1"-1"0"0,0 0 0 0 0,0-1 1 0 0,1 1-1 0 0,-1-1 1 0 0,0 1-1 0 0,0-1 0 0 0,0 1 1 0 0,1 0-1 0 0,-1-1 1 0 0,0 1-1 0 0,0-1 1 0 0,1 1-1 0 0,-1-1 0 0 0,1 1 1 0 0,-1-1-1 0 0,0 1 1 0 0,1-1-1 0 0,-1 0 0 0 0,1 1 1 0 0,-1-1-1 0 0,1 0 1 0 0,-1 1-1 0 0,1-1 1 0 0,-1 0-1 0 0,1 1 0 0 0,0-1 1 0 0,-1 0-1 0 0,1 0 1 0 0,-1 0-1 0 0,1 0 1 0 0,-1 0-1 0 0,1 1 0 0 0,0-1 1 0 0,-1 0-1 0 0,1 0 1 0 0,0 0-1 0 0,-1-1 0 0 0,1 1 1 0 0,-1 0-1 0 0,1 0 1 0 0,-1 0-1 0 0,2-1 1 0 0,2 1-54 0 0,0 0 628 0 0,-4 1-507 0 0,1-1 1 0 0,-1 1 0 0 0,0 0 0 0 0,0-1 0 0 0,0 1 0 0 0,0 0 0 0 0,0-1 0 0 0,0 1 0 0 0,0-1 0 0 0,0 1 0 0 0,0 0 0 0 0,-1-1-1 0 0,1 1 1 0 0,0-1 0 0 0,0 1 0 0 0,-1 0 0 0 0,1-1 0 0 0,0 1 0 0 0,0-1 0 0 0,-1 1 0 0 0,1-1 0 0 0,-1 1 0 0 0,1-1 0 0 0,0 1 0 0 0,-1-1-1 0 0,1 0 1 0 0,-1 1 0 0 0,1-1 0 0 0,-1 1 0 0 0,1-1 0 0 0,-1 0 0 0 0,0 0 0 0 0,1 1 0 0 0,-1-1 0 0 0,1 0 0 0 0,-1 0 0 0 0,0 0-1 0 0,1 0 1 0 0,-1 1 0 0 0,1-1 0 0 0,-1 0 0 0 0,0 0 0 0 0,1 0 0 0 0,-1 0 0 0 0,0-1 0 0 0,-6 2 343 0 0,26 3 2511 0 0,-38-9-575 0 0,-4 3-1271 0 0,29-5-790 0 0,-5 6-290 0 0,0 1 0 0 0,0-1 0 0 0,0 1 1 0 0,-1-1-1 0 0,1 0 0 0 0,0 1 1 0 0,0-1-1 0 0,-1 0 0 0 0,1 0 0 0 0,0 1 1 0 0,-1-1-1 0 0,1 0 0 0 0,-1 0 1 0 0,1 0-1 0 0,-1 0 0 0 0,1 0 0 0 0,-1 0 1 0 0,0-2 26 0 0,0 0-1 0 0,1 0 1 0 0,-1 1 0 0 0,0-1 0 0 0,1 0 0 0 0,0 1 0 0 0,-1-1-1 0 0,1 0 1 0 0,0 1 0 0 0,1-1 0 0 0,-1 1 0 0 0,0-1 0 0 0,1 1-1 0 0,2-4 1 0 0,13-25 355 0 0,25-33-17 0 0,-32 31-308 0 0,0 13 20 0 0,23-32 0 0 0,-30 47-99 0 0,-2 3-12 0 0,0 0 1 0 0,0-1-1 0 0,0 1 0 0 0,0-1 0 0 0,-1 0 1 0 0,1 1-1 0 0,-1-1 0 0 0,0 1 0 0 0,1-1 1 0 0,-1 0-1 0 0,-1 1 0 0 0,1-6 0 0 0,-1-3-204 0 0,0 10 176 0 0,0 1-1 0 0,0-1 1 0 0,1 1 0 0 0,-1-1 0 0 0,0 1 0 0 0,0-1 0 0 0,0 1 0 0 0,0-1 0 0 0,0 1 0 0 0,0 0 0 0 0,0-1 0 0 0,0 1-1 0 0,0 0 1 0 0,0 0 0 0 0,-1 0 0 0 0,1 0 0 0 0,0 0 0 0 0,0 0 0 0 0,0 0 0 0 0,0 0 0 0 0,-1 1 0 0 0,2-1-14 0 0,-7 2-540 0 0,4 1 453 0 0,0-2 48 0 0,2-1 65 0 0,0 0 0 0 0,1 0 0 0 0,-1 0 0 0 0,0 0 0 0 0,0 0 0 0 0,0 0 0 0 0,0 1 0 0 0,0-1 1 0 0,0 0-1 0 0,0 1 0 0 0,0-1 0 0 0,1 0 0 0 0,-1 1 0 0 0,0-1 0 0 0,0 1 0 0 0,0-1 0 0 0,1 1 0 0 0,-1 0 1 0 0,0-1-1 0 0,1 1 0 0 0,-1 0 0 0 0,1 0 0 0 0,-1-1 0 0 0,0 2 0 0 0,-10 5-181 0 0,-6 2 124 0 0,17-8 70 0 0,0-1 0 0 0,0 0 0 0 0,0 0 1 0 0,-1 1-1 0 0,1-1 0 0 0,0 0 0 0 0,0 0 0 0 0,0 1 0 0 0,0-1 1 0 0,0 0-1 0 0,0 1 0 0 0,-1-1 0 0 0,1 0 0 0 0,0 1 0 0 0,0-1 1 0 0,0 0-1 0 0,0 1 0 0 0,0-1 0 0 0,0 0 0 0 0,0 0 0 0 0,0 1 1 0 0,0-1-1 0 0,1 0 0 0 0,-1 1 0 0 0,0-1 0 0 0,0 0 1 0 0,0 1-1 0 0,0-1 0 0 0,0 0 0 0 0,0 0 0 0 0,1 1 0 0 0,-1-1 1 0 0,0 0-1 0 0,0 0 0 0 0,0 1 0 0 0,1-1 0 0 0,-1 0 0 0 0,0 0 1 0 0,0 0-1 0 0,1 1 0 0 0,-1-1 0 0 0,0 0 0 0 0,1 0 0 0 0,-1 0 1 0 0,0 0-1 0 0,0 0 0 0 0,1 1 0 0 0,-1-1 0 0 0,2 0 17 0 0,17 12 18 0 0,-18-11-32 0 0,-1-1 1 0 0,1 1-1 0 0,-1-1 0 0 0,1 1 0 0 0,-1-1 1 0 0,0 1-1 0 0,1-1 0 0 0,-1 1 0 0 0,0-1 1 0 0,0 1-1 0 0,1-1 0 0 0,-1 1 0 0 0,0 0 1 0 0,0-1-1 0 0,0 1 0 0 0,0 0 0 0 0,0-1 1 0 0,0 1-1 0 0,1-1 0 0 0,-2 1 0 0 0,1 0 1 0 0,0-1-1 0 0,0 1 0 0 0,0 0 0 0 0,0-1 1 0 0,0 1-1 0 0,0-1 0 0 0,-1 1 1 0 0,1 0-1 0 0,0-1 0 0 0,0 1 0 0 0,-1-1 1 0 0,1 1-1 0 0,0-1 0 0 0,-1 1 0 0 0,1-1 1 0 0,-1 1-1 0 0,1-1 0 0 0,-1 1 0 0 0,1-1 1 0 0,-1 0-1 0 0,0 1 0 0 0,-1 1 3 0 0,-2 1 23 0 0,1 0 0 0 0,-1 0 0 0 0,1 0-1 0 0,0 0 1 0 0,0 0 0 0 0,0 0 0 0 0,0 1 0 0 0,1 0 0 0 0,0-1 0 0 0,-1 1 0 0 0,1 0 0 0 0,0 0 0 0 0,1 1-1 0 0,-1-1 1 0 0,1 0 0 0 0,0 0 0 0 0,-1 5 0 0 0,1 21 192 0 0,2 30 276 0 0,0-56-468 0 0,-1 0 0 0 0,1 0 0 0 0,0-1 0 0 0,1 1 0 0 0,-1 0 0 0 0,0 0 0 0 0,1 0 0 0 0,0-1 0 0 0,0 1 0 0 0,0-1 0 0 0,1 0 0 0 0,3 5 0 0 0,1-1 9 0 0,-2 0-13 0 0,1 0 0 0 0,0-1 0 0 0,0 0 0 0 0,0 0 0 0 0,1 0 0 0 0,0-1 0 0 0,0 0 1 0 0,1-1-1 0 0,-1 1 0 0 0,1-1 0 0 0,0-1 0 0 0,0 0 0 0 0,12 4 0 0 0,-8-6 91 0 0,1-1 0 0 0,0 0 0 0 0,0-1 0 0 0,-1 0 0 0 0,1-1 0 0 0,-1-1 0 0 0,1 0 0 0 0,-1 0 0 0 0,16-8 1 0 0,14-6 82 0 0,55-34 0 0 0,174-101 82 0 0,-252 141-161 0 0,-15 9-84 0 0,0 0 1 0 0,0-1-1 0 0,0 1 0 0 0,-1-1 0 0 0,1 0 1 0 0,-1 1-1 0 0,0-2 0 0 0,0 1 1 0 0,0 0-1 0 0,4-6 0 0 0,-5 7-82 0 0,16-15-13 0 0,-18 16 46 0 0,1 1 0 0 0,-1-1 0 0 0,0 1-1 0 0,1 0 1 0 0,-1-1 0 0 0,0 1-1 0 0,1-1 1 0 0,-1 1 0 0 0,0-1-1 0 0,0 1 1 0 0,0-1 0 0 0,1 1-1 0 0,-1-1 1 0 0,0 1 0 0 0,0-1-1 0 0,0 1 1 0 0,0-1 0 0 0,0 0 0 0 0,0 1-1 0 0,0-1 1 0 0,0 1 0 0 0,0-1-1 0 0,0 1 1 0 0,0-1 0 0 0,0 1-1 0 0,0-1 1 0 0,-1 1 0 0 0,1-1-1 0 0,0 1 1 0 0,0-1 0 0 0,-1 1 0 0 0,1-1-1 0 0,0 1 1 0 0,-1-1 0 0 0,1 1-1 0 0,0-1 1 0 0,-1 1 0 0 0,1 0-1 0 0,0-1 1 0 0,-2 0 0 0 0,-16-4-1334 0 0,13 4-1266 0 0,0 1-1108 0 0,-22 1-480 0 0,-20 3 80 0 0</inkml:trace>
</inkml:ink>
</file>

<file path=ppt/ink/ink9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06T19:01:36.00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0 1761 0 0,'28'7'2561'0'0,"-28"22"961"0"0,56 24 960 0 0,0 19-1441 0 0,23-31-2241 0 0,-23-18-640 0 0,28 8-160 0 0,-56-8 161 0 0,29-5-1042 0 0,-1 0-2320 0 0,-28-13-2802 0 0</inkml:trace>
</inkml:ink>
</file>

<file path=ppt/ink/ink9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06T19:01:36.41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0 172 1040 0 0,'0'0'9845'0'0,"28"-7"-4883"0"0,0-4-3441 0 0,28-2-561 0 0,-28-5-1120 0 0,23-5-2641 0 0,5-7-2641 0 0,0-4 239 0 0,-28-2 1361 0 0</inkml:trace>
</inkml:ink>
</file>

<file path=ppt/ink/ink9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06T19:01:36.80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112 6 3041 0 0,'-28'-5'4242'0'0,"0"10"80"0"0,0 24 641 0 0,0 37-241 0 0,28-2-3041 0 0,0-5-1762 0 0,0 0-319 0 0,0-11-320 0 0,28-12-481 0 0,-28-13-2800 0 0</inkml:trace>
</inkml:ink>
</file>

<file path=ppt/ink/ink9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06T19:01:37.25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85 6 7443 0 0,'-57'-5'8324'0'0,"29"5"-4562"0"0,28 5-3122 0 0,28 0-640 0 0,-28 2-80 0 0,0 4-240 0 0,29 2-1121 0 0,-1-3-2721 0 0,28 3-1520 0 0,-28-1 720 0 0</inkml:trace>
</inkml:ink>
</file>

<file path=ppt/ink/ink9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06T19:01:38.52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36 560 0 0,'27'-2'13235'0'0,"-25"-5"-8435"0"0,-3 17-2185 0 0,2-9-2602 0 0,1 0 0 0 0,-1-1 0 0 0,0 1 0 0 0,0-1 1 0 0,0 1-1 0 0,0-1 0 0 0,0 1 0 0 0,1-1 0 0 0,-1 0 1 0 0,0 0-1 0 0,0 1 0 0 0,1-1 0 0 0,-1 0 0 0 0,0 0 1 0 0,0 0-1 0 0,1-1 0 0 0,1 1 0 0 0,-3 0 3 0 0,6 3 183 0 0,-3 0-171 0 0,20-1 68 0 0,-1 0 0 0 0,1-1 0 0 0,0-2 0 0 0,27-3 0 0 0,125-13 567 0 0,252-13 835 0 0,-305 30-844 0 0,38 9 484 0 0,-50 0-435 0 0,783 33 2365 0 0,-673-30-2161 0 0,-20-1-254 0 0,-46-1-459 0 0,132 4 93 0 0,-188-10-127 0 0,158 10 133 0 0,-167-11-211 0 0,127-11 1 0 0,-95 1 6 0 0,74-12 36 0 0,-78 8-125 0 0,-9 10 0 0 0,-95 1 0 0 0,0 0 0 0 0,0 0 0 0 0,0 2 0 0 0,16 2 0 0 0,2 2 0 0 0,-20-6 119 0 0,23 4 46 0 0,-32-3-493 0 0,-7-1-272 0 0,-27 1-1664 0 0,-90-1-9587 0 0</inkml:trace>
</inkml:ink>
</file>

<file path=ppt/ink/ink9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06T19:01:40.95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142 80 4962 0 0,'-51'-4'8924'0'0,"45"-1"-4216"0"0,12-8-3226 0 0,15 4-1098 0 0,0 1 0 0 0,1 1 0 0 0,0 0 1 0 0,23-3-1 0 0,-22 5-438 0 0,1 1 1 0 0,0 0 0 0 0,-1 2-1 0 0,1 1 1 0 0,0 1 0 0 0,35 4-1 0 0,-56-4 52 0 0,0 1-1 0 0,0 0 0 0 0,0 0 1 0 0,0 0-1 0 0,0 0 0 0 0,0 1 1 0 0,-1-1-1 0 0,1 1 0 0 0,0 0 1 0 0,-1 0-1 0 0,1-1 0 0 0,-1 2 1 0 0,0-1-1 0 0,1 0 0 0 0,-1 0 1 0 0,0 1-1 0 0,-1-1 0 0 0,1 1 1 0 0,0 0-1 0 0,-1-1 0 0 0,2 5 1 0 0,3 6 52 0 0,-1 1 1 0 0,0 0 0 0 0,3 19-1 0 0,-7-27-34 0 0,1-1 15 0 0,-2 1-1 0 0,1-1 0 0 0,-1 1 1 0 0,1-1-1 0 0,-2 1 0 0 0,1-1 1 0 0,0 1-1 0 0,-1-1 0 0 0,0 1 1 0 0,-4 10-1 0 0,-1 0 79 0 0,-1 0 0 0 0,-11 17-1 0 0,2-2-74 0 0,5-13 8 0 0,0 0 1 0 0,-1 0-1 0 0,-1-1 1 0 0,-28 29-1 0 0,-7 7 240 0 0,46-50-254 0 0,-13 17 154 0 0,-33 30 1 0 0,43-45-142 0 0,-1 0-1 0 0,0 0 1 0 0,-1-1 0 0 0,1 0-1 0 0,-1 0 1 0 0,0 0 0 0 0,0-1-1 0 0,0 0 1 0 0,-15 3 0 0 0,15-5-45 0 0,-1 0-1 0 0,1-1 1 0 0,-1-1 0 0 0,1 1 0 0 0,0-1 0 0 0,-1 0-1 0 0,1-1 1 0 0,0 0 0 0 0,-1 0 0 0 0,1 0 0 0 0,0-1-1 0 0,0 0 1 0 0,1 0 0 0 0,-1-1 0 0 0,1 0-1 0 0,0 0 1 0 0,0-1 0 0 0,-8-6 0 0 0,11 7-26 0 0,0 1 1 0 0,0-1 0 0 0,0 0-1 0 0,1 0 1 0 0,0 0 0 0 0,-1 0-1 0 0,2 0 1 0 0,-1 0 0 0 0,0 0-1 0 0,1-1 1 0 0,0 1-1 0 0,0-1 1 0 0,0 1 0 0 0,0-1-1 0 0,1 1 1 0 0,-1-1 0 0 0,1 1-1 0 0,1-1 1 0 0,0-6 0 0 0,-1 3-24 0 0,0 5 33 0 0,0 0 1 0 0,0 1 0 0 0,0-1 0 0 0,1 0-1 0 0,-1 1 1 0 0,1-1 0 0 0,0 0 0 0 0,0 1 0 0 0,0-1-1 0 0,0 1 1 0 0,0-1 0 0 0,0 1 0 0 0,1-1 0 0 0,-1 1-1 0 0,1 0 1 0 0,0 0 0 0 0,0 0 0 0 0,0 0-1 0 0,2-2 1 0 0,-4 3 17 0 0,2 0-2 0 0,0 0 0 0 0,0 0 0 0 0,0 0 0 0 0,0-1 0 0 0,0 2 0 0 0,0-1 0 0 0,0 0 0 0 0,0 0 0 0 0,0 1 0 0 0,1-1 0 0 0,-1 1 0 0 0,0 0 0 0 0,0-1 0 0 0,1 1 0 0 0,-1 0 0 0 0,0 1 0 0 0,0-1 0 0 0,1 0 0 0 0,1 1 0 0 0,50 14 110 0 0,27 22 281 0 0,95 57 0 0 0,-157-83-340 0 0,-1 1-1 0 0,-1 1 1 0 0,18 15 0 0 0,-29-22-58 0 0,37 31-52 0 0,-40-35-21 0 0,1 1 0 0 0,0-1 0 0 0,0 0 0 0 0,0 0-1 0 0,0-1 1 0 0,1 1 0 0 0,7 1 0 0 0,-10-3-295 0 0,1 1 1 0 0,-1-1 0 0 0,1 1-1 0 0,0-1 1 0 0,-1 0 0 0 0,1 0-1 0 0,-1 0 1 0 0,1 0 0 0 0,0-1-1 0 0,3 0 1 0 0,22-14-10600 0 0</inkml:trace>
</inkml:ink>
</file>

<file path=ppt/ink/ink9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06T19:01:42.52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1 862 720 0 0,'0'1'117'0'0,"0"0"1"0"0,0 0-1 0 0,0 0 0 0 0,0 0 0 0 0,0 0 0 0 0,0 0 0 0 0,0 0 0 0 0,0 0 0 0 0,0 0 0 0 0,0 0 0 0 0,1 0 0 0 0,-1 0 0 0 0,0-1 1 0 0,1 1-1 0 0,-1 0 0 0 0,1 0 0 0 0,-1 0 0 0 0,1-1 0 0 0,-1 1 0 0 0,2 1 0 0 0,12-2 1398 0 0,-11-1-1460 0 0,2 0 1906 0 0,0 0-1148 0 0,5-3-149 0 0,0-1 0 0 0,0 0 0 0 0,0 0-1 0 0,0-1 1 0 0,-1 0 0 0 0,0-1-1 0 0,0 0 1 0 0,-1 0 0 0 0,1-1 0 0 0,-2 0-1 0 0,14-18 1 0 0,11-17 961 0 0,29-52 1 0 0,-61 94-1623 0 0,44-65 707 0 0,-29 46-706 0 0,-1 0 0 0 0,-2-1 0 0 0,0 0 0 0 0,-1-1 0 0 0,16-43 0 0 0,-18 10 76 0 0,1 25 36 0 0,-7 25-111 0 0,-1-1 1 0 0,0 1-1 0 0,0-1 1 0 0,-1 0-1 0 0,0 0 1 0 0,0 0-1 0 0,0-7 1 0 0,-2-15-218 0 0,0 21 274 0 0,0-1 0 0 0,1 1 0 0 0,0 0 0 0 0,0-1 0 0 0,1 1 0 0 0,0 0 0 0 0,0 0 0 0 0,4-15 1 0 0,5 12-41 0 0,-9 9-25 0 0,0 0 1 0 0,0 0 0 0 0,0 0-1 0 0,0 0 1 0 0,0 0 0 0 0,0 0-1 0 0,0-1 1 0 0,0 1 0 0 0,-1 0-1 0 0,1 0 1 0 0,0-1 0 0 0,-1 1-1 0 0,1 0 1 0 0,-1-1 0 0 0,0 1-1 0 0,1 0 1 0 0,-1-1 0 0 0,0 1-1 0 0,0 0 1 0 0,0-3 0 0 0,1 2 4 0 0,-1 1-1 0 0,0-1 1 0 0,0 1 0 0 0,0-1-1 0 0,1 1 1 0 0,-1-1 0 0 0,1 1 0 0 0,-1-1-1 0 0,1 1 1 0 0,0 0 0 0 0,-1-1 0 0 0,1 1-1 0 0,0 0 1 0 0,0-1 0 0 0,0 1 0 0 0,0 0-1 0 0,0 0 1 0 0,0 0 0 0 0,0 0-1 0 0,1 0 1 0 0,-1 0 0 0 0,0 0 0 0 0,1 0-1 0 0,-1 1 1 0 0,0-1 0 0 0,1 0 0 0 0,-1 1-1 0 0,1-1 1 0 0,-1 1 0 0 0,3-1-1 0 0,17-10 13 0 0,-17 7-13 0 0,1 1 0 0 0,0-1 1 0 0,0 1-1 0 0,0 0 0 0 0,0 0 1 0 0,0 1-1 0 0,1-1 0 0 0,-1 1 1 0 0,11-2-1 0 0,28-13 6 0 0,-32 12-14 0 0,0 0 0 0 0,0 1 1 0 0,0 0-1 0 0,1 1 0 0 0,0 0 1 0 0,14-1-1 0 0,-12 3-49 0 0,-3-1 23 0 0,0 1 0 0 0,0 1 0 0 0,0 0 0 0 0,15 2 0 0 0,-25-2 31 0 0,0 0-1 0 0,0 0 1 0 0,0 0 0 0 0,0 1 0 0 0,0-1 0 0 0,0 1 0 0 0,0 0 0 0 0,0-1 0 0 0,0 1-1 0 0,-1 0 1 0 0,1 0 0 0 0,0 0 0 0 0,-1 0 0 0 0,1 1 0 0 0,0-1 0 0 0,-1 0 0 0 0,0 1-1 0 0,1-1 1 0 0,-1 1 0 0 0,0-1 0 0 0,1 1 0 0 0,-1-1 0 0 0,0 1 0 0 0,0 0 0 0 0,-1 0-1 0 0,1 0 1 0 0,0 0 0 0 0,0-1 0 0 0,-1 1 0 0 0,0 0 0 0 0,1 0 0 0 0,-1 0 0 0 0,0 4-1 0 0,1 7 34 0 0,-1 1-1 0 0,-1-1 0 0 0,-1 0 0 0 0,0 1 1 0 0,0-1-1 0 0,-1 0 0 0 0,-1 0 0 0 0,0-1 1 0 0,-1 1-1 0 0,-1-1 0 0 0,1 0 0 0 0,-2 0 0 0 0,0 0 1 0 0,-11 14-1 0 0,-34 24 107 0 0,27-28-46 0 0,-29 35 1 0 0,26-25-57 0 0,-2 0-1 0 0,-1-2 1 0 0,-1-2 0 0 0,-44 31-1 0 0,66-51-32 0 0,0-1 0 0 0,-1-1-1 0 0,-23 11 1 0 0,30-15-10 0 0,-1 0 0 0 0,0-1 0 0 0,1 0 0 0 0,-1 0 0 0 0,0 0-1 0 0,1 0 1 0 0,-1-1 0 0 0,0 0 0 0 0,0 0 0 0 0,0 0 0 0 0,1-1 0 0 0,-1 1 0 0 0,-9-4 0 0 0,12 3-2 0 0,-1 0 0 0 0,1 0 0 0 0,0-1 1 0 0,-1 1-1 0 0,1-1 0 0 0,0 0 0 0 0,0 0 0 0 0,0 1 1 0 0,0-1-1 0 0,1 0 0 0 0,-1-1 0 0 0,0 1 0 0 0,1 0 1 0 0,0 0-1 0 0,-3-5 0 0 0,-14-41-73 0 0,18 46 83 0 0,-1 0-2 0 0,0-1 0 0 0,1 0 0 0 0,-1 1 0 0 0,1-1 0 0 0,0 0 0 0 0,0 0 0 0 0,0 0 0 0 0,0 1 0 0 0,0-1 1 0 0,1 0-1 0 0,-1 0 0 0 0,1 1 0 0 0,0-1 0 0 0,0 0 0 0 0,0 1 0 0 0,1-4 0 0 0,27-34-67 0 0,-16 25 37 0 0,-1-1 5 0 0,6-7-25 0 0,24-26 0 0 0,-37 43 48 0 0,1 1-1 0 0,0-1 1 0 0,1 1 0 0 0,-1 1 0 0 0,1-1 0 0 0,0 1-1 0 0,0 0 1 0 0,0 1 0 0 0,8-3 0 0 0,-11 5-14 0 0,0-1 1 0 0,0 2 0 0 0,-1-1-1 0 0,1 0 1 0 0,0 1 0 0 0,0-1-1 0 0,0 1 1 0 0,0 0-1 0 0,0 1 1 0 0,0-1 0 0 0,-1 1-1 0 0,1 0 1 0 0,0-1 0 0 0,0 2-1 0 0,-1-1 1 0 0,1 0-1 0 0,0 1 1 0 0,-1-1 0 0 0,1 1-1 0 0,-1 0 1 0 0,0 0 0 0 0,0 1-1 0 0,0-1 1 0 0,0 1-1 0 0,0-1 1 0 0,4 6 0 0 0,3 5-48 0 0,-1 1 0 0 0,0 0 0 0 0,-1 0 0 0 0,13 31 0 0 0,-5-12 58 0 0,-3-9 147 0 0,28 37-1 0 0,-16-26 156 0 0,-18-26-261 0 0,1-1 0 0 0,0 0-1 0 0,0 0 1 0 0,1 0 0 0 0,0-1-1 0 0,0-1 1 0 0,1 1 0 0 0,0-2 0 0 0,0 1-1 0 0,0-1 1 0 0,17 5 0 0 0,-8-3-793 0 0,0-2 0 0 0,0 0 0 0 0,0-1 0 0 0,1 0 0 0 0,35 0 1 0 0,28-11-8060 0 0</inkml:trace>
</inkml:ink>
</file>

<file path=ppt/ink/ink9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06T19:01:54.64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719 0 240 0 0,'-18'6'841'0'0,"-3"0"-170"0"0,-1 1 0 0 0,1 0-1 0 0,1 2 1 0 0,0 0 0 0 0,0 1-1 0 0,-30 21 1 0 0,40-22-137 0 0,1 1 0 0 0,0-1 0 0 0,-13 17 0 0 0,-11 13 732 0 0,25-30-764 0 0,1 0 0 0 0,-1 0 1 0 0,2 1-1 0 0,-1 0 1 0 0,-8 21-1 0 0,14-28-387 0 0,-1 0 0 0 0,2 0 0 0 0,-1 0 0 0 0,0 0-1 0 0,1 1 1 0 0,-1-1 0 0 0,1 0 0 0 0,0 6 0 0 0,-4 22 545 0 0,-4-14-384 0 0,6-14-242 0 0,1-1-1 0 0,-1 1 1 0 0,1-1 0 0 0,0 1-1 0 0,0 0 1 0 0,0-1-1 0 0,0 1 1 0 0,0 0-1 0 0,0 0 1 0 0,1 0-1 0 0,-1 0 1 0 0,1 0 0 0 0,0 0-1 0 0,0-1 1 0 0,0 1-1 0 0,0 0 1 0 0,1 0-1 0 0,-1 0 1 0 0,2 3-1 0 0,1 1-11 0 0,0-1 0 0 0,1 0 0 0 0,0 0 0 0 0,0 0 0 0 0,1 0 0 0 0,-1 0-1 0 0,1-1 1 0 0,0 0 0 0 0,1 0 0 0 0,8 6 0 0 0,10 5 105 0 0,33 18 1 0 0,-36-22-37 0 0,127 62 47 0 0,40 23 578 0 0,-172-85-520 0 0,0 1 0 0 0,-1 1 0 0 0,0 0 0 0 0,-1 1 0 0 0,-1 1 0 0 0,22 33 0 0 0,-19-27-221 0 0,8 9 76 0 0,-14-20 11 0 0,-1 0 0 0 0,-1 0 0 0 0,1 1 0 0 0,10 24 0 0 0,-9 4 18 0 0,-2-20-92 0 0,-5-16 10 0 0,-1 0 0 0 0,0 0-1 0 0,0 0 1 0 0,-1 0 0 0 0,0 0 0 0 0,1 1 0 0 0,-1-1-1 0 0,0 0 1 0 0,-1 1 0 0 0,1-1 0 0 0,-1 0 0 0 0,0 1-1 0 0,0-1 1 0 0,-1 1 0 0 0,1-1 0 0 0,-1 0 0 0 0,0 1-1 0 0,-1 5 1 0 0,0-7 14 0 0,1 1 0 0 0,-1 0 0 0 0,1-1 0 0 0,-1 1 0 0 0,0-1 0 0 0,0 0 0 0 0,0 1 0 0 0,-1-1 0 0 0,1 0 0 0 0,-1-1 0 0 0,0 1 0 0 0,0 0 0 0 0,0-1 0 0 0,0 1 0 0 0,0-1 0 0 0,0 0 0 0 0,-1 0 0 0 0,1 0 0 0 0,-7 2 0 0 0,-17-1 242 0 0,-1-1 1 0 0,0-1-1 0 0,1-2 0 0 0,-1 0 0 0 0,-43-9 0 0 0,-19 0 676 0 0,54 6-621 0 0,20 2 46 0 0,0 1 1 0 0,-32 1 0 0 0,45 0-323 0 0,-1 0 0 0 0,1 1-1 0 0,-1-1 1 0 0,1 1 0 0 0,0 0 0 0 0,-1 0 0 0 0,1 1 0 0 0,0-1 0 0 0,-1 0 0 0 0,1 1 0 0 0,0 0-1 0 0,0 0 1 0 0,0 0 0 0 0,1 0 0 0 0,-1 0 0 0 0,0 1 0 0 0,1-1 0 0 0,-4 5 0 0 0,0 1-47 0 0,-1-1 0 0 0,1 0 0 0 0,-2 0 0 0 0,-8 6 1 0 0,-15 15-12 0 0,-7 17 159 0 0,-6-10 17 0 0,24-20-23 0 0,0 1-1 0 0,-26 26 0 0 0,-27 33 165 0 0,43-47-171 0 0,2 2-1 0 0,-38 50 1 0 0,57-66-98 0 0,-89 134 581 0 0,94-142-555 0 0,1 0 0 0 0,-1-1-1 0 0,2 1 1 0 0,-1 0 0 0 0,0 1 0 0 0,1-1 0 0 0,0 0-1 0 0,1 1 1 0 0,0-1 0 0 0,0 1 0 0 0,0 0 0 0 0,0-1 0 0 0,1 1-1 0 0,1 6 1 0 0,1-6 19 0 0,0 0 0 0 0,0-1-1 0 0,1 1 1 0 0,0-1 0 0 0,0 0 0 0 0,1 0-1 0 0,0 0 1 0 0,0-1 0 0 0,0 1 0 0 0,0-1-1 0 0,1 0 1 0 0,0 0 0 0 0,10 7 0 0 0,15 13 133 0 0,2-1 1 0 0,1-2-1 0 0,1-1 1 0 0,1-2 0 0 0,1-1-1 0 0,0-2 1 0 0,1-1-1 0 0,77 19 1 0 0,-11-14-1790 0 0,158 12 0 0 0,-23-30-9789 0 0,-97-17-1963 0 0</inkml:trace>
</inkml:ink>
</file>

<file path=ppt/ink/ink9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06T19:01:57.87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27 64 640 0 0,'-1'-1'122'0'0,"1"0"0"0"0,0-1-1 0 0,0 1 1 0 0,0 0 0 0 0,-1-1 0 0 0,2 1-1 0 0,-1-1 1 0 0,0 1 0 0 0,0 0 0 0 0,0-1-1 0 0,1 1 1 0 0,-1 0 0 0 0,0-1 0 0 0,1 1-1 0 0,0 0 1 0 0,-1-1 0 0 0,1 1-1 0 0,0 0 1 0 0,-1 0 0 0 0,1 0 0 0 0,0 0-1 0 0,0 0 1 0 0,0 0 0 0 0,0 0 0 0 0,0 0-1 0 0,0 0 1 0 0,0 0 0 0 0,1 0 0 0 0,-1 1-1 0 0,0-1 1 0 0,2 0 0 0 0,1-2-16 0 0,-4 3-78 0 0,1 0 1 0 0,-1 0-1 0 0,0 0 0 0 0,0-1 1 0 0,1 1-1 0 0,-1 0 0 0 0,0 0 1 0 0,1 0-1 0 0,-1-1 0 0 0,0 1 1 0 0,0 0-1 0 0,0 0 0 0 0,1-1 0 0 0,-1 1 1 0 0,0 0-1 0 0,0-1 0 0 0,0 1 1 0 0,0 0-1 0 0,1-1 0 0 0,-1 1 1 0 0,0 0-1 0 0,0-1 0 0 0,0 1 1 0 0,0 0-1 0 0,0-1 0 0 0,0 1 0 0 0,0 0 1 0 0,0-1-1 0 0,0 1 0 0 0,0 0 1 0 0,0-1-1 0 0,0 1 0 0 0,-1-1 1 0 0,1 1-4 0 0,0 0 1 0 0,0-1 0 0 0,0 1-1 0 0,0 0 1 0 0,0 0 0 0 0,0-1-1 0 0,0 1 1 0 0,0 0 0 0 0,0-1-1 0 0,0 1 1 0 0,0 0-1 0 0,0 0 1 0 0,0-1 0 0 0,0 1-1 0 0,0 0 1 0 0,0 0 0 0 0,0-1-1 0 0,0 1 1 0 0,1 0 0 0 0,-1 0-1 0 0,0-1 1 0 0,0 1 0 0 0,0 0-1 0 0,0 0 1 0 0,0 0 0 0 0,1-1-1 0 0,-1 1 1 0 0,0 0 0 0 0,0 0-1 0 0,0 0 1 0 0,1-1 0 0 0,-1 1-1 0 0,0 0 1 0 0,0 0-1 0 0,1 0 1 0 0,-1 0 0 0 0,0 0-1 0 0,0 0 1 0 0,1 0 0 0 0,-1-1-1 0 0,19-3 762 0 0,-14 3 27 0 0,-5 3-462 0 0,0-1 0 0 0,1 0-1 0 0,-1 1 1 0 0,0-1 0 0 0,0 1 0 0 0,0-1-1 0 0,0 1 1 0 0,0-1 0 0 0,0 1 0 0 0,-1-1-1 0 0,1 0 1 0 0,0 1 0 0 0,-1-1-1 0 0,1 1 1 0 0,-1-1 0 0 0,1 0 0 0 0,-1 1-1 0 0,-1 1 1 0 0,-17 1 128 0 0,13 0 19 0 0,3 0-424 0 0,1-4-60 0 0,1 1 0 0 0,0 0 0 0 0,-1-1 0 0 0,1 1 0 0 0,-1 0-1 0 0,1 0 1 0 0,0 0 0 0 0,0 0 0 0 0,-1 0 0 0 0,1 0 0 0 0,0 0 0 0 0,0 0 0 0 0,0 0 0 0 0,0 0 0 0 0,0 1 0 0 0,1-1-1 0 0,-1 0 1 0 0,0 1 0 0 0,0-1 0 0 0,1 1 0 0 0,-1-1 0 0 0,1 1 0 0 0,-1-1 0 0 0,1 4 0 0 0,-3 3 39 0 0,-4 9 64 0 0,5-14-96 0 0,0 1 1 0 0,0 1 0 0 0,0-1-1 0 0,1 0 1 0 0,-1 0 0 0 0,1 0-1 0 0,0 1 1 0 0,1-1 0 0 0,-1 1-1 0 0,1-1 1 0 0,0 0-1 0 0,0 1 1 0 0,0-1 0 0 0,0 1-1 0 0,2 5 1 0 0,4 3 55 0 0,1 0 1 0 0,0-1-1 0 0,0 1 1 0 0,2-1-1 0 0,-1 0 0 0 0,2-1 1 0 0,16 16-1 0 0,-20-22-34 0 0,0 0 1 0 0,0-1-1 0 0,1 1 0 0 0,-1-1 0 0 0,1-1 1 0 0,0 1-1 0 0,0-1 0 0 0,1 0 1 0 0,-1-1-1 0 0,1 0 0 0 0,-1 0 0 0 0,1-1 1 0 0,0 1-1 0 0,-1-2 0 0 0,1 1 0 0 0,14-2 1 0 0,5 0 203 0 0,-1-2 1 0 0,1-1 0 0 0,34-9-1 0 0,-50 9-150 0 0,1 0 0 0 0,-1 0 0 0 0,1-1 0 0 0,-1 0 0 0 0,-1-1-1 0 0,1 0 1 0 0,-1 0 0 0 0,0-2 0 0 0,-1 1 0 0 0,11-11-1 0 0,-16 15-249 0 0,0-1-1 0 0,-1 0 0 0 0,0 0 1 0 0,0 0-1 0 0,0 0 0 0 0,0 0 0 0 0,-1-1 1 0 0,1 1-1 0 0,-1-1 0 0 0,0 1 1 0 0,-1-1-1 0 0,1 0 0 0 0,-1 0 0 0 0,0 0 1 0 0,0 0-1 0 0,0 0 0 0 0,-1 0 1 0 0,0 0-1 0 0,0 0 0 0 0,0 0 0 0 0,0 0 1 0 0,-1 0-1 0 0,0 0 0 0 0,0 0 1 0 0,-3-8-1 0 0,-1 4-1273 0 0,0 0 0 0 0,0 0 0 0 0,-1 1 0 0 0,0 0 1 0 0,-8-8-1 0 0,13 15 1203 0 0</inkml:trace>
</inkml:ink>
</file>

<file path=ppt/ink/ink9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06T19:01:58.69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28 31 2561 0 0,'0'0'121'0'0,"0"-1"0"0"0,0 0 0 0 0,0 1 0 0 0,0-1 0 0 0,0 1 1 0 0,0-1-1 0 0,0 1 0 0 0,0-1 0 0 0,0 0 0 0 0,0 1 0 0 0,-1-1 0 0 0,1 1 0 0 0,0-1 0 0 0,0 1 0 0 0,-1-1 0 0 0,1 1 0 0 0,0-1 0 0 0,-1 1 0 0 0,1-1 0 0 0,0 1 0 0 0,-1 0 1 0 0,1-1-1 0 0,-1 1 0 0 0,1 0 0 0 0,-1-1 0 0 0,1 1 0 0 0,-1 0 0 0 0,1-1 0 0 0,-1 1 0 0 0,1 0 0 0 0,-1 0 0 0 0,1 0 0 0 0,-1-1 0 0 0,1 1 0 0 0,-1 0 0 0 0,0 0 0 0 0,1 0 0 0 0,-2 0 1 0 0,-9-4 2403 0 0,8-7 5755 0 0,139 23-4932 0 0,25-9-3390 0 0,-86-1-2971 0 0,2-1-5950 0 0,-53 0 4774 0 0,-20 3 481 0 0</inkml:trace>
</inkml:ink>
</file>

<file path=ppt/ink/ink9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06T19:01:59.07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1 2321 0 0,'28'5'6483'0'0,"0"1"-3522"0"0,0 1-560 0 0,50 4 161 0 0,119 24-401 0 0,-57 1-1441 0 0,-28 0-720 0 0,1 5 0 0 0,-7 0-880 0 0,-21-18-3202 0 0,-57-10-6883 0 0</inkml:trace>
</inkml:ink>
</file>

<file path=ppt/ink/ink9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06T19:02:02.09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220 316 2881 0 0,'-24'0'3349'0'0,"24"0"-3250"0"0,0 0 0 0 0,0 0 0 0 0,0 0 0 0 0,0 0 0 0 0,-1 0 1 0 0,1 0-1 0 0,0 0 0 0 0,0 0 0 0 0,0 0 0 0 0,0 0 1 0 0,-1 0-1 0 0,1 0 0 0 0,0 0 0 0 0,0 0 0 0 0,0 0 0 0 0,0 0 1 0 0,-1 0-1 0 0,1 0 0 0 0,0 0 0 0 0,0 0 0 0 0,0-1 1 0 0,0 1-1 0 0,0 0 0 0 0,-1 0 0 0 0,1 0 0 0 0,0 0 1 0 0,0 0-1 0 0,0 0 0 0 0,0-1 0 0 0,0 1 0 0 0,0 0 0 0 0,0 0 1 0 0,0 0-1 0 0,0 0 0 0 0,-1-1 0 0 0,1 1 0 0 0,0 0 1 0 0,0 0-1 0 0,0 0 0 0 0,0 0 0 0 0,0-1 0 0 0,0 1 0 0 0,0 0 1 0 0,0 0-1 0 0,0 0 0 0 0,0 0 0 0 0,0-1 0 0 0,1 1 1 0 0,-1 0-54 0 0,0-1 1 0 0,0 1 0 0 0,0 0 0 0 0,0 0 0 0 0,0 0 0 0 0,0-1 0 0 0,0 1 0 0 0,0 0 0 0 0,0 0 0 0 0,0 0 0 0 0,0-1-1 0 0,0 1 1 0 0,0 0 0 0 0,-1 0 0 0 0,1 0 0 0 0,0-1 0 0 0,0 1 0 0 0,0 0 0 0 0,0 0 0 0 0,0 0 0 0 0,0-1 0 0 0,0 1-1 0 0,-1 0 1 0 0,1 0 0 0 0,0 0 0 0 0,0 0 0 0 0,0-1 0 0 0,0 1 0 0 0,-1 0 0 0 0,1 0 0 0 0,0 0 0 0 0,0 0 0 0 0,0 0-1 0 0,0 0 1 0 0,-1 0 0 0 0,1 0 0 0 0,0 0 0 0 0,0 0 0 0 0,-1-1 0 0 0,-68-4 3648 0 0,68 5-3654 0 0,1-1 1 0 0,-1 1 0 0 0,1-1-1 0 0,-1 1 1 0 0,1-1-1 0 0,-1 1 1 0 0,1-1-1 0 0,0 1 1 0 0,-1-1-1 0 0,1 1 1 0 0,0-1-1 0 0,-1 0 1 0 0,1 1-1 0 0,0-1 1 0 0,0 0-1 0 0,0 1 1 0 0,0-1 0 0 0,-1 0-1 0 0,1 1 1 0 0,0-1-1 0 0,0 0 1 0 0,0 1-1 0 0,0-1 1 0 0,1 0-1 0 0,-1 1 1 0 0,0-1-1 0 0,0 0 1 0 0,6-20 369 0 0,7 1-187 0 0,-1 0 0 0 0,0 0 0 0 0,-1-1 0 0 0,10-30 1 0 0,-17 37-142 0 0,0 0 0 0 0,1 1 1 0 0,10-21-1 0 0,-11 18-23 0 0,-4 16-59 0 0,0-1 0 0 0,0 1 1 0 0,0-1-1 0 0,0 1 1 0 0,0-1-1 0 0,0 1 1 0 0,0-1-1 0 0,1 1 0 0 0,-1-1 1 0 0,0 1-1 0 0,0-1 1 0 0,0 1-1 0 0,0 0 0 0 0,1-1 1 0 0,-1 1-1 0 0,0-1 1 0 0,1 1-1 0 0,-1-1 0 0 0,0 1 1 0 0,1 0-1 0 0,-1-1 1 0 0,0 1-1 0 0,1-1 0 0 0,8-3 16 0 0,-9 4-1 0 0,1 0-1 0 0,0 0 1 0 0,0 0 0 0 0,0-1-1 0 0,-1 1 1 0 0,1 0-1 0 0,0-1 1 0 0,0 1 0 0 0,-1-1-1 0 0,1 1 1 0 0,0-1-1 0 0,-1 1 1 0 0,1-1-1 0 0,-1 0 1 0 0,1 1 0 0 0,-1-1-1 0 0,1 0 1 0 0,-1 1-1 0 0,1-1 1 0 0,-1 0 0 0 0,0 1-1 0 0,1-1 1 0 0,-1 0-1 0 0,0 0 1 0 0,1 0 0 0 0,-1 1-1 0 0,0-1 1 0 0,0 0-1 0 0,0 0 1 0 0,0 0 0 0 0,0 0-1 0 0,0 1 1 0 0,0-2-1 0 0,-5 2 52 0 0,4-1-61 0 0,0 1-5 0 0,0 0-1 0 0,1 0 1 0 0,-1 0 0 0 0,0-1-1 0 0,0 1 1 0 0,1 0 0 0 0,-1 0-1 0 0,0 0 1 0 0,0 0 0 0 0,0 0-1 0 0,1 0 1 0 0,-1 1 0 0 0,0-1-1 0 0,0 0 1 0 0,1 0 0 0 0,-1 0-1 0 0,0 1 1 0 0,1-1 0 0 0,-1 0-1 0 0,0 1 1 0 0,1-1 0 0 0,-1 1-1 0 0,0-1 1 0 0,1 1 0 0 0,-1-1-1 0 0,1 1 1 0 0,-1-1 0 0 0,1 1-1 0 0,-1-1 1 0 0,0 2 0 0 0,1 0 3 0 0,-1 0 0 0 0,1 0 0 0 0,0 0 0 0 0,-1-1 0 0 0,1 1 1 0 0,-1 0-1 0 0,0-1 0 0 0,1 1 0 0 0,-1 0 0 0 0,0-1 0 0 0,0 1 0 0 0,0-1 1 0 0,0 1-1 0 0,-1-1 0 0 0,1 1 0 0 0,-3 1 0 0 0,-8 13 19 0 0,-17 42 120 0 0,24-45-107 0 0,0-1 1 0 0,-1 1-1 0 0,-1-1 0 0 0,0 0 0 0 0,-13 15 0 0 0,14-20-31 0 0,-1 0 10 0 0,1 1-1 0 0,-1 0 1 0 0,1 0 0 0 0,1 0 0 0 0,-9 17 0 0 0,4 10 38 0 0,-8-4-93 0 0,16-27 35 0 0,0 1-3 0 0,0 0 1 0 0,0-1-1 0 0,-1 1 0 0 0,0-1 0 0 0,1 1 1 0 0,-1-1-1 0 0,-6 6 0 0 0,4 2 62 0 0,5-12-53 0 0,0 0 0 0 0,0 1 0 0 0,0-1 1 0 0,0 0-1 0 0,0 0 0 0 0,0 0 0 0 0,0 1 1 0 0,0-1-1 0 0,0 0 0 0 0,0 0 1 0 0,0 0-1 0 0,0 1 0 0 0,0-1 0 0 0,0 0 1 0 0,0 0-1 0 0,0 0 0 0 0,0 1 0 0 0,0-1 1 0 0,1 0-1 0 0,-1 0 0 0 0,0 0 1 0 0,0 0-1 0 0,0 0 0 0 0,0 1 0 0 0,0-1 1 0 0,1 0-1 0 0,-1 0 0 0 0,0 0 0 0 0,0 0 1 0 0,0 0-1 0 0,0 0 0 0 0,1 0 0 0 0,-1 1 1 0 0,0-1-1 0 0,0 0 0 0 0,0 0 1 0 0,0 0-1 0 0,1 0 0 0 0,-1 0 0 0 0,0 0 1 0 0,1 0-1 0 0,45 1-134 0 0,-7 4 212 0 0,-8 1-12 0 0,123 2 187 0 0,295 2 239 0 0,-418-12-459 0 0,45-8-1 0 0,-73 9-32 0 0,0 0 0 0 0,1 0 0 0 0,-1 0 0 0 0,0 0 0 0 0,0-1 0 0 0,0 1 0 0 0,0-1 0 0 0,0 0 0 0 0,0 0 0 0 0,-1 0 0 0 0,1 0 0 0 0,-1 0 0 0 0,1-1 0 0 0,3-4 0 0 0,-1 0 5 0 0,-1-1 0 0 0,0 1 0 0 0,0-1 0 0 0,3-10 0 0 0,6-12-38 0 0,-7 13 18 0 0,0-1 0 0 0,-1 1 0 0 0,-1-1 0 0 0,-1 0 0 0 0,0 0 0 0 0,-1 0 0 0 0,-2-1-1 0 0,-1-29 1 0 0,1 25 35 0 0,0 22-21 0 0,0-1 0 0 0,0 1 1 0 0,0-1-1 0 0,0 1 1 0 0,0-1-1 0 0,0 1 0 0 0,0-1 1 0 0,-1 1-1 0 0,1-1 1 0 0,-1 1-1 0 0,1-1 0 0 0,-1 1 1 0 0,1 0-1 0 0,-1-1 1 0 0,0 1-1 0 0,0 0 0 0 0,1 0 1 0 0,-1-1-1 0 0,0 1 1 0 0,0 0-1 0 0,0 0 0 0 0,-2-1 1 0 0,0-4-27 0 0,14-5-24 0 0,-6 4-33 0 0,-11 7-51 0 0,5 0 128 0 0,-1 1 0 0 0,1-1 0 0 0,0 1 0 0 0,0-1 0 0 0,0 1 0 0 0,0-1 0 0 0,0 1 0 0 0,0 0 0 0 0,0-1 0 0 0,0 1 0 0 0,0 0 0 0 0,0 0 0 0 0,0 0 0 0 0,-1 2 0 0 0,-8 42-7 0 0,5-21 58 0 0,-1-1 0 0 0,-1 1 1 0 0,-2-1-1 0 0,-19 39 1 0 0,4-23 55 0 0,10-17-73 0 0,1-1 1 0 0,-11 28-1 0 0,5 1 16 0 0,-23 48 46 0 0,25-65-80 0 0,-2 2-9 0 0,-24 61 1 0 0,26-54-12 0 0,12-31-57 0 0,0 0 0 0 0,0 1 0 0 0,1-1-1 0 0,1 1 1 0 0,0 0 0 0 0,-2 19 0 0 0,6-21-308 0 0,0 1-1 0 0,1-1 1 0 0,0 1 0 0 0,0-1 0 0 0,1 0 0 0 0,1 0 0 0 0,4 11-1 0 0,-7-20 126 0 0,0 0-1 0 0,0 0 0 0 0,0 1 0 0 0,0-1 1 0 0,0 0-1 0 0,1 0 0 0 0,-1 0 0 0 0,0 0 0 0 0,0 0 1 0 0,1-1-1 0 0,-1 1 0 0 0,0 0 0 0 0,1-1 1 0 0,-1 1-1 0 0,1 0 0 0 0,-1-1 0 0 0,1 0 0 0 0,-1 1 1 0 0,4-1-1 0 0,46-1-8220 0 0</inkml:trace>
</inkml:ink>
</file>

<file path=ppt/ink/ink9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06T19:02:02.56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136 89 2321 0 0,'-41'2'4658'0'0,"21"-1"-1542"0"0,0-1 0 0 0,-29-3 0 0 0,49 2-2980 0 0,-1 1-1 0 0,1 0 0 0 0,-1 0 0 0 0,1-1 0 0 0,0 1 0 0 0,-1 0 0 0 0,1-1 0 0 0,0 1 0 0 0,-1 0 0 0 0,1-1 0 0 0,0 1 0 0 0,0-1 0 0 0,-1 1 0 0 0,1 0 0 0 0,0-1 0 0 0,0 1 1 0 0,0-1-1 0 0,0 1 0 0 0,0-1 0 0 0,-1 1 0 0 0,1 0 0 0 0,0-1 0 0 0,0 1 0 0 0,0-1 0 0 0,0 1 0 0 0,0-1 0 0 0,0 1 0 0 0,0-1 0 0 0,1 1 0 0 0,-1-1 0 0 0,0 1 0 0 0,0 0 1 0 0,0-1-1 0 0,0 1 0 0 0,0-1 0 0 0,1 1 0 0 0,-1-1 0 0 0,0 1 0 0 0,0 0 0 0 0,1-1 0 0 0,-1 1 0 0 0,0 0 0 0 0,1-1 0 0 0,-1 1 0 0 0,0 0 0 0 0,1-1 0 0 0,0 1 0 0 0,32-11-41 0 0,0 2-1 0 0,1 1 0 0 0,44-4 0 0 0,109-4-3084 0 0,-169 15 2341 0 0,78-5-5207 0 0,4 0-3226 0 0,-44 5 4961 0 0</inkml:trace>
</inkml:ink>
</file>

<file path=ppt/ink/ink9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06T19:02:02.99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0 560 0 0,'28'0'2882'0'0,"0"11"319"0"0,0 12 641 0 0,1 38 320 0 0,-1 16-1761 0 0,-28-13-2161 0 0,0-10-400 0 0,-28 5 160 0 0,-1-13-560 0 0,29-16-1601 0 0,0-6-2562 0 0,0-12-2320 0 0</inkml:trace>
</inkml:ink>
</file>

<file path=ppt/ink/ink9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06T19:02:03.35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1 1361 0 0,'28'0'1520'0'0,"-28"5"241"0"0,0 8 400 0 0,0 40 2401 0 0,0 35 0 0 0,0-17-2881 0 0,0 1-1521 0 0,28-8-80 0 0,-28 8 160 0 0,0-19 0 0 0,0-12-560 0 0,28-23-2481 0 0,-28-30-5843 0 0</inkml:trace>
</inkml:ink>
</file>

<file path=ppt/ink/ink9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06T19:02:05.69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13 1361 0 0,'0'-5'2801'0'0,"28"-3"3442"0"0,-28 33-2722 0 0,28 27 161 0 0,29 9-1521 0 0,-1-15-2001 0 0,-28-15-560 0 0,28-3 240 0 0,-28-10-80 0 0,28 0-961 0 0,-28-5-1840 0 0,0-13-2322 0 0,0 0-1280 0 0</inkml:trace>
</inkml:ink>
</file>

<file path=ppt/ink/ink9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06T19:02:06.10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0 183 320 0 0,'0'0'2721'0'0,"28"-6"321"0"0,-28-6 79 0 0,29 7-239 0 0,-1-13-401 0 0,28 7-560 0 0,0-7-481 0 0,0 0-719 0 0,56-12-1922 0 0,29-34-6963 0 0</inkml:trace>
</inkml:ink>
</file>

<file path=ppt/ink/ink9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06T19:02:06.57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115 159 160 0 0,'-1'-19'2754'0'0,"0"15"-2288"0"0,0-1 1 0 0,1 0-1 0 0,-1 0 0 0 0,1 0 1 0 0,0 0-1 0 0,1 0 1 0 0,-1 1-1 0 0,1-1 0 0 0,0 0 1 0 0,0 0-1 0 0,3-7 1 0 0,15-5 520 0 0,-11 4-483 0 0,-7 11-458 0 0,-1 1 0 0 0,1-1 0 0 0,0 1-1 0 0,0-1 1 0 0,0 1 0 0 0,0 0 0 0 0,0-1-1 0 0,1 1 1 0 0,-1 0 0 0 0,0 0 0 0 0,0 0-1 0 0,1 0 1 0 0,-1 0 0 0 0,1 0 0 0 0,-1 1-1 0 0,1-1 1 0 0,-1 0 0 0 0,3 0 0 0 0,1-1 93 0 0,-4 2-104 0 0,0 0 0 0 0,0 0 0 0 0,1-1 0 0 0,-1 1 0 0 0,0 0-1 0 0,0-1 1 0 0,1 0 0 0 0,-1 1 0 0 0,0-1 0 0 0,0 1 0 0 0,0-1 0 0 0,0 0 0 0 0,0 0 0 0 0,0 0-1 0 0,0 0 1 0 0,0 1 0 0 0,0-1 0 0 0,-1 0 0 0 0,1-1 0 0 0,0 1 0 0 0,0-1 0 0 0,-1 2-20 0 0,0 0 1 0 0,0-1-1 0 0,0 1 1 0 0,0 0-1 0 0,0 0 1 0 0,1-1-1 0 0,-1 1 0 0 0,0 0 1 0 0,0 0-1 0 0,0 0 1 0 0,0-1-1 0 0,0 1 1 0 0,0 0-1 0 0,1 0 1 0 0,-1 0-1 0 0,0 0 1 0 0,0-1-1 0 0,0 1 1 0 0,1 0-1 0 0,-1 0 1 0 0,0 0-1 0 0,0 0 1 0 0,0 0-1 0 0,1 0 0 0 0,-1 0 1 0 0,0-1-1 0 0,0 1 1 0 0,1 0-1 0 0,-1 0 1 0 0,0 0-1 0 0,0 0 1 0 0,1 0-1 0 0,-1 0 1 0 0,0 0-1 0 0,0 0 1 0 0,1 0-1 0 0,-1 0 1 0 0,0 0-1 0 0,0 1 0 0 0,0-1 1 0 0,1 0-1 0 0,-1 0 1 0 0,0 0-1 0 0,0 0 1 0 0,1 0-1 0 0,-1 0 1 0 0,0 0-1 0 0,0 1 1 0 0,1-1 8 0 0,0 1 0 0 0,-1-1 0 0 0,1 0 0 0 0,0 1 0 0 0,-1-1 0 0 0,1 1 0 0 0,-1-1 0 0 0,1 1 0 0 0,-1 0 0 0 0,1-1 0 0 0,-1 1 0 0 0,0 0 0 0 0,1-1 0 0 0,-1 1 0 0 0,0 0 0 0 0,1-1 0 0 0,-1 1 0 0 0,0 0 0 0 0,0-1 0 0 0,0 1 0 0 0,1 0 0 0 0,-1 0 0 0 0,0 1 0 0 0,-3 12 337 0 0,-1 0 0 0 0,0 1 0 0 0,0-2 0 0 0,-2 1 0 0 0,0-1 0 0 0,-13 23 1 0 0,-5 14 364 0 0,8-9 6 0 0,-14 57-1 0 0,20-59 52 0 0,-28 67 0 0 0,23-75-502 0 0,9-21-261 0 0,1 0 0 0 0,1 0 0 0 0,-1 0 0 0 0,2 0 0 0 0,-1 1-1 0 0,1 0 1 0 0,1 0 0 0 0,0 0 0 0 0,0 16 0 0 0,0-9-592 0 0,2 18-1472 0 0,6-18-2624 0 0,18-3-2882 0 0</inkml:trace>
</inkml:ink>
</file>

<file path=ppt/ink/ink9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06T19:02:06.98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404 66 2801 0 0,'-11'1'1217'0'0,"1"-1"0"0"0,-1 2 0 0 0,1-1 0 0 0,-19 7-1 0 0,6 0-952 0 0,0 1 0 0 0,-24 15-1 0 0,20-10 626 0 0,8-5-481 0 0,-9 5 521 0 0,-44 28 0 0 0,63-35-630 0 0,1-1 1 0 0,-1 2-1 0 0,1-1 1 0 0,1 1 0 0 0,0 0-1 0 0,0 0 1 0 0,0 1-1 0 0,-9 17 1 0 0,14-21-142 0 0,-1-1 1 0 0,1 1-1 0 0,0 0 1 0 0,1 0-1 0 0,-1 1 0 0 0,1-1 1 0 0,0 0-1 0 0,0 1 0 0 0,1-1 1 0 0,-1 0-1 0 0,1 1 0 0 0,0-1 1 0 0,1 0-1 0 0,0 1 0 0 0,-1-1 1 0 0,1 0-1 0 0,4 10 0 0 0,-2 1 140 0 0,-2-13-236 0 0,2 10 251 0 0,-1-1 0 0 0,2 1 0 0 0,6 15 0 0 0,-7-22-237 0 0,0-1-1 0 0,1 0 0 0 0,0 1 1 0 0,-1-2-1 0 0,1 1 0 0 0,1 0 1 0 0,-1-1-1 0 0,1 0 0 0 0,6 5 1 0 0,-1-1 8 0 0,1 1-1 0 0,0-2 1 0 0,1 0 0 0 0,-1 0-1 0 0,1-1 1 0 0,0 0 0 0 0,1-1-1 0 0,0 0 1 0 0,-1-1 0 0 0,16 2-1 0 0,-7-4-49 0 0,-1-1 0 0 0,1-1 0 0 0,0 0 0 0 0,0-2 0 0 0,-1-1 0 0 0,1 0 0 0 0,23-8 0 0 0,-11 2-15 0 0,-1-1 0 0 0,-1-2-1 0 0,57-30 1 0 0,-63 26 4 0 0,-2 0 0 0 0,0-2 0 0 0,-1-1 0 0 0,0-1-1 0 0,-2 0 1 0 0,18-25 0 0 0,-26 32-8 0 0,0-2 1 0 0,-1 1-1 0 0,15-29 0 0 0,-22 34-16 0 0,0 0 0 0 0,-1 0 1 0 0,0 0-1 0 0,0-1 0 0 0,-1 1 0 0 0,0-1 0 0 0,-1 0 0 0 0,1-18 1 0 0,-2 22-25 0 0,0 0 1 0 0,0-1 0 0 0,-1 1 0 0 0,0 0 0 0 0,0 0 0 0 0,0 0 0 0 0,0 0 0 0 0,-6-11 0 0 0,5 13-40 0 0,0 0 1 0 0,-1 1 0 0 0,0-1-1 0 0,0 1 1 0 0,0 0-1 0 0,0 0 1 0 0,-1 0 0 0 0,1 0-1 0 0,-1 0 1 0 0,0 1 0 0 0,0 0-1 0 0,-7-4 1 0 0,-12-3-1065 0 0,-1 1 1 0 0,0 1-1 0 0,0 1 1 0 0,0 1-1 0 0,-46-3 1 0 0,67 8 956 0 0,-109-13-6713 0 0</inkml:trace>
</inkml:ink>
</file>

<file path=ppt/ink/ink9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06T19:02:07.66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29 640 0 0,'0'0'7604'0'0,"29"0"-4643"0"0,-1 0-240 0 0,28 0-480 0 0,-28 0-480 0 0,56 0-480 0 0,-5 0-721 0 0,33 0-240 0 0,-28 0-960 0 0,0 0-2321 0 0,-28-6-2322 0 0,29-6 1 0 0,-57 1 1120 0 0</inkml:trace>
</inkml:ink>
</file>

<file path=ppt/ink/ink9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06T19:02:08.13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0 179 1921 0 0,'1'-2'206'0'0,"-1"0"0"0"0,1-1-1 0 0,0 1 1 0 0,0 0 0 0 0,0 0 0 0 0,0 0 0 0 0,0 0 0 0 0,1 0 0 0 0,-1 1 0 0 0,0-1-1 0 0,1 0 1 0 0,0 1 0 0 0,-1-1 0 0 0,1 1 0 0 0,0-1 0 0 0,0 1 0 0 0,0 0-1 0 0,-1-1 1 0 0,1 1 0 0 0,1 0 0 0 0,-1 0 0 0 0,0 1 0 0 0,3-2 0 0 0,12-7 896 0 0,7-4-263 0 0,1 1 0 0 0,0 1 0 0 0,0 1 0 0 0,52-12 1 0 0,-33 10-234 0 0,-28 7-394 0 0,117-31 648 0 0,-117 33-838 0 0,0 0-1 0 0,0 1 0 0 0,0 1 1 0 0,1 0-1 0 0,28 3 0 0 0,-43-2 0 0 0,0 0 0 0 0,1 0 0 0 0,-1 1 0 0 0,0-1 0 0 0,0 0-1 0 0,0 1 1 0 0,0-1 0 0 0,0 1 0 0 0,0 0 0 0 0,0-1-1 0 0,0 1 1 0 0,-1 0 0 0 0,1 0 0 0 0,0 1 0 0 0,0-1 0 0 0,-1 0-1 0 0,1 0 1 0 0,-1 1 0 0 0,1-1 0 0 0,-1 1 0 0 0,1 0 0 0 0,-1-1-1 0 0,0 1 1 0 0,0 0 0 0 0,0-1 0 0 0,0 1 0 0 0,0 0 0 0 0,0 0-1 0 0,-1 0 1 0 0,1 0 0 0 0,0 3 0 0 0,-1 1 80 0 0,-1 1 0 0 0,1-1 0 0 0,-1 1 0 0 0,0-1 0 0 0,-1 0 0 0 0,0 1 0 0 0,-4 10 0 0 0,2-7 12 0 0,-7 18 34 0 0,-2-1-1 0 0,0 0 1 0 0,-2-1 0 0 0,-1-1-1 0 0,-1 0 1 0 0,-1-1 0 0 0,-1-1 0 0 0,-23 21-1 0 0,-128 156 19 0 0,61-70-196 0 0,97-117-189 0 0,-2 3 97 0 0,-21 32-1 0 0,31-43-432 0 0,1 0 1 0 0,1 1 0 0 0,-1-1-1 0 0,1 1 1 0 0,0 0-1 0 0,0-1 1 0 0,0 1 0 0 0,1 0-1 0 0,0 0 1 0 0,-1 11-1 0 0,2 0-5793 0 0</inkml:trace>
</inkml:ink>
</file>

<file path=ppt/ink/ink9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06T19:02:08.53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36 2481 0 0,'0'-23'7043'0'0,"0"10"481"0"0,28 13-6003 0 0,0 0-721 0 0,0 0-240 0 0,29 7-160 0 0,-1-1-240 0 0,140 17-1440 0 0,51 2-5603 0 0,-106-9-3762 0 0</inkml:trace>
</inkml:ink>
</file>

<file path=ppt/ink/ink9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06T19:02:13.41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57 779 1361 0 0,'-24'0'1360'0'0,"19"0"1188"0"0,6 0-2371 0 0,-1-1 0 0 0,0 1 0 0 0,0-1 0 0 0,0 0 1 0 0,1 1-1 0 0,-1-1 0 0 0,0 0 0 0 0,0 1 0 0 0,0-1 0 0 0,0 0 0 0 0,0 1 0 0 0,0-1 0 0 0,-1 1 0 0 0,1-1 0 0 0,0 0 1 0 0,0 1-1 0 0,0-1 0 0 0,-1 0 0 0 0,1 1 0 0 0,0-1 0 0 0,0 1 0 0 0,-1-1 0 0 0,1 1 0 0 0,-1-1 0 0 0,1 1 0 0 0,0-1 1 0 0,-1 1-1 0 0,0-1 0 0 0,0 0-113 0 0,-1 1 1 0 0,1-1-1 0 0,0 1 1 0 0,0-1-1 0 0,0 1 1 0 0,-1-1-1 0 0,1 0 1 0 0,0 1-1 0 0,0-1 1 0 0,0 0-1 0 0,0 0 1 0 0,0 0-1 0 0,0 0 1 0 0,1 0-1 0 0,-1 0 1 0 0,0 0-1 0 0,0 0 1 0 0,1 0-1 0 0,-2-2 1 0 0,-1-34 1656 0 0,3 30-1531 0 0,0-13 106 0 0,1 0 0 0 0,0 0 0 0 0,2 1 0 0 0,0-1 0 0 0,1 1 0 0 0,1 0-1 0 0,1 0 1 0 0,0 1 0 0 0,2-1 0 0 0,12-21 0 0 0,92-139 544 0 0,-104 169-782 0 0,0 0 0 0 0,0 0 0 0 0,1 1-1 0 0,19-15 1 0 0,-15 13-3 0 0,0 0 0 0 0,12-16 0 0 0,-9 12-31 0 0,0 0-1 0 0,1 1 1 0 0,1 1-1 0 0,0 1 1 0 0,0 0-1 0 0,32-14 1 0 0,-7 3-16 0 0,-35 18-8 0 0,2 0 0 0 0,-1 0 0 0 0,0 1 0 0 0,1 0 0 0 0,0 1 0 0 0,0 0 0 0 0,0 0 0 0 0,0 1 0 0 0,11-1 0 0 0,20-1-35 0 0,-35 3 25 0 0,1-1 0 0 0,0 1 1 0 0,0 1-1 0 0,0-1 1 0 0,0 1-1 0 0,-1 0 1 0 0,1 1-1 0 0,0 0 1 0 0,0 0-1 0 0,0 0 0 0 0,-1 1 1 0 0,8 2-1 0 0,-14-3 10 0 0,1 0 0 0 0,0-1 0 0 0,-1 1 0 0 0,0 0 0 0 0,1-1 0 0 0,-1 1 0 0 0,1 0 0 0 0,-1 0 0 0 0,0-1 0 0 0,1 1 0 0 0,-1 0 0 0 0,0 0 0 0 0,0 0 0 0 0,0-1 0 0 0,0 1 0 0 0,0 0 0 0 0,0 0 0 0 0,0 0 0 0 0,0 0 0 0 0,0-1 0 0 0,0 1 0 0 0,0 1 0 0 0,0 21 5 0 0,1-9 4 0 0,-1 1-1 0 0,0 0 0 0 0,-2 0 0 0 0,1-1 0 0 0,-7 24 0 0 0,-2-17-21 0 0,0 0 1 0 0,-2-1 0 0 0,0-1-1 0 0,-1 0 1 0 0,-26 29 0 0 0,-19 27-34 0 0,31-32 39 0 0,16-25 35 0 0,-1 0 0 0 0,0-1 0 0 0,-1 0 0 0 0,-23 23 0 0 0,32-37-36 0 0,0-1 0 0 0,0 1 0 0 0,1-1 0 0 0,-2 1 0 0 0,1-1 0 0 0,0-1 0 0 0,-7 3 0 0 0,4-2-103 0 0,20-4 6 0 0,-14 0 103 0 0,0 1 0 0 0,0-1 0 0 0,0 1 0 0 0,0-1 0 0 0,-1 1 0 0 0,1 0 0 0 0,0 0 0 0 0,0 0 0 0 0,-1-1 0 0 0,1 1 0 0 0,-3-1 0 0 0,2 1-1 0 0,1 0 3 0 0,1 0 0 0 0,-1 0 0 0 0,1 1 0 0 0,-1-1 0 0 0,1 0 0 0 0,0 0 0 0 0,-1 0 0 0 0,1 0 0 0 0,0 0 0 0 0,-1 0 0 0 0,1 0 0 0 0,0 0 0 0 0,0 0 0 0 0,0 0 0 0 0,0 0 0 0 0,0-1 0 0 0,0 0 0 0 0,0 1 0 0 0,0 0 0 0 0,0 0 0 0 0,0-1 0 0 0,0 1 0 0 0,0 0 0 0 0,-1-1 0 0 0,1 1 0 0 0,-1 0 0 0 0,1 0 0 0 0,-1-1 0 0 0,0-1 0 0 0,-4-2 3 0 0,-9-11 3 0 0,13 15-3 0 0,1 1 0 0 0,0-1 0 0 0,-1 1-1 0 0,1-1 1 0 0,0 1 0 0 0,0-1-1 0 0,-1 1 1 0 0,1-1 0 0 0,0 1 0 0 0,0-1-1 0 0,0 1 1 0 0,0-1 0 0 0,0 0-1 0 0,0 1 1 0 0,-1-1 0 0 0,2 1 0 0 0,-1-1-1 0 0,0 0 1 0 0,0 1 0 0 0,0-1-1 0 0,0 1 1 0 0,0-1 0 0 0,0 1 0 0 0,1-1-1 0 0,-1 0 1 0 0,0 1 0 0 0,0-1-1 0 0,1 1 1 0 0,-1-1 0 0 0,1 0 0 0 0,8-7 58 0 0,-8 7-54 0 0,1 0-1 0 0,-1 0 0 0 0,0 0 1 0 0,0 0-1 0 0,0 0 0 0 0,0 0 1 0 0,0 0-1 0 0,-1 0 0 0 0,1 0 1 0 0,0-1-1 0 0,0 1 1 0 0,-1 0-1 0 0,1-1 0 0 0,-1 1 1 0 0,1 0-1 0 0,-1-1 0 0 0,0 1 1 0 0,1-1-1 0 0,-1 1 0 0 0,0 0 1 0 0,0-1-1 0 0,0 1 0 0 0,0-1 1 0 0,0 1-1 0 0,-1-2 0 0 0,1 2-6 0 0,0 0-1 0 0,0 0 0 0 0,0 0 0 0 0,0 0 1 0 0,0 1-1 0 0,0-1 0 0 0,0 0 0 0 0,0 0 1 0 0,0 0-1 0 0,0 0 0 0 0,1 1 0 0 0,-1-1 1 0 0,0 0-1 0 0,0 0 0 0 0,1 0 0 0 0,-1 1 1 0 0,1-1-1 0 0,-1 0 0 0 0,1 0 1 0 0,-1 1-1 0 0,1-1 0 0 0,-1 0 0 0 0,2 0 1 0 0,-1 1-3 0 0,1 0 0 0 0,-1 0 0 0 0,1-1 1 0 0,-1 2-1 0 0,1-1 0 0 0,-1 0 0 0 0,1 0 1 0 0,-1 0-1 0 0,1 1 0 0 0,-1-1 0 0 0,1 0 1 0 0,1 2-1 0 0,1-1 12 0 0,0 1 0 0 0,0 0 0 0 0,-1 0 0 0 0,1 0-1 0 0,-1 0 1 0 0,1 0 0 0 0,-1 1 0 0 0,5 4 0 0 0,40 38 111 0 0,49 59 0 0 0,-75-74-72 0 0,-18-24-60 0 0,0 0 0 0 0,1 0 1 0 0,-1 0-1 0 0,1-1 0 0 0,0 1 0 0 0,0-1 1 0 0,1-1-1 0 0,0 1 0 0 0,0-1 0 0 0,0 0 1 0 0,10 5-1 0 0,-1-3-496 0 0,1 0-1 0 0,0-2 1 0 0,0 0 0 0 0,1 0 0 0 0,-1-2-1 0 0,1 0 1 0 0,0 0 0 0 0,0-2 0 0 0,32-3-1 0 0,35-4-6267 0 0</inkml:trace>
</inkml:ink>
</file>

<file path=ppt/ink/ink9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06T19:02:13.82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57 1 2401 0 0,'0'0'3282'0'0,"-29"0"-1"0"0,1 5 2082 0 0,28 2-3523 0 0,0-1-479 0 0,0-1-481 0 0,57 0-239 0 0,-1 8-481 0 0,0-8-80 0 0,84 8-160 0 0,0-1-80 0 0,1 6-240 0 0,-63 0-881 0 0,-21-13-800 0 0,-29 1-2801 0 0,0-6-2722 0 0</inkml:trace>
</inkml:ink>
</file>

<file path=ppt/ink/ink9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06T19:02:14.18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112 13 3041 0 0,'-56'5'6723'0'0,"28"-5"-3041"0"0,0 7-320 0 0,56-14-2642 0 0,0 7-240 0 0,28 0 321 0 0,29-5 159 0 0,21-1 161 0 0,119-1 239 0 0,-29 7-559 0 0,-112 7-1442 0 0,-27 4-1120 0 0,-1-4-640 0 0,-28-1-2241 0 0,0 4-3842 0 0</inkml:trace>
</inkml:ink>
</file>

<file path=ppt/ink/ink9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06T19:02:16.05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282 201 4642 0 0,'0'-35'6373'0'0,"0"2"-4035"0"0,0 32-2300 0 0,0 0 0 0 0,0-1 1 0 0,0 1-1 0 0,1 0 0 0 0,-1 0 1 0 0,0-1-1 0 0,1 1 0 0 0,-1 0 1 0 0,0 0-1 0 0,1 0 0 0 0,0-1 0 0 0,-1 1 1 0 0,1 0-1 0 0,0 0 0 0 0,-1 0 1 0 0,1 0-1 0 0,0 0 0 0 0,0 0 1 0 0,0 0-1 0 0,2-1 0 0 0,3-4 118 0 0,-2 1-72 0 0,1 0-1 0 0,0 1 1 0 0,0-1-1 0 0,1 1 0 0 0,-1 0 1 0 0,1 0-1 0 0,0 1 1 0 0,0 0-1 0 0,0 0 1 0 0,8-3-1 0 0,71-20 266 0 0,-66 21-255 0 0,16-3 73 0 0,66-7-1 0 0,-94 14-157 0 0,0 0 0 0 0,1 1 1 0 0,-1 0-1 0 0,0 1 0 0 0,1-1 0 0 0,-1 1 0 0 0,0 1 0 0 0,0-1 0 0 0,0 1 0 0 0,0 0 0 0 0,0 1 0 0 0,0 0 0 0 0,0 0 0 0 0,-1 0 0 0 0,0 1 0 0 0,1 0 1 0 0,-1 0-1 0 0,-1 1 0 0 0,1 0 0 0 0,-1 0 0 0 0,1 0 0 0 0,-2 0 0 0 0,1 1 0 0 0,7 11 0 0 0,-8-11 5 0 0,0 1-1 0 0,0 0 0 0 0,-1 0 1 0 0,0 0-1 0 0,0 0 1 0 0,-1 1-1 0 0,0-1 1 0 0,1 9-1 0 0,0 7 167 0 0,-1 38-1 0 0,-3-52-126 0 0,0-1 0 0 0,0 0 0 0 0,-1 1-1 0 0,0-1 1 0 0,0 0 0 0 0,-1 0 0 0 0,0 0 0 0 0,0 0-1 0 0,-1 0 1 0 0,0-1 0 0 0,0 1 0 0 0,-1-1-1 0 0,-7 8 1 0 0,-2 1 72 0 0,0-1-1 0 0,-1 0 0 0 0,0-1 1 0 0,-21 13-1 0 0,-28 21 260 0 0,-3-3 0 0 0,-1-3 0 0 0,-2-3 1 0 0,-132 53-1 0 0,187-87-360 0 0,0-1-1 0 0,-1 0 1 0 0,1 0 0 0 0,-1-2-1 0 0,0 0 1 0 0,0 0 0 0 0,0-2 0 0 0,-18-1-1 0 0,32 1-28 0 0,0 0-1 0 0,1-1 0 0 0,-1 1 1 0 0,0 0-1 0 0,0-1 0 0 0,1 1 1 0 0,-1-1-1 0 0,0 0 0 0 0,1 1 1 0 0,-1-1-1 0 0,0 0 0 0 0,1 0 1 0 0,0 0-1 0 0,-1 0 0 0 0,1 0 1 0 0,-1 0-1 0 0,1-1 0 0 0,0 1 0 0 0,0 0 1 0 0,0-1-1 0 0,-2-1 0 0 0,2 0-3 0 0,1 0-1 0 0,-1 0 1 0 0,0-1-1 0 0,1 1 0 0 0,0 0 1 0 0,-1 0-1 0 0,1 0 0 0 0,1-7 1 0 0,-1-3 20 0 0,1 9-17 0 0,-1 0-1 0 0,0 0 1 0 0,1 0-1 0 0,0 0 1 0 0,0 1 0 0 0,0-1-1 0 0,0 0 1 0 0,0 1-1 0 0,1-1 1 0 0,0 1-1 0 0,0-1 1 0 0,0 1-1 0 0,0 0 1 0 0,0-1 0 0 0,4-2-1 0 0,3-3-42 0 0,0 0 1 0 0,1 1-1 0 0,14-9 1 0 0,7-7-28 0 0,-26 19 70 0 0,1 1 1 0 0,-1-1-1 0 0,1 1 1 0 0,0 0-1 0 0,0 0 1 0 0,0 1-1 0 0,1-1 1 0 0,-1 1-1 0 0,1 1 1 0 0,0-1-1 0 0,-1 1 1 0 0,1 1-1 0 0,0-1 1 0 0,0 1-1 0 0,1 0 1 0 0,12 1-1 0 0,-9-1 18 0 0,1 1 0 0 0,-1 0 0 0 0,1 1 0 0 0,-1 0 0 0 0,1 1-1 0 0,-1 0 1 0 0,0 1 0 0 0,15 6 0 0 0,27 11 81 0 0,-1 2 1 0 0,0 3-1 0 0,-2 2 0 0 0,60 42 1 0 0,-93-56-147 0 0,0 0-1 0 0,0 1 1 0 0,21 23-1 0 0,-36-33-219 0 0,1-1-1 0 0,0 0 0 0 0,0 0 0 0 0,1-1 0 0 0,-1 1 0 0 0,1 0 0 0 0,-1-1 0 0 0,1 0 0 0 0,0 0 0 0 0,0 0 1 0 0,-1-1-1 0 0,1 1 0 0 0,1-1 0 0 0,6 2 0 0 0,41-1-6076 0 0</inkml:trace>
</inkml:ink>
</file>

<file path=ppt/ink/ink9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06T19:02:16.44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141 141 1361 0 0,'-57'0'8964'0'0,"1"0"-4242"0"0,28 0-3281 0 0,56-5-881 0 0,-28-2-320 0 0,28 1-80 0 0,0-4 0 0 0,29-8-160 0 0,27 0-720 0 0,84-18-2642 0 0,-33 6-1920 0 0,-51 24 880 0 0,-28 1 1040 0 0</inkml:trace>
</inkml:ink>
</file>

<file path=ppt/ink/ink9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06T19:02:16.81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51 1 2801 0 0,'-28'28'5923'0'0,"5"21"160"0"0,23 3-3202 0 0,23 1-2161 0 0,-23-5-640 0 0,0 4 1 0 0,28-3 239 0 0,-28-8 0 0 0,28-11-400 0 0,-28-7-641 0 0,0 0-2240 0 0,28-10-5203 0 0</inkml:trace>
</inkml:ink>
</file>

<file path=ppt/ink/ink9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06T19:02:18.08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72 960 0 0,'4'-16'5802'0'0,"-3"16"-5676"0"0,-1-1 0 0 0,1 0-1 0 0,0 1 1 0 0,-1-1 0 0 0,1 1 0 0 0,0-1 0 0 0,0 1-1 0 0,-1 0 1 0 0,1-1 0 0 0,0 1 0 0 0,0 0 0 0 0,0 0-1 0 0,0-1 1 0 0,0 1 0 0 0,-1 0 0 0 0,3 0 0 0 0,1-1 97 0 0,1 0 2072 0 0,-4 1-2195 0 0,-1-1 1 0 0,1 1-1 0 0,0-1 1 0 0,-1 0 0 0 0,1 1-1 0 0,0-1 1 0 0,0 1 0 0 0,-1 0-1 0 0,1-1 1 0 0,0 1-1 0 0,0-1 1 0 0,0 1 0 0 0,-1 0-1 0 0,1 0 1 0 0,0-1 0 0 0,0 1-1 0 0,0 0 1 0 0,0 0-1 0 0,0 0 1 0 0,0 0 0 0 0,-1 0-1 0 0,1 0 1 0 0,0 0 0 0 0,0 1-1 0 0,1-1 1 0 0,4 0 177 0 0,298-24 1576 0 0,-243 19-813 0 0,-61 1-44 0 0,0 7-1007 0 0,0-2-1044 0 0,-15-1-6982 0 0,-10-4 4756 0 0,9 1 923 0 0,-12-3-951 0 0</inkml:trace>
</inkml:ink>
</file>

<file path=ppt/ink/ink9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06T19:02:18.47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1 1281 0 0,'0'12'2401'0'0,"0"24"1280"0"0,28 11-399 0 0,-28 1-1761 0 0,0 6-961 0 0,0 5-320 0 0,0 10 240 0 0,0 3 0 0 0,0-1 1 0 0,0-12-321 0 0,28-5-480 0 0,0-8-1121 0 0,0-28-4002 0 0</inkml:trace>
</inkml:ink>
</file>

<file path=ppt/ink/ink9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06T19:02:19.52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135 296 480 0 0,'-51'19'5990'0'0,"43"-13"-4061"0"0,7-5-1775 0 0,0-1-1 0 0,-1 1 0 0 0,1 0 0 0 0,0-1 1 0 0,0 1-1 0 0,0-1 0 0 0,0 1 0 0 0,0-1 1 0 0,-1 0-1 0 0,1 1 0 0 0,0-1 0 0 0,0 0 1 0 0,-1 0-1 0 0,-1 0 0 0 0,-16 5 725 0 0,16-4-494 0 0,-1 0 0 0 0,1 0 1 0 0,-1 0-1 0 0,0-1 0 0 0,1 1 0 0 0,-1-1 0 0 0,0 0 0 0 0,-4 0 1 0 0,13-23 2349 0 0,1 17-2627 0 0,-1 0 0 0 0,1 0-1 0 0,-1 0 1 0 0,-1-1 0 0 0,8-14-1 0 0,-6 11-49 0 0,1-1 0 0 0,-1 1-1 0 0,12-12 1 0 0,-11 15-45 0 0,1 0 0 0 0,-1 0-1 0 0,1 1 1 0 0,1 0 0 0 0,17-9 0 0 0,20-14 91 0 0,-18 11-88 0 0,1 1 1 0 0,1 2 0 0 0,0 1 0 0 0,1 1-1 0 0,0 1 1 0 0,1 2 0 0 0,0 1 0 0 0,0 2-1 0 0,1 1 1 0 0,48-3 0 0 0,-77 8-18 0 0,1 1 0 0 0,0-1 1 0 0,0 1-1 0 0,0 1 0 0 0,0-1 0 0 0,0 0 1 0 0,0 1-1 0 0,8 3 0 0 0,-12-4 3 0 0,0 0 1 0 0,-1 1-1 0 0,1-1 0 0 0,0 1 1 0 0,-1-1-1 0 0,1 0 0 0 0,-1 1 1 0 0,1 0-1 0 0,-1-1 0 0 0,0 1 1 0 0,1-1-1 0 0,-1 1 0 0 0,1 0 1 0 0,-1-1-1 0 0,0 1 0 0 0,1 0 1 0 0,-1-1-1 0 0,0 1 0 0 0,0 0 1 0 0,0-1-1 0 0,0 1 0 0 0,0 0 1 0 0,1 0-1 0 0,-1 0 0 0 0,-1 2 11 0 0,1 1-1 0 0,-1-1 1 0 0,0 0-1 0 0,0 0 0 0 0,0 0 1 0 0,0 0-1 0 0,0 0 1 0 0,-3 5-1 0 0,-71 106 603 0 0,72-110-613 0 0,-1 0 1 0 0,1-1 0 0 0,-1 1-1 0 0,0-1 1 0 0,0 1-1 0 0,-1-1 1 0 0,1 0 0 0 0,-7 3-1 0 0,2-1-15 0 0,7-4 13 0 0,2-1 1 0 0,-1 1 1 0 0,1-1 0 0 0,0 0-1 0 0,0 0 1 0 0,0 0 0 0 0,-1 0-1 0 0,1 0 1 0 0,0 1 0 0 0,0-1-1 0 0,0 0 1 0 0,0 0-1 0 0,-1 0 1 0 0,1 1 0 0 0,0-1-1 0 0,0 0 1 0 0,0 0 0 0 0,0 1-1 0 0,0-1 1 0 0,0 0 0 0 0,0 0-1 0 0,0 1 1 0 0,0-1 0 0 0,0 0-1 0 0,-1 0 1 0 0,1 1 0 0 0,0-1-1 0 0,1 0 1 0 0,-1 0-1 0 0,0 1 1 0 0,0-1 0 0 0,0 0-1 0 0,0 1 1 0 0,0-1 0 0 0,0 2-9 0 0,5-2-152 0 0,-5 0 150 0 0,1 0 8 0 0,0 0 1 0 0,1 0 0 0 0,-1 0-1 0 0,0 0 1 0 0,0 0 0 0 0,0 0-1 0 0,0 0 1 0 0,0-1 0 0 0,0 1-1 0 0,0 0 1 0 0,0-1-1 0 0,0 1 1 0 0,0-1 0 0 0,0 1-1 0 0,0-1 1 0 0,0 0 0 0 0,0 1-1 0 0,-1-1 1 0 0,1 0 0 0 0,0 1-1 0 0,1-3 1 0 0,-1 2 1 0 0,0-1 0 0 0,-1 1 0 0 0,1 0 0 0 0,0-1 0 0 0,0 1 0 0 0,1 0 0 0 0,-1 0 0 0 0,0 0 0 0 0,0-1 0 0 0,0 2 0 0 0,1-1 0 0 0,-1 0 0 0 0,0 0 0 0 0,1 0 0 0 0,-1 0 0 0 0,3 0 0 0 0,7-5 0 0 0,6-9 0 0 0,-13 11 0 0 0,-1 1 0 0 0,0 0 0 0 0,1 0 0 0 0,0 0 0 0 0,0 1 0 0 0,0-1 0 0 0,4-1 0 0 0,10-4 17 0 0,3-1-45 0 0,0 1 0 0 0,26-7 0 0 0,-43 14 20 0 0,0 0 1 0 0,0 0-1 0 0,0 0 0 0 0,-1 1 0 0 0,1 0 1 0 0,0-1-1 0 0,0 1 0 0 0,0 1 1 0 0,0-1-1 0 0,0 0 0 0 0,0 1 0 0 0,0 0 1 0 0,0 0-1 0 0,0 0 0 0 0,0 1 1 0 0,-1-1-1 0 0,1 1 0 0 0,5 3 1 0 0,-8-4 9 0 0,-1-1 0 0 0,1 1 0 0 0,-1-1 1 0 0,1 1-1 0 0,-1-1 0 0 0,0 1 1 0 0,1-1-1 0 0,-1 1 0 0 0,0 0 1 0 0,1-1-1 0 0,-1 1 0 0 0,0 0 1 0 0,0-1-1 0 0,0 1 0 0 0,0-1 1 0 0,0 1-1 0 0,0 0 0 0 0,0-1 1 0 0,0 1-1 0 0,0 0 0 0 0,0-1 1 0 0,0 2-1 0 0,0 6 28 0 0,0-1-1 0 0,0 1 1 0 0,-1 0 0 0 0,0 0 0 0 0,0 0-1 0 0,-1-1 1 0 0,0 1 0 0 0,0-1 0 0 0,-1 1-1 0 0,0-1 1 0 0,0 0 0 0 0,-6 8 0 0 0,-11 14 63 0 0,20-29-92 0 0,0 0 0 0 0,0 0 0 0 0,0 1 0 0 0,-1-1 0 0 0,1 0 0 0 0,0 0 0 0 0,0 0 0 0 0,0 0 0 0 0,0 0-1 0 0,0 0 1 0 0,-1 0 0 0 0,1 1 0 0 0,0-1 0 0 0,0 0 0 0 0,0 0 0 0 0,0 0 0 0 0,0 0 0 0 0,0 1 0 0 0,0-1 0 0 0,-1 0 0 0 0,1 0 0 0 0,0 0 0 0 0,0 0 0 0 0,0 1-1 0 0,0-1 1 0 0,0 0 0 0 0,0 0 0 0 0,0 0 0 0 0,0 1 0 0 0,0-1 0 0 0,0 0 0 0 0,0 0 0 0 0,0 0 0 0 0,0 1 0 0 0,0-1 0 0 0,0 0 0 0 0,0 0 0 0 0,1 0 0 0 0,-1 1 0 0 0,0-1-1 0 0,0 0 1 0 0,0 0 0 0 0,0 0 0 0 0,0 0 0 0 0,0 1 0 0 0,0-1 0 0 0,1 0 0 0 0,-1 0 0 0 0,0 0 0 0 0,0 0 0 0 0,0 0 0 0 0,0 0 0 0 0,1 1 0 0 0,-1-1 0 0 0,0 0-1 0 0,0 0 1 0 0,1 0-3 0 0,-1 0 0 0 0,1 1-1 0 0,-1-1 1 0 0,1 0-1 0 0,-1 0 1 0 0,1 0-1 0 0,-1 0 1 0 0,1 0-1 0 0,-1 0 1 0 0,1 1-1 0 0,-1-1 1 0 0,1 0-1 0 0,-1 0 1 0 0,1-1-1 0 0,-1 1 1 0 0,1 0-1 0 0,-1 0 1 0 0,1 0 0 0 0,-1 0-1 0 0,1 0 1 0 0,-1-1-1 0 0,1 1 1 0 0,-1 0-1 0 0,1 0 1 0 0,-1-1-1 0 0,1 1 1 0 0,-1 0-1 0 0,0 0 1 0 0,1-1-1 0 0,-1 1 1 0 0,1-1-1 0 0,-1 1 1 0 0,0 0 0 0 0,1-1-1 0 0,-1 1 1 0 0,0-1-1 0 0,0 1 1 0 0,1-1-1 0 0,-1 1 1 0 0,0-1-1 0 0,0 1 1 0 0,0-1-1 0 0,0 1 1 0 0,0-1-1 0 0,0 1 1 0 0,0-1-1 0 0,0 1 1 0 0,0-1-1 0 0,0 1 1 0 0,0-1 0 0 0,0 1-1 0 0,0-1 1 0 0,0 1-1 0 0,0-1 1 0 0,-1 0-1 0 0,1-1-2 0 0,0 0 0 0 0,1 0 0 0 0,-1 0 0 0 0,0 0-1 0 0,0 0 1 0 0,1 0 0 0 0,-1 0 0 0 0,1 0 0 0 0,0 0 0 0 0,-1 0 0 0 0,3-2-1 0 0,13-16 54 0 0,27-26-1 0 0,-23 25 5 0 0,-15 17-43 0 0,0-1-1 0 0,1 1 1 0 0,-1 0-1 0 0,1 1 1 0 0,0-1 0 0 0,-1 1-1 0 0,2 0 1 0 0,-1 1-1 0 0,12-4 1 0 0,-7 2-2 0 0,-4 2 6 0 0,0 0 0 0 0,0 0 0 0 0,0 1-1 0 0,0-1 1 0 0,0 2 0 0 0,0-1 0 0 0,1 1-1 0 0,-1 0 1 0 0,0 1 0 0 0,0-1 0 0 0,1 1-1 0 0,-1 1 1 0 0,0 0 0 0 0,0 0 0 0 0,0 0-1 0 0,10 5 1 0 0,-8-2 7 0 0,0 0 0 0 0,0 1-1 0 0,0 0 1 0 0,-1 1 0 0 0,0-1-1 0 0,0 2 1 0 0,-1-1 0 0 0,1 1-1 0 0,10 16 1 0 0,-15-21-47 0 0,-1 0 1 0 0,0 0-1 0 0,0 1 1 0 0,0-1-1 0 0,0 0 1 0 0,-1 1-1 0 0,1-1 1 0 0,-1 1-1 0 0,0-1 1 0 0,0 1-1 0 0,0 0 1 0 0,-1 0-1 0 0,1-1 1 0 0,-1 1-1 0 0,0 0 1 0 0,0 0-1 0 0,0-1 1 0 0,-1 6-1 0 0,-2-2-248 0 0,0-1-1 0 0,0 1 1 0 0,0-1-1 0 0,-1 1 1 0 0,0-1-1 0 0,0 0 1 0 0,-10 10-1 0 0,4-6-5073 0 0,-13-12-3588 0 0</inkml:trace>
</inkml:ink>
</file>

<file path=ppt/ink/ink9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06T19:02:24.02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28 0 3041 0 0,'-28'18'4883'0'0,"28"-2"-2002"0"0,0 2-1440 0 0,0 25 319 0 0,0 39 882 0 0,0-5-1202 0 0,0-18-719 0 0,28 0-561 0 0,-28-5-160 0 0,0-8 160 0 0,0-3 0 0 0,0-25-400 0 0,28-13-1281 0 0,-28 1-2641 0 0,28-12-4322 0 0</inkml:trace>
</inkml:ink>
</file>

<file path=ppt/ink/ink9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06T19:02:25.41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1 110 1121 0 0,'23'0'1400'0'0,"-23"0"-1276"0"0,1 0 0 0 0,-1 0 0 0 0,0 0 0 0 0,0 0 0 0 0,1 0 0 0 0,-1 0 0 0 0,0 0-1 0 0,0 0 1 0 0,0 0 0 0 0,1 0 0 0 0,-1 0 0 0 0,0-1 0 0 0,0 1 0 0 0,0 0 0 0 0,1 0 0 0 0,-1 0 0 0 0,0 0 0 0 0,0 0 0 0 0,0-1 0 0 0,0 1-1 0 0,1 0 1 0 0,-1 0 0 0 0,0 0 0 0 0,0-1 0 0 0,0 1 0 0 0,0 0 0 0 0,0 0 0 0 0,0-1 0 0 0,0 1 0 0 0,0 0 0 0 0,0 0 0 0 0,0 0-1 0 0,0-1 1 0 0,0 1 0 0 0,0 0 0 0 0,0 0 0 0 0,0-1 0 0 0,0 1 0 0 0,0 0 0 0 0,0 0 0 0 0,0-1 0 0 0,0 1 0 0 0,0 0 0 0 0,0-1-47 0 0,0 1 0 0 0,0 0 0 0 0,0-1 0 0 0,0 1 0 0 0,0-1 0 0 0,0 1 0 0 0,0 0 0 0 0,0-1 0 0 0,0 1 0 0 0,0-1 0 0 0,0 1 0 0 0,0 0 0 0 0,0-1 0 0 0,0 1 0 0 0,0 0 0 0 0,1-1 0 0 0,-1 1 0 0 0,0 0 0 0 0,0-1 0 0 0,0 1 0 0 0,1 0 0 0 0,-1-1 0 0 0,0 1 0 0 0,0 0 1 0 0,1 0-1 0 0,-1-1 0 0 0,0 1 0 0 0,1 0 0 0 0,-1-1 0 0 0,6 0 218 0 0,-6 1-256 0 0,1 0 0 0 0,0 0 0 0 0,0 0-1 0 0,-1 0 1 0 0,1 0 0 0 0,0-1 0 0 0,0 1 0 0 0,-1 0-1 0 0,1 0 1 0 0,0-1 0 0 0,0 1 0 0 0,-1 0-1 0 0,1-1 1 0 0,0 1 0 0 0,-1-1 0 0 0,1 1 0 0 0,-1-1-1 0 0,1 1 1 0 0,-1-1 0 0 0,1 1 0 0 0,-1-1-1 0 0,1 0 1 0 0,-1 1 0 0 0,1-1 0 0 0,-1 0 0 0 0,0 1-1 0 0,1-1 1 0 0,-1 0 0 0 0,0 1 0 0 0,0-1-1 0 0,1 0 1 0 0,-1 0 0 0 0,0 0 0 0 0,0 0-8 0 0,0 0 0 0 0,0 0 0 0 0,0 0 0 0 0,1 0 0 0 0,-1 0 0 0 0,0 0 0 0 0,1 0 0 0 0,-1 1 0 0 0,0-1-1 0 0,1 0 1 0 0,-1 0 0 0 0,1 0 0 0 0,-1 1 0 0 0,1-1 0 0 0,0 0 0 0 0,-1 0 0 0 0,1 1 0 0 0,0-1 0 0 0,-1 1 0 0 0,1-1 0 0 0,0 1 0 0 0,0-1 0 0 0,0 1 0 0 0,-1-1 0 0 0,1 1 0 0 0,0 0 0 0 0,1-1 0 0 0,5-3 142 0 0,49-36 814 0 0,-51 30-272 0 0,-5 15 758 0 0,0 24-881 0 0,1-17-346 0 0,-1 0-1 0 0,-1 0 1 0 0,-4 21-1 0 0,-5 9 203 0 0,7-34-399 0 0,0 0 1 0 0,1 1 0 0 0,0-1 0 0 0,0 1-1 0 0,1-1 1 0 0,0 1 0 0 0,0 0-1 0 0,1-1 1 0 0,1 1 0 0 0,-1 0 0 0 0,1-1-1 0 0,4 14 1 0 0,4-1-31 0 0,-7-17-45 0 0,0 0 0 0 0,0 0 0 0 0,0 1 0 0 0,-1-1 0 0 0,1 1 0 0 0,-1-1 1 0 0,0 1-1 0 0,-1-1 0 0 0,1 6 0 0 0,-1-9-9 0 0,0 0 1 0 0,0 0-1 0 0,0 0 1 0 0,0 0-1 0 0,0-1 0 0 0,0 1 1 0 0,0 0-1 0 0,0 0 1 0 0,0 0-1 0 0,1 0 1 0 0,-1 0-1 0 0,0 0 0 0 0,1-1 1 0 0,-1 1-1 0 0,1 0 1 0 0,-1 0-1 0 0,1 0 1 0 0,-1-1-1 0 0,1 1 0 0 0,-1 0 1 0 0,1-1-1 0 0,0 1 1 0 0,-1 0-1 0 0,1-1 0 0 0,0 1 1 0 0,-1-1-1 0 0,1 1 1 0 0,0-1-1 0 0,0 0 1 0 0,0 1-1 0 0,0-1 0 0 0,-1 0 1 0 0,1 1-1 0 0,0-1 1 0 0,2 0-1 0 0,-1 0-294 0 0,1 0 1 0 0,-1 0-1 0 0,0-1 0 0 0,1 1 0 0 0,-1-1 1 0 0,0 0-1 0 0,1 1 0 0 0,-1-1 0 0 0,0 0 1 0 0,0 0-1 0 0,1-1 0 0 0,-1 1 0 0 0,0 0 0 0 0,3-4 1 0 0,23-26-6996 0 0</inkml:trace>
</inkml:ink>
</file>

<file path=ppt/ink/ink9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06T19:02:25.84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28 0 2561 0 0,'0'0'3922'0'0,"-28"6"6963"0"0,56-6-10245 0 0,0 5-160 0 0,29-5-239 0 0,-29 5-81 0 0,28-5-400 0 0,-28 7-721 0 0,0-7-880 0 0,0-7-1360 0 0,0 7-961 0 0,0 0 80 0 0</inkml:trace>
</inkml:ink>
</file>

<file path=ppt/ink/ink9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06T19:02:26.23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51 42 1281 0 0,'-22'7'6242'0'0,"-6"-2"4563"0"0,56-5-10404 0 0,-6-5-161 0 0,34-2-80 0 0,1 1-160 0 0,-29 6-240 0 0,28-5-961 0 0,0-2-1600 0 0,0 1-1361 0 0,0 1-240 0 0,0-8 480 0 0</inkml:trace>
</inkml:ink>
</file>

<file path=ppt/ink/ink9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06T19:02:27.99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528 1 720 0 0,'0'0'1574'0'0,"4"0"241"0"0,10 0-514 0 0,-4 0 2747 0 0,-6 7-740 0 0,4-4-2919 0 0,0 0 1 0 0,-1 0 0 0 0,1-1-1 0 0,0 0 1 0 0,15 1-1 0 0,28 6 795 0 0,112 37 1111 0 0,-111-23-1375 0 0,-48-21-800 0 0,-4 1 14 0 0,0-2-68 0 0,0-2-119 0 0,-4-3-14 0 0,-21-5 7 0 0,0 2 0 0 0,-1 0 0 0 0,0 2 0 0 0,0 1 0 0 0,0 1 0 0 0,0 2 0 0 0,-47 2 0 0 0,25 0 70 0 0,-97 7 59 0 0,131-6 5 0 0,0 1-1 0 0,-1 0 1 0 0,1 0-1 0 0,0 2 1 0 0,1-1-1 0 0,-1 2 1 0 0,-21 12-1 0 0,20-9-45 0 0,13-9-19 0 0,-1 1 0 0 0,1 0 1 0 0,-1 1-1 0 0,1-1 1 0 0,0 0-1 0 0,0 1 0 0 0,0-1 1 0 0,0 1-1 0 0,0 0 0 0 0,0 0 1 0 0,0 0-1 0 0,0 0 0 0 0,1 0 1 0 0,-1 0-1 0 0,1 0 0 0 0,-1 0 1 0 0,1 1-1 0 0,0-1 0 0 0,0 0 1 0 0,0 1-1 0 0,0-1 0 0 0,0 1 1 0 0,1 0-1 0 0,-1-1 1 0 0,1 1-1 0 0,-1 2 0 0 0,1 71 378 0 0,1-74-383 0 0,-1 0 1 0 0,0 0-1 0 0,1-1 0 0 0,0 1 1 0 0,-1 0-1 0 0,1 0 0 0 0,0 0 1 0 0,0-1-1 0 0,0 1 0 0 0,0-1 0 0 0,0 1 1 0 0,0-1-1 0 0,0 1 0 0 0,0-1 1 0 0,1 1-1 0 0,-1-1 0 0 0,1 0 1 0 0,-1 0-1 0 0,1 0 0 0 0,-1 0 0 0 0,1 0 1 0 0,0 0-1 0 0,-1 0 0 0 0,1 0 1 0 0,0-1-1 0 0,0 1 0 0 0,0-1 1 0 0,2 1-1 0 0,8 2-58 0 0,0-1 0 0 0,-1 0-1 0 0,15 0 1 0 0,-17-1-1 0 0,13 0 62 0 0,-1-2-1 0 0,1 0 1 0 0,0-1-1 0 0,-1-1 0 0 0,1-1 1 0 0,-1-1-1 0 0,0-1 0 0 0,22-9 1 0 0,-6 3-65 0 0,-30 9 71 0 0,2 0-44 0 0,0 0 0 0 0,1 1 0 0 0,-1 0 0 0 0,20-2 0 0 0,-27 4 29 0 0,-1 0 1 0 0,1 0-1 0 0,-1 0 0 0 0,1 0 0 0 0,-1 0 0 0 0,1 0 1 0 0,-1 1-1 0 0,1-1 0 0 0,-1 1 0 0 0,1-1 1 0 0,-1 1-1 0 0,0-1 0 0 0,1 1 0 0 0,-1 0 0 0 0,0 0 1 0 0,1-1-1 0 0,-1 1 0 0 0,0 0 0 0 0,0 0 1 0 0,0 0-1 0 0,0 1 0 0 0,0-1 0 0 0,0 0 0 0 0,0 0 1 0 0,0 0-1 0 0,0 1 0 0 0,0-1 0 0 0,-1 0 1 0 0,1 1-1 0 0,-1-1 0 0 0,1 1 0 0 0,-1-1 0 0 0,1 1 1 0 0,-1-1-1 0 0,0 1 0 0 0,0-1 0 0 0,0 1 0 0 0,0-1 1 0 0,0 4-1 0 0,-1 5 32 0 0,0-1 0 0 0,-1 1 0 0 0,0 0-1 0 0,0 0 1 0 0,-6 12 0 0 0,1 1 4 0 0,3-14-9 0 0,0 0 0 0 0,0-1 0 0 0,0 1 1 0 0,-1-1-1 0 0,-1 0 0 0 0,1 0 0 0 0,-1 0 0 0 0,-1-1 0 0 0,1 0 0 0 0,-1 0 0 0 0,-15 11 0 0 0,-7 3 145 0 0,-59 31 0 0 0,58-35-21 0 0,-2-1 0 0 0,1-2 1 0 0,-2-1-1 0 0,-60 14 1 0 0,74-23-220 0 0,0-1 0 0 0,0 0 1 0 0,-1-2-1 0 0,1 0 0 0 0,-1-1 1 0 0,1-1-1 0 0,0-1 0 0 0,-28-7 1 0 0,40 8 60 0 0,-1-1 0 0 0,1 0 0 0 0,0-1 0 0 0,0 0 0 0 0,0 0 0 0 0,-10-6 0 0 0,15 8-4 0 0,0-1 0 0 0,1 1 0 0 0,-1 0 0 0 0,1 0 0 0 0,-1-1 0 0 0,1 1 0 0 0,-1-1 0 0 0,1 1 0 0 0,0-1 0 0 0,0 0 0 0 0,0 1 0 0 0,0-1 0 0 0,0 0-1 0 0,0 0 1 0 0,1 0 0 0 0,-1 1 0 0 0,0-1 0 0 0,1 0 0 0 0,0 0 0 0 0,-1 0 0 0 0,1 0 0 0 0,0 0 0 0 0,0 0 0 0 0,0 0 0 0 0,0 0 0 0 0,0 0 0 0 0,1 0 0 0 0,-1 0 0 0 0,0 0 0 0 0,1 0 0 0 0,1-2-1 0 0,2-3-128 0 0,0-1-1 0 0,1 1 0 0 0,0 0 0 0 0,0 1 0 0 0,1-1 0 0 0,0 1 0 0 0,0 0 0 0 0,0 1 1 0 0,1-1-1 0 0,0 1 0 0 0,0 0 0 0 0,13-6 0 0 0,-1-1-454 0 0,7-5-1551 0 0,42-21 1 0 0,63-15-5390 0 0</inkml:trace>
</inkml:ink>
</file>

<file path=ppt/ink/ink9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06T19:02:28.51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30 391 560 0 0,'0'0'314'0'0,"0"1"-1"0"0,0-1 0 0 0,0 1 1 0 0,0-1-1 0 0,0 0 0 0 0,0 1 1 0 0,0-1-1 0 0,0 1 1 0 0,0-1-1 0 0,0 1 0 0 0,0-1 1 0 0,-1 1-1 0 0,1-1 0 0 0,0 1 1 0 0,0-1-1 0 0,0 1 1 0 0,-1-1-1 0 0,1 0 0 0 0,0 1 1 0 0,-1-1-1 0 0,1 1 0 0 0,0-1 1 0 0,-1 0-1 0 0,1 0 1 0 0,-1 1-1 0 0,1-1 0 0 0,-1 1 1 0 0,-12-1 2493 0 0,9 0-2917 0 0,-1 0 1004 0 0,5 0-832 0 0,0-1-1 0 0,0 1 1 0 0,-1 0 0 0 0,1-1 0 0 0,0 1 0 0 0,0-1-1 0 0,0 1 1 0 0,0 0 0 0 0,0-1 0 0 0,0 1 0 0 0,0-1-1 0 0,0 1 1 0 0,0 0 0 0 0,0-1 0 0 0,0 1-1 0 0,0-1 1 0 0,0 1 0 0 0,0 0 0 0 0,1-1 0 0 0,-1 1-1 0 0,0 0 1 0 0,0-1 0 0 0,0 1 0 0 0,0-1-1 0 0,1 1 1 0 0,-1 0 0 0 0,0-1 0 0 0,0 1 0 0 0,1 0-1 0 0,-1 0 1 0 0,0-1 0 0 0,1 1 0 0 0,-1 0 0 0 0,0 0-1 0 0,1-1 1 0 0,-1 1 0 0 0,1 0 0 0 0,5-3 73 0 0,-5 2-113 0 0,0 1 1 0 0,0 0-1 0 0,0-1 1 0 0,0 1 0 0 0,0-1-1 0 0,0 0 1 0 0,0 1 0 0 0,-1-1-1 0 0,1 0 1 0 0,0 1-1 0 0,0-1 1 0 0,0 0 0 0 0,-1 0-1 0 0,1 0 1 0 0,-1 0 0 0 0,1 0-1 0 0,0 0 1 0 0,-1 0-1 0 0,0 0 1 0 0,1 0 0 0 0,-1 0-1 0 0,1 0 1 0 0,-1 0 0 0 0,0 0-1 0 0,0 0 1 0 0,0 0-1 0 0,0 0 1 0 0,0 0 0 0 0,0-2-1 0 0,1-3 50 0 0,-1 0 0 0 0,1 0 0 0 0,0 0 0 0 0,1 0-1 0 0,0 0 1 0 0,0 0 0 0 0,0 0 0 0 0,0 1-1 0 0,4-6 1 0 0,3-9 91 0 0,0 1-28 0 0,-1 1 0 0 0,-1-1 0 0 0,0 0 0 0 0,-2-1 0 0 0,0 0 0 0 0,-1 0 0 0 0,2-29 0 0 0,-6 46-122 0 0,0 1 0 0 0,0-1 0 0 0,0 0 0 0 0,1 1-1 0 0,-1-1 1 0 0,1 0 0 0 0,0 1 0 0 0,-1-1 0 0 0,1 1-1 0 0,1-1 1 0 0,-1 1 0 0 0,0-1 0 0 0,0 1 0 0 0,1 0-1 0 0,2-4 1 0 0,4-5 49 0 0,-3 3-32 0 0,-4 5-24 0 0,0 1-1 0 0,1 0 0 0 0,-1 0 0 0 0,1-1 1 0 0,-1 1-1 0 0,1 0 0 0 0,0 0 0 0 0,-1 1 1 0 0,1-1-1 0 0,0 0 0 0 0,4-2 0 0 0,-5 3-4 0 0,3 0 17 0 0,1 9 57 0 0,-2-4-46 0 0,1-1 1 0 0,0 1-1 0 0,-1 0 1 0 0,0 0-1 0 0,0 0 1 0 0,0 0 0 0 0,0 1-1 0 0,-1-1 1 0 0,1 1-1 0 0,-1 0 1 0 0,2 8-1 0 0,0 3 82 0 0,-1 1 0 0 0,2 21 0 0 0,2 11 109 0 0,3-7-89 0 0,-7-28-101 0 0,0-1 0 0 0,0 1-1 0 0,-1 0 1 0 0,0 17 0 0 0,-2 120 139 0 0,0-86-8035 0 0,0-75 1397 0 0</inkml:trace>
</inkml:ink>
</file>

<file path=ppt/ink/ink9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06T19:02:28.93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1 108 2641 0 0,'0'-12'3682'0'0,"0"-6"-241"0"0,0 7-399 0 0,28 4-1121 0 0,0-4-721 0 0,0 11-319 0 0,28-7-321 0 0,-28 2-240 0 0,23-1-720 0 0,5-1-1681 0 0,-28 2-1601 0 0,28-1-560 0 0,0-6 160 0 0</inkml:trace>
</inkml:ink>
</file>

<file path=ppt/ink/ink9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06T19:02:30.69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113 36 2001 0 0,'-28'0'5442'0'0,"0"0"-960"0"0,0 0 641 0 0,0 0-3923 0 0,28-5-559 0 0,0-1-3923 0 0,28-1-960 0 0,-28-3-320 0 0,28 2 480 0 0</inkml:trace>
</inkml:ink>
</file>

<file path=ppt/ink/ink9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06T19:02:30.22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59 13 960 0 0,'1'-1'6412'0'0,"-7"-4"-5140"0"0,-41-1 5104 0 0,47 6-6242 0 0,-1 1 0 0 0,1 0 0 0 0,-1 0 0 0 0,0 0 0 0 0,1 0 0 0 0,-1-1 0 0 0,1 1 0 0 0,0 0 0 0 0,-1 0 0 0 0,1 0 0 0 0,0 0 0 0 0,0 0 0 0 0,-1 0 0 0 0,1 0 0 0 0,0 0 0 0 0,0 0 0 0 0,0 0 0 0 0,0 0 0 0 0,0 0 0 0 0,0 0-1 0 0,1 0 1 0 0,-1 0 0 0 0,1 2 0 0 0,-1 2 119 0 0,-1 30 225 0 0,0-19-411 0 0,0 1 1 0 0,1-1-1 0 0,1 1 0 0 0,5 25 0 0 0,1-18-41 0 0,-3-9-2 0 0,0 1 0 0 0,-1 0 1 0 0,0-1-1 0 0,0 22 0 0 0,-2-22 126 0 0,0-1-1 0 0,1 0 1 0 0,8 27 0 0 0,-7-32-118 0 0,-1-1 0 0 0,0 1 0 0 0,0 0 1 0 0,-1 0-1 0 0,0 0 0 0 0,0 0 0 0 0,-1 0 0 0 0,0 0 0 0 0,-3 14 0 0 0,-8 9-359 0 0,9-27-42 0 0,0-1 0 0 0,0 1-1 0 0,0 0 1 0 0,1 0 0 0 0,0 0-1 0 0,0-1 1 0 0,0 7 0 0 0,1-11 290 0 0,0 1 0 0 0,0-1 0 0 0,-1 0 0 0 0,1 0 0 0 0,0 0-1 0 0,0 0 1 0 0,0 0 0 0 0,0 1 0 0 0,0-1 0 0 0,0 0 0 0 0,0 0 0 0 0,0 0 0 0 0,0 0 0 0 0,0 0 0 0 0,0 1 0 0 0,0-1 0 0 0,0 0 0 0 0,0 0 0 0 0,0 0 0 0 0,0 0 0 0 0,0 1 0 0 0,0-1 0 0 0,0 0-1 0 0,0 0 1 0 0,0 0 0 0 0,0 0 0 0 0,0 0 0 0 0,0 1 0 0 0,0-1 0 0 0,0 0 0 0 0,0 0 0 0 0,0 0 0 0 0,0 0 0 0 0,1 0 0 0 0,-1 1 0 0 0,0-1 0 0 0,0 0 0 0 0,0 0 0 0 0,0 0 0 0 0,0 0 0 0 0,0 0-1 0 0,1 0 1 0 0,-1 0 0 0 0,0 0 0 0 0,0 0 0 0 0,0 1 0 0 0,0-1 0 0 0,0 0 0 0 0,1 0 0 0 0,-1 0 0 0 0,0 0 0 0 0,0 0 0 0 0,0 0 0 0 0,0 0 0 0 0,1 0 0 0 0,-1 0 0 0 0,0 0 0 0 0,0 0 0 0 0,0 0-1 0 0,0 0 1 0 0,0 0 0 0 0,1 0 0 0 0,-1-1 0 0 0,0 1 0 0 0,0 0 0 0 0,0 0 0 0 0,1 0 0 0 0,22-14-9152 0 0</inkml:trace>
</inkml:ink>
</file>

<file path=ppt/ink/ink9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06T19:02:31.68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55 800 0 0,'0'0'78'0'0,"0"-1"-1"0"0,0 1 0 0 0,1-1 0 0 0,-1 1 0 0 0,0-1 0 0 0,0 1 0 0 0,0-1 1 0 0,1 1-1 0 0,-1-1 0 0 0,0 1 0 0 0,0-1 0 0 0,1 1 0 0 0,-1 0 0 0 0,0-1 1 0 0,1 1-1 0 0,-1-1 0 0 0,0 1 0 0 0,1 0 0 0 0,-1-1 0 0 0,1 1 0 0 0,-1 0 1 0 0,1 0-1 0 0,-1-1 0 0 0,1 1 0 0 0,-1 0 0 0 0,1 0 0 0 0,-1 0 0 0 0,1 0 1 0 0,-1 0-1 0 0,1-1 0 0 0,0 1 0 0 0,0 0 48 0 0,-1 0-1 0 0,1 0 1 0 0,0 0 0 0 0,0 0 0 0 0,-1-1-1 0 0,1 1 1 0 0,0 0 0 0 0,0-1 0 0 0,-1 1-1 0 0,1-1 1 0 0,0 1 0 0 0,-1-1 0 0 0,1 1-1 0 0,0-1 1 0 0,-1 1 0 0 0,1-1 0 0 0,-1 1-1 0 0,1-1 1 0 0,-1 0 0 0 0,1 1 0 0 0,-1-1-1 0 0,0 0 1 0 0,1 1 0 0 0,-1-1-1 0 0,0 0 1 0 0,1 0 0 0 0,-1 1 0 0 0,0-1-1 0 0,0 0 1 0 0,0 0 0 0 0,0 0 0 0 0,0 1-1 0 0,0-2 1 0 0,0 1-46 0 0,1 1-1 0 0,-1-1 1 0 0,0 1 0 0 0,0-1-1 0 0,0 1 1 0 0,1-1 0 0 0,-1 1-1 0 0,0-1 1 0 0,1 1 0 0 0,-1 0-1 0 0,0-1 1 0 0,1 1 0 0 0,-1 0 0 0 0,1-1-1 0 0,-1 1 1 0 0,0 0 0 0 0,1-1-1 0 0,-1 1 1 0 0,1 0 0 0 0,-1 0-1 0 0,1-1 1 0 0,-1 1 0 0 0,1 0-1 0 0,-1 0 1 0 0,1 0 0 0 0,-1 0-1 0 0,1 0 1 0 0,-1 0 0 0 0,1 0-1 0 0,-1 0 1 0 0,1 0 0 0 0,0 0-1 0 0,0 0-14 0 0,-1 0 0 0 0,1 0-1 0 0,-1 0 1 0 0,1 0-1 0 0,-1 0 1 0 0,1 0 0 0 0,0 0-1 0 0,-1 0 1 0 0,1 0-1 0 0,-1 0 1 0 0,1-1 0 0 0,-1 1-1 0 0,1 0 1 0 0,-1 0 0 0 0,0 0-1 0 0,1-1 1 0 0,-1 1-1 0 0,1 0 1 0 0,-1-1 0 0 0,1 1-1 0 0,-1 0 1 0 0,0-1-1 0 0,1 1 1 0 0,-1-1 0 0 0,0 1-1 0 0,1 0 1 0 0,-1-1 0 0 0,0 1-1 0 0,0-1 1 0 0,1 1-1 0 0,-1-1 1 0 0,0 0 0 0 0,1 0 24 0 0,0 1 1 0 0,0-1-1 0 0,-1 0 0 0 0,1 1 1 0 0,0-1-1 0 0,0 1 1 0 0,0-1-1 0 0,0 1 1 0 0,0 0-1 0 0,0-1 1 0 0,0 1-1 0 0,0 0 1 0 0,0 0-1 0 0,0 0 1 0 0,0 0-1 0 0,0 0 1 0 0,0 0-1 0 0,0 0 1 0 0,0 0-1 0 0,1 0 0 0 0,26 0 352 0 0,-25 1-243 0 0,1-2-155 0 0,0 1 1 0 0,1 0-1 0 0,-1 1 0 0 0,0-1 1 0 0,1 1-1 0 0,-1 0 0 0 0,0 0 1 0 0,0 0-1 0 0,0 1 0 0 0,0 0 0 0 0,0-1 1 0 0,0 1-1 0 0,0 0 0 0 0,-1 1 1 0 0,1-1-1 0 0,-1 1 0 0 0,1 0 1 0 0,-1-1-1 0 0,0 2 0 0 0,0-1 1 0 0,0 0-1 0 0,-1 0 0 0 0,1 1 0 0 0,-1 0 1 0 0,0-1-1 0 0,0 1 0 0 0,3 7 1 0 0,-1 3 12 0 0,0 1 1 0 0,-1-1 0 0 0,0 1-1 0 0,-2 0 1 0 0,1-1-1 0 0,-2 23 1 0 0,0-35-39 0 0,0 0-1 0 0,0 0 1 0 0,0 0-1 0 0,0 0 1 0 0,-1 0-1 0 0,1 0 1 0 0,0 0 0 0 0,-1 0-1 0 0,0 0 1 0 0,1 0-1 0 0,-1 0 1 0 0,0 0-1 0 0,0 0 1 0 0,0-1-1 0 0,0 1 1 0 0,0 0-1 0 0,-1-1 1 0 0,1 1 0 0 0,0-1-1 0 0,-1 1 1 0 0,1-1-1 0 0,-1 1 1 0 0,1-1-1 0 0,-1 0 1 0 0,0 0-1 0 0,0 0 1 0 0,0 0 0 0 0,1 0-1 0 0,-1 0 1 0 0,0-1-1 0 0,0 1 1 0 0,0 0-1 0 0,-3 0 1 0 0,1-1-18 0 0,1 0 0 0 0,0 0 1 0 0,0 0-1 0 0,-1-1 0 0 0,1 1 1 0 0,0-1-1 0 0,0 1 0 0 0,0-1 0 0 0,0 0 1 0 0,-1 0-1 0 0,1-1 0 0 0,1 1 0 0 0,-1 0 1 0 0,0-1-1 0 0,0 0 0 0 0,1 0 1 0 0,-1 0-1 0 0,0 0 0 0 0,1 0 0 0 0,0 0 1 0 0,-3-4-1 0 0,-28-49-319 0 0,30 49 291 0 0,-1 1 1 0 0,1-1-1 0 0,0 0 1 0 0,0 0-1 0 0,1 0 0 0 0,0 0 1 0 0,0-1-1 0 0,0 1 1 0 0,1-1-1 0 0,0 1 0 0 0,0-1 1 0 0,0 1-1 0 0,1-12 1 0 0,0 18 28 0 0,1-1 0 0 0,-1 1 1 0 0,0-1-1 0 0,0 1 0 0 0,0-1 1 0 0,0 1-1 0 0,1-1 0 0 0,-1 1 0 0 0,0-1 1 0 0,0 1-1 0 0,1-1 0 0 0,-1 1 1 0 0,0-1-1 0 0,1 1 0 0 0,-1-1 1 0 0,1 1-1 0 0,-1 0 0 0 0,1-1 0 0 0,-1 1 1 0 0,0 0-1 0 0,1-1 0 0 0,-1 1 1 0 0,1 0-1 0 0,-1 0 0 0 0,1-1 1 0 0,0 1-1 0 0,-1 0 0 0 0,1 0 0 0 0,-1 0 1 0 0,1 0-1 0 0,-1 0 0 0 0,1 0 1 0 0,-1 0-1 0 0,1 0 0 0 0,0 0 0 0 0,-1 0 1 0 0,1 0-1 0 0,-1 0 0 0 0,1 0 1 0 0,-1 0-1 0 0,1 1 0 0 0,-1-1 1 0 0,1 0-1 0 0,-1 0 0 0 0,1 1 0 0 0,-1-1 1 0 0,1 1-1 0 0,39 15 132 0 0,46 36 50 0 0,-31-18-43 0 0,-22-15-81 0 0,-20-12-75 0 0,-1-1-1 0 0,-1 2 1 0 0,1 0 0 0 0,-1 0-1 0 0,-1 1 1 0 0,1 0 0 0 0,11 14 0 0 0,-19-19-286 0 0,0-1 1 0 0,0 0 0 0 0,0 0 0 0 0,1 0 0 0 0,-1-1 0 0 0,1 1-1 0 0,4 2 1 0 0,-6-4-168 0 0,0-1 0 0 0,0 1-1 0 0,0 0 1 0 0,0-1 0 0 0,0 1 0 0 0,0-1-1 0 0,0 0 1 0 0,0 0 0 0 0,0 1 0 0 0,3-2-1 0 0,23-8-8346 0 0</inkml:trace>
</inkml:ink>
</file>

<file path=ppt/ink/ink9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06T19:02:32.06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56 23 2001 0 0,'-28'0'3441'0'0,"28"-5"-239"0"0,-28 5 2000 0 0,28-7-3281 0 0,0 1-560 0 0,28 6-321 0 0,0-5-479 0 0,0 5-321 0 0,29 0-560 0 0,-1 0-881 0 0,28 5-1360 0 0,-28-5-1361 0 0,0 6-400 0 0,0 1 400 0 0</inkml:trace>
</inkml:ink>
</file>

<file path=ppt/ink/ink9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06T19:02:32.47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29 54 2081 0 0,'-28'0'14246'0'0,"84"-5"-13605"0"0,0-3-561 0 0,56-2-881 0 0,57-8-3200 0 0,-7 5-4243 0 0</inkml:trace>
</inkml:ink>
</file>

<file path=ppt/ink/ink9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06T19:02:35.87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222 44 960 0 0,'-1'1'185'0'0,"1"-1"0"0"0,-1 1-1 0 0,0-1 1 0 0,1 1 0 0 0,-1-1 0 0 0,0 1-1 0 0,0-1 1 0 0,1 0 0 0 0,-1 1-1 0 0,0-1 1 0 0,0 0 0 0 0,1 1-1 0 0,-1-1 1 0 0,0 0 0 0 0,0 0-1 0 0,0 0 1 0 0,0 0 0 0 0,1 0-1 0 0,-1 0 1 0 0,0 0 0 0 0,-1 0-1 0 0,-29 0 2657 0 0,24-1-1301 0 0,-73-5 7344 0 0,76 1-7954 0 0,4 4-889 0 0,0 1-1 0 0,0 0 1 0 0,0 0-1 0 0,0 0 1 0 0,0-1-1 0 0,0 1 1 0 0,0 0-1 0 0,0 0 0 0 0,0 0 1 0 0,-1-1-1 0 0,1 1 1 0 0,0 0-1 0 0,0 0 1 0 0,0 0-1 0 0,0-1 1 0 0,0 1-1 0 0,0 0 1 0 0,0 0-1 0 0,-1 0 1 0 0,1 0-1 0 0,0 0 0 0 0,0-1 1 0 0,0 1-1 0 0,0 0 1 0 0,0 0-1 0 0,-1 0 1 0 0,1 0-1 0 0,0 0 1 0 0,0 0-1 0 0,0 0 1 0 0,-1 0-1 0 0,1 0 0 0 0,0-1 1 0 0,0 1-1 0 0,0 0 1 0 0,-1 0-1 0 0,1 0 1 0 0,0 0-1 0 0,-19-5 1468 0 0,22 5-1343 0 0,-2 0-129 0 0,-1 0 0 0 0,1 0 0 0 0,0 0 0 0 0,0 0 0 0 0,0 0 0 0 0,0 0 0 0 0,0 0-1 0 0,0 0 1 0 0,0 0 0 0 0,0 0 0 0 0,0 0 0 0 0,-1-1 0 0 0,1 1 0 0 0,0 0 0 0 0,0-1 0 0 0,0 1-1 0 0,0-1 1 0 0,-1 1 0 0 0,1-1 0 0 0,0 1 0 0 0,-1-1 0 0 0,1 1 0 0 0,0-2 0 0 0,4 0 244 0 0,56-6-7 0 0,93-1 1 0 0,-146 9-298 0 0,-1 0-1 0 0,1 0 1 0 0,-1 1 0 0 0,0 0 0 0 0,1 1-1 0 0,-1-1 1 0 0,0 1 0 0 0,0 1 0 0 0,12 5 0 0 0,-17-7 14 0 0,0 0 1 0 0,0 1 0 0 0,0-1 0 0 0,0 1 0 0 0,-1 0 0 0 0,1-1 0 0 0,0 1 0 0 0,-1 0 0 0 0,0 0-1 0 0,1 0 1 0 0,-1 0 0 0 0,0 0 0 0 0,0 0 0 0 0,0 0 0 0 0,0 0 0 0 0,0 0 0 0 0,-1 1 0 0 0,1-1 0 0 0,-1 0-1 0 0,1 1 1 0 0,-1-1 0 0 0,0 0 0 0 0,0 1 0 0 0,0-1 0 0 0,0 0 0 0 0,-1 1 0 0 0,1-1 0 0 0,0 0-1 0 0,-1 1 1 0 0,0-1 0 0 0,-1 4 0 0 0,0 1 18 0 0,-1 0 1 0 0,0 0-1 0 0,0-1 1 0 0,0 1-1 0 0,-1-1 0 0 0,0 0 1 0 0,0 0-1 0 0,-1 0 0 0 0,0-1 1 0 0,0 1-1 0 0,0-1 0 0 0,-1 0 1 0 0,1-1-1 0 0,-1 1 0 0 0,0-1 1 0 0,0 0-1 0 0,-1-1 0 0 0,1 1 1 0 0,-8 2-1 0 0,-26 7 346 0 0,0-2 1 0 0,-51 7-1 0 0,65-13-154 0 0,20-4-59 0 0,-1 0 1 0 0,1 0-1 0 0,-1-1 0 0 0,0 0 1 0 0,-11-2-1 0 0,13 1 311 0 0,10 1-146 0 0,20-2-290 0 0,-22-1-60 0 0,16-3-30 0 0,-1 1 1 0 0,1 0 0 0 0,0 2 0 0 0,1 0-1 0 0,-1 1 1 0 0,1 1 0 0 0,38 3 0 0 0,-13 3-105 0 0,0 2 1 0 0,57 17-1 0 0,-82-19 120 0 0,1 1-1 0 0,35 17 0 0 0,-53-22 51 0 0,-1 1 1 0 0,1-1 0 0 0,-1 1-1 0 0,1-1 1 0 0,-1 1-1 0 0,1 0 1 0 0,-1 0-1 0 0,0 0 1 0 0,0 0-1 0 0,0 0 1 0 0,0 0-1 0 0,-1 1 1 0 0,1-1 0 0 0,0 0-1 0 0,-1 1 1 0 0,0 0-1 0 0,0-1 1 0 0,1 1-1 0 0,-1 0 1 0 0,1 5-1 0 0,-2-5 8 0 0,-1 1-1 0 0,1-1 0 0 0,0 1 0 0 0,-1-1 0 0 0,0 0 1 0 0,1 1-1 0 0,-1-1 0 0 0,-1 0 0 0 0,1 1 0 0 0,0-1 1 0 0,-1 0-1 0 0,0 0 0 0 0,1 0 0 0 0,-5 4 0 0 0,-3 4 65 0 0,-1 0 0 0 0,0-1-1 0 0,0-1 1 0 0,-1 1 0 0 0,-1-2-1 0 0,-18 12 1 0 0,11-9 42 0 0,-1-1 0 0 0,0-1-1 0 0,-1-1 1 0 0,0-1 0 0 0,0 0-1 0 0,0-2 1 0 0,-32 4 0 0 0,32-5 25 0 0,-20 3-257 0 0,-1 0 0 0 0,0-3-1 0 0,0-2 1 0 0,-46-2 0 0 0,68-6-424 0 0,20 6 426 0 0,-1 0 1 0 0,1-1-1 0 0,0 1 0 0 0,0 0 1 0 0,-1 0-1 0 0,1 0 0 0 0,0 0 0 0 0,0-1 1 0 0,-1 1-1 0 0,1 0 0 0 0,0 0 0 0 0,0-1 1 0 0,0 1-1 0 0,-1 0 0 0 0,1-1 0 0 0,0 1 1 0 0,0 0-1 0 0,0 0 0 0 0,0-1 0 0 0,0 1 1 0 0,0 0-1 0 0,0-1 0 0 0,0 1 1 0 0,0 0-1 0 0,0-1 0 0 0,0 1 0 0 0,0 0 1 0 0,0-1-1 0 0,0 1 0 0 0,0-1 0 0 0,1-1-550 0 0,0 0 0 0 0,1 0 0 0 0,0 0 0 0 0,-1 0-1 0 0,1 0 1 0 0,0 1 0 0 0,0-1 0 0 0,0 1 0 0 0,0-1-1 0 0,0 1 1 0 0,3-2 0 0 0,23-20-4956 0 0,0 0 506 0 0</inkml:trace>
</inkml:ink>
</file>

<file path=ppt/ink/ink9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06T19:02:36.65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108 345 1601 0 0,'-80'23'8790'0'0,"79"-22"-8646"0"0,1-1-1 0 0,-1 1 1 0 0,0-1-1 0 0,0 0 1 0 0,0 1-1 0 0,0-1 1 0 0,0 0-1 0 0,0 1 0 0 0,0-1 1 0 0,0 0-1 0 0,0 0 1 0 0,1 0-1 0 0,-1 0 1 0 0,0 0-1 0 0,0 0 0 0 0,0 0 1 0 0,0 0-1 0 0,0-1 1 0 0,0 1-1 0 0,-2-1 1 0 0,-4 0 3046 0 0,9 1-2970 0 0,-2 0-154 0 0,1 0 1 0 0,0 0 0 0 0,-1 1 0 0 0,1-1 0 0 0,0 0 0 0 0,0 0 0 0 0,-1 0 0 0 0,1 0 0 0 0,0 0 0 0 0,0 0 0 0 0,-1 0 0 0 0,1 0 0 0 0,0 0 0 0 0,0-1-1 0 0,-1 1 1 0 0,1 0 0 0 0,0 0 0 0 0,0-1 0 0 0,-1 1 0 0 0,1 0 0 0 0,0-1 0 0 0,-1 1 0 0 0,1-1 0 0 0,-1 1 0 0 0,1-1 0 0 0,-1 1 0 0 0,1-1 0 0 0,0 1 0 0 0,-1-1-1 0 0,0 0 1 0 0,2 0 0 0 0,-2 0-3 0 0,1 0-1 0 0,0 0 1 0 0,0 0-1 0 0,0 0 0 0 0,0 0 1 0 0,1 1-1 0 0,-1-1 1 0 0,0 0-1 0 0,0 1 1 0 0,0-1-1 0 0,1 1 0 0 0,-1 0 1 0 0,0-1-1 0 0,0 1 1 0 0,2 0-1 0 0,1-2 110 0 0,1-1-37 0 0,0-1 1 0 0,-1 0-1 0 0,1 0 1 0 0,-1 0-1 0 0,5-7 1 0 0,20-17 111 0 0,-7 9-148 0 0,-1-1 0 0 0,31-36 0 0 0,-38 39-68 0 0,1 0 0 0 0,0 1 1 0 0,1 1-1 0 0,1 1 0 0 0,34-23 0 0 0,-4 4 35 0 0,-19 12-147 0 0,-27 21 76 0 0,-1 0-1 0 0,0-1 1 0 0,1 1-1 0 0,-1 0 1 0 0,0 0 0 0 0,1-1-1 0 0,-1 1 1 0 0,0 0 0 0 0,0-1-1 0 0,1 1 1 0 0,-1 0-1 0 0,0-1 1 0 0,0 1 0 0 0,1 0-1 0 0,-1-1 1 0 0,0 1 0 0 0,0 0-1 0 0,0-1 1 0 0,0 1-1 0 0,0-1 1 0 0,0 1 0 0 0,0 0-1 0 0,1-1 1 0 0,-1 1 0 0 0,0-1-1 0 0,-1 0 1 0 0,6-7-105 0 0,-4 7 95 0 0,1 0 0 0 0,-1 0 0 0 0,1 0 0 0 0,0 1 1 0 0,-1-1-1 0 0,1 0 0 0 0,0 1 0 0 0,0-1 0 0 0,-1 1 0 0 0,1 0 0 0 0,0-1 0 0 0,0 1 0 0 0,0 0 0 0 0,0 0 0 0 0,-1 0 0 0 0,1 1 1 0 0,0-1-1 0 0,0 0 0 0 0,0 1 0 0 0,2 0 0 0 0,1 2-5 0 0,0-1 0 0 0,-1 1 1 0 0,0 0-1 0 0,0 0 0 0 0,0 0 0 0 0,0 0 0 0 0,0 1 1 0 0,-1 0-1 0 0,5 5 0 0 0,95 125 206 0 0,-98-126-139 0 0,1 1 0 0 0,-1 0 0 0 0,-1 0 0 0 0,1 0 0 0 0,-2 1 0 0 0,6 18 0 0 0,-6-18-72 0 0,0 0 0 0 0,1 0 0 0 0,10 19 0 0 0,-9-19 39 0 0,0 0-1 0 0,-1 1 1 0 0,4 11 0 0 0,-6-14-54 0 0,0-1 0 0 0,0 0-1 0 0,1 0 1 0 0,0-1 0 0 0,1 1 0 0 0,-1-1 0 0 0,1 1 0 0 0,7 7-1 0 0,10 8-1172 0 0,9 6-5313 0 0,-29-28 6263 0 0,-1 0 0 0 0,0 1-1 0 0,1-1 1 0 0,-1 1 0 0 0,1-1-1 0 0,-1 1 1 0 0,0-1 0 0 0,0 1-1 0 0,1-1 1 0 0,-1 1 0 0 0,0 0-1 0 0,0-1 1 0 0,1 1 0 0 0,-1-1-1 0 0,0 1 1 0 0,0 0 0 0 0,0-1-1 0 0,0 1 1 0 0,0-1 0 0 0,0 2-1 0 0,0 9-6086 0 0</inkml:trace>
</inkml:ink>
</file>

<file path=ppt/ink/ink9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06T19:02:37.05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135 147 1040 0 0,'-56'-41'2322'0'0,"5"13"479"0"0,23-3 1201 0 0,28 8-241 0 0,28 10-1440 0 0,0 8-960 0 0,-5 0-721 0 0,5 5-239 0 0,0 0-81 0 0,28 0-160 0 0,0 5-560 0 0,0 8-2402 0 0,29-3-2480 0 0,-29-4-161 0 0,0 1 1121 0 0</inkml:trace>
</inkml:ink>
</file>

<file path=ppt/ink/ink9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06T19:03:58.23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1130 80 0 0,'0'1'37'0'0,"1"-1"1"0"0,-1 1-1 0 0,0-1 0 0 0,0 1 0 0 0,0-1 1 0 0,1 1-1 0 0,-1-1 0 0 0,0 0 1 0 0,0 1-1 0 0,1-1 0 0 0,-1 1 0 0 0,0-1 1 0 0,1 0-1 0 0,-1 1 0 0 0,1-1 0 0 0,-1 0 1 0 0,0 1-1 0 0,1-1 0 0 0,-1 0 1 0 0,1 0-1 0 0,-1 0 0 0 0,1 1 0 0 0,-1-1 1 0 0,1 0-1 0 0,-1 0 0 0 0,1 0 0 0 0,-1 0 1 0 0,1 0-1 0 0,-1 0 0 0 0,1 0 1 0 0,-1 0-1 0 0,1 0 0 0 0,-1 0 0 0 0,1 0 1 0 0,0 0-25 0 0,-1 0 0 0 0,1 0 0 0 0,-1 0 0 0 0,1-1 0 0 0,-1 1 0 0 0,1 0 0 0 0,-1 1 0 0 0,1-1 0 0 0,-1 0 0 0 0,1 0 0 0 0,-1 0 0 0 0,1 0 0 0 0,-1 0 0 0 0,1 0 0 0 0,-1 1 0 0 0,1-1 0 0 0,-1 0 0 0 0,0 0 0 0 0,1 0 0 0 0,-1 1 0 0 0,1-1 0 0 0,-1 0 0 0 0,0 1 0 0 0,1-1 0 0 0,-1 0 1 0 0,0 1-1 0 0,1-1 0 0 0,-1 1 0 0 0,0-1 0 0 0,0 1 0 0 0,1-1 0 0 0,-1 0 0 0 0,0 1 0 0 0,0 0 0 0 0,5 1 307 0 0,14 2-13 0 0,-15-3-40 0 0,-3-1-224 0 0,0 1 0 0 0,0 0 0 0 0,0-1 0 0 0,0 1 1 0 0,0-1-1 0 0,0 1 0 0 0,0-1 0 0 0,0 0 0 0 0,0 1 1 0 0,0-1-1 0 0,0 0 0 0 0,0 1 0 0 0,0-1 1 0 0,0 0-1 0 0,0 0 0 0 0,0 0 0 0 0,0 0 0 0 0,0 0 1 0 0,0 0-1 0 0,0 0 0 0 0,1-1 0 0 0,-1 1 20 0 0,-1 0-37 0 0,0 0 1 0 0,1 0-1 0 0,-1 0 0 0 0,0 0 0 0 0,0 0 0 0 0,1 0 0 0 0,-1 0 0 0 0,0 1 0 0 0,0-1 0 0 0,0 0 0 0 0,1 0 0 0 0,-1 0 0 0 0,0 0 1 0 0,0 0-1 0 0,0 1 0 0 0,1-1 0 0 0,-1 0 0 0 0,0 0 0 0 0,0 0 0 0 0,0 1 0 0 0,0-1 0 0 0,1 0 0 0 0,-1 0 0 0 0,0 0 0 0 0,0 1 1 0 0,0-1-1 0 0,0 0 0 0 0,0 0 0 0 0,0 1 0 0 0,0-1 0 0 0,0 0 0 0 0,0 0 0 0 0,0 1 0 0 0,0-1 0 0 0,0 0 0 0 0,0 0 0 0 0,0 1 0 0 0,0-1 1 0 0,0 0-1 0 0,0 0 0 0 0,0 1 0 0 0,0-1 0 0 0,0 0 0 0 0,0 0 0 0 0,-1 1 0 0 0,1-1 0 0 0,0 0 0 0 0,0 0 0 0 0,0 0 0 0 0,0 1 1 0 0,0-1-1 0 0,-1 0 0 0 0,1 0 0 0 0,0 0 0 0 0,0 1 0 0 0,0-1 0 0 0,-1 0 0 0 0,1 0 0 0 0,0 0 0 0 0,0 0 0 0 0,-1 0 0 0 0,1 0 1 0 0,0 0-1 0 0,0 0 0 0 0,-1 0 0 0 0,1 1 0 0 0,-7-1 70 0 0,7 0-71 0 0,-1 0 1 0 0,0 0 0 0 0,1 0 0 0 0,-1 0-1 0 0,0 0 1 0 0,1 0 0 0 0,-1 0-1 0 0,1 0 1 0 0,-1 0 0 0 0,0 1 0 0 0,1-1-1 0 0,-1 0 1 0 0,1 0 0 0 0,-1 0-1 0 0,0 1 1 0 0,1-1 0 0 0,-1 0 0 0 0,1 1-1 0 0,-1-1 1 0 0,1 1 0 0 0,-1-1-1 0 0,1 0 1 0 0,0 1 0 0 0,-1-1 0 0 0,1 1-1 0 0,-1-1 1 0 0,1 1 0 0 0,0-1-1 0 0,0 1 1 0 0,-1-1 0 0 0,1 1 0 0 0,0 0-1 0 0,0-1 1 0 0,-1 1 0 0 0,1-1-1 0 0,0 1 1 0 0,0 0 0 0 0,0-1 0 0 0,0 1-1 0 0,0 0 1 0 0,0-1 0 0 0,0 1-1 0 0,0 0 1 0 0,0 0 201 0 0,0 0 13 0 0,0-2-271 0 0,0 0 1 0 0,0-1 0 0 0,0 1-1 0 0,0 0 1 0 0,0 0-1 0 0,0-1 1 0 0,1 1-1 0 0,-1 0 1 0 0,0-1-1 0 0,1 1 1 0 0,-1 0-1 0 0,0 0 1 0 0,1 0-1 0 0,0 0 1 0 0,-1-1-1 0 0,1 1 1 0 0,0 0-1 0 0,-1 0 1 0 0,1 0-1 0 0,0 0 1 0 0,0 0-1 0 0,0 0 1 0 0,0 1-1 0 0,0-1 1 0 0,0 0-1 0 0,2-1 1 0 0,5-3-14 0 0,-8 4 41 0 0,1 0-1 0 0,0 1 1 0 0,-1-1 0 0 0,1 0 0 0 0,-1 1 0 0 0,0-1-1 0 0,1 0 1 0 0,-1 0 0 0 0,1 1 0 0 0,-1-1 0 0 0,0 0-1 0 0,0 0 1 0 0,0 0 0 0 0,1 1 0 0 0,-1-1-1 0 0,0 0 1 0 0,0 0 0 0 0,0 0 0 0 0,0 0 0 0 0,0 0-1 0 0,0 1 1 0 0,0-1 0 0 0,-1-2 0 0 0,1 2 7 0 0,-1 0 0 0 0,1 0 0 0 0,0 0 0 0 0,0 0 0 0 0,0 0 0 0 0,0-1 0 0 0,0 1 0 0 0,0 0 0 0 0,0 0 0 0 0,1 0 0 0 0,-1 0 0 0 0,0 0 1 0 0,1-1-1 0 0,-1 1 0 0 0,0 0 0 0 0,1 0 0 0 0,-1 0 0 0 0,2-1 0 0 0,2-4 48 0 0,0 0 1 0 0,0 0-1 0 0,0 0 1 0 0,-1 0-1 0 0,3-9 1 0 0,1-1 99 0 0,81-143 1098 0 0,6-11-433 0 0,-60 109-679 0 0,-23 43-10 0 0,0-1-1 0 0,13-35 1 0 0,-17 31 25 0 0,-5 15-107 0 0,0 1 1 0 0,0-1 0 0 0,1 1 0 0 0,1 0-1 0 0,-1-1 1 0 0,7-8 0 0 0,-4 7 12 0 0,-1-1 0 0 0,0 0 0 0 0,4-14 0 0 0,-5 15-40 0 0,-1 0 1 0 0,2 0-1 0 0,-1 0 1 0 0,11-14-1 0 0,5 0-226 0 0,1 2-1 0 0,1 1 1 0 0,0 1-1 0 0,33-21 1 0 0,1-2-797 0 0,-24 18 396 0 0,-12 8-102 0 0,36-32 1 0 0,-53 39 722 0 0,-3 8-7 0 0,0 1 1 0 0,0-1-1 0 0,0 1 1 0 0,0-1-1 0 0,0 1 0 0 0,0 0 1 0 0,1-1-1 0 0,-1 1 1 0 0,0-1-1 0 0,0 1 1 0 0,0-1-1 0 0,0 1 0 0 0,1 0 1 0 0,-1-1-1 0 0,0 1 1 0 0,0 0-1 0 0,1-1 1 0 0,-1 1-1 0 0,0 0 1 0 0,1-1-1 0 0,-1 1 0 0 0,0 0 1 0 0,1 0-1 0 0,-1-1 1 0 0,0 1-1 0 0,1 0 1 0 0,0-1-2 0 0,0 0 1 0 0,0 1 0 0 0,0-1 0 0 0,0 0 0 0 0,0 1 0 0 0,0-1 0 0 0,0 1 0 0 0,0 0 0 0 0,0-1 0 0 0,0 1 0 0 0,0 0 0 0 0,0-1 0 0 0,0 1 0 0 0,0 0-1 0 0,1 0 1 0 0,-1 0 0 0 0,0 0 0 0 0,0 0 0 0 0,0 0 0 0 0,0 0 0 0 0,1 1 0 0 0,-7 6 197 0 0,2-7-165 0 0,2 0-28 0 0,0 0 0 0 0,0 0 0 0 0,1 0 1 0 0,-1 0-1 0 0,0 0 0 0 0,0 0 0 0 0,1 1 0 0 0,-1-1 0 0 0,0 0 1 0 0,0 0-1 0 0,1 1 0 0 0,-1-1 0 0 0,0 0 0 0 0,0 1 0 0 0,1-1 0 0 0,-1 1 1 0 0,1-1-1 0 0,-1 1 0 0 0,0-1 0 0 0,1 1 0 0 0,-1-1 0 0 0,1 1 0 0 0,-1-1 1 0 0,1 1-1 0 0,-1 0 0 0 0,1-1 0 0 0,0 1 0 0 0,-1 0 0 0 0,1 0 1 0 0,0-1-1 0 0,-1 1 0 0 0,1 0 0 0 0,0 0 0 0 0,0-1 0 0 0,0 1 0 0 0,0 1 1 0 0,0-1 9 0 0,0 0 0 0 0,-1 0 0 0 0,1 1 0 0 0,0-1 0 0 0,0 0 0 0 0,-1 0 0 0 0,1 0 0 0 0,0 1 0 0 0,-1-1 0 0 0,1 0 0 0 0,-1 0 0 0 0,1 0 0 0 0,-1 0 0 0 0,0 0 0 0 0,0 0 0 0 0,1 0 0 0 0,-3 1 0 0 0,-141 142 1403 0 0,17-21-565 0 0,121-117-839 0 0,-1 1 34 0 0,0 0 1 0 0,1 0-1 0 0,0 1 0 0 0,-6 10 1 0 0,10-13-16 0 0,0-1 0 0 0,0 2 0 0 0,0-1 0 0 0,1 0 0 0 0,0 0 0 0 0,0 0 0 0 0,0 1 1 0 0,1-1-1 0 0,0 10 0 0 0,0-13-42 0 0,0-1-1 0 0,0 1 1 0 0,-1 0 0 0 0,1-1 0 0 0,0 1 0 0 0,-1 0 0 0 0,1-1-1 0 0,-1 1 1 0 0,0-1 0 0 0,1 1 0 0 0,-1-1 0 0 0,0 1-1 0 0,0-1 1 0 0,0 1 0 0 0,0-1 0 0 0,0 0 0 0 0,0 0 0 0 0,-2 2-1 0 0,-7 8-22 0 0,-27 60 14 0 0,26-53 90 0 0,0 0 0 0 0,-2-1 1 0 0,0 0-1 0 0,-19 18 1 0 0,28-31-83 0 0,0 0 1 0 0,1 1 0 0 0,-1-1 0 0 0,1 1-1 0 0,0 0 1 0 0,0 0 0 0 0,-3 7 0 0 0,3-6-3 0 0,0 0 1 0 0,-1 0-1 0 0,0 0 0 0 0,-8 10 1 0 0,-2-2 5 0 0,8-9-12 0 0,0 1 0 0 0,1 0-1 0 0,-1 1 1 0 0,1-1 0 0 0,-4 9 0 0 0,-1 8-44 0 0,7-17 55 0 0,1 0 0 0 0,-1 0 1 0 0,0 0-1 0 0,-1 0 1 0 0,-4 5-1 0 0,-3 4 27 0 0,-2-1-61 0 0,2 1-1 0 0,0 0 1 0 0,-17 33 0 0 0,19-13-337 0 0,-1-19 157 0 0,8-14 154 0 0,1 0 0 0 0,0 1 1 0 0,-1-1-1 0 0,1 0 0 0 0,0 0 0 0 0,0 1 0 0 0,0-1 1 0 0,0 0-1 0 0,0 1 0 0 0,1-1 0 0 0,-1 1 1 0 0,1-1-1 0 0,-1 5 0 0 0,2-5 12 0 0,-1-1 0 0 0,0 0 0 0 0,0 1 0 0 0,-1-1 1 0 0,1 1-1 0 0,0-1 0 0 0,0 0 0 0 0,-1 1 0 0 0,1-1 0 0 0,-1 0 0 0 0,1 0 0 0 0,-1 1 0 0 0,1-1 0 0 0,-1 0 1 0 0,0 0-1 0 0,0 0 0 0 0,0 1 0 0 0,1-1 0 0 0,-1 0 0 0 0,0 0 0 0 0,0-1 0 0 0,0 1 0 0 0,-1 0 0 0 0,1 0 0 0 0,0 0 1 0 0,0-1-1 0 0,-2 2 0 0 0,-1 0-60 0 0,4-2 97 0 0,-1 1 1 0 0,1-1 0 0 0,0 0-1 0 0,0 0 1 0 0,-1 0-1 0 0,1 1 1 0 0,0-1 0 0 0,0 0-1 0 0,-1 0 1 0 0,1 1 0 0 0,0-1-1 0 0,0 0 1 0 0,0 1-1 0 0,-1-1 1 0 0,1 0 0 0 0,0 1-1 0 0,0-1 1 0 0,0 0 0 0 0,0 1-1 0 0,0-1 1 0 0,0 0 0 0 0,0 1-1 0 0,0-1 1 0 0,0 0-1 0 0,0 1 1 0 0,0-1 0 0 0,0 1-1 0 0,0-1 1 0 0,0 0 0 0 0,0 1-1 0 0,0-1 1 0 0,0 0-1 0 0,0 1 1 0 0,0-1 0 0 0,1 1-1 0 0,-2 8-4 0 0,-1-7 27 0 0,1-1-1 0 0,-1 0 0 0 0,0 0 1 0 0,0-1-1 0 0,0 1 0 0 0,1 0 0 0 0,-1 0 1 0 0,0-1-1 0 0,0 1 0 0 0,-4-1 1 0 0,1 1 616 0 0,5-1-602 0 0,0 0 1 0 0,0 1-1 0 0,0-1 0 0 0,0 0 0 0 0,0 0 0 0 0,0 0 0 0 0,0 0 0 0 0,-1 0 0 0 0,1 0 0 0 0,0 1 0 0 0,0-1 0 0 0,0 0 0 0 0,0 0 0 0 0,0 0 0 0 0,0 0 0 0 0,0 0 0 0 0,0 1 0 0 0,0-1 0 0 0,0 0 0 0 0,0 0 0 0 0,0 0 0 0 0,0 0 0 0 0,0 1 0 0 0,0-1 0 0 0,0 0 0 0 0,0 0 0 0 0,0 0 0 0 0,0 0 0 0 0,1 0 0 0 0,-1 1 0 0 0,0-1 0 0 0,0 0 0 0 0,0 0 0 0 0,0 0 0 0 0,0 0 0 0 0,0 0 0 0 0,0 0 0 0 0,0 1 0 0 0,1-1 0 0 0,-1 0 0 0 0,0 0 0 0 0,0 0 0 0 0,0 0 0 0 0,0 0 0 0 0,0 0 0 0 0,0 0 0 0 0,1 0 0 0 0,-1 0 0 0 0,0 0 0 0 0,0 0 0 0 0,0 0 0 0 0,0 0 0 0 0,1 0 0 0 0,-1 0 0 0 0,0 0 0 0 0,0 0 0 0 0,0 0 0 0 0,0 0 0 0 0,0 0 0 0 0,1 0 0 0 0,-1 0 0 0 0,0 0 0 0 0,0 0 0 0 0,0 0 0 0 0,0 0 0 0 0,0 0 0 0 0,1 0 0 0 0,-1 0 0 0 0,0 0 0 0 0,19 0 56 0 0,-15 0 147 0 0,-4-1-171 0 0,0 0 1 0 0,0 0-1 0 0,-1 0 0 0 0,1 0 0 0 0,0 0 1 0 0,0 0-1 0 0,0 0 0 0 0,0 0 0 0 0,0 0 1 0 0,0 0-1 0 0,0 0 0 0 0,1 0 0 0 0,-1 0 1 0 0,0 0-1 0 0,1 0 0 0 0,-1 0 0 0 0,0 0 1 0 0,1 0-1 0 0,-1 0 0 0 0,1 0 0 0 0,-1 0 1 0 0,2-1-1 0 0,12-5 65 0 0,-1 0 1 0 0,0-2-1 0 0,0 1 1 0 0,-1-2-1 0 0,0 0 0 0 0,0 0 1 0 0,-1-1-1 0 0,-1 0 0 0 0,10-14 1 0 0,48-56 464 0 0,-46 57-326 0 0,24-33 1 0 0,-9-1 113 0 0,-17 37-255 0 0,-16 17-111 0 0,1-1-1 0 0,-1 0 0 0 0,0 0 1 0 0,0 0-1 0 0,-1-1 1 0 0,0 1-1 0 0,0-1 1 0 0,3-7-1 0 0,0 3-19 0 0,0 1 0 0 0,0-1-1 0 0,1 2 1 0 0,7-10 0 0 0,-6 10 7 0 0,-1-1 1 0 0,0 0-1 0 0,7-14 0 0 0,-6 7 14 0 0,-7 12 6 0 0,1 0 1 0 0,0 0-1 0 0,0 1 0 0 0,0-1 1 0 0,0 0-1 0 0,1 1 0 0 0,-1 0 1 0 0,7-6-1 0 0,42-52 145 0 0,-49 59-153 0 0,-1-1 0 0 0,0 1 0 0 0,0-1 0 0 0,0 0 0 0 0,-1 1-1 0 0,1-1 1 0 0,-1 0 0 0 0,1 0 0 0 0,-1 0 0 0 0,0 0 0 0 0,0 1 0 0 0,0-1 0 0 0,0 0-1 0 0,-1 0 1 0 0,1 0 0 0 0,-2-3 0 0 0,1 3-4 0 0,1 1-1 0 0,-1-1 1 0 0,1 0-1 0 0,-1 0 1 0 0,1 1-1 0 0,0-1 1 0 0,0 0-1 0 0,0 0 1 0 0,1 0-1 0 0,-1 1 1 0 0,1-1 0 0 0,-1 0-1 0 0,1 0 1 0 0,0 1-1 0 0,0-1 1 0 0,2-3-1 0 0,5-2-25 0 0,-7 8 21 0 0,0-1 0 0 0,0 0 0 0 0,1 0 0 0 0,-1 0 0 0 0,0 0 0 0 0,0 0 0 0 0,-1 0 0 0 0,1-1 0 0 0,0 1 0 0 0,0 0 0 0 0,-1 0 0 0 0,1-1 0 0 0,0 1 0 0 0,-1 0 0 0 0,1-1 0 0 0,-1 1 0 0 0,0-1 0 0 0,1 1 0 0 0,-1 0 0 0 0,0-1 0 0 0,0-1 0 0 0,0-8 2 0 0,-1 8-6 0 0,0-1 0 0 0,1 1 0 0 0,0 0 0 0 0,0 0 0 0 0,0 0-1 0 0,0-1 1 0 0,1 1 0 0 0,-1 0 0 0 0,1 0 0 0 0,0 0 0 0 0,0 0 0 0 0,2-6-1 0 0,6 1-24 0 0,-8 7 12 0 0,0 0-1 0 0,0 0 1 0 0,0 0 0 0 0,0 0 0 0 0,0 0-1 0 0,0 0 1 0 0,0 0 0 0 0,0 0 0 0 0,0-1-1 0 0,0 1 1 0 0,-1 0 0 0 0,1-1 0 0 0,-1 1-1 0 0,1 0 1 0 0,-1-1 0 0 0,1 1 0 0 0,-1-1-1 0 0,0 1 1 0 0,0-1 0 0 0,1 1 0 0 0,-1-1-1 0 0,0 1 1 0 0,-1-4 0 0 0,1-25-697 0 0,0 23-137 0 0,0 26-46 0 0,0-18 1153 0 0,0-2-194 0 0,0-1 0 0 0,-1 1 1 0 0,1 0-1 0 0,0 0 0 0 0,0 0 1 0 0,0 0-1 0 0,0 0 0 0 0,0 0 1 0 0,0-1-1 0 0,0 1 0 0 0,1 0 1 0 0,-1 0-1 0 0,0 0 0 0 0,0 0 1 0 0,1 0-1 0 0,-1 0 0 0 0,1 0 1 0 0,-1 0-1 0 0,1 0 0 0 0,1-2 1 0 0,3 1 12 0 0,-4 1-62 0 0,0 1 1 0 0,0 0 0 0 0,0-1-1 0 0,0 1 1 0 0,0-1-1 0 0,0 1 1 0 0,0-1 0 0 0,-1 1-1 0 0,1-1 1 0 0,0 0 0 0 0,0 1-1 0 0,0-1 1 0 0,-1 0-1 0 0,1 0 1 0 0,0 1 0 0 0,-1-1-1 0 0,1 0 1 0 0,-1 0 0 0 0,1 0-1 0 0,-1 0 1 0 0,1 0-1 0 0,-1 0 1 0 0,0 0 0 0 0,1 0-1 0 0,-1 0 1 0 0,0-1 0 0 0,1 0-5 0 0,0 0 1 0 0,-1 1 0 0 0,1-1 0 0 0,0 1 0 0 0,0-1-1 0 0,0 1 1 0 0,0 0 0 0 0,0-1 0 0 0,0 1 0 0 0,1 0-1 0 0,-1 0 1 0 0,0 0 0 0 0,1 0 0 0 0,-1 0 0 0 0,0 0-1 0 0,1 0 1 0 0,0 0 0 0 0,-1 0 0 0 0,1 1-1 0 0,-1-1 1 0 0,1 1 0 0 0,0-1 0 0 0,2 1 0 0 0,15-10 45 0 0,-7-5-24 0 0,8-5 48 0 0,40-18 163 0 0,-39 25-133 0 0,33-25 0 0 0,-46 33-97 0 0,-1-1 0 0 0,1 1 0 0 0,0 0 1 0 0,0 1-1 0 0,1 0 0 0 0,9-4 0 0 0,28-13 79 0 0,-29 13-71 0 0,-1 1 0 0 0,1 0-1 0 0,0 2 1 0 0,0-1 0 0 0,0 2 0 0 0,1 1 0 0 0,0 0-1 0 0,19-1 1 0 0,-33 4-16 0 0,0 0 0 0 0,0-1 0 0 0,0 1 0 0 0,0 1 0 0 0,0-1 0 0 0,0 1-1 0 0,0-1 1 0 0,6 3 0 0 0,-1-1 8 0 0,2 0 42 0 0,-1 1-1 0 0,1 0 1 0 0,-1 1 0 0 0,0 0 0 0 0,0 0 0 0 0,0 1-1 0 0,0 1 1 0 0,-1-1 0 0 0,0 1 0 0 0,0 1-1 0 0,-1 0 1 0 0,1 0 0 0 0,-1 1 0 0 0,-1 0 0 0 0,0 0-1 0 0,9 13 1 0 0,-14-15-31 0 0,-1-1-1 0 0,0 1 1 0 0,0 0-1 0 0,0 0 1 0 0,0 0-1 0 0,-1 0 1 0 0,0 0-1 0 0,0 0 1 0 0,-1-1-1 0 0,0 1 1 0 0,0 0-1 0 0,-3 11 1 0 0,-1-7 79 0 0,-1-1 1 0 0,0 0-1 0 0,0-1 0 0 0,0 0 1 0 0,-1 0-1 0 0,-16 14 0 0 0,-54 41 332 0 0,40-39-235 0 0,0-2 0 0 0,-2-1 1 0 0,0-3-1 0 0,-2 0 0 0 0,-55 14 1 0 0,81-26-155 0 0,-26 9 115 0 0,31-10-36 0 0,0-1 0 0 0,-1 0 0 0 0,1-1 0 0 0,-1 0 0 0 0,0 0 0 0 0,0-2 0 0 0,-13 2 0 0 0,0-3 291 0 0,24 0-403 0 0,0 0-1 0 0,1 0 0 0 0,-1 0 0 0 0,0 0 0 0 0,0-1 0 0 0,0 1 0 0 0,0 0 0 0 0,0 0 0 0 0,0 0 0 0 0,0 0 0 0 0,0 0 0 0 0,1 0 0 0 0,-1 0 0 0 0,0 0 0 0 0,0-1 1 0 0,0 1-1 0 0,0 0 0 0 0,0 0 0 0 0,0 0 0 0 0,0 0 0 0 0,0 0 0 0 0,0-1 0 0 0,0 1 0 0 0,0 0 0 0 0,0 0 0 0 0,0 0 0 0 0,0 0 0 0 0,0 0 0 0 0,0 0 1 0 0,0-1-1 0 0,0 1 0 0 0,0 0 0 0 0,0 0 0 0 0,0 0 0 0 0,0 0 0 0 0,0 0 0 0 0,0 0 0 0 0,0-1 0 0 0,-1 1 0 0 0,1 0 0 0 0,0 0 0 0 0,0 0 0 0 0,0 0 1 0 0,0 0-1 0 0,0 0 0 0 0,0 0 0 0 0,0 0 0 0 0,0-1 0 0 0,-1 1 0 0 0,45-23 421 0 0,-22 11-280 0 0,0 1 0 0 0,25-9 0 0 0,-16 10-78 0 0,-1 2 0 0 0,2 1 0 0 0,-1 2 0 0 0,1 1 0 0 0,0 1 0 0 0,0 2 0 0 0,42 3 1 0 0,-27 3-53 0 0,-1 1 1 0 0,0 2 0 0 0,0 3 0 0 0,45 15 0 0 0,-77-21-44 0 0,0 1 0 0 0,0 0 0 0 0,0 0 1 0 0,25 17-1 0 0,-35-19-1 0 0,0-1 1 0 0,0 1-1 0 0,0 0 1 0 0,0 0-1 0 0,0 0 1 0 0,-1 0-1 0 0,0 1 1 0 0,1-1-1 0 0,-2 1 0 0 0,1 0 1 0 0,-1 0-1 0 0,1 0 1 0 0,-2 0-1 0 0,4 10 1 0 0,-3-4 26 0 0,0-1 1 0 0,-1 1 0 0 0,0-1-1 0 0,0 1 1 0 0,-1 0 0 0 0,-1-1-1 0 0,0 1 1 0 0,0 0 0 0 0,-5 15-1 0 0,-1-6 58 0 0,-1 1 0 0 0,0-2 0 0 0,-19 32 0 0 0,20-41-31 0 0,0 1 0 0 0,-1-1 0 0 0,0-1 0 0 0,-1 0 0 0 0,0 0 0 0 0,0 0 0 0 0,-1-1 1 0 0,0-1-1 0 0,-1 1 0 0 0,0-2 0 0 0,0 1 0 0 0,0-2 0 0 0,-1 1 0 0 0,0-2 0 0 0,0 0 0 0 0,0 0 0 0 0,0-1 0 0 0,-17 3 0 0 0,0-2 44 0 0,1-1 0 0 0,-1-2-1 0 0,0 0 1 0 0,0-2 0 0 0,1-1-1 0 0,-1-2 1 0 0,-31-7-1 0 0,-11-8 381 0 0,2-3 0 0 0,0-3-1 0 0,2-2 1 0 0,-68-40-1 0 0,39 23-532 0 0,84 39-162 0 0,8 1-2120 0 0,11 2 888 0 0,14 1-1683 0 0,91 7-9049 0 0,-32 0 8189 0 0</inkml:trace>
</inkml:ink>
</file>

<file path=ppt/ink/ink9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06T19:03:59.22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58 315 320 0 0,'-52'5'1214'0'0,"52"-5"-1136"0"0,0 0-1 0 0,-1 0 1 0 0,1 0 0 0 0,0 0 0 0 0,0 0-1 0 0,-1 0 1 0 0,1 0 0 0 0,0-1-1 0 0,0 1 1 0 0,0 0 0 0 0,-1 0 0 0 0,1 0-1 0 0,0 0 1 0 0,0 0 0 0 0,0 0 0 0 0,-1-1-1 0 0,1 1 1 0 0,0 0 0 0 0,0 0-1 0 0,0 0 1 0 0,0-1 0 0 0,0 1 0 0 0,-1 0-1 0 0,1 0 1 0 0,0 0 0 0 0,0-1-1 0 0,0 1 1 0 0,0 0 0 0 0,0 0 0 0 0,0-1-1 0 0,0 1 1 0 0,0 0 0 0 0,0 0-1 0 0,0-1 1 0 0,0 1 0 0 0,0 0 0 0 0,0 0-1 0 0,0 0 1 0 0,0-1 0 0 0,0 1-1 0 0,0 0 1 0 0,0 0 0 0 0,0-1 0 0 0,0 1-1 0 0,0 0 1 0 0,0 0 0 0 0,1 0-1 0 0,-1-1 1 0 0,0 1 0 0 0,0 0 0 0 0,0 0-1 0 0,0 0 1 0 0,0-1 0 0 0,1 1-1 0 0,-1 0 1 0 0,0 0 0 0 0,0 0 0 0 0,0 0-1 0 0,1 0 1 0 0,-1-1 0 0 0,0 1-1 0 0,0 0 1 0 0,1 0 0 0 0,-1 0 0 0 0,0 0-1 0 0,0 0 1 0 0,0 0 0 0 0,1 0-1 0 0,5-2 356 0 0,-5 2-352 0 0,0 0 0 0 0,0-1 0 0 0,0 1 0 0 0,-1 0 0 0 0,1 0 0 0 0,0-1 0 0 0,0 1 0 0 0,0 0 0 0 0,-1-1-1 0 0,1 1 1 0 0,0-1 0 0 0,-1 1 0 0 0,1-1 0 0 0,0 1 0 0 0,-1-1 0 0 0,1 1 0 0 0,-1-1 0 0 0,1 0 0 0 0,-1 1 0 0 0,1-1 0 0 0,-1 0 0 0 0,1 0 0 0 0,-1 1 0 0 0,0-1 0 0 0,1 0 0 0 0,-1 0 0 0 0,0 0 0 0 0,0 1 0 0 0,1-1 0 0 0,-1 0 0 0 0,0 0 0 0 0,0 0 0 0 0,0 0 0 0 0,0 0 0 0 0,0 1 0 0 0,-1-2 0 0 0,1 0 59 0 0,1 0 1 0 0,-1-1 0 0 0,0 1-1 0 0,0 0 1 0 0,1 0-1 0 0,-1 0 1 0 0,1 0-1 0 0,0 0 1 0 0,-1 0 0 0 0,1 0-1 0 0,0 0 1 0 0,0 0-1 0 0,1 1 1 0 0,-1-1 0 0 0,0 0-1 0 0,0 0 1 0 0,4-2-1 0 0,2-4 118 0 0,-6 5-170 0 0,0 1 1 0 0,0 0 0 0 0,0-1 0 0 0,0 1 0 0 0,0-1-1 0 0,0 1 1 0 0,-1-1 0 0 0,1 1 0 0 0,-1-1-1 0 0,0 0 1 0 0,0 1 0 0 0,0-1 0 0 0,0 1 0 0 0,0-1-1 0 0,0 0 1 0 0,-1 1 0 0 0,0-3 0 0 0,0 1-28 0 0,0 1 1 0 0,1 0 0 0 0,0 0 0 0 0,-1-1 0 0 0,1 1-1 0 0,1 0 1 0 0,-1 0 0 0 0,0-1 0 0 0,1 1-1 0 0,-1 0 1 0 0,1 0 0 0 0,2-6 0 0 0,16-19 258 0 0,-12 11-172 0 0,-6 14-118 0 0,1 0 0 0 0,-1 0 0 0 0,1 0 0 0 0,-1 0 0 0 0,1 0 0 0 0,0 0-1 0 0,0 0 1 0 0,0 0 0 0 0,1 1 0 0 0,-1-1 0 0 0,4-2 0 0 0,45-41 744 0 0,-46 39-617 0 0,0 3-74 0 0,-4 3-70 0 0,0 1 0 0 0,1 0 0 0 0,-1-1 0 0 0,1 1 0 0 0,-1 0 0 0 0,1 0 0 0 0,0 0 0 0 0,-1 0 0 0 0,1 0 0 0 0,-1 0 0 0 0,1 1 0 0 0,-1-1 0 0 0,1 0 0 0 0,-1 1 0 0 0,0 0 0 0 0,1-1 0 0 0,-1 1 0 0 0,1-1 0 0 0,-1 1 0 0 0,0 0 0 0 0,0 0 0 0 0,1 0 0 0 0,-1 0 0 0 0,0 0 0 0 0,0 0 0 0 0,0 0 0 0 0,0 0 0 0 0,0 1 0 0 0,0-1 0 0 0,-1 0 0 0 0,1 0 0 0 0,0 1 0 0 0,0-1 0 0 0,-1 1 0 0 0,1-1 0 0 0,-1 1 0 0 0,0-1 0 0 0,1 1 0 0 0,-1-1 0 0 0,0 1 0 0 0,0 1 1 0 0,1 21 234 0 0,0-11-145 0 0,-1-1 0 0 0,0 1 1 0 0,-1-1-1 0 0,0 1 0 0 0,-1-1 0 0 0,0 0 0 0 0,-1 1 1 0 0,0-1-1 0 0,-10 22 0 0 0,-7 0-16 0 0,14-26-70 0 0,0 1 1 0 0,1 0-1 0 0,1 0 0 0 0,-6 13 1 0 0,1 24-32 0 0,-2-24-57 0 0,10-19-8 0 0,-1 0-1 0 0,0-1 0 0 0,1 1 1 0 0,0 0-1 0 0,0 0 0 0 0,0 0 1 0 0,0 0-1 0 0,0 0 0 0 0,1 0 1 0 0,-1 4-1 0 0,1-7 2 0 0,0 0 1 0 0,0 1-1 0 0,0-1 1 0 0,0 0-1 0 0,0 1 0 0 0,0-1 1 0 0,0 0-1 0 0,0 0 0 0 0,1 1 1 0 0,-1-1-1 0 0,0 0 0 0 0,0 0 1 0 0,0 0-1 0 0,0 1 1 0 0,1-1-1 0 0,-1 0 0 0 0,0 0 1 0 0,0 0-1 0 0,1 0 0 0 0,-1 1 1 0 0,0-1-1 0 0,0 0 0 0 0,0 0 1 0 0,1 0-1 0 0,-1 0 1 0 0,0 0-1 0 0,1 0 0 0 0,-1 0 1 0 0,0 0-1 0 0,0 0 0 0 0,1 0 1 0 0,-1 0-1 0 0,0 0 1 0 0,0 0-1 0 0,1 0 0 0 0,-1 0 1 0 0,0 0-1 0 0,1 0 0 0 0,-1 0 1 0 0,0 0-1 0 0,0 0 0 0 0,1 0 1 0 0,-1 0-1 0 0,0 0 1 0 0,0-1-1 0 0,1 1 0 0 0,-1 0 1 0 0,0 0-1 0 0,0 0 0 0 0,0 0 1 0 0,1-1-1 0 0,-1 1 0 0 0,12-8-2877 0 0,-11 8 2584 0 0,-1-1 0 0 0,1 0-1 0 0,-1 0 1 0 0,1 1 0 0 0,-1-1-1 0 0,0 0 1 0 0,1 0 0 0 0,-1 1 0 0 0,0-1-1 0 0,0 0 1 0 0,1 0 0 0 0,-1 0 0 0 0,0 0-1 0 0,0 1 1 0 0,0-1 0 0 0,0 0-1 0 0,0-1 1 0 0</inkml:trace>
</inkml:ink>
</file>

<file path=ppt/ink/ink9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06T19:03:59.86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36 1121 0 0,'0'-5'1920'0'0,"28"-2"161"0"0,0 1 240 0 0,0 1 0 0 0,-28-2-80 0 0,56 1-160 0 0,-28 6-400 0 0,28 0-240 0 0,1 0-401 0 0,-1 6-639 0 0,28 6-962 0 0,-28 1-1680 0 0,-5-8-1761 0 0,-23 0-880 0 0,0 3 640 0 0</inkml:trace>
</inkml:ink>
</file>

<file path=ppt/ink/ink9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06T19:04:00.29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0 160 0 0,'0'11'3682'0'0,"0"1"-1"0"0,28 1-879 0 0,0-2-1202 0 0,0 7-79 0 0,28 12-240 0 0,28-7-1121 0 0,0 0-3442 0 0,-56-10-2320 0 0</inkml:trace>
</inkml:ink>
</file>

<file path=ppt/ink/ink9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06T19:04:30.68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199 5 1761 0 0,'-7'-1'-201'0'0,"-3"-1"640"0"0,0 1-1 0 0,1 0 0 0 0,-1 1 1 0 0,1 0-1 0 0,-1 1 0 0 0,-14 2 1 0 0,3 0-106 0 0,-38 0 1 0 0,59-2-201 0 0,0 3-66 0 0,-5-2-147 0 0,-13 3-147 0 0,17-5 167 0 0,1 0 0 0 0,0 0 0 0 0,0 0 1 0 0,-1 0-1 0 0,1 0 0 0 0,0 0 0 0 0,0 0 0 0 0,-1 0 0 0 0,1 0 0 0 0,0 1 0 0 0,0-1 0 0 0,-1 0 1 0 0,1 0-1 0 0,0 0 0 0 0,0 0 0 0 0,0 1 0 0 0,-1-1 0 0 0,1 0 0 0 0,0 0 0 0 0,0 1 0 0 0,0-1 1 0 0,0 0-1 0 0,-1 0 0 0 0,1 1 0 0 0,0-1 0 0 0,0 0 0 0 0,0 0 0 0 0,0 1 0 0 0,0-1 0 0 0,0 0 1 0 0,0 0-1 0 0,0 1 0 0 0,0-1 0 0 0,0 0 0 0 0,0 1 0 0 0,0-1 0 0 0,0 0 0 0 0,0 0 1 0 0,0 1-1 0 0,0-1 0 0 0,0 0 0 0 0,0 0 0 0 0,0 1 0 0 0,1-1 0 0 0,-1 0 0 0 0,0 1 0 0 0,0-5-1674 0 0</inkml:trace>
</inkml:ink>
</file>

<file path=ppt/ink/ink9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06T19:04:24.17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113 292 1281 0 0,'129'-92'5762'0'0,"-10"7"-3414"0"0,-89 65-1942 0 0,13-8 151 0 0,47-22 1 0 0,-83 47-570 0 0,0 0 1 0 0,0 1 0 0 0,1-1 0 0 0,-1 2 0 0 0,1-1 0 0 0,0 1-1 0 0,-1 0 1 0 0,16 1 0 0 0,-19 0 25 0 0,0 0 1 0 0,-1 0-1 0 0,1 1 1 0 0,0-1-1 0 0,0 1 1 0 0,0 0-1 0 0,0 0 1 0 0,-1 0-1 0 0,1 1 1 0 0,0 0-1 0 0,-1-1 1 0 0,1 1-1 0 0,-1 0 1 0 0,0 1-1 0 0,0-1 1 0 0,1 0-1 0 0,1 4 1 0 0,3 4 73 0 0,0 0 0 0 0,-1 0 1 0 0,0 1-1 0 0,5 11 0 0 0,-11-17-70 0 0,1 0 0 0 0,0-1 0 0 0,-1 1 0 0 0,0 0 0 0 0,0 0 0 0 0,-1 0 0 0 0,1 0 0 0 0,-1 0 0 0 0,0 0 0 0 0,0-1 0 0 0,-1 1 0 0 0,1 0 0 0 0,-3 7 0 0 0,0-3 14 0 0,-1 1-1 0 0,0-1 1 0 0,-1 1-1 0 0,1-1 0 0 0,-2-1 1 0 0,0 1-1 0 0,0-1 0 0 0,-12 13 1 0 0,-1-1 7 0 0,-42 34 0 0 0,27-29 184 0 0,-2 0 0 0 0,0-2 1 0 0,-49 22-1 0 0,40-25 221 0 0,-62 20-1 0 0,84-34-276 0 0,0-1 0 0 0,0-1-1 0 0,0 0 1 0 0,-41-1 0 0 0,59-3-126 0 0,0 0 0 0 0,0 0 0 0 0,1-1 0 0 0,-1 0 0 0 0,0 0 0 0 0,0 0 0 0 0,1 0 0 0 0,-1-1 0 0 0,1 0 0 0 0,-7-3 0 0 0,9 3-36 0 0,0 1 0 0 0,0 0-1 0 0,0-1 1 0 0,0 1 0 0 0,1-1 0 0 0,-1 0-1 0 0,1 1 1 0 0,-1-1 0 0 0,1 0 0 0 0,0 0-1 0 0,-1 0 1 0 0,1 0 0 0 0,0 0 0 0 0,0 0-1 0 0,1-1 1 0 0,-1 1 0 0 0,0 0 0 0 0,1 0-1 0 0,-1-1 1 0 0,1 1 0 0 0,0 0 0 0 0,0-4-1 0 0,0 5-3 0 0,0-1 0 0 0,0 0 0 0 0,0 0 0 0 0,1 0 0 0 0,-1 1 0 0 0,0-1-1 0 0,1 0 1 0 0,0 1 0 0 0,-1-1 0 0 0,1 0 0 0 0,0 1 0 0 0,0-1 0 0 0,0 1 0 0 0,0-1-1 0 0,0 1 1 0 0,0 0 0 0 0,0-1 0 0 0,1 1 0 0 0,-1 0 0 0 0,0 0 0 0 0,4-2 0 0 0,-1 0 0 0 0,0 1 0 0 0,1 0 0 0 0,0 0 0 0 0,-1 1 1 0 0,1-1-1 0 0,0 1 0 0 0,0 0 0 0 0,5-1 1 0 0,3 1-12 0 0,0 1 1 0 0,0-1-1 0 0,0 2 1 0 0,0 0-1 0 0,23 5 1 0 0,-14 0-5 0 0,-1 2 1 0 0,0 0 0 0 0,0 2 0 0 0,21 13-1 0 0,-5-3 14 0 0,1-2 1 0 0,-23-12 10 0 0,0 1 1 0 0,0 0-1 0 0,-1 2 0 0 0,0-1 0 0 0,-1 2 1 0 0,21 17-1 0 0,-15 1-51 0 0,-12-24-116 0 0,0 0 0 0 0,1-1-1 0 0,0 0 1 0 0,0 0 0 0 0,14 2 0 0 0,11 5-1108 0 0,-19 1-1871 0 0,10-9-2214 0 0</inkml:trace>
</inkml:ink>
</file>

<file path=ppt/ink/ink9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06T19:04:24.93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139 496 1040 0 0,'17'-45'3862'0'0,"45"-81"0"0"0,-56 115-3390 0 0,-1 0 0 0 0,-1 0 0 0 0,0 0 0 0 0,3-14-1 0 0,5-11 278 0 0,6-1-295 0 0,-8 2-94 0 0,8 4-187 0 0,-11 17-152 0 0,-6 12-12 0 0,0-1 0 0 0,0 1 0 0 0,0-1 0 0 0,0 1 0 0 0,1-1 0 0 0,0 1 0 0 0,-1 0 0 0 0,1 0 0 0 0,0 0 0 0 0,0 0 0 0 0,0 0 0 0 0,0 0 0 0 0,4-3 0 0 0,5-3-30 0 0,0 0 0 0 0,0 1 1 0 0,1 0-1 0 0,-1 1 0 0 0,2 0 0 0 0,-1 1 1 0 0,1 0-1 0 0,-1 1 0 0 0,1 1 0 0 0,0-1 1 0 0,1 2-1 0 0,-1 0 0 0 0,0 1 0 0 0,1 0 1 0 0,-1 1-1 0 0,1 1 0 0 0,20 3 0 0 0,-27-2 17 0 0,-1 0 0 0 0,0 1 0 0 0,0 0 0 0 0,0 0 0 0 0,0 1-1 0 0,-1 0 1 0 0,1 0 0 0 0,-1 0 0 0 0,0 0 0 0 0,0 1 0 0 0,-1 0-1 0 0,1 0 1 0 0,-1 0 0 0 0,0 1 0 0 0,5 9 0 0 0,-7-13 11 0 0,-1 1 0 0 0,1 0 0 0 0,-1 0-1 0 0,0 0 1 0 0,0 0 0 0 0,0 0 0 0 0,0 0 0 0 0,-1 1 0 0 0,1-1 0 0 0,-1 0 0 0 0,0 0 0 0 0,0 0 0 0 0,0 1 0 0 0,0-1 0 0 0,0 0-1 0 0,-1 0 1 0 0,1 0 0 0 0,-1 0 0 0 0,0 1 0 0 0,0-1 0 0 0,0 0 0 0 0,-1 0 0 0 0,1-1 0 0 0,-1 1 0 0 0,1 0 0 0 0,-4 3 0 0 0,-2 6 40 0 0,-2 0 0 0 0,0-1 1 0 0,0 0-1 0 0,-1 0 1 0 0,0-1-1 0 0,-1-1 1 0 0,0 1-1 0 0,-1-2 1 0 0,0 0-1 0 0,0 0 1 0 0,0-1-1 0 0,-21 8 0 0 0,-7 1 223 0 0,-1-1-1 0 0,0-3 0 0 0,-44 8 1 0 0,-78 14 1437 0 0,152-33-1545 0 0,0 0 1 0 0,1-1-1 0 0,-15 0 0 0 0,21 0-108 0 0,0-1 0 0 0,1 1-1 0 0,-1-1 1 0 0,0 0 0 0 0,0 0 0 0 0,0 0-1 0 0,0 0 1 0 0,1-1 0 0 0,-1 0 0 0 0,1 1-1 0 0,-7-5 1 0 0,-18-19 640 0 0,28 25-687 0 0,-1 0 0 0 0,1-1 0 0 0,0 1 1 0 0,0-1-1 0 0,-1 1 0 0 0,1-1 0 0 0,0 1 1 0 0,0-1-1 0 0,0 1 0 0 0,0-1 0 0 0,0 1 1 0 0,-1-1-1 0 0,1 1 0 0 0,0-1 0 0 0,0 1 1 0 0,0-1-1 0 0,0 1 0 0 0,1-1 0 0 0,-1 1 1 0 0,0-1-1 0 0,0 1 0 0 0,0-1 0 0 0,0 1 1 0 0,0 0-1 0 0,0-1 0 0 0,1 1 0 0 0,-1-1 1 0 0,0 1-1 0 0,0-1 0 0 0,1 1 0 0 0,-1 0 1 0 0,0-1-1 0 0,1 1 0 0 0,-1-1 0 0 0,1 1 1 0 0,-1 0-1 0 0,0 0 0 0 0,1-1 0 0 0,0 1 1 0 0,21-15-15 0 0,-20 14-10 0 0,11-6-14 0 0,1 2-1 0 0,0-1 0 0 0,0 2 1 0 0,0 0-1 0 0,0 0 0 0 0,1 2 1 0 0,18-2-1 0 0,-15 4-19 0 0,-1 0 1 0 0,1 1 0 0 0,-1 1-1 0 0,0 1 1 0 0,1 0-1 0 0,-1 1 1 0 0,0 1-1 0 0,-1 1 1 0 0,18 8-1 0 0,9 7-146 0 0,68 46-1 0 0,-98-58 151 0 0,79 55 140 0 0,-87-60-139 0 0,0-1 1 0 0,0-1-1 0 0,1 1 0 0 0,-1-1 0 0 0,1 0 0 0 0,-1 0 1 0 0,1 0-1 0 0,0-1 0 0 0,-1 0 0 0 0,1 0 0 0 0,0 0 1 0 0,0-1-1 0 0,0 0 0 0 0,0 0 0 0 0,7-2 0 0 0,-2 2-141 0 0,9-2-1011 0 0,0 0-1 0 0,0-1 1 0 0,0-1 0 0 0,0-1 0 0 0,29-12 0 0 0,-34 12 143 0 0,1-2-1124 0 0,1 0 1 0 0,15-9-1 0 0</inkml:trace>
</inkml:ink>
</file>

<file path=ppt/ink/ink9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06T19:04:23.31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27 86 4562 0 0,'-26'8'1892'0'0,"26"-8"-1873"0"0,0 1 0 0 0,0-1 0 0 0,0 0 0 0 0,1 0 0 0 0,-1 1-1 0 0,0-1 1 0 0,0 0 0 0 0,1 1 0 0 0,-1-1 0 0 0,0 0 0 0 0,0 0 0 0 0,1 1 0 0 0,-1-1 0 0 0,0 0 0 0 0,1 0 0 0 0,-1 0 0 0 0,0 1 0 0 0,1-1 0 0 0,-1 0 0 0 0,0 0 0 0 0,1 0 0 0 0,-1 0 0 0 0,1 0 0 0 0,-1 0-1 0 0,0 0 1 0 0,1 0 0 0 0,-1 0 0 0 0,0 0 0 0 0,1 0 0 0 0,-1 0 0 0 0,0 0 0 0 0,1 0 0 0 0,0 0 0 0 0,70 4 235 0 0,-66-4-189 0 0,130-2 548 0 0,493-47 1068 0 0,-126 8-1974 0 0,-379 33 173 0 0,1 6 0 0 0,223 24-1 0 0,-310-17 165 0 0,279 31 227 0 0,-214-30-255 0 0,116-6 0 0 0,-105-8 36 0 0,134-4 167 0 0,-215 12-179 0 0,0 2-1 0 0,0 1 0 0 0,0 2 1 0 0,0 1-1 0 0,36 11 0 0 0,-63-15-42 0 0,-1-1-1 0 0,1 1 1 0 0,-1 0 0 0 0,0 0-1 0 0,1 0 1 0 0,-1 1-1 0 0,0-1 1 0 0,-1 1 0 0 0,5 3-1 0 0,-7-5-10 0 0,-1-1-1 0 0,1 1 1 0 0,-1 0-1 0 0,1-1 1 0 0,-1 1-1 0 0,1 0 1 0 0,-1 0-1 0 0,0-1 1 0 0,1 1-1 0 0,-1 0 0 0 0,0 0 1 0 0,0 0-1 0 0,1-1 1 0 0,-1 1-1 0 0,0 0 1 0 0,0 0-1 0 0,0 0 1 0 0,0 0-1 0 0,0-1 1 0 0,0 1-1 0 0,0 0 1 0 0,0 0-1 0 0,0 0 1 0 0,-1 0-1 0 0,1-1 1 0 0,0 1-1 0 0,-1 0 1 0 0,1 0-1 0 0,-1 0 1 0 0,-2 3-187 0 0,-1 0 0 0 0,1-1 0 0 0,-1 0 0 0 0,0 0 0 0 0,0 0 0 0 0,-1 0 0 0 0,1-1 0 0 0,0 1 0 0 0,-1-1 1 0 0,0 0-1 0 0,1 0 0 0 0,-10 1 0 0 0,-10 3-1889 0 0,-1-2 0 0 0,-33 3 0 0 0</inkml:trace>
</inkml:ink>
</file>

<file path=ppt/ink/ink9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06T19:04:05.67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170 207 80 0 0,'0'-5'3042'0'0,"0"-20"-2002"0"0,0 24-787 0 0,0 0-73 0 0,1-1 0 0 0,-1 1 0 0 0,0-1-1 0 0,0 1 1 0 0,0 0 0 0 0,0-1-1 0 0,0 1 1 0 0,0-1 0 0 0,0 1 0 0 0,0-1-1 0 0,-1 1 1 0 0,1-1 0 0 0,-1 1 0 0 0,1 0-1 0 0,-1-1 1 0 0,1 1 0 0 0,-1 0 0 0 0,-1-2-1 0 0,-3 1-265 0 0,-9-7 1112 0 0,13 7-837 0 0,0 0 0 0 0,1 0 0 0 0,-1 0 0 0 0,1-1-1 0 0,-1 1 1 0 0,1 0 0 0 0,0 0 0 0 0,0 0-1 0 0,0-5 1 0 0,0 20 1903 0 0,0-11-2067 0 0,0-1-1 0 0,0 1 1 0 0,0 0 0 0 0,0 0-1 0 0,0-1 1 0 0,-1 1 0 0 0,1 0-1 0 0,-1 0 1 0 0,1-1 0 0 0,-1 1-1 0 0,-1 2 1 0 0,-8 6 124 0 0,3-3-51 0 0,1 0 1 0 0,-1 0-1 0 0,1 1 0 0 0,-5 8 0 0 0,0 8 95 0 0,10-19-179 0 0,-1-1 0 0 0,0 0 0 0 0,0 0 1 0 0,0 0-1 0 0,0 0 0 0 0,-1-1 1 0 0,-4 6-1 0 0,-45 47 173 0 0,51-54-182 0 0,0 0 0 0 0,0 0-1 0 0,1-1 1 0 0,-1 1 0 0 0,1 0 0 0 0,-1 0 0 0 0,1 0 0 0 0,-1 0-1 0 0,1 0 1 0 0,0 0 0 0 0,0 0 0 0 0,0 0 0 0 0,0 0 0 0 0,0 0 0 0 0,1 0-1 0 0,-1 0 1 0 0,1 0 0 0 0,-1 0 0 0 0,1 0 0 0 0,0 0 0 0 0,1 3 0 0 0,20 5 95 0 0,-15-8-65 0 0,-1 1 1 0 0,1 0-1 0 0,-1 0 0 0 0,0 0 0 0 0,0 1 0 0 0,9 7 0 0 0,-11-4-27 0 0,6 7-42 0 0,13 0-26 0 0,1-2 0 0 0,1 0 0 0 0,34 10 0 0 0,-42-16 213 0 0,1 0 1 0 0,0-2 0 0 0,-1 0 0 0 0,21 1 0 0 0,-25-5 29 0 0,-1-1-1 0 0,1 0 1 0 0,0-1 0 0 0,-1 0 0 0 0,1-1 0 0 0,-1 0-1 0 0,0-1 1 0 0,14-6 0 0 0,29-13 662 0 0,98-59-1 0 0,-119 61-640 0 0,-2-2 0 0 0,0-1 0 0 0,-2-2-1 0 0,31-32 1 0 0,-51 47-166 0 0,0 0 0 0 0,0-1-1 0 0,-1-1 1 0 0,0 0 0 0 0,-1 0 0 0 0,-1 0 0 0 0,6-16 0 0 0,-12 26-86 0 0,1 0 0 0 0,-1-1 1 0 0,0 1-1 0 0,-1 0 1 0 0,1-1-1 0 0,0 1 1 0 0,-1 0-1 0 0,0-1 1 0 0,0 1-1 0 0,0-1 1 0 0,0 1-1 0 0,-1 0 1 0 0,1-1-1 0 0,-1 1 1 0 0,0 0-1 0 0,0-1 1 0 0,0 1-1 0 0,0 0 1 0 0,0 0-1 0 0,-1 0 1 0 0,0 0-1 0 0,1 0 1 0 0,-1 0-1 0 0,0 0 1 0 0,0 1-1 0 0,-1-1 0 0 0,1 1 1 0 0,-1-1-1 0 0,1 1 1 0 0,-1 0-1 0 0,0 0 1 0 0,1 0-1 0 0,-1 0 1 0 0,-4-1-1 0 0,4 2-323 0 0,0-1 0 0 0,0 1 0 0 0,0 0-1 0 0,0 0 1 0 0,0 1 0 0 0,0-1 0 0 0,-1 1 0 0 0,1 0-1 0 0,0-1 1 0 0,0 1 0 0 0,0 1 0 0 0,-1-1 0 0 0,1 0-1 0 0,0 1 1 0 0,-6 1 0 0 0,0 0-560 0 0,-62 11-4378 0 0,11 8-400 0 0</inkml:trace>
</inkml:ink>
</file>

<file path=ppt/ink/ink9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06T19:04:07.45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43 240 0 0,'1'-1'64'0'0,"0"0"1"0"0,0 0-1 0 0,0 0 0 0 0,-1 0 1 0 0,1 1-1 0 0,0-1 0 0 0,0 0 1 0 0,0 0-1 0 0,0 1 0 0 0,0-1 1 0 0,0 1-1 0 0,0-1 0 0 0,1 1 1 0 0,-1-1-1 0 0,0 1 0 0 0,0 0 1 0 0,0-1-1 0 0,0 1 0 0 0,2 0 1 0 0,-1 0 75 0 0,6-4 90 0 0,19-4 382 0 0,27-4-493 0 0,-30 9-65 0 0,-17 7 213 0 0,-10 1-1 0 0,3-4-53 0 0,-5-1-26 0 0,-18 0 427 0 0,23-2-410 0 0,0 2-193 0 0,0 0 1 0 0,0 0 0 0 0,0-1 0 0 0,0 1 0 0 0,0 0-1 0 0,0-1 1 0 0,0 1 0 0 0,0 0 0 0 0,0-1 0 0 0,0 1-1 0 0,0 0 1 0 0,0-1 0 0 0,0 1 0 0 0,0 0 0 0 0,0-1-1 0 0,0 1 1 0 0,0 0 0 0 0,0 0 0 0 0,-1-1-1 0 0,1 1 1 0 0,0 0 0 0 0,0-1 0 0 0,0 1 0 0 0,0 0-1 0 0,-1 0 1 0 0,1 0 0 0 0,0-1 0 0 0,0 1 0 0 0,-1 0-1 0 0,1 0 1 0 0,0 0 0 0 0,0-1 0 0 0,-1 1 0 0 0,1 0-1 0 0,0 0 1 0 0,-1 0 0 0 0,-10-2-1016 0 0,-13 1 3719 0 0,15 1 520 0 0,30 3-1925 0 0,182 26 1107 0 0,-70 6-6488 0 0,-86-18-2105 0 0,-65-10 3201 0 0</inkml:trace>
</inkml:ink>
</file>

<file path=ppt/ink/ink9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06T19:04:07.83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0 179 1681 0 0,'28'-12'2001'0'0,"1"-6"0"0"0,27 0-161 0 0,28-11-319 0 0,56-6-480 0 0,1 4-1842 0 0,-63 8-2640 0 0,-50 10-81 0 0</inkml:trace>
</inkml:ink>
</file>

<file path=ppt/ink/ink9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06T19:04:08.21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0 1201 0 0,'0'72'2881'0'0,"28"-13"-1521"0"0,-28-11-1119 0 0,0-7-321 0 0,0 0-321 0 0,0 0-639 0 0,-28-11-1121 0 0</inkml:trace>
</inkml:ink>
</file>

<file path=ppt/ink/ink9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06T19:04:08.59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1 400 0 0,'0'0'1681'0'0,"28"5"240"0"0,0 2-2401 0 0,-28-1-801 0 0,28-1-240 0 0</inkml:trace>
</inkml:ink>
</file>

<file path=ppt/ink/ink9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06T19:04:28.80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1308 5 480 0 0,'-13'3'397'0'0,"-1"-1"1"0"0,0-1-1 0 0,0-1 0 0 0,0 0 0 0 0,0 0 1 0 0,0-1-1 0 0,0-1 0 0 0,-19-5 0 0 0,25 6-386 0 0,-1 1 0 0 0,1 1 1 0 0,-1-1-1 0 0,1 1 0 0 0,-1 1 0 0 0,1-1 0 0 0,0 2 0 0 0,-10 2 0 0 0,-4 2-4 0 0,-42 7-9 0 0,13-2 9 0 0,-54 20 1 0 0,8-2 57 0 0,65-22-60 0 0,0 3 0 0 0,-60 27 0 0 0,64-24 23 0 0,6-3-2 0 0,-35 23 0 0 0,-22 27 41 0 0,76-59-69 0 0,1 0 0 0 0,-1 0 1 0 0,1 0-1 0 0,0 1 0 0 0,0-1 0 0 0,0 1 0 0 0,0-1 1 0 0,0 1-1 0 0,0 0 0 0 0,1 0 0 0 0,0 0 0 0 0,-1 0 1 0 0,0 4-1 0 0,-7 15-40 0 0,-38 56 42 0 0,40-62-10 0 0,6-12 16 0 0,-1-1 0 0 0,1 1-1 0 0,-1-1 1 0 0,0 1 0 0 0,0-1 0 0 0,0 0 0 0 0,-1 0-1 0 0,1 0 1 0 0,-1 0 0 0 0,-3 3 0 0 0,2-2-1 0 0,0 1 1 0 0,0-1 0 0 0,1 1-1 0 0,0 0 1 0 0,-1 0-1 0 0,2 1 1 0 0,-3 5 0 0 0,2-5-3 0 0,0 0 1 0 0,0 0-1 0 0,-1 0 1 0 0,0 0 0 0 0,-6 7-1 0 0,-102 105 384 0 0,105-109-188 0 0,0 0 0 0 0,1 1 0 0 0,0 0 0 0 0,1 0 0 0 0,0 0 0 0 0,-6 19-1 0 0,6-16-69 0 0,-4 23 138 0 0,1-18-180 0 0,5-13-56 0 0,1 0 1 0 0,0 1-1 0 0,0-1 0 0 0,0 0 0 0 0,1 0 1 0 0,0 1-1 0 0,0-1 0 0 0,0 1 1 0 0,0 5-1 0 0,1-4-5 0 0,-1-1 0 0 0,0 1 1 0 0,0-1-1 0 0,0 1 0 0 0,-1-1 1 0 0,0 0-1 0 0,-3 8 0 0 0,2-8-9 0 0,0 0 0 0 0,1 0 0 0 0,0 1 0 0 0,1-1 1 0 0,0 1-1 0 0,-1 0 0 0 0,1 7 0 0 0,1 81 530 0 0,0-93-537 0 0,1 0 0 0 0,-1 0-1 0 0,0 1 1 0 0,1-1 0 0 0,-1 0 0 0 0,1 0 0 0 0,-1 1 0 0 0,1-1 0 0 0,0 0 0 0 0,0 0 0 0 0,0 0 0 0 0,0 0 0 0 0,1 0 0 0 0,-1 0 0 0 0,3 2 0 0 0,-3-3-9 0 0,0 1 0 0 0,1 0-1 0 0,-1 0 1 0 0,0-1 0 0 0,0 1 0 0 0,0 0 0 0 0,0 0 0 0 0,0 0 0 0 0,0 0 0 0 0,-1 0 0 0 0,1 1-1 0 0,-1-1 1 0 0,1 0 0 0 0,-1 0 0 0 0,0 3 0 0 0,0 67-1 0 0,0-71 1 0 0,0 0 1 0 0,1 1-1 0 0,-1-1 1 0 0,0 0-1 0 0,0 0 1 0 0,0 0-1 0 0,1 0 0 0 0,-1 0 1 0 0,1 0-1 0 0,-1 0 1 0 0,1 0-1 0 0,-1 0 0 0 0,1 0 1 0 0,-1 0-1 0 0,1 0 1 0 0,0-1-1 0 0,-1 1 1 0 0,1 0-1 0 0,0 0 0 0 0,0-1 1 0 0,0 1-1 0 0,0 0 1 0 0,0-1-1 0 0,0 1 0 0 0,1 0 1 0 0,6 4 28 0 0,-1 2-31 0 0,30 30 51 0 0,-35-34-53 0 0,0 1-1 0 0,0-1 0 0 0,0 0 0 0 0,-1 0 0 0 0,1 1 0 0 0,-1-1 1 0 0,0 0-1 0 0,0 1 0 0 0,0-1 0 0 0,0 1 0 0 0,-1 0 1 0 0,1 6-1 0 0,-1-8 1 0 0,1 0 1 0 0,-1 0-1 0 0,1-1 1 0 0,0 1-1 0 0,0 0 1 0 0,0 0-1 0 0,0-1 1 0 0,0 1-1 0 0,0 0 1 0 0,0-1-1 0 0,0 1 1 0 0,1-1-1 0 0,-1 1 1 0 0,1-1-1 0 0,-1 0 1 0 0,1 0-1 0 0,-1 0 1 0 0,1 1-1 0 0,0-2 1 0 0,0 1-1 0 0,-1 0 1 0 0,4 1-1 0 0,6 3 38 0 0,0-1-1 0 0,0-1 0 0 0,13 3 1 0 0,7-1 3 0 0,0-1-1 0 0,0-2 1 0 0,38-2 0 0 0,92-11-16 0 0,-63 0 33 0 0,103-27 1 0 0,-126 22 7 0 0,499-146 403 0 0,-494 133-337 0 0,-1-4 0 0 0,75-43 0 0 0,-132 62-61 0 0,0-1 0 0 0,-2-1 0 0 0,0-1-1 0 0,21-22 1 0 0,-35 33-73 0 0,3-4 29 0 0,0-1 0 0 0,0 0 0 0 0,8-14 0 0 0,-1 1 0 0 0,-13 20-22 0 0,0 0 1 0 0,0 1-1 0 0,0-1 1 0 0,-1 0-1 0 0,0 0 1 0 0,0-1-1 0 0,0 1 1 0 0,0 0-1 0 0,0-1 1 0 0,-1 1-1 0 0,0-1 1 0 0,0 1-1 0 0,0-1 1 0 0,-1 1-1 0 0,0-7 1 0 0,1 4 17 0 0,0 1-1 0 0,0-1 1 0 0,1 0-1 0 0,-1 0 1 0 0,1 1 0 0 0,5-12-1 0 0,-4 14-10 0 0,-1 0 0 0 0,0-1-1 0 0,-1 1 1 0 0,1-1 0 0 0,-1 1-1 0 0,0-1 1 0 0,0 0 0 0 0,0 0-1 0 0,-1 1 1 0 0,1-1 0 0 0,-1 0-1 0 0,0 0 1 0 0,-1 0 0 0 0,1 0-1 0 0,-1 1 1 0 0,0-1 0 0 0,-2-6-1 0 0,-4-2 26 0 0,-1 0-1 0 0,-1 1 0 0 0,1 0 0 0 0,-16-15 0 0 0,0-1-12 0 0,15 17 23 0 0,-1 1-1 0 0,-22-17 1 0 0,5 3 39 0 0,-4-8-10 0 0,22 22-75 0 0,0 1 1 0 0,0 0-1 0 0,-18-13 0 0 0,-1 4-56 0 0,15 10 65 0 0,0-1 1 0 0,1 0-1 0 0,0 0 0 0 0,0-2 0 0 0,1 1 1 0 0,0-1-1 0 0,-17-23 0 0 0,12 12 22 0 0,10 15-29 0 0,0-1-1 0 0,1 0 1 0 0,0 0 0 0 0,0 0-1 0 0,-3-10 1 0 0,-2-25 13 0 0,0 20 15 0 0,8 19-40 0 0,0 0 0 0 0,0-1 0 0 0,1 1 0 0 0,-1 0 0 0 0,1-1 0 0 0,0 1 0 0 0,0-1 0 0 0,0-8 0 0 0,1 3-62 0 0,-3-28 29 0 0,3 37 29 0 0,0 0-1 0 0,-1 0 1 0 0,1 0 0 0 0,0 0-1 0 0,-1 0 1 0 0,1 0 0 0 0,-1 0 0 0 0,0 1-1 0 0,1-1 1 0 0,-1 0 0 0 0,1 0 0 0 0,-1 0-1 0 0,0 1 1 0 0,0-1 0 0 0,1 0-1 0 0,-1 1 1 0 0,0-1 0 0 0,0 1 0 0 0,0-1-1 0 0,0 1 1 0 0,0-1 0 0 0,0 1-1 0 0,0 0 1 0 0,0-1 0 0 0,0 1 0 0 0,0 0-1 0 0,0 0 1 0 0,0 0 0 0 0,0 0-1 0 0,0 0 1 0 0,-1 0 0 0 0,-26 5-2892 0 0,0 1-1001 0 0</inkml:trace>
</inkml:ink>
</file>

<file path=ppt/ink/ink9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06T19:04:25.96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80 1 800 0 0,'-51'6'2353'0'0,"22"-5"4245"0"0,48-1-5944 0 0,-14 0 760 0 0,-6-3 634 0 0,3 4-1416 0 0,1 1-631 0 0,26 7 675 0 0,-1-1 0 0 0,51 8 0 0 0,17 1-541 0 0,30 4-3006 0 0,-39-11-6239 0 0,-59-9 5549 0 0</inkml:trace>
</inkml:ink>
</file>

<file path=ppt/ink/ink9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06T19:04:26.36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8 1121 0 0,'28'0'2080'0'0,"-28"-8"1"0"0,22 8-160 0 0,35 0-400 0 0,-1 0-320 0 0,28 8-321 0 0,0 2-160 0 0,28 3-560 0 0,-27 5-1120 0 0,-57-13-2242 0 0,0 2-399 0 0,-28-14 479 0 0</inkml:trace>
</inkml:ink>
</file>

<file path=ppt/ink/ink9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06T19:04:43.48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416 24 80 0 0,'1'-1'18'0'0,"0"1"-1"0"0,0-1 1 0 0,0 0 0 0 0,0 1-1 0 0,0-1 1 0 0,0 1-1 0 0,0-1 1 0 0,0 1 0 0 0,0-1-1 0 0,0 1 1 0 0,0 0 0 0 0,0 0-1 0 0,0-1 1 0 0,0 1-1 0 0,0 0 1 0 0,0 0 0 0 0,0 0-1 0 0,1 0 1 0 0,0 1 0 0 0,-1-2 16 0 0,4-3 33 0 0,-5 3-63 0 0,0 1 1 0 0,-1-1-1 0 0,1 1 1 0 0,-1-1-1 0 0,1 1 1 0 0,0-1-1 0 0,-1 1 1 0 0,1 0-1 0 0,-1-1 1 0 0,1 1-1 0 0,-1 0 1 0 0,1-1-1 0 0,-1 1 1 0 0,1 0-1 0 0,-1 0 1 0 0,1-1-1 0 0,-1 1 1 0 0,0 0 0 0 0,1 0-1 0 0,-1 0 1 0 0,1 0-1 0 0,-1 0 1 0 0,0 0-1 0 0,1 0 1 0 0,-1 0-1 0 0,0 0 1 0 0,-25-1 273 0 0,15 1-65 0 0,-22 1 2548 0 0,0-6-1880 0 0,28 6-847 0 0,-1 0-1 0 0,1 0 1 0 0,-1 0 0 0 0,1 1-1 0 0,0 0 1 0 0,-8 4 0 0 0,-26 10 63 0 0,1-2 57 0 0,1 2-1 0 0,1 1 1 0 0,-35 24-1 0 0,69-40-147 0 0,1 0 0 0 0,1 0 0 0 0,-1 0 1 0 0,0 0-1 0 0,0 0 0 0 0,0 0 0 0 0,0 0 0 0 0,1 1 0 0 0,-1-1 0 0 0,1 0 0 0 0,-1 1 1 0 0,0 1-1 0 0,-2 4 7 0 0,-17 22 1 0 0,17-27-13 0 0,1 1 0 0 0,0-1-1 0 0,0 0 1 0 0,0 1 0 0 0,0 0 0 0 0,0 0-1 0 0,0-1 1 0 0,1 1 0 0 0,-1 0 0 0 0,1 0-1 0 0,0 0 1 0 0,0 0 0 0 0,0 1 0 0 0,0-1 0 0 0,1 0-1 0 0,-1 5 1 0 0,1 80 439 0 0,0-86-435 0 0,0 1-1 0 0,0-1 0 0 0,0 1 1 0 0,1-1-1 0 0,-1 1 1 0 0,1-1-1 0 0,0 1 1 0 0,-1-1-1 0 0,1 0 0 0 0,0 1 1 0 0,1-1-1 0 0,-1 0 1 0 0,0 0-1 0 0,1 0 0 0 0,1 2 1 0 0,-2-2 5 0 0,1 0 1 0 0,-1 0 0 0 0,1 0-1 0 0,-1 0 1 0 0,0 0-1 0 0,0 1 1 0 0,0-1 0 0 0,0 0-1 0 0,0 0 1 0 0,-1 1-1 0 0,1-1 1 0 0,-1 1 0 0 0,0-1-1 0 0,1 0 1 0 0,-1 3-1 0 0,0 149 44 0 0,0-147-56 0 0,1 0 0 0 0,0-1 0 0 0,0 1 0 0 0,0 0 0 0 0,1-1 0 0 0,3 7 1 0 0,-3-6-1 0 0,0-1 0 0 0,0 1 0 0 0,0 0 0 0 0,-1 0 0 0 0,0 0 0 0 0,0 7 0 0 0,-1 127 69 0 0,0-137-62 0 0,1 1 1 0 0,-1 0 0 0 0,1-1-1 0 0,0 1 1 0 0,0 0-1 0 0,1-1 1 0 0,-1 1 0 0 0,1-1-1 0 0,4 7 1 0 0,3 8 44 0 0,-3-1 21 0 0,-5-15-31 0 0,0 0 0 0 0,0 0-1 0 0,0 0 1 0 0,0 0 0 0 0,1 0-1 0 0,-1-1 1 0 0,1 1 0 0 0,0 0 0 0 0,-1-1-1 0 0,1 1 1 0 0,1-1 0 0 0,-1 0 0 0 0,4 4-1 0 0,25 20 430 0 0,-9-7 4 0 0,38 25-1 0 0,-49-36-417 0 0,2 1 48 0 0,1 0 1 0 0,0-1 0 0 0,1 0-1 0 0,-1-1 1 0 0,2 0 0 0 0,-1-2-1 0 0,0 0 1 0 0,31 6-1 0 0,12-7 160 0 0,0-2-1 0 0,97-9 0 0 0,-127 3-163 0 0,-1-1 0 0 0,0-1 0 0 0,0-1-1 0 0,32-14 1 0 0,-41 13-31 0 0,0-1 0 0 0,0 0 0 0 0,-1-1 0 0 0,0-1 0 0 0,-1-1 0 0 0,27-25 0 0 0,-22 19 3 0 0,6-4 52 0 0,-2-2-1 0 0,0-1 1 0 0,-1-1 0 0 0,39-57 0 0 0,-59 75-106 0 0,0 0 1 0 0,0 0 0 0 0,0 0 0 0 0,-1 0 0 0 0,0-1 0 0 0,-1 1 0 0 0,0-1-1 0 0,0 0 1 0 0,-1 1 0 0 0,0-1 0 0 0,0 0 0 0 0,-1 0 0 0 0,0 0-1 0 0,-1 0 1 0 0,0 0 0 0 0,0 0 0 0 0,-1 1 0 0 0,0-1 0 0 0,-6-15 0 0 0,3 13-13 0 0,-1 0-1 0 0,0 0 1 0 0,0 0 0 0 0,-1 1 0 0 0,0 0 0 0 0,-1 0 0 0 0,0 1 0 0 0,-1 0 0 0 0,0 0 0 0 0,0 1 0 0 0,-1 0 0 0 0,0 1 0 0 0,-19-11 0 0 0,-16-6-347 0 0,-1 1 0 0 0,-82-26-1 0 0,85 37-1471 0 0,-83-12 0 0 0,19 12-1681 0 0</inkml:trace>
</inkml:ink>
</file>

<file path=ppt/ink/ink9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06T19:04:34.08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18 326 1201 0 0,'-5'1'319'0'0,"-7"2"769"0"0,16-2-140 0 0,4 0-475 0 0,0 2 4825 0 0,-7-3-5244 0 0,-1 0 0 0 0,1 1 0 0 0,-1-1 0 0 0,1 0 0 0 0,-1 1 0 0 0,1-1 0 0 0,-1 0 0 0 0,1 0 0 0 0,-1 0 0 0 0,1 1 0 0 0,-1-1 0 0 0,1 0 0 0 0,-1 0 0 0 0,1 0 0 0 0,-1 0 0 0 0,1 0 0 0 0,-1 0 0 0 0,1 0 0 0 0,-1 0 0 0 0,1 0 0 0 0,-1 0 0 0 0,1 0-1 0 0,-1 0 1 0 0,1 0 0 0 0,0-1 0 0 0,-1 1 0 0 0,0 0 0 0 0,1 0 0 0 0,-1-1 0 0 0,1 1 0 0 0,-1 0 0 0 0,1 0 0 0 0,-1-1 0 0 0,1 1 0 0 0,-1-1 0 0 0,0 1 0 0 0,1 0 0 0 0,0-2 0 0 0,-1 2 640 0 0,-1-3-562 0 0,1 1 0 0 0,0 0 1 0 0,0 0-1 0 0,0 0 0 0 0,0 0 1 0 0,0-1-1 0 0,1 1 0 0 0,-1 0 1 0 0,1 0-1 0 0,-1 0 1 0 0,1 0-1 0 0,1-3 0 0 0,30-23-54 0 0,16-15 4 0 0,36-58 185 0 0,-49 48 95 0 0,-19 25-110 0 0,-14 26-207 0 0,-1 0 0 0 0,-1-1 0 0 0,1 1 0 0 0,0-1 0 0 0,-1 1 0 0 0,1-1 0 0 0,-1 0 0 0 0,1 1 0 0 0,-1-1 0 0 0,0 1-1 0 0,0-1 1 0 0,-1-4 0 0 0,0-2 158 0 0,1 8-110 0 0,0 2-39 0 0,2 31-138 0 0,-1-26 55 0 0,-1 0 0 0 0,1 1 0 0 0,-1-1 0 0 0,0 0 0 0 0,-1 0 0 0 0,0 0 0 0 0,0 0 0 0 0,0 0 0 0 0,-4 11 0 0 0,-4-4 71 0 0,8-11-35 0 0,-1 0 0 0 0,1 0 0 0 0,-1-1 0 0 0,1 1 0 0 0,0 0 0 0 0,0 0 0 0 0,0 0 0 0 0,0 0 0 0 0,1 0 0 0 0,-1 1 0 0 0,0-1 0 0 0,1 0 0 0 0,0 0 0 0 0,-1 3 0 0 0,1-4-7 0 0,0 1 1 0 0,0-1 0 0 0,0 0-1 0 0,0 0 1 0 0,-1 0 0 0 0,1 0-1 0 0,0 1 1 0 0,-1-1-1 0 0,1 0 1 0 0,-1 0 0 0 0,1 0-1 0 0,-1 0 1 0 0,0 0 0 0 0,1 0-1 0 0,-1 0 1 0 0,0 0-1 0 0,0 0 1 0 0,1-1 0 0 0,-1 1-1 0 0,0 0 1 0 0,0 0 0 0 0,0-1-1 0 0,0 1 1 0 0,0 0 0 0 0,-2 0-1 0 0,-3 3 10 0 0,-18 27 75 0 0,20-25-83 0 0,0 0-1 0 0,-1-1 1 0 0,0 1-1 0 0,0-1 0 0 0,-9 8 1 0 0,-42 37 331 0 0,50-46-355 0 0,1 0 0 0 0,0 1-1 0 0,0 0 1 0 0,1 0 0 0 0,-1 1-1 0 0,-3 5 1 0 0,4-6 28 0 0,1 0 0 0 0,-1 0 0 0 0,1-1 1 0 0,-1 0-1 0 0,-1 0 0 0 0,1 0 0 0 0,-6 4 1 0 0,1-6 113 0 0,-1-2-59 0 0,13-2 21 0 0,-2 2-78 0 0,-1 0 1 0 0,1-1 0 0 0,0 1-1 0 0,-1 0 1 0 0,1 0 0 0 0,0-1-1 0 0,-1 1 1 0 0,1 0-1 0 0,-1-1 1 0 0,1 1 0 0 0,0 0-1 0 0,-1-1 1 0 0,1 1-1 0 0,-1-1 1 0 0,1 1 0 0 0,-1-1-1 0 0,1 1 1 0 0,-1-1 0 0 0,0 0-1 0 0,1 0 1 0 0,-1 0-59 0 0,0 1-42 0 0,0 0 79 0 0,0 1 0 0 0,0-1 1 0 0,-1 1-1 0 0,1-1 0 0 0,0 1 1 0 0,0-1-1 0 0,0 0 0 0 0,0 1 1 0 0,0-1-1 0 0,0 1 0 0 0,0-1 1 0 0,0 0-1 0 0,0 1 0 0 0,1-1 1 0 0,-1 1-1 0 0,0-1 0 0 0,0 0 1 0 0,0 1-1 0 0,0-1 0 0 0,0 1 1 0 0,1-1-1 0 0,-1 0 0 0 0,0 1 1 0 0,0-1-1 0 0,1 0 0 0 0,-1 1 1 0 0,0-1-1 0 0,1 0 0 0 0,-1 1 0 0 0,1-1 1 0 0,18 6 46 0 0,0-1 0 0 0,0 0 1 0 0,1-2-1 0 0,0 0 0 0 0,23 0 0 0 0,4 1 2 0 0,237 16 60 0 0,-208-16-104 0 0,-59-3-45 0 0,-1 0 0 0 0,1-1 0 0 0,0-1 0 0 0,-1-1 0 0 0,1 0-1 0 0,-1-1 1 0 0,29-9 0 0 0,-38 9 60 0 0,-1 0 0 0 0,0 0 0 0 0,0-1-1 0 0,0 0 1 0 0,0 0 0 0 0,-1 0 0 0 0,1-1 0 0 0,-1 0 0 0 0,0 0 0 0 0,-1 0-1 0 0,1-1 1 0 0,-1 1 0 0 0,0-1 0 0 0,0 0 0 0 0,-1 0 0 0 0,0-1 0 0 0,0 1-1 0 0,0-1 1 0 0,2-8 0 0 0,-2 6 28 0 0,2 1-1 0 0,-1 0 1 0 0,1 0-1 0 0,0 0 1 0 0,1 0-1 0 0,10-11 1 0 0,10-14 62 0 0,-12-8 0 0 0,5 16-26 0 0,-19 24-66 0 0,1-1 0 0 0,0 1 0 0 0,0 0 0 0 0,0-1 0 0 0,0 1 0 0 0,0 0 0 0 0,0 0 0 0 0,1 0 0 0 0,-1 0 0 0 0,0 0 0 0 0,0 0 0 0 0,1 1 0 0 0,-1-1 0 0 0,1 0 0 0 0,-1 0 0 0 0,2 0 0 0 0,4-1 9 0 0,-3-2 30 0 0,-4 3-94 0 0,0 2-41 0 0,1 0 80 0 0,-1 1 0 0 0,0-1 0 0 0,0 0 0 0 0,-1 1 0 0 0,1-1-1 0 0,0 0 1 0 0,0 0 0 0 0,-1 1 0 0 0,1-1 0 0 0,-1 0 0 0 0,1 0 0 0 0,-1 0 0 0 0,0 2 0 0 0,-13 20 190 0 0,0 1 1 0 0,-12 33 0 0 0,0-1 204 0 0,20-45-333 0 0,-1 1 0 0 0,-1-1 0 0 0,0 0 0 0 0,0-1 0 0 0,-11 10 0 0 0,10-11-34 0 0,1 0 0 0 0,0 1 0 0 0,0 0 0 0 0,1 1 0 0 0,-9 18 0 0 0,-6 26 74 0 0,-12 25 119 0 0,-12-5-99 0 0,8 1-80 0 0,12-32-132 0 0,-27 53-697 0 0,51-93 695 0 0,0-1 0 0 0,0 1 0 0 0,0 0 1 0 0,1-1-1 0 0,-1 1 0 0 0,1 0 1 0 0,0 0-1 0 0,0 0 0 0 0,0 0 0 0 0,1 0 1 0 0,0 0-1 0 0,-1 0 0 0 0,1 1 1 0 0,1-1-1 0 0,-1 0 0 0 0,1 0 0 0 0,-1 0 1 0 0,1 0-1 0 0,0 0 0 0 0,1 0 1 0 0,-1 0-1 0 0,3 5 0 0 0,-3-6-356 0 0,0 0-1 0 0,0 0 0 0 0,0 0 1 0 0,-1 1-1 0 0,1-1 1 0 0,-1 0-1 0 0,0 6 1 0 0,0 21-5540 0 0</inkml:trace>
</inkml:ink>
</file>

<file path=ppt/ink/ink9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06T19:04:34.67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225 11 400 0 0,'-75'-6'4708'0'0,"57"4"-3742"0"0,0 1 0 0 0,0 0 0 0 0,0 1 0 0 0,-27 3 0 0 0,41-2-513 0 0,-20-1 348 0 0,20 0-481 0 0,8 0-80 0 0,506 19 1307 0 0,-346-4-1974 0 0,-59-4-1114 0 0,0-3-3480 0 0,-73-7 872 0 0</inkml:trace>
</inkml:ink>
</file>

<file path=ppt/ink/ink9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06T19:04:35.11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28 1 240 0 0,'0'18'1521'0'0,"0"0"-481"0"0,-28 17 1 0 0,28 12-321 0 0,0-6-400 0 0,0 7 160 0 0,0-1 241 0 0,0 1-161 0 0,0-7-320 0 0,28-12-880 0 0,0-12-2081 0 0</inkml:trace>
</inkml:ink>
</file>

<file path=ppt/ink/ink9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06T19:04:35.52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113 1 240 0 0,'28'0'1281'0'0,"-28"5"79"0"0,0 23 801 0 0,-28 39 881 0 0,0 9-1041 0 0,-28-11-1281 0 0,28-6-560 0 0,28 2-400 0 0,0-15-1441 0 0,0-10-3441 0 0</inkml:trace>
</inkml:ink>
</file>

<file path=ppt/ink/ink9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06T19:04:37.90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0 800 0 0,'0'7'2722'0'0,"0"-1"-161"0"0,28-6 1521 0 0,-28 5-2562 0 0,28-5-319 0 0,-28 7-161 0 0,56-1-239 0 0,0 11-161 0 0,28 19-320 0 0,0 5-160 0 0,23-12-720 0 0,-51-11-1041 0 0,-56 0-2881 0 0,0 0-3361 0 0</inkml:trace>
</inkml:ink>
</file>

<file path=ppt/ink/ink9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06T19:04:38.25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28 274 5683 0 0,'-28'-7'4322'0'0,"28"1"-2642"0"0,0-6-879 0 0,28 1-241 0 0,0-2 80 0 0,0-4 1 0 0,0-1 159 0 0,51-6 0 0 0,61-17 81 0 0,1-7-961 0 0,-1 12-2882 0 0,-84 13-1600 0 0,-56 12-80 0 0,0 4 400 0 0</inkml:trace>
</inkml:ink>
</file>

<file path=ppt/ink/ink9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06T19:04:38.77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140 154 800 0 0,'0'-1'121'0'0,"1"0"0"0"0,-1 1 0 0 0,1-1 0 0 0,-1 0-1 0 0,1 1 1 0 0,-1-1 0 0 0,1 0 0 0 0,0 1 0 0 0,-1-1-1 0 0,1 1 1 0 0,0-1 0 0 0,-1 1 0 0 0,1-1 0 0 0,0 1-1 0 0,0-1 1 0 0,0 1 0 0 0,-1 0 0 0 0,1 0 0 0 0,0-1-1 0 0,0 1 1 0 0,0 0 0 0 0,1 0 0 0 0,26-5 2438 0 0,-22 4-1921 0 0,1-3 1373 0 0,-4 0-1620 0 0,48-30 1956 0 0,-45 31-2140 0 0,0-2 1 0 0,0 1-1 0 0,0-1 0 0 0,-1 0 0 0 0,0 0 0 0 0,0 0 1 0 0,7-10-1 0 0,-11 14-184 0 0,0-2 101 0 0,0 1 1 0 0,0 0-1 0 0,-1-1 0 0 0,1 1 0 0 0,0 0 1 0 0,-1-1-1 0 0,0 1 0 0 0,1-1 0 0 0,-1 1 1 0 0,0 0-1 0 0,0-1 0 0 0,0 1 0 0 0,-1-4 1 0 0,0-3 1030 0 0,1 8-302 0 0,-3 1-732 0 0,0 1 0 0 0,-1 0 0 0 0,1-1-1 0 0,0 1 1 0 0,-1 0 0 0 0,1 1-1 0 0,0-1 1 0 0,0 0 0 0 0,0 1 0 0 0,0 0-1 0 0,0 0 1 0 0,1 0 0 0 0,-1 0 0 0 0,0 0-1 0 0,1 0 1 0 0,-1 1 0 0 0,1-1-1 0 0,0 1 1 0 0,-3 5 0 0 0,-9 10 261 0 0,0 1 0 0 0,2 1-1 0 0,-15 32 1 0 0,-31 82 41 0 0,19-42-386 0 0,-41 64-503 0 0,80-155 391 0 0,-1 0 1 0 0,1 0 0 0 0,-1 0 0 0 0,1 0-1 0 0,0-1 1 0 0,-1 1 0 0 0,1 0-1 0 0,0 0 1 0 0,0 0 0 0 0,0 0 0 0 0,-1 0-1 0 0,1 0 1 0 0,0 0 0 0 0,0 0 0 0 0,0 0-1 0 0,1 0 1 0 0,-1-1 0 0 0,0 1 0 0 0,0 0-1 0 0,0 0 1 0 0,1 0 0 0 0,-1 0 0 0 0,0 0-1 0 0,1 0 1 0 0,-1-1 0 0 0,1 1 0 0 0,-1 0-1 0 0,1 1 1 0 0,2-1-193 0 0,-1 0-1 0 0,0 0 1 0 0,0 0-1 0 0,0 0 1 0 0,1 0 0 0 0,-1 0-1 0 0,0-1 1 0 0,1 1-1 0 0,-1-1 1 0 0,1 1 0 0 0,3-1-1 0 0,7 1-1386 0 0,0-1 0 0 0,27-2 0 0 0,-37 1 969 0 0,1 0 0 0 0,0 0 1 0 0,-1 0-1 0 0,1 0 0 0 0,-1 0 0 0 0,1-1 1 0 0,-1 0-1 0 0,6-3 0 0 0</inkml:trace>
</inkml:ink>
</file>

<file path=ppt/ink/ink9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06T19:04:39.24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363 36 1361 0 0,'-15'1'974'0'0,"1"1"0"0"0,0 0 0 0 0,-1 0 0 0 0,1 1 0 0 0,1 1 0 0 0,-19 8 0 0 0,-76 39 1385 0 0,94-43-2076 0 0,1 1 0 0 0,0 1 0 0 0,0-1 0 0 0,1 2 0 0 0,-20 22 1 0 0,28-29-220 0 0,0 0 1 0 0,0 1-1 0 0,1-1 1 0 0,-1 1-1 0 0,1-1 1 0 0,1 1 0 0 0,-1 0-1 0 0,1 0 1 0 0,-1 1-1 0 0,1-1 1 0 0,1 0 0 0 0,-1 1-1 0 0,1-1 1 0 0,0 1-1 0 0,0-1 1 0 0,1 1 0 0 0,0 0-1 0 0,0-1 1 0 0,0 1-1 0 0,1 7 1 0 0,2-7-28 0 0,-1 0-1 0 0,1-1 1 0 0,0 1 0 0 0,1-1 0 0 0,-1 0 0 0 0,1 0-1 0 0,0-1 1 0 0,0 1 0 0 0,1-1 0 0 0,-1 0 0 0 0,1 0-1 0 0,0 0 1 0 0,0 0 0 0 0,1-1 0 0 0,-1 0-1 0 0,8 3 1 0 0,4 2 1 0 0,0-1 0 0 0,0-1-1 0 0,1-1 1 0 0,32 7 0 0 0,-27-9-26 0 0,1-1 1 0 0,-1-1-1 0 0,1-2 1 0 0,-1 0 0 0 0,1-1-1 0 0,-1-1 1 0 0,0-1-1 0 0,32-10 1 0 0,-22 3-5 0 0,-1-1 0 0 0,0-2-1 0 0,-1-1 1 0 0,-1-1 0 0 0,37-27 0 0 0,-59 37-17 0 0,1 0-2 0 0,0 0-1 0 0,0-1 1 0 0,-1 0 0 0 0,10-11 0 0 0,-15 15 5 0 0,-1-1-1 0 0,1 0 1 0 0,-1 0-1 0 0,0 0 1 0 0,0 0 0 0 0,0 0-1 0 0,-1 0 1 0 0,1 0 0 0 0,-1-1-1 0 0,0 1 1 0 0,0 0 0 0 0,-1-1-1 0 0,1 1 1 0 0,-1-7 0 0 0,1-13-39 0 0,-1 15 49 0 0,1-1 1 0 0,-1 1-1 0 0,-3-20 1 0 0,2 26-7 0 0,1 0 1 0 0,-1 0-1 0 0,0 1 1 0 0,0-1-1 0 0,-1 0 1 0 0,1 0-1 0 0,-1 1 1 0 0,1-1 0 0 0,-1 0-1 0 0,0 1 1 0 0,0 0-1 0 0,0-1 1 0 0,0 1-1 0 0,0 0 1 0 0,0 0-1 0 0,-1 0 1 0 0,-2-1-1 0 0,-10-5-482 0 0,-1 1-1 0 0,0 0 0 0 0,0 1 1 0 0,-1 1-1 0 0,0 1 0 0 0,0 0 1 0 0,0 1-1 0 0,-20 0 0 0 0,-43 1-3903 0 0</inkml:trace>
</inkml:ink>
</file>

<file path=ppt/ink/ink9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06T19:04:40.01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28 57 720 0 0,'0'0'162'0'0,"0"1"0"0"0,-1-1 0 0 0,1 1 0 0 0,0-1 0 0 0,-1 1 0 0 0,1-1 0 0 0,-1 1 0 0 0,1-1 0 0 0,-1 1-1 0 0,1-1 1 0 0,-1 0 0 0 0,1 1 0 0 0,-1-1 0 0 0,1 0 0 0 0,-1 1 0 0 0,0-1 0 0 0,1 0 0 0 0,-1 0 0 0 0,1 0 0 0 0,-1 1 0 0 0,0-1-1 0 0,1 0 1 0 0,-1 0 0 0 0,0 0 0 0 0,1 0 0 0 0,-1 0 0 0 0,0 0 0 0 0,1 0 0 0 0,-1-1 0 0 0,0 1 0 0 0,1 0 0 0 0,-1 0-1 0 0,1 0 1 0 0,-1 0 0 0 0,0-1 0 0 0,1 1 0 0 0,-1 0 0 0 0,1-1 0 0 0,-1 1 0 0 0,1-1 0 0 0,-1 1 0 0 0,1 0 0 0 0,-1-1 0 0 0,1 1-1 0 0,-1-1 1 0 0,1 1 0 0 0,0-1 0 0 0,-1 1 0 0 0,1-1 0 0 0,0 0 0 0 0,-1 1 0 0 0,1-1 0 0 0,0 1 0 0 0,0-1 0 0 0,0 0-1 0 0,-1 1 1 0 0,1-2 0 0 0,1 1-58 0 0,-1-1 0 0 0,0 1 0 0 0,1 0 0 0 0,-1-1 0 0 0,1 1 0 0 0,0 0 0 0 0,-1 0 0 0 0,1 0-1 0 0,0-1 1 0 0,0 1 0 0 0,0 0 0 0 0,0 0 0 0 0,0 0 0 0 0,0 0 0 0 0,0 0 0 0 0,0 1 0 0 0,0-1 0 0 0,1 0 0 0 0,-1 0-1 0 0,0 1 1 0 0,0-1 0 0 0,1 1 0 0 0,-1-1 0 0 0,0 1 0 0 0,2-1 0 0 0,48-12 39 0 0,-39 11 94 0 0,35-4-395 0 0,1 3 0 0 0,0 1 0 0 0,90 10 1 0 0,-91-5-1227 0 0,-33-2 251 0 0,-9-1 565 0 0,1 0-1 0 0,0 0 1 0 0,0 0-1 0 0,0 1 1 0 0,-1 0-1 0 0,1 0 1 0 0,0 1-1 0 0,-1 0 1 0 0,0 0-1 0 0,1 0 1 0 0,-1 0-1 0 0,7 5 1 0 0,12 0-2007 0 0</inkml:trace>
</inkml:ink>
</file>

<file path=ppt/ink/ink9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06T19:04:40.51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79 4 880 0 0,'34'-2'1682'0'0,"-25"1"-820"0"0,0 1-1 0 0,-1 0 1 0 0,1 0-1 0 0,11 2 1 0 0,-3-1-253 0 0,-13-1-481 0 0,0 0 0 0 0,0 0 0 0 0,0 0 0 0 0,0 0 0 0 0,-1 1 0 0 0,1 0 0 0 0,0 0 0 0 0,4 2 0 0 0,20 2 230 0 0,-19-3-319 0 0,0-1 1 0 0,0 1-1 0 0,0 1 1 0 0,11 3-1 0 0,-18-5-36 0 0,-1-1-1 0 0,0 1 0 0 0,0-1 0 0 0,0 1 1 0 0,0-1-1 0 0,0 1 0 0 0,1 0 1 0 0,-1 0-1 0 0,0 0 0 0 0,-1-1 0 0 0,1 1 1 0 0,0 0-1 0 0,0 0 0 0 0,0 0 1 0 0,0 0-1 0 0,-1 1 0 0 0,1-1 0 0 0,0 0 1 0 0,-1 0-1 0 0,1 0 0 0 0,-1 0 1 0 0,0 1-1 0 0,1-1 0 0 0,-1 0 0 0 0,0 1 1 0 0,0-1-1 0 0,0 0 0 0 0,0 0 1 0 0,0 1-1 0 0,0-1 0 0 0,0 0 0 0 0,0 1 1 0 0,0-1-1 0 0,0 0 0 0 0,-1 0 1 0 0,0 2-1 0 0,-3 11 15 0 0,-1 0 0 0 0,-1 0 0 0 0,0-1 1 0 0,-1 0-1 0 0,-1 0 0 0 0,-17 23 0 0 0,4-16 80 0 0,-43 30 0 0 0,39-32-166 0 0,0 1 0 0 0,-21 23 0 0 0,24-14-329 0 0,18-23 31 0 0,0 1-1 0 0,0-1 1 0 0,-1 0 0 0 0,1 0 0 0 0,-9 6-1 0 0,-11 6-2540 0 0,20-10-400 0 0</inkml:trace>
</inkml:ink>
</file>

<file path=ppt/ink/ink10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06T19:04:40.88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43 2161 0 0,'22'-12'2081'0'0,"35"-1"-160"0"0,-1 2-481 0 0,28 4-719 0 0,0 7-1281 0 0,-28 0-1762 0 0,0 7-559 0 0,0-1 400 0 0</inkml:trace>
</inkml:ink>
</file>

<file path=ppt/ink/ink10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06T19:04:47.37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29 56 240 0 0,'-5'-1'881'0'0,"-14"-4"-308"0"0,15 4 534 0 0,8 0-546 0 0,15-3-28 0 0,-18 3-439 0 0,0-1-1 0 0,0 0 0 0 0,-1 1 1 0 0,1-1-1 0 0,0 0 1 0 0,-1 0-1 0 0,0 0 1 0 0,1 1-1 0 0,-1-1 0 0 0,0 0 1 0 0,0 0-1 0 0,0 0 1 0 0,0 0-1 0 0,0 0 1 0 0,0 1-1 0 0,-1-4 0 0 0,1 1 520 0 0,0 3-472 0 0,1 1 0 0 0,-1-1-1 0 0,1 1 1 0 0,-1-1 0 0 0,1 1 0 0 0,-1-1 0 0 0,1 1-1 0 0,0 0 1 0 0,-1-1 0 0 0,1 1 0 0 0,-1 0-1 0 0,1-1 1 0 0,0 1 0 0 0,0 0 0 0 0,-1 0 0 0 0,1 0-1 0 0,0 0 1 0 0,-1 0 0 0 0,1 0 0 0 0,0 0-1 0 0,0 0 1 0 0,-1 0 0 0 0,1 0 0 0 0,0 0 0 0 0,-1 0-1 0 0,1 0 1 0 0,0 0 0 0 0,1 1 0 0 0,43 6 343 0 0,-17-2-9 0 0,407 69 699 0 0,-283-61-2968 0 0,-61-12-3775 0 0,-82-1 2061 0 0</inkml:trace>
</inkml:ink>
</file>

<file path=ppt/ink/ink10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06T19:04:48.02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0 960 0 0,'0'23'2241'0'0,"50"36"1121"0"0,7 2-1681 0 0,-29-9-1361 0 0,28 1-400 0 0,28-4 0 0 0,-28-15 80 0 0,-28-4-640 0 0,0-7-1201 0 0,-28-10-881 0 0</inkml:trace>
</inkml:ink>
</file>

<file path=ppt/ink/ink10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06T19:04:48.40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0 149 1761 0 0,'0'-5'3361'0'0,"28"5"-1840"0"0,-28-7-641 0 0,28 1-319 0 0,28-6-241 0 0,0 1-160 0 0,29-14-560 0 0,49-16-1921 0 0,7 0-1761 0 0</inkml:trace>
</inkml:ink>
</file>

<file path=ppt/ink/ink10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06T19:04:49.10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1337 15 1201 0 0,'4'0'1240'0'0,"15"0"-173"0"0,-14 0 2948 0 0,-5 0-3989 0 0,0 1-1 0 0,0-1 0 0 0,0 0 0 0 0,0 0 0 0 0,0 0 0 0 0,1 0 1 0 0,-1 0-1 0 0,0 0 0 0 0,0 1 0 0 0,0-1 0 0 0,0 0 0 0 0,0 0 0 0 0,0 0 1 0 0,0 0-1 0 0,0 0 0 0 0,0 1 0 0 0,0-1 0 0 0,0 0 0 0 0,0 0 1 0 0,0 0-1 0 0,0 0 0 0 0,0 1 0 0 0,0-1 0 0 0,0 0 0 0 0,0 0 0 0 0,0 0 1 0 0,0 0-1 0 0,0 0 0 0 0,0 1 0 0 0,0-1 0 0 0,-1 0 0 0 0,1 0 1 0 0,0 0-1 0 0,0 0 0 0 0,0 0 0 0 0,0 0 0 0 0,0 1 0 0 0,0-1 0 0 0,0 0 1 0 0,0 0-1 0 0,-1 0 0 0 0,1 0 0 0 0,0 0 0 0 0,0 0 0 0 0,0 0 1 0 0,0 0-1 0 0,0 0 0 0 0,-1 0 0 0 0,1 0 0 0 0,0 0 0 0 0,0 0 0 0 0,0 1 1 0 0,0-1-1 0 0,-1 0 0 0 0,1 0 0 0 0,0 0 0 0 0,0 0 0 0 0,0-1 1 0 0,0 1-1 0 0,0 0 0 0 0,-1 0 0 0 0,1 0 0 0 0,0 0 0 0 0,0 0 0 0 0,0 0 1 0 0,0 0-1 0 0,0 0 0 0 0,-1 0 0 0 0,1 0 0 0 0,-111-5 1016 0 0,-15-7 186 0 0,97 10-920 0 0,0 1 0 0 0,1 1-1 0 0,-1 2 1 0 0,1 1 0 0 0,0 1 0 0 0,-54 14 0 0 0,80-17-292 0 0,1-1 0 0 0,-1 1 1 0 0,0-1-1 0 0,1 1 0 0 0,-1 0 1 0 0,1-1-1 0 0,-1 1 0 0 0,1 0 1 0 0,-1 0-1 0 0,1 0 1 0 0,-1 0-1 0 0,1 0 0 0 0,0 1 1 0 0,0-1-1 0 0,0 0 0 0 0,-1 0 1 0 0,1 1-1 0 0,1-1 0 0 0,-1 1 1 0 0,0-1-1 0 0,0 1 1 0 0,0-1-1 0 0,1 1 0 0 0,-1 0 1 0 0,1-1-1 0 0,-1 1 0 0 0,1 2 1 0 0,-6 13 74 0 0,-2 1-32 0 0,6-14-63 0 0,0-1 0 0 0,0 1-1 0 0,0-1 1 0 0,0 1 0 0 0,1 0-1 0 0,0 0 1 0 0,0 0 0 0 0,0 0-1 0 0,0 0 1 0 0,0 0 0 0 0,1 0-1 0 0,0 0 1 0 0,-1 0 0 0 0,2 0-1 0 0,-1 1 1 0 0,0-1 0 0 0,1 0-1 0 0,0 0 1 0 0,0 0 0 0 0,2 5-1 0 0,15 13-140 0 0,0-5 84 0 0,-17-16 65 0 0,0 0 0 0 0,0-1 1 0 0,0 1-1 0 0,0 0 0 0 0,0 0 0 0 0,0 0 1 0 0,0-1-1 0 0,0 1 0 0 0,0 0 1 0 0,-1 0-1 0 0,1 0 0 0 0,0 1 0 0 0,-1-1 1 0 0,1 0-1 0 0,-1 0 0 0 0,1 0 0 0 0,-1 0 1 0 0,0 0-1 0 0,1 1 0 0 0,-1-1 1 0 0,0 0-1 0 0,0 2 0 0 0,0-2-20 0 0,1 0-1 0 0,-1 0 1 0 0,0 0 0 0 0,1 0-1 0 0,-1 0 1 0 0,0 0-1 0 0,1 0 1 0 0,-1 0 0 0 0,1 0-1 0 0,0-1 1 0 0,-1 1-1 0 0,1 0 1 0 0,-1 0 0 0 0,1-1-1 0 0,0 1 1 0 0,0 0-1 0 0,-1-1 1 0 0,1 1 0 0 0,0-1-1 0 0,0 1 1 0 0,0-1 0 0 0,0 1-1 0 0,0-1 1 0 0,0 0-1 0 0,0 1 1 0 0,0-1 0 0 0,0 0-1 0 0,0 0 1 0 0,0 0-1 0 0,0 0 1 0 0,0 0 0 0 0,0 0-1 0 0,0 0 1 0 0,1 0 0 0 0,45-3-483 0 0,-37 2 394 0 0,12 0 58 0 0,0 1-1 0 0,-1 1 1 0 0,24 4 0 0 0,-42-5 54 0 0,20 6 21 0 0,-22-6-23 0 0,-1 1 1 0 0,1 0-1 0 0,-1-1 0 0 0,0 1 0 0 0,1-1 1 0 0,-1 1-1 0 0,0-1 0 0 0,1 1 0 0 0,-1 0 1 0 0,0-1-1 0 0,0 1 0 0 0,1 0 0 0 0,-1-1 1 0 0,0 1-1 0 0,0 0 0 0 0,0 0 0 0 0,0-1 1 0 0,0 1-1 0 0,0 0 0 0 0,0-1 0 0 0,0 1 0 0 0,0 0 1 0 0,0-1-1 0 0,0 1 0 0 0,-1 0 0 0 0,1-1 1 0 0,0 1-1 0 0,0 0 0 0 0,-1-1 0 0 0,1 1 1 0 0,0 0-1 0 0,-1-1 0 0 0,1 1 0 0 0,-1-1 1 0 0,1 1-1 0 0,-1-1 0 0 0,1 1 0 0 0,-1-1 1 0 0,1 1-1 0 0,-1-1 0 0 0,1 0 0 0 0,-1 1 1 0 0,-1-1-1 0 0,-13 11 78 0 0,0 0 0 0 0,-1-2 0 0 0,0 0 0 0 0,-1-1 0 0 0,0 0-1 0 0,-22 6 1 0 0,15-5-15 0 0,-240 73 248 0 0,197-64-403 0 0,1-1-781 0 0,-117 15 0 0 0,95-20-394 0 0,-29 5-1445 0 0,-18 1-1454 0 0</inkml:trace>
</inkml:ink>
</file>

<file path=ppt/ink/ink10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06T19:04:50.45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136 147 720 0 0,'-25'0'1875'0'0,"0"1"-1"0"0,0 1 0 0 0,-36 7 0 0 0,61-9-1842 0 0,1 0 0 0 0,-1 0 0 0 0,0 0 0 0 0,0 0 0 0 0,0 0 0 0 0,0 0 1 0 0,0 0-1 0 0,0 1 0 0 0,1-1 0 0 0,-1 0 0 0 0,0 0 0 0 0,0 0 0 0 0,0 0 0 0 0,0 0 0 0 0,0 0 0 0 0,0 0 0 0 0,0 1 0 0 0,0-1 0 0 0,1 0 0 0 0,-1 0 0 0 0,0 0 0 0 0,0 0 1 0 0,0 0-1 0 0,0 1 0 0 0,0-1 0 0 0,0 0 0 0 0,0 0 0 0 0,0 0 0 0 0,0 0 0 0 0,0 1 0 0 0,0-1 0 0 0,0 0 0 0 0,0 0 0 0 0,0 0 0 0 0,0 0 0 0 0,0 0 0 0 0,0 1 0 0 0,0-1 0 0 0,-1 0 1 0 0,1 0-1 0 0,0 0 0 0 0,0 0 0 0 0,0 0 0 0 0,0 1 0 0 0,0-1 0 0 0,0 0 0 0 0,0 0 0 0 0,0 0 0 0 0,-1 0 0 0 0,1 0 0 0 0,0 0 0 0 0,0 0 0 0 0,0 0 0 0 0,0 1 0 0 0,0-1 1 0 0,-1 0-1 0 0,49 8 352 0 0,0-2 0 0 0,0-2 0 0 0,1-2 0 0 0,76-7 0 0 0,463-58 844 0 0,-457 52-676 0 0,204 6 1 0 0,-184 7-178 0 0,125-15 479 0 0,-64-20-704 0 0,29-3 247 0 0,-197 32-375 0 0,157-12 247 0 0,-156 15-223 0 0,0 2-1 0 0,64 9 0 0 0,-76-5-7 0 0,8 1 29 0 0,0 2 1 0 0,40 13-1 0 0,106 31 320 0 0,-135-38-123 0 0,103 12 0 0 0,57-9 718 0 0,66 10 336 0 0,-165-8-471 0 0,0-4 0 0 0,2-6 0 0 0,140-5 0 0 0,541-67 2515 0 0,-545 50-2789 0 0,-247 13-565 0 0,16-1 31 0 0,-20 1-38 0 0,0 0-1 0 0,1 0 1 0 0,-1 0 0 0 0,0 0-1 0 0,1 0 1 0 0,-1 0-1 0 0,0 0 1 0 0,1 0-1 0 0,-1 0 1 0 0,0 0 0 0 0,1 0-1 0 0,-1 0 1 0 0,0 0-1 0 0,1 0 1 0 0,-1 0-1 0 0,0 1 1 0 0,1-1 0 0 0,-1 0-1 0 0,0 0 1 0 0,1 0-1 0 0,-1 1 1 0 0,0-1-1 0 0,0 0 1 0 0,1 0 0 0 0,-1 1-1 0 0,0-1 1 0 0,0 0-1 0 0,0 1 1 0 0,1-1 0 0 0,-1 0-1 0 0,0 1 1 0 0,0-1-1 0 0,0 1 1 0 0,0 0-81 0 0,-51 11-9431 0 0,-94 28-4882 0 0</inkml:trace>
</inkml:ink>
</file>

<file path=ppt/ink/ink10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06T19:04:55.17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309 262 400 0 0,'-37'-24'1278'0'0,"22"13"-715"0"0,6-2 718 0 0,4 10-1205 0 0,4 2 21 0 0,0 1-1 0 0,-1-1 1 0 0,1 0-1 0 0,0 0 1 0 0,0 0 0 0 0,0 0-1 0 0,-1 0 1 0 0,1 0-1 0 0,0 0 1 0 0,1 0 0 0 0,-1 0-1 0 0,0 0 1 0 0,0-1 0 0 0,0 1-1 0 0,1 0 1 0 0,-1-1-1 0 0,1 1 1 0 0,-1-1 0 0 0,1 1-1 0 0,-1 0 1 0 0,1-1-1 0 0,0 1 1 0 0,0-1 0 0 0,0 1-1 0 0,-1-1 1 0 0,2 1-1 0 0,-1-1 1 0 0,0 1 0 0 0,0-2-1 0 0,-12-6 740 0 0,-1 3-607 0 0,13 6-219 0 0,0 0 0 0 0,0 0 0 0 0,0 0 1 0 0,-1-1-1 0 0,1 1 0 0 0,0 0 0 0 0,0 0 0 0 0,0 0 0 0 0,0 0 0 0 0,0-1 0 0 0,0 1 0 0 0,0 0 1 0 0,0 0-1 0 0,0 0 0 0 0,-1 0 0 0 0,1-1 0 0 0,0 1 0 0 0,0 0 0 0 0,0 0 0 0 0,0 0 0 0 0,0-1 1 0 0,0 1-1 0 0,0 0 0 0 0,0 0 0 0 0,0 0 0 0 0,0 0 0 0 0,0-1 0 0 0,1 1 0 0 0,-1 0 0 0 0,0 0 1 0 0,0 0-1 0 0,0-1 0 0 0,0 1 0 0 0,0 0 0 0 0,0 0 0 0 0,0 0 0 0 0,0 0 0 0 0,0 0 0 0 0,1-1 1 0 0,-1 1-1 0 0,0 0 0 0 0,0 0 0 0 0,0 0 0 0 0,0 0 0 0 0,1 0 0 0 0,-1 0 0 0 0,0 0 0 0 0,0-1 1 0 0,0 1-1 0 0,0 0 0 0 0,1 0 0 0 0,-1 0 0 0 0,11-8 467 0 0,0 0 0 0 0,-1-1 0 0 0,14-15 0 0 0,-18 20-383 0 0,0 0 0 0 0,0 1 0 0 0,0-1 0 0 0,0 1 0 0 0,0 0 1 0 0,1 1-1 0 0,11-4 0 0 0,-4 2 33 0 0,40-15 474 0 0,74-15 0 0 0,-102 28-522 0 0,1 2 1 0 0,0 1 0 0 0,0 2 0 0 0,44 2 0 0 0,-58 0-66 0 0,-1 1 0 0 0,1 0 0 0 0,-1 1 0 0 0,0 1 0 0 0,0 0 0 0 0,0 0 1 0 0,0 1-1 0 0,14 9 0 0 0,-20-11-6 0 0,-1 1 0 0 0,1 0 0 0 0,-1 0-1 0 0,0 0 1 0 0,0 1 0 0 0,0-1 0 0 0,-1 1 0 0 0,1 1 0 0 0,-1-1 0 0 0,0 0 0 0 0,-1 1 0 0 0,0 0-1 0 0,1 0 1 0 0,-2 0 0 0 0,4 8 0 0 0,-5-10 2 0 0,-1 0 0 0 0,1 0-1 0 0,-1 0 1 0 0,0 0 0 0 0,0 0 0 0 0,0 0-1 0 0,-1 0 1 0 0,1 0 0 0 0,-1 0 0 0 0,0 0-1 0 0,0-1 1 0 0,0 1 0 0 0,-1 0 0 0 0,1 0-1 0 0,-1-1 1 0 0,0 1 0 0 0,0-1 0 0 0,0 0-1 0 0,-4 5 1 0 0,-6 6 16 0 0,0-1 1 0 0,-1 0-1 0 0,-14 12 0 0 0,3-4-19 0 0,-28 28 16 0 0,-2-1 0 0 0,-3-4 0 0 0,-1-1-1 0 0,-2-4 1 0 0,-2-1 0 0 0,-66 28 0 0 0,107-57 18 0 0,0-2 1 0 0,0 0-1 0 0,-1-1 1 0 0,-33 5-1 0 0,46-10-95 0 0,0 0 0 0 0,0 0 0 0 0,0-1 1 0 0,-1-1-1 0 0,1 0 0 0 0,0 0 0 0 0,0-1 0 0 0,0 0 0 0 0,0 0 1 0 0,0-1-1 0 0,0 0 0 0 0,1-1 0 0 0,-16-8 0 0 0,3-6-36 0 0,20 17 86 0 0,1 0-1 0 0,-1 0 1 0 0,0 0 0 0 0,1 1-1 0 0,-1-1 1 0 0,1 0-1 0 0,0 0 1 0 0,-1 0 0 0 0,1 0-1 0 0,0 0 1 0 0,-1 0-1 0 0,1 0 1 0 0,0 0-1 0 0,0 0 1 0 0,0 0 0 0 0,0 0-1 0 0,0 0 1 0 0,0 0-1 0 0,0 0 1 0 0,0 0 0 0 0,1 0-1 0 0,-1 0 1 0 0,0 0-1 0 0,0 0 1 0 0,1 0 0 0 0,-1 0-1 0 0,1-1 1 0 0,4-5 6 0 0,0-1 0 0 0,1 2-1 0 0,0-1 1 0 0,0 1 0 0 0,0 0 0 0 0,0 0 0 0 0,1 0 0 0 0,0 1 0 0 0,1 0 0 0 0,-1 1 0 0 0,1-1 0 0 0,-1 1-1 0 0,1 1 1 0 0,1 0 0 0 0,-1 0 0 0 0,0 0 0 0 0,1 1 0 0 0,-1 1 0 0 0,1-1 0 0 0,17 0 0 0 0,-13 2 6 0 0,-1-1 0 0 0,1 2 0 0 0,-1 0 1 0 0,1 0-1 0 0,-1 1 0 0 0,1 1 0 0 0,-1 0 0 0 0,0 1 1 0 0,0 0-1 0 0,0 1 0 0 0,-1 0 0 0 0,20 12 0 0 0,-3-2 47 0 0,35 26 0 0 0,-52-33-67 0 0,0 0 0 0 0,-1 2 0 0 0,0-1 0 0 0,0 1 0 0 0,-1 1 0 0 0,-1-1 0 0 0,9 15 0 0 0,-11-15-375 0 0,0 1 0 0 0,-1 0 0 0 0,6 20 0 0 0,-6 10-3868 0 0</inkml:trace>
</inkml:ink>
</file>

<file path=ppt/ink/ink10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06T19:04:55.69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0 1921 0 0,'56'77'2561'0'0,"-28"-18"-2161"0"0,0 0-800 0 0,0 0 240 0 0,-28 7 80 0 0,28-14-320 0 0,-28-4-1121 0 0</inkml:trace>
</inkml:ink>
</file>

<file path=ppt/ink/ink10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06T19:04:56.08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1 148 1841 0 0,'140'-58'2481'0'0,"0"9"-1681"0"0,-27 26-960 0 0,-35 5-1120 0 0</inkml:trace>
</inkml:ink>
</file>

<file path=ppt/ink/ink10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06T19:04:56.80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664 105 1281 0 0,'4'-2'206'0'0,"-1"0"-1"0"0,1 0 1 0 0,-1 0 0 0 0,0-1 0 0 0,0 1 0 0 0,0-1 0 0 0,3-3 0 0 0,21-15 841 0 0,2 4-578 0 0,-22 12-396 0 0,0 1 0 0 0,1-1 0 0 0,0 1 0 0 0,0 1 0 0 0,14-5 0 0 0,-17 6-59 0 0,6-1 21 0 0,1 0 0 0 0,-1 0 0 0 0,1 2 0 0 0,0-1 0 0 0,14 1 0 0 0,-23 1-22 0 0,0 0-1 0 0,0 0 1 0 0,-1 0 0 0 0,1 1-1 0 0,0 0 1 0 0,0-1-1 0 0,-1 1 1 0 0,1 0-1 0 0,0 0 1 0 0,-1 0-1 0 0,1 1 1 0 0,-1-1-1 0 0,0 0 1 0 0,1 1-1 0 0,-1 0 1 0 0,0 0 0 0 0,0-1-1 0 0,0 1 1 0 0,0 0-1 0 0,0 1 1 0 0,0-1-1 0 0,-1 0 1 0 0,1 1-1 0 0,-1-1 1 0 0,0 0-1 0 0,1 1 1 0 0,-1 0-1 0 0,0-1 1 0 0,1 5 0 0 0,-1 0 16 0 0,0-1 0 0 0,0 1 1 0 0,0 0-1 0 0,-1-1 1 0 0,0 1-1 0 0,0 0 0 0 0,0-1 1 0 0,-1 1-1 0 0,0-1 1 0 0,-1 1-1 0 0,1-1 1 0 0,-4 9-1 0 0,0-4 13 0 0,0 1 0 0 0,-1-1 0 0 0,-1 1 0 0 0,0-2 0 0 0,-15 20 0 0 0,-7 0 198 0 0,-1 0 1 0 0,-63 46-1 0 0,88-72-195 0 0,-86 64 475 0 0,-4-5 1 0 0,-135 69-1 0 0,201-117-355 0 0,0-2 0 0 0,-1-1 0 0 0,-33 9 0 0 0,51-18-148 0 0,0 0 1 0 0,0-1-1 0 0,-1-1 1 0 0,1 1 0 0 0,0-2-1 0 0,-1 0 1 0 0,1-1 0 0 0,0 0-1 0 0,-1 0 1 0 0,-21-7 0 0 0,33 8-15 0 0,0 0 0 0 0,0 0 1 0 0,0-1-1 0 0,0 1 0 0 0,0 0 0 0 0,0-1 1 0 0,-1 1-1 0 0,1 0 0 0 0,0-1 1 0 0,0 1-1 0 0,0-1 0 0 0,1 0 1 0 0,-1 1-1 0 0,0-1 0 0 0,0 0 1 0 0,0 0-1 0 0,0 0 0 0 0,1 1 0 0 0,-1-1 1 0 0,0 0-1 0 0,1 0 0 0 0,-1 0 1 0 0,1 0-1 0 0,-1 0 0 0 0,1 0 1 0 0,-1 0-1 0 0,1-2 0 0 0,0 1 7 0 0,0 0 0 0 0,1 0 0 0 0,0 0 0 0 0,-1 0-1 0 0,1 0 1 0 0,0 0 0 0 0,0 0 0 0 0,0 0 0 0 0,0 1-1 0 0,3-4 1 0 0,4-8 16 0 0,-7 11-22 0 0,0-1 0 0 0,0 0-1 0 0,0 1 1 0 0,1 0-1 0 0,0-1 1 0 0,-1 1 0 0 0,1 0-1 0 0,0 0 1 0 0,0 0-1 0 0,0 0 1 0 0,0 0-1 0 0,1 0 1 0 0,-1 0 0 0 0,0 1-1 0 0,1-1 1 0 0,-1 1-1 0 0,1 0 1 0 0,-1 0 0 0 0,1 0-1 0 0,0 0 1 0 0,0 0-1 0 0,-1 0 1 0 0,1 1 0 0 0,0-1-1 0 0,4 1 1 0 0,4-2 46 0 0,-1 1 0 0 0,1 0 0 0 0,-1 1 0 0 0,1 0 0 0 0,-1 0 0 0 0,1 1 0 0 0,-1 0 0 0 0,0 1 0 0 0,20 6 0 0 0,-28-7-43 0 0,383 117 829 0 0,-349-106-872 0 0,-12-4-611 0 0,-1 1 0 0 0,0 1 0 0 0,33 19 0 0 0,-4-6-2968 0 0</inkml:trace>
</inkml:ink>
</file>

<file path=ppt/ink/ink10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06T19:04:57.19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197 83 480 0 0,'-84'-18'4082'0'0,"28"7"-880"0"0,-1 11-1682 0 0,57-5-879 0 0,0-2-321 0 0,28 7-160 0 0,1-6-80 0 0,-1-6 0 0 0,106 6-80 0 0,119-6 0 0 0,0 6-240 0 0,-141 12-481 0 0,-34 1-239 0 0,-21-2-1041 0 0,-1-5-960 0 0,0 0-641 0 0</inkml:trace>
</inkml:ink>
</file>

<file path=ppt/ink/ink10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06T19:04:57.58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225 0 880 0 0,'-56'59'1681'0'0,"0"8"-1121"0"0,28 2-159 0 0,0-8-241 0 0,0-9-80 0 0,-1-16-160 0 0,29-13-320 0 0,0-11-641 0 0,29-17-800 0 0</inkml:trace>
</inkml:ink>
</file>

<file path=ppt/ink/ink10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06T19:04:57.95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169 1 3041 0 0,'-84'94'2241'0'0,"56"-11"-880"0"0,-1 1-401 0 0,1-20-639 0 0,28-17-1282 0 0,0-17-2560 0 0</inkml:trace>
</inkml:ink>
</file>

<file path=ppt/ink/ink10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06T19:05:10.71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215 1 800 0 0,'-20'5'1137'0'0,"9"-3"-528"0"0,0 1-1 0 0,1 0 0 0 0,-1 0 0 0 0,1 1 0 0 0,-1 1 1 0 0,1 0-1 0 0,-13 8 0 0 0,22-12-422 0 0,-1 1 0 0 0,0-1 0 0 0,0 1 0 0 0,1 0 0 0 0,-1 0 0 0 0,0 0 1 0 0,1 0-1 0 0,0 0 0 0 0,-1 0 0 0 0,0 4 0 0 0,0-1 426 0 0,1 0 1 0 0,0 0 0 0 0,1 0-1 0 0,-1 0 1 0 0,1 10 0 0 0,0-13-557 0 0,0-1-1 0 0,-1 1 1 0 0,1 0 0 0 0,-1 0 0 0 0,1 0 0 0 0,-1 0-1 0 0,0 0 1 0 0,0-1 0 0 0,0 1 0 0 0,0 0 0 0 0,0 0-1 0 0,0-1 1 0 0,0 1 0 0 0,-1-1 0 0 0,1 1 0 0 0,0-1-1 0 0,-1 0 1 0 0,1 0 0 0 0,-1 1 0 0 0,0-1 0 0 0,1 0-1 0 0,-1 0 1 0 0,0 0 0 0 0,-3 1 0 0 0,-15 12 563 0 0,16-1-274 0 0,4-12-326 0 0,0-1 0 0 0,0 1 0 0 0,0 0 0 0 0,0-1 0 0 0,0 1 0 0 0,0 0-1 0 0,0-1 1 0 0,0 1 0 0 0,0-1 0 0 0,-1 1 0 0 0,1 0 0 0 0,0-1 0 0 0,0 1 0 0 0,-1-1 0 0 0,1 1 0 0 0,0-1 0 0 0,-1 1 0 0 0,1-1 0 0 0,0 1 0 0 0,-1-1 0 0 0,1 1 0 0 0,-1-1 0 0 0,0 1 0 0 0,-12 0 227 0 0,36 1 15 0 0,140 26 153 0 0,-149-25-325 0 0,-1-1 0 0 0,1 0 1 0 0,19 0-1 0 0,10 0 181 0 0,396 17 1077 0 0,-423-19-1294 0 0,1 0 0 0 0,30-6-1 0 0,-10 0-23 0 0,150-29 264 0 0,-172 32-239 0 0,0 0 0 0 0,30-1 0 0 0,2 1 104 0 0,-38 2-141 0 0,14-1 47 0 0,0 0-1 0 0,0 2 0 0 0,0 0 1 0 0,34 6-1 0 0,83 12 177 0 0,-23 0-160 0 0,136 22 80 0 0,-205-34-233 0 0,1-1-1 0 0,78-4 1 0 0,-76-1 53 0 0,141 0 273 0 0,-90-5-326 0 0,179-31 0 0 0,-279 36 76 0 0,201-27 687 0 0,-19 25-106 0 0,-3 1-141 0 0,314-34 358 0 0,-284 28-420 0 0,-35 3 52 0 0,283-42 644 0 0,-249 22-727 0 0,-110 16-23 0 0,169 7 0 0 0,-133 8 6 0 0,83 5 40 0 0,-161-12-361 0 0,94-2 217 0 0,127-11 124 0 0,480-13 654 0 0,-720 29-796 0 0,-45-2-355 0 0,1 0-13 0 0,-65 5-3661 0 0,-75-5-4666 0 0</inkml:trace>
</inkml:ink>
</file>

<file path=ppt/ink/ink10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06T19:05:13.20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57 0 960 0 0,'-24'0'761'0'0,"20"0"-148"0"0,4 1-569 0 0,0-1 0 0 0,0 0-1 0 0,0 0 1 0 0,0 0-1 0 0,0 0 1 0 0,0 0-1 0 0,0 1 1 0 0,1-1-1 0 0,-1 0 1 0 0,0 0 0 0 0,0 0-1 0 0,0 0 1 0 0,0 1-1 0 0,0-1 1 0 0,0 0-1 0 0,0 0 1 0 0,0 0 0 0 0,0 0-1 0 0,0 1 1 0 0,0-1-1 0 0,0 0 1 0 0,0 0-1 0 0,0 0 1 0 0,0 0-1 0 0,0 1 1 0 0,0-1 0 0 0,0 0-1 0 0,-1 0 1 0 0,1 0-1 0 0,0 0 1 0 0,0 0-1 0 0,0 1 1 0 0,0-1-1 0 0,0 0 1 0 0,0 0 0 0 0,0 0-1 0 0,0 0 1 0 0,-1 0-1 0 0,1 0 1 0 0,0 1-1 0 0,0-1 1 0 0,0 0 0 0 0,0 0-1 0 0,-1 0 1 0 0,1 0-1 0 0,0 0 1 0 0,0 0-1 0 0,0 0 1 0 0,0 0-1 0 0,-1 0 1 0 0,1 0 0 0 0,0 0-1 0 0,0 0 1 0 0,0 0-1 0 0,0 0 1 0 0,-1 0-1 0 0,1 0 1 0 0,0 0 0 0 0,0 0-1 0 0,0 0 1 0 0,0 0-1 0 0,-1 0 1 0 0,1 0-1 0 0,-4 1 410 0 0,-6 2-395 0 0,1-3 5968 0 0,9-1-5443 0 0,0 1-574 0 0,0-1-1 0 0,0 1 1 0 0,-1 0 0 0 0,1 0-1 0 0,0 0 1 0 0,0 0 0 0 0,0 0-1 0 0,0 0 1 0 0,0-1 0 0 0,0 1-1 0 0,0 0 1 0 0,0 0 0 0 0,0 0-1 0 0,0 0 1 0 0,0 0 0 0 0,0-1 0 0 0,0 1-1 0 0,0 0 1 0 0,0 0 0 0 0,0 0-1 0 0,0 0 1 0 0,0 0 0 0 0,1 0-1 0 0,-1 0 1 0 0,0-1 0 0 0,0 1-1 0 0,0 0 1 0 0,0 0 0 0 0,0 0-1 0 0,0 0 1 0 0,0 0 0 0 0,0 0-1 0 0,0 0 1 0 0,0 0 0 0 0,1-1-1 0 0,-1 1 1 0 0,0 0 0 0 0,0 0-1 0 0,0 0 1 0 0,0 0 0 0 0,0 0-1 0 0,0 0 1 0 0,1 0 0 0 0,-1 0-1 0 0,0 0 1 0 0,0 0 0 0 0,0 0-1 0 0,0 0 1 0 0,0 0 0 0 0,0 0-1 0 0,1 0 1 0 0,-1 0 0 0 0,0 0-1 0 0,0 0 1 0 0,0 0 0 0 0,0 0-1 0 0,0 0 1 0 0,0 0 0 0 0,1 0-1 0 0,-1 0 1 0 0,0 0 0 0 0,0 1-1 0 0,0-1 1 0 0,0 0 0 0 0,19 0 311 0 0,-14 0 574 0 0,-10 1-601 0 0,-5 2-183 0 0,9-1 65 0 0,21 5 337 0 0,8 3 65 0 0,160 54 1171 0 0,-148-52-1301 0 0,54 11-1 0 0,-68-19-130 0 0,-1-1 0 0 0,37-2-1 0 0,-42 0-230 0 0,1 1 0 0 0,28 6 0 0 0,6 0-19 0 0,6 6 113 0 0,-10 0-38 0 0,-43-12-106 0 0,1 0 1 0 0,-1 1-1 0 0,1 0 1 0 0,11 7-1 0 0,-10-6 4 0 0,0 1 0 0 0,-1-2 0 0 0,20 6 0 0 0,-9-3-51 0 0,-10-3 1 0 0,-1 0 0 0 0,1-1 0 0 0,0 0 0 0 0,11 1 1 0 0,11-1 34 0 0,66-3 0 0 0,-37-1 88 0 0,-52 2-81 0 0,0 1 0 0 0,1 0 0 0 0,13 4 1 0 0,14 0 69 0 0,64 2-121 0 0,-28 0 107 0 0,-27-4-78 0 0,71 3-31 0 0,-29-5-2 0 0,71-6-86 0 0,-46 0 110 0 0,-13 3 0 0 0,-65 3-13 0 0,-23-1-27 0 0,0 0-1 0 0,0 1 1 0 0,1 1 0 0 0,16 4-1 0 0,-3-1-5 0 0,43 5 1 0 0,-59-8 34 0 0,32 0 22 0 0,-38-2 15 0 0,-8-1-1240 0 0,-24-3-733 0 0,-24-3-2695 0 0</inkml:trace>
</inkml:ink>
</file>

<file path=ppt/ink/ink10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06T19:05:15.64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24 0 320 0 0,'-23'0'2881'0'0,"45"3"-575"0"0,2 0 2258 0 0,-9 0-225 0 0,26 6-4116 0 0,155-8 591 0 0,-51-8-1054 0 0,-93 6-715 0 0,-24 1-4146 0 0</inkml:trace>
</inkml:ink>
</file>

<file path=ppt/ink/ink10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06T19:05:16.00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54 640 0 0,'28'-7'1761'0'0,"0"1"160"0"0,0 1 0 0 0,28-2-80 0 0,23-4-161 0 0,5 4-399 0 0,28 2-801 0 0,0-1-2080 0 0,-56 6-2002 0 0,1 0-80 0 0</inkml:trace>
</inkml:ink>
</file>

<file path=ppt/ink/ink10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06T19:05:19.68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741 10 560 0 0,'10'-3'753'0'0,"0"1"-1"0"0,1 0 0 0 0,0 1 1 0 0,20-1-1 0 0,-30 2-715 0 0,-1 1 0 0 0,1-1 0 0 0,-1 0 0 0 0,0 0 1 0 0,1 0-1 0 0,-1 1 0 0 0,0-1 0 0 0,1 0 0 0 0,-1 1 0 0 0,0-1 0 0 0,0 0 0 0 0,1 1 1 0 0,-1-1-1 0 0,0 0 0 0 0,0 1 0 0 0,0-1 0 0 0,1 0 0 0 0,-1 1 0 0 0,0-1 0 0 0,0 1 1 0 0,0-1-1 0 0,0 0 0 0 0,0 1 0 0 0,0-1 0 0 0,0 1 0 0 0,0-1 0 0 0,0 1 0 0 0,0-1 1 0 0,0 1-1 0 0,4 9 436 0 0,5-5-270 0 0,-9-5-164 0 0,1 0 0 0 0,0 1 1 0 0,0-1-1 0 0,0 0 0 0 0,0 1 0 0 0,-1-1 0 0 0,1 1 0 0 0,0-1 1 0 0,-1 1-1 0 0,1-1 0 0 0,0 1 0 0 0,-1 0 0 0 0,1-1 0 0 0,0 1 0 0 0,-1 0 1 0 0,1 0-1 0 0,-1-1 0 0 0,1 1 0 0 0,-1 0 0 0 0,0 0 0 0 0,1 0 1 0 0,-1-1-1 0 0,0 1 0 0 0,0 0 0 0 0,0 0 0 0 0,1 0 0 0 0,-1 0 0 0 0,0 0 1 0 0,0 0-1 0 0,0 0 0 0 0,0-1 0 0 0,0 1 0 0 0,-1 1 0 0 0,1-1-5 0 0,1 0-1 0 0,-1 0 0 0 0,0 0 0 0 0,1-1 1 0 0,-1 1-1 0 0,0 0 0 0 0,1 0 0 0 0,-1-1 1 0 0,1 1-1 0 0,0 0 0 0 0,-1-1 0 0 0,1 1 1 0 0,-1-1-1 0 0,1 1 0 0 0,0-1 0 0 0,-1 1 1 0 0,1-1-1 0 0,0 1 0 0 0,0-1 0 0 0,-1 0 1 0 0,1 1-1 0 0,0-1 0 0 0,1 1 0 0 0,24 7 624 0 0,-15-5-351 0 0,-10-2-255 0 0,1 0 0 0 0,-1-1 0 0 0,1 1 0 0 0,0 0 0 0 0,-1-1 1 0 0,1 1-1 0 0,0-1 0 0 0,-1 0 0 0 0,1 0 0 0 0,0 1 0 0 0,3-1 0 0 0,0-1 43 0 0,13 7 1744 0 0,-18-6-1838 0 0,0 0 1 0 0,0 0-1 0 0,0 0 0 0 0,0 0 0 0 0,0 0 0 0 0,0 1 0 0 0,0-1 0 0 0,0 0 0 0 0,0 0 0 0 0,0 0 0 0 0,1 0 0 0 0,-1 0 0 0 0,0 0 0 0 0,0 0 0 0 0,0 0 0 0 0,0 0 0 0 0,0 0 0 0 0,0 1 0 0 0,0-1 0 0 0,0 0 0 0 0,1 0 0 0 0,-1 0 0 0 0,0 0 0 0 0,0 0 1 0 0,0 0-1 0 0,0 0 0 0 0,0 0 0 0 0,0 0 0 0 0,0 0 0 0 0,1 0 0 0 0,-1 0 0 0 0,0 0 0 0 0,0 0 0 0 0,0 0 0 0 0,0 0 0 0 0,0 0 0 0 0,0 0 0 0 0,0 0 0 0 0,1 0 0 0 0,-1 0 0 0 0,0 0 0 0 0,0-1 0 0 0,0 1 0 0 0,0 0 0 0 0,0 0 0 0 0,0 0 1 0 0,0 0-1 0 0,0 0 0 0 0,1 0 0 0 0,-1 0 0 0 0,0 0 0 0 0,0 0 0 0 0,0 0 0 0 0,0-1 0 0 0,0 1 0 0 0,0 0 0 0 0,0 0 0 0 0,0 0 0 0 0,-79-10 907 0 0,33 8-720 0 0,1 3 0 0 0,-1 1-1 0 0,1 3 1 0 0,0 1 0 0 0,-55 15 0 0 0,17-4 206 0 0,52-11-48 0 0,1 0-1 0 0,-46 17 1 0 0,20 3-12 0 0,56-26-331 0 0,-1 0 0 0 0,1 0 0 0 0,0 0 0 0 0,0 1 0 0 0,-1-1 0 0 0,1 0 0 0 0,0 0 0 0 0,0 0 0 0 0,-1 0 0 0 0,1 0 0 0 0,0 0 0 0 0,0 0 0 0 0,-1 1 0 0 0,1-1 0 0 0,0 0 0 0 0,0 0 0 0 0,-1 0 0 0 0,1 0 0 0 0,0 1 0 0 0,0-1 0 0 0,0 0 0 0 0,0 0 0 0 0,-1 1 0 0 0,1-1 0 0 0,0 0 0 0 0,0 0 0 0 0,0 1 0 0 0,0-1 0 0 0,0 0 0 0 0,0 0 0 0 0,0 1 0 0 0,0-1 0 0 0,0 0 0 0 0,0 1 0 0 0,0-1 0 0 0,0 0 0 0 0,0 0 0 0 0,0 1 0 0 0,0-1 0 0 0,0 0 0 0 0,0 0 0 0 0,0 1 0 0 0,0-1 0 0 0,0 0-1 0 0,0 1 1 0 0,0-1 0 0 0,1 0 0 0 0,12 11 19 0 0,-12-11-25 0 0,1 1 1 0 0,-1 0 0 0 0,0-1 0 0 0,0 1 0 0 0,0 0 0 0 0,0-1 0 0 0,0 1 0 0 0,0 0 0 0 0,-1 0 0 0 0,1 0 0 0 0,0 0 0 0 0,0 0 0 0 0,0 0 0 0 0,-1 0 0 0 0,1 1 0 0 0,3 1-5 0 0,1 0-1 0 0,-1-1 1 0 0,0 1-1 0 0,1-1 1 0 0,-1 0-1 0 0,1 0 1 0 0,0 0-1 0 0,-1-1 1 0 0,1 0-1 0 0,7 1 1 0 0,217 36-59 0 0,-205-33 20 0 0,0 1-1 0 0,-1 2 1 0 0,25 10-1 0 0,-41-16 32 0 0,-1 1 1 0 0,1 1-1 0 0,-1-1 0 0 0,0 1 1 0 0,0 0-1 0 0,-1 0 1 0 0,1 1-1 0 0,-1 0 0 0 0,0-1 1 0 0,0 2-1 0 0,-1-1 0 0 0,1 1 1 0 0,-1-1-1 0 0,0 1 1 0 0,5 13-1 0 0,-8-16 16 0 0,0 0 0 0 0,-1-1 0 0 0,0 1 0 0 0,1 0 0 0 0,-1 0 0 0 0,0 0 0 0 0,-1 0 0 0 0,1 0 0 0 0,0 0 0 0 0,-1 0 0 0 0,0-1 1 0 0,0 1-1 0 0,0 0 0 0 0,0 0 0 0 0,0-1 0 0 0,0 1 0 0 0,-1 0 0 0 0,1-1 0 0 0,-1 0 0 0 0,1 1 0 0 0,-1-1 0 0 0,0 0 0 0 0,0 0 0 0 0,0 0 0 0 0,-1 0 0 0 0,-3 3 0 0 0,-6 4 67 0 0,0 0-1 0 0,0-1 0 0 0,-26 11 1 0 0,-4 0 338 0 0,-2-3 1 0 0,0-1-1 0 0,-59 11 0 0 0,-141 10 895 0 0,215-32-1227 0 0,6-1-56 0 0,-37 0-1 0 0,54-3-107 0 0,-1-1 1 0 0,0 0-1 0 0,1 0 0 0 0,-1 0 0 0 0,0-1 0 0 0,1 1 0 0 0,-1-2 0 0 0,1 1 0 0 0,0-1 0 0 0,-8-4 0 0 0,13 7 28 0 0,0-1-1 0 0,0 1 0 0 0,0-1 1 0 0,0 0-1 0 0,0 1 0 0 0,1-1 1 0 0,-1 0-1 0 0,0 0 0 0 0,0 0 1 0 0,0 0-1 0 0,1 0 0 0 0,-1 1 1 0 0,0-1-1 0 0,1 0 0 0 0,-1 0 1 0 0,1-1-1 0 0,-1 1 0 0 0,1 0 1 0 0,0 0-1 0 0,-1 0 0 0 0,1 0 1 0 0,0 0-1 0 0,0 0 0 0 0,0-1 1 0 0,0 1-1 0 0,0 0 0 0 0,0 0 1 0 0,0 0-1 0 0,0 0 0 0 0,0 0 1 0 0,0-1-1 0 0,1 1 0 0 0,-1 0 1 0 0,0 0-1 0 0,1 0 0 0 0,-1 0 1 0 0,1 0-1 0 0,0 0 0 0 0,-1 0 1 0 0,1 0-1 0 0,1-1 1 0 0,4-6-1412 0 0,1 0 0 0 0,0 1-1 0 0,1 0 1 0 0,10-8 0 0 0,-4 4-1535 0 0,13-8-992 0 0</inkml:trace>
</inkml:ink>
</file>

<file path=ppt/ink/ink10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06T19:05:20.47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19 480 0 0,'29'-6'1041'0'0,"-29"-1"-81"0"0,0 2-79 0 0,28 5 159 0 0,0 5-80 0 0,0 8 81 0 0,28 5-81 0 0,28 10 401 0 0,0 20-160 0 0,0-1-481 0 0,-55-22-640 0 0,-29-2-80 0 0,0-5-320 0 0,0 5-961 0 0,0 1-1760 0 0,0 1-1441 0 0</inkml:trace>
</inkml:ink>
</file>

<file path=ppt/ink/ink10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06T19:05:20.91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84 1441 0 0,'168'-84'560'0'0</inkml:trace>
</inkml:ink>
</file>

<file path=ppt/ink/ink10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06T19:05:21.75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560 154 480 0 0,'-26'-5'883'0'0,"13"1"-662"0"0,-1 2-1 0 0,0-1 1 0 0,1 2 0 0 0,-1-1-1 0 0,0 2 1 0 0,0 0-1 0 0,0 1 1 0 0,-22 4-1 0 0,-7 8 109 0 0,0 3-1 0 0,2 1 1 0 0,0 3 0 0 0,-54 33-1 0 0,91-50-263 0 0,-9 4 226 0 0,1 2 0 0 0,0 0 0 0 0,0 0 0 0 0,-16 17 0 0 0,16-14-172 0 0,9-9-73 0 0,-1 1 0 0 0,1 0 1 0 0,0 0-1 0 0,0 0 1 0 0,1 0-1 0 0,-1 0 0 0 0,1 1 1 0 0,-3 5-1 0 0,5-7-28 0 0,-1-1-1 0 0,0 0 1 0 0,0 0-1 0 0,1 1 1 0 0,0-1 0 0 0,-1 1-1 0 0,1-1 1 0 0,0 0-1 0 0,0 1 1 0 0,0-1 0 0 0,1 1-1 0 0,-1-1 1 0 0,0 0 0 0 0,1 1-1 0 0,0-1 1 0 0,-1 0-1 0 0,1 0 1 0 0,0 1 0 0 0,0-1-1 0 0,2 2 1 0 0,0-1-12 0 0,1 1-1 0 0,-1-1 1 0 0,1-1 0 0 0,0 1 0 0 0,0-1 0 0 0,0 1 0 0 0,0-1-1 0 0,0 0 1 0 0,1-1 0 0 0,-1 1 0 0 0,6 1 0 0 0,12 5 30 0 0,3 5 17 0 0,-16-7-38 0 0,0-1 1 0 0,1-1 0 0 0,0 0 0 0 0,0 0-1 0 0,10 1 1 0 0,6 0 35 0 0,-1-1-1 0 0,1-1 1 0 0,0-2-1 0 0,0 0 1 0 0,0-2 0 0 0,38-6-1 0 0,156-40 810 0 0,-193 41-750 0 0,-18 4-43 0 0,-1 0 1 0 0,1 0 0 0 0,-1-1 0 0 0,0 0-1 0 0,1 0 1 0 0,-2-1 0 0 0,1 0 0 0 0,0 0-1 0 0,8-7 1 0 0,-8 5 40 0 0,0 1 0 0 0,-1-1 0 0 0,0-1 0 0 0,0 1 0 0 0,0-1 0 0 0,10-15 0 0 0,-14 18-47 0 0,-1 0 1 0 0,0-1-1 0 0,0 1 1 0 0,0 0-1 0 0,-1-1 1 0 0,1 0-1 0 0,-1 1 1 0 0,0-1-1 0 0,-1 0 1 0 0,1 1-1 0 0,-1-1 0 0 0,0 0 1 0 0,0 0-1 0 0,0 1 1 0 0,-1-1-1 0 0,-1-8 1 0 0,-7-15 101 0 0,-1 2-1 0 0,0-1 1 0 0,-28-45-1 0 0,25 49-198 0 0,9 13-53 0 0,-2 1 0 0 0,1 0 0 0 0,-1 0 0 0 0,0 1 0 0 0,-12-12 0 0 0,14 16-110 0 0,0 1 0 0 0,0 0 0 0 0,-1 0 0 0 0,1 0 0 0 0,-1 1 0 0 0,0-1 0 0 0,0 1-1 0 0,0 0 1 0 0,0 1 0 0 0,0-1 0 0 0,0 1 0 0 0,-6-1 0 0 0,-50-4-3616 0 0,-18 5-1174 0 0</inkml:trace>
</inkml:ink>
</file>

<file path=ppt/ink/ink10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06T19:05:22.73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28 237 720 0 0,'18'-22'915'0'0,"-11"14"-487"0"0,0-1 0 0 0,1 1 1 0 0,12-10-1 0 0,164-104 3869 0 0,-124 85-3298 0 0,-37 25-513 0 0,-18 11-412 0 0,-5 1-64 0 0,0 0-1 0 0,1 0 1 0 0,-1 0-1 0 0,0 0 1 0 0,0 0-1 0 0,1 1 0 0 0,-1-1 1 0 0,0 0-1 0 0,0 0 1 0 0,1 0-1 0 0,-1 0 1 0 0,0 0-1 0 0,0 0 1 0 0,1 1-1 0 0,-1-1 1 0 0,0 0-1 0 0,0 0 1 0 0,0 0-1 0 0,1 1 1 0 0,-1-1-1 0 0,0 0 1 0 0,0 0-1 0 0,0 1 0 0 0,0-1 1 0 0,0 0-1 0 0,1 0 1 0 0,-1 1-1 0 0,0-1 1 0 0,0 0-1 0 0,0 1 1 0 0,0-1-1 0 0,0 0 1 0 0,0 0-1 0 0,0 1 1 0 0,0-1-1 0 0,0 0 1 0 0,0 0-1 0 0,0 1 0 0 0,0-1 1 0 0,0 0-1 0 0,0 1 1 0 0,0-1-1 0 0,-1 0 1 0 0,1 0-1 0 0,0 1 1 0 0,0-1-1 0 0,0 0 1 0 0,0 1-1 0 0,-1 4 101 0 0,-1 8-38 0 0,0 1-1 0 0,-1 0 1 0 0,-1-1 0 0 0,0 1 0 0 0,-1-1-1 0 0,0 0 1 0 0,-8 13 0 0 0,-5 14-19 0 0,-66 175 267 0 0,25-80-184 0 0,6-14 115 0 0,18-41-23 0 0,24-60-125 0 0,2 1 0 0 0,1 0 0 0 0,-9 32 0 0 0,8 15 70 0 0,-10-8-79 0 0,18-58-118 0 0,1-1 0 0 0,-1 0 0 0 0,1 1 0 0 0,-1-1 0 0 0,1 1 1 0 0,0-1-1 0 0,0 1 0 0 0,-1-1 0 0 0,1 1 0 0 0,0-1 0 0 0,0 1 0 0 0,0-1 0 0 0,1 1 1 0 0,-1-1-1 0 0,0 1 0 0 0,1-1 0 0 0,-1 1 0 0 0,0-1 0 0 0,1 0 0 0 0,0 1 0 0 0,-1-1 0 0 0,1 1 1 0 0,0-1-1 0 0,0 0 0 0 0,0 0 0 0 0,-1 0 0 0 0,1 1 0 0 0,1-1 0 0 0,-1 0 0 0 0,1 1 1 0 0,-1-1-179 0 0,0-1 0 0 0,0 1 0 0 0,0 0 1 0 0,0 0-1 0 0,0 1 0 0 0,0-1 0 0 0,0 0 0 0 0,0 0 1 0 0,-1 0-1 0 0,1 0 0 0 0,0 1 0 0 0,-1-1 1 0 0,1 0-1 0 0,-1 1 0 0 0,1-1 0 0 0,-1 0 1 0 0,0 1-1 0 0,0-1 0 0 0,1 3 0 0 0,-1 9-4240 0 0</inkml:trace>
</inkml:ink>
</file>

<file path=ppt/ink/ink10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06T19:05:23.52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56 31 1281 0 0,'-28'-7'1200'0'0,"0"7"1"0"0,28-6 1120 0 0,0 1-1281 0 0,0-2 881 0 0,56 1-1040 0 0,1 6-81 0 0,-1 0-240 0 0,28 6-320 0 0,-28 6-800 0 0,23-6-1281 0 0,-23 1-1440 0 0,0-14-1 0 0</inkml:trace>
</inkml:ink>
</file>

<file path=ppt/ink/ink10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06T19:05:24.26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30 640 0 0,'0'-1'146'0'0,"1"0"0"0"0,0 0-1 0 0,0-1 1 0 0,0 1 0 0 0,0 0-1 0 0,0 1 1 0 0,-1-1 0 0 0,2 0 0 0 0,-1 0-1 0 0,0 0 1 0 0,0 0 0 0 0,0 1-1 0 0,0-1 1 0 0,0 1 0 0 0,1-1-1 0 0,-1 1 1 0 0,0-1 0 0 0,0 1 0 0 0,1 0-1 0 0,2-1 1 0 0,-1 0 223 0 0,12-3 469 0 0,1 1 0 0 0,0 1 1 0 0,0 0-1 0 0,-1 1 0 0 0,1 0 1 0 0,30 4-1 0 0,-23 0-484 0 0,1 0-1 0 0,0 2 1 0 0,35 12 0 0 0,-52-14-334 0 0,0 0 1 0 0,0 0-1 0 0,-1 1 1 0 0,1-1-1 0 0,-1 2 1 0 0,0-1 0 0 0,0 1-1 0 0,-1 0 1 0 0,1 0-1 0 0,-1 0 1 0 0,0 1-1 0 0,6 10 1 0 0,-8-13-4 0 0,0 1-1 0 0,-1-1 1 0 0,0 1 0 0 0,0 0 0 0 0,0 0 0 0 0,-1 0 0 0 0,1 0 0 0 0,-1 1 0 0 0,0-1 0 0 0,0 0 0 0 0,0 1-1 0 0,-1-1 1 0 0,1 0 0 0 0,-1 1 0 0 0,0-1 0 0 0,-1 0 0 0 0,0 6 0 0 0,-2 5 111 0 0,-1-1 0 0 0,-1-1 0 0 0,0 1 1 0 0,-7 13-1 0 0,-2 4 127 0 0,-2 4-184 0 0,-1-1 0 0 0,-2-1 1 0 0,-2 0-1 0 0,0-2 0 0 0,-44 48 0 0 0,48-58 12 0 0,0 2 1 0 0,2 0-1 0 0,-24 46 1 0 0,-12 9-218 0 0,47-64 321 0 0,5-7-1444 0 0,25-21-10719 0 0</inkml:trace>
</inkml:ink>
</file>

<file path=ppt/ink/ink10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06T19:05:24.65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19 80 0 0,'28'-13'5843'0'0,"-56"8"-881"0"0,56 5-4002 0 0,0 0 641 0 0,28 5-881 0 0,-33 1-159 0 0,33 6-161 0 0,56 6-1120 0 0,-28 5-2962 0 0,1-5-2081 0 0,-57-13 1841 0 0</inkml:trace>
</inkml:ink>
</file>

<file path=ppt/ink/ink10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06T19:05:26.70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309 627 1361 0 0,'-1'-12'3430'0'0,"1"10"-3087"0"0,-1-1-1 0 0,1 1 0 0 0,0-1 0 0 0,-1 1 1 0 0,1-1-1 0 0,1 1 0 0 0,-1-1 0 0 0,0 1 0 0 0,1-1 1 0 0,-1 1-1 0 0,1-1 0 0 0,0 1 0 0 0,0-1 0 0 0,2-3 1 0 0,3 0-117 0 0,-5 5-185 0 0,1 0 0 0 0,-1 1-1 0 0,0-1 1 0 0,0 0-1 0 0,0 0 1 0 0,0 0 0 0 0,0-1-1 0 0,0 1 1 0 0,0 0 0 0 0,0 0-1 0 0,0 0 1 0 0,-1-1-1 0 0,1 1 1 0 0,-1 0 0 0 0,1-1-1 0 0,-1 1 1 0 0,1-1 0 0 0,-1 1-1 0 0,0-1 1 0 0,1 1-1 0 0,-1-3 1 0 0,0 2 1 0 0,0 0 0 0 0,1-1 0 0 0,-1 1 0 0 0,0 0 0 0 0,1 0 0 0 0,0-1 0 0 0,-1 1 0 0 0,1 0 1 0 0,0 0-1 0 0,0 0 0 0 0,1 0 0 0 0,-1 0 0 0 0,0 0 0 0 0,0 0 0 0 0,1 1 0 0 0,2-3 0 0 0,7-11 137 0 0,23-42 322 0 0,-23 37-313 0 0,1 1 1 0 0,20-25 0 0 0,38-28 171 0 0,-35 28-330 0 0,-27 32-51 0 0,1 1 0 0 0,0 1 0 0 0,19-18 1 0 0,-3 7 26 0 0,1 0 1 0 0,1 2 0 0 0,1 1-1 0 0,1 1 1 0 0,31-14 0 0 0,-36 22-5 0 0,-4 2-16 0 0,1 0 0 0 0,-1 1 1 0 0,1 1-1 0 0,42-3 0 0 0,-59 7 12 0 0,0 1 0 0 0,1 0 0 0 0,-1 0 0 0 0,0 1 0 0 0,1-1 0 0 0,-1 1 0 0 0,0 0 0 0 0,0 0 1 0 0,0 0-1 0 0,0 1 0 0 0,0 0 0 0 0,0-1 0 0 0,0 1 0 0 0,0 1 0 0 0,-1-1 0 0 0,1 0 0 0 0,-1 1 0 0 0,1 0 0 0 0,-1 0 0 0 0,0 0 0 0 0,0 0 0 0 0,-1 0 0 0 0,1 1 0 0 0,0-1 0 0 0,-1 1 0 0 0,0 0 0 0 0,0-1 0 0 0,0 1 0 0 0,-1 0 1 0 0,1 0-1 0 0,-1 1 0 0 0,0-1 0 0 0,0 0 0 0 0,0 0 0 0 0,-1 0 0 0 0,1 1 0 0 0,-1-1 0 0 0,0 0 0 0 0,0 1 0 0 0,-1 4 0 0 0,-3 3 20 0 0,0 0 1 0 0,-1 0-1 0 0,0 0 0 0 0,-1-1 0 0 0,0 0 1 0 0,-1 0-1 0 0,0 0 0 0 0,0-1 0 0 0,-2 0 0 0 0,1-1 1 0 0,-10 9-1 0 0,-11 8 167 0 0,-2 0 0 0 0,-39 23 0 0 0,-65 32 575 0 0,97-59-640 0 0,20-19-160 0 0,60-19-947 0 0,-31 10 848 0 0,1 0 0 0 0,0 1 0 0 0,15-5-1 0 0,28-13 377 0 0,-49 20-226 0 0,1-1-1 0 0,0 1 1 0 0,0 0 0 0 0,0 1 0 0 0,0 0-1 0 0,1 0 1 0 0,-1 0 0 0 0,1 1 0 0 0,-1 0-1 0 0,1 1 1 0 0,11 0 0 0 0,-16 0-3 0 0,0 1-1 0 0,0-1 1 0 0,0 1 0 0 0,1 0-1 0 0,-1 0 1 0 0,0 0 0 0 0,-1 1-1 0 0,1-1 1 0 0,0 1 0 0 0,0 0 0 0 0,-1-1-1 0 0,1 1 1 0 0,-1 1 0 0 0,1-1-1 0 0,-1 0 1 0 0,0 0 0 0 0,0 1 0 0 0,0-1-1 0 0,0 1 1 0 0,0 0 0 0 0,-1-1-1 0 0,1 1 1 0 0,-1 0 0 0 0,1 0-1 0 0,-1 0 1 0 0,0 0 0 0 0,-1 0 0 0 0,1 1-1 0 0,0 4 1 0 0,1 1 27 0 0,-1 1 0 0 0,0 0 0 0 0,0 0 0 0 0,-1 0 0 0 0,-1 0 0 0 0,0 0 0 0 0,0 0 0 0 0,-1-1 0 0 0,0 1 0 0 0,-1 0 0 0 0,0-1 0 0 0,0 0 0 0 0,-1 0 0 0 0,0 0 0 0 0,-9 15 0 0 0,-2-6 82 0 0,-1-1-1 0 0,-1-1 0 0 0,0 0 1 0 0,-1-2-1 0 0,0 0 1 0 0,-1 0-1 0 0,-21 10 0 0 0,1-3 32 0 0,0-1 0 0 0,-78 26-1 0 0,36-21-344 0 0,-100 18 1 0 0,141-37-760 0 0,-53 1 0 0 0,63-7-1077 0 0,-1-1 0 0 0,-42-7 0 0 0,-11-9-5290 0 0</inkml:trace>
</inkml:ink>
</file>

<file path=ppt/ink/ink10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06T19:05:29.85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500 33 720 0 0,'-1'-2'676'0'0,"1"0"-325"0"0,0 1 1 0 0,-1-1-1 0 0,1 1 0 0 0,0-1 0 0 0,0 1 1 0 0,0-1-1 0 0,0 1 0 0 0,0-1 1 0 0,1 1-1 0 0,-1-1 0 0 0,0 1 0 0 0,1-1 1 0 0,-1 1-1 0 0,1 0 0 0 0,-1-1 1 0 0,1 1-1 0 0,0 0 0 0 0,0-2 0 0 0,9 1-249 0 0,0 3 1854 0 0,-6 21 282 0 0,-6-4-1947 0 0,0 1 0 0 0,-1-1-1 0 0,-1 0 1 0 0,-1 0 0 0 0,-1 0 0 0 0,0-1 0 0 0,-1 0 0 0 0,-10 18 0 0 0,-11 29 12 0 0,15-27-229 0 0,-7 38 0 0 0,-12 35-35 0 0,-27 19 97 0 0,10-24-72 0 0,-9 25-37 0 0,-98 162-1 0 0,142-270-48 0 0,3-6 16 0 0,-15 33 1 0 0,24-46-29 0 0,1 0 1 0 0,0 0 0 0 0,-1 1-1 0 0,1-1 1 0 0,1 0 0 0 0,-1 1-1 0 0,0-1 1 0 0,1 0 0 0 0,0 1-1 0 0,0-1 1 0 0,0 1 0 0 0,0-1-1 0 0,0 1 1 0 0,1-1 0 0 0,-1 0-1 0 0,3 5 1 0 0,-3-7-29 0 0,0 0 0 0 0,1-1 0 0 0,-1 1 0 0 0,1 0 1 0 0,-1 0-1 0 0,1-1 0 0 0,-1 1 0 0 0,1 0 0 0 0,0-1 0 0 0,-1 1 0 0 0,1 0 0 0 0,0-1 0 0 0,-1 1 1 0 0,1-1-1 0 0,0 1 0 0 0,0-1 0 0 0,0 0 0 0 0,-1 1 0 0 0,1-1 0 0 0,0 0 0 0 0,0 1 1 0 0,0-1-1 0 0,0 0 0 0 0,0 0 0 0 0,0 0 0 0 0,0 0 0 0 0,-1 0 0 0 0,1 0 0 0 0,0 0 1 0 0,0 0-1 0 0,0 0 0 0 0,0 0 0 0 0,0-1 0 0 0,0 1 0 0 0,1-1 0 0 0,7-3-1262 0 0,0 0 0 0 0,0 0 0 0 0,15-11 0 0 0</inkml:trace>
</inkml:ink>
</file>

<file path=ppt/ink/ink10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06T19:05:30.63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1477 112 2881 0 0,'0'-1'109'0'0,"0"-1"0"0"0,0 1-1 0 0,0-1 1 0 0,-1 1-1 0 0,1 0 1 0 0,0-1 0 0 0,-1 1-1 0 0,1 0 1 0 0,-1-1 0 0 0,0 1-1 0 0,1 0 1 0 0,-1-1-1 0 0,0 1 1 0 0,0 0 0 0 0,0 0-1 0 0,0 0 1 0 0,0 0-1 0 0,0 0 1 0 0,0 0 0 0 0,-2-2-1 0 0,-5-5 466 0 0,7 8-508 0 0,1-1 1 0 0,0 0-1 0 0,-1 0 0 0 0,1 0 1 0 0,0 0-1 0 0,0 0 0 0 0,0 0 1 0 0,0 0-1 0 0,0 0 0 0 0,0 0 1 0 0,0 0-1 0 0,0 0 0 0 0,0 0 1 0 0,0 0-1 0 0,0 0 0 0 0,1 0 1 0 0,-1 0-1 0 0,0 0 0 0 0,1 0 1 0 0,-1 1-1 0 0,1-1 0 0 0,-1 0 1 0 0,1 0-1 0 0,-1 0 0 0 0,1 0 1 0 0,0 1-1 0 0,-1-1 0 0 0,1 0 1 0 0,0 1-1 0 0,0-1 0 0 0,-1 1 1 0 0,1-1-1 0 0,0 0 0 0 0,0 1 1 0 0,0 0-1 0 0,1-1 0 0 0,3-4 415 0 0,-1 1-297 0 0,-1 1 1 0 0,0 0-1 0 0,1 0 1 0 0,0 0-1 0 0,-1 0 1 0 0,1 0 0 0 0,0 1-1 0 0,0 0 1 0 0,1 0-1 0 0,-1 0 1 0 0,0 0-1 0 0,1 1 1 0 0,-1 0 0 0 0,7-1-1 0 0,2-1 74 0 0,1 2 1 0 0,0 0-1 0 0,24 2 0 0 0,95 12 448 0 0,-89-7-598 0 0,-32-4-84 0 0,337 53 472 0 0,-303-41-467 0 0,0 1 0 0 0,-1 2 0 0 0,-1 2 0 0 0,46 27 0 0 0,-44-22 66 0 0,-41-21-96 0 0,11 4 18 0 0,0 1 0 0 0,0 1 0 0 0,-1 0 0 0 0,0 1-1 0 0,0 1 1 0 0,-1 1 0 0 0,19 19 0 0 0,-26-23 19 0 0,1-1 0 0 0,0 1 0 0 0,0-2 0 0 0,14 10 0 0 0,-13-10-17 0 0,-1-1 0 0 0,0 1-1 0 0,-1 1 1 0 0,0 0 0 0 0,13 14 0 0 0,-6 0 12 0 0,0 0-1 0 0,-2 1 1 0 0,14 33 0 0 0,-12-24-79 0 0,23 37 0 0 0,-23-48-9 0 0,-8-12 41 0 0,0 0 0 0 0,-1 1 1 0 0,6 12-1 0 0,-8-12 29 0 0,-1-1 0 0 0,0 0 0 0 0,2 17 0 0 0,-1 0 28 0 0,2-5-15 0 0,13 35-1 0 0,-11-35-60 0 0,0-1 1 0 0,3 22-1 0 0,-7-18 51 0 0,-2 1 1 0 0,0-1-1 0 0,-2 0 0 0 0,0 1 0 0 0,-2-1 1 0 0,0 0-1 0 0,-2 0 0 0 0,-11 35 1 0 0,8-22 95 0 0,0 1-1 0 0,-2 48 1 0 0,4-32 46 0 0,-3 4 34 0 0,5-37-77 0 0,0 1 0 0 0,2 0-1 0 0,0 0 1 0 0,2-1 0 0 0,2 30 0 0 0,2-29-32 0 0,2 0 1 0 0,0-1 0 0 0,1 0 0 0 0,10 20-1 0 0,-7-17 165 0 0,-1-1-1 0 0,7 28 0 0 0,-7 7 207 0 0,1-26-311 0 0,-7-23-129 0 0,0 0 0 0 0,-1 0 0 0 0,0 0 0 0 0,-1 0 0 0 0,2 12-1 0 0,-6 2 114 0 0,-7-20 22 0 0,-5-2-184 0 0,-426 7-149 0 0,265-9 154 0 0,-942-33 338 0 0,824 22-296 0 0,-293-30-2653 0 0,417 18-534 0 0,3-13-2814 0 0</inkml:trace>
</inkml:ink>
</file>

<file path=ppt/ink/ink10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06T19:06:04.11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56 34 160 0 0,'0'-11'3602'0'0,"-28"4"-241"0"0,28 2-559 0 0,0 0-561 0 0,-28-1 640 0 0,56 6-2001 0 0,0 0-399 0 0,28 6-161 0 0,-5-1-240 0 0,33 0-320 0 0,56 13-961 0 0,29 13-2481 0 0,-85-8-2480 0 0</inkml:trace>
</inkml:ink>
</file>

<file path=ppt/ink/ink10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06T19:06:04.49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29 55 4402 0 0,'-28'0'8084'0'0,"28"-8"-7124"0"0,28 3-240 0 0,0 5-79 0 0,0 0-81 0 0,28 0 0 0 0,56 0-160 0 0,113-12-1120 0 0,-6 1-4962 0 0,-79-7-4163 0 0</inkml:trace>
</inkml:ink>
</file>

<file path=ppt/ink/ink10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06T19:06:05.72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547 201 2001 0 0,'0'-15'3717'0'0,"3"-38"2605"0"0,-2 50-6181 0 0,0-1 0 0 0,0 1 0 0 0,0 0 0 0 0,1-1 0 0 0,-1 1 0 0 0,1 0 0 0 0,0 0 0 0 0,0 0 0 0 0,0 0 0 0 0,0 0 0 0 0,1 0 0 0 0,2-3 0 0 0,3 0 67 0 0,0 0 0 0 0,0 0 1 0 0,1 0-1 0 0,-1 1 0 0 0,18-8 0 0 0,-13 7-70 0 0,5-1-44 0 0,0 0-1 0 0,1 0 0 0 0,0 2 1 0 0,0 0-1 0 0,0 2 1 0 0,0 0-1 0 0,1 1 0 0 0,0 1 1 0 0,32 2-1 0 0,-42 0-186 0 0,1 1 1 0 0,-1 0-1 0 0,-1 0 0 0 0,1 2 0 0 0,0-1 0 0 0,-1 1 1 0 0,1 0-1 0 0,-1 1 0 0 0,0 0 0 0 0,-1 1 0 0 0,11 7 1 0 0,-16-10 40 0 0,1 0 0 0 0,0 0 0 0 0,-1 1-1 0 0,0 0 1 0 0,0-1 0 0 0,0 1 0 0 0,0 0 0 0 0,-1 0 0 0 0,1 1 0 0 0,-1-1 0 0 0,0 0 0 0 0,-1 1 0 0 0,1-1 0 0 0,-1 1 0 0 0,1 0 0 0 0,-1 0 0 0 0,-1-1 0 0 0,1 1 0 0 0,-1 0 0 0 0,0 0 0 0 0,0 0 0 0 0,0-1 0 0 0,-1 1 0 0 0,-1 8 0 0 0,1-9 51 0 0,0-1 1 0 0,-1 1 0 0 0,1-1 0 0 0,-1 1-1 0 0,0-1 1 0 0,0 0 0 0 0,0 1 0 0 0,0-1-1 0 0,0 0 1 0 0,-1 0 0 0 0,1-1-1 0 0,-1 1 1 0 0,-6 4 0 0 0,0-1 31 0 0,0 0 0 0 0,0-1 0 0 0,-13 5 0 0 0,2-1 22 0 0,6-1-7 0 0,-129 58 807 0 0,123-59-490 0 0,0 0 1 0 0,-1-2 0 0 0,1 0 0 0 0,-1-1 0 0 0,-28 1-1 0 0,47-5-330 0 0,-16 1 313 0 0,0-1-1 0 0,-1 0 1 0 0,1-1 0 0 0,-19-4-1 0 0,25 0-227 0 0,17-1-77 0 0,38-7-114 0 0,61-5-106 0 0,-77 15-95 0 0,-1 2 1 0 0,0 0 0 0 0,0 2-1 0 0,1 1 1 0 0,35 8-1 0 0,-51-8 99 0 0,0 0 0 0 0,0 2-1 0 0,0-1 1 0 0,0 1 0 0 0,-1 1-1 0 0,0 0 1 0 0,0 0 0 0 0,0 1-1 0 0,-1 0 1 0 0,1 1 0 0 0,-2 0-1 0 0,1 0 1 0 0,12 14 0 0 0,-20-20 165 0 0,0 1 0 0 0,0-1 0 0 0,0 1 1 0 0,0-1-1 0 0,0 1 0 0 0,0-1 0 0 0,-1 1 1 0 0,1-1-1 0 0,0 1 0 0 0,-1 0 0 0 0,1-1 1 0 0,-1 1-1 0 0,0 0 0 0 0,1-1 0 0 0,-1 1 1 0 0,0 0-1 0 0,0 0 0 0 0,0-1 0 0 0,0 1 1 0 0,0 0-1 0 0,-1 0 0 0 0,1-1 1 0 0,0 1-1 0 0,-1 0 0 0 0,0-1 0 0 0,1 1 1 0 0,-1-1-1 0 0,0 1 0 0 0,0 0 0 0 0,-1 1 1 0 0,-2 2 78 0 0,-1 0 0 0 0,1 0 0 0 0,-1-1 0 0 0,0 0 0 0 0,0 0 0 0 0,-7 4 0 0 0,6-5 30 0 0,-18 12 559 0 0,-2-1 0 0 0,0-1 0 0 0,0-1 0 0 0,-1-2 0 0 0,-46 12 0 0 0,9-7 176 0 0,-80 8 0 0 0,56-14-1154 0 0,0-3-1 0 0,0-5 1 0 0,-176-20 0 0 0,241 15-2855 0 0,41-4-3668 0 0</inkml:trace>
</inkml:ink>
</file>

<file path=ppt/ink/ink10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06T19:06:06.73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0 1521 0 0,'28'0'4002'0'0,"0"13"-2002"0"0,0 5 1 0 0,0 5-320 0 0,0 18 0 0 0,28-5-481 0 0,-28-1-879 0 0,28-11-642 0 0,0-12-399 0 0,0-1-1841 0 0,-27-4-1281 0 0,-1-7-800 0 0</inkml:trace>
</inkml:ink>
</file>

<file path=ppt/ink/ink10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06T19:06:07.09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0 165 880 0 0,'0'-11'3442'0'0,"28"-2"-321"0"0,1 1-639 0 0,27-6-562 0 0,28 2-719 0 0,84-9-641 0 0,1-11-3441 0 0,22 2-6163 0 0</inkml:trace>
</inkml:ink>
</file>

<file path=ppt/ink/ink10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06T19:06:07.55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331 121 4002 0 0,'-4'-10'1286'0'0,"-1"-1"0"0"0,0 1 1 0 0,-1-1-1 0 0,0 2 0 0 0,0-1 1 0 0,-14-15-1 0 0,19 22-1103 0 0,0 1 0 0 0,1-1 0 0 0,-1 1 1 0 0,0-1-1 0 0,1 0 0 0 0,-1 1 0 0 0,1-1 0 0 0,0-5 0 0 0,0 3 303 0 0,1 24-352 0 0,-2-4-204 0 0,0 0 0 0 0,-1-1 0 0 0,0 1 0 0 0,-2-1 1 0 0,-6 21-1 0 0,2-6-32 0 0,-10 23-36 0 0,-2-1-1 0 0,-2-1 0 0 0,-44 71 1 0 0,-27 63-788 0 0,85-166 553 0 0,-9 24-1108 0 0,16-39 1185 0 0,1-1 0 0 0,-1 0 0 0 0,1 1 0 0 0,0-1-1 0 0,-1 1 1 0 0,1-1 0 0 0,0 1 0 0 0,0-1 0 0 0,1 1-1 0 0,-1-1 1 0 0,0 1 0 0 0,1-1 0 0 0,0 0 0 0 0,0 3 0 0 0,1-2-324 0 0,-1-1 0 0 0,1 0 0 0 0,-1 0 1 0 0,1-1-1 0 0,0 1 0 0 0,0 0 1 0 0,-1 0-1 0 0,1-1 0 0 0,1 0 1 0 0,3 3-1 0 0</inkml:trace>
</inkml:ink>
</file>

<file path=ppt/ink/ink10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06T19:06:07.94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302 162 4722 0 0,'-9'2'425'0'0,"-28"5"2079"0"0,-54 19 1 0 0,76-20-2020 0 0,1 1 1 0 0,0 0-1 0 0,1 0 0 0 0,-1 2 0 0 0,1 0 1 0 0,-19 16-1 0 0,27-20-341 0 0,-1 1 22 0 0,0-1 0 0 0,0 1 0 0 0,0 0 0 0 0,-5 7 0 0 0,10-11-116 0 0,0 0-1 0 0,0 0 1 0 0,0 0-1 0 0,0 0 1 0 0,0 0-1 0 0,0 0 1 0 0,1 0 0 0 0,-1 0-1 0 0,1 0 1 0 0,-1 1-1 0 0,1-1 1 0 0,0 0-1 0 0,0 0 1 0 0,0 0-1 0 0,0 1 1 0 0,0-1-1 0 0,0 0 1 0 0,1 0-1 0 0,-1 0 1 0 0,2 4-1 0 0,-1-3-3 0 0,0 0-1 0 0,0 0 1 0 0,1 0-1 0 0,-1 0 0 0 0,1 0 1 0 0,0 0-1 0 0,0 0 1 0 0,0-1-1 0 0,0 1 1 0 0,0-1-1 0 0,1 1 1 0 0,-1-1-1 0 0,1 0 1 0 0,0 0-1 0 0,-1 0 1 0 0,1 0-1 0 0,0 0 1 0 0,0-1-1 0 0,0 1 1 0 0,0-1-1 0 0,7 2 1 0 0,13 1 59 0 0,1 0 1 0 0,-1-2 0 0 0,1 0-1 0 0,0-2 1 0 0,46-5 0 0 0,-26-1 65 0 0,0-1 0 0 0,53-17 0 0 0,-78 17-162 0 0,-1 0 0 0 0,1-1 0 0 0,-2 0 0 0 0,1-2 0 0 0,-1 0 0 0 0,21-17 0 0 0,-34 24-6 0 0,10-7 19 0 0,1-1 0 0 0,21-23-1 0 0,-31 29-11 0 0,-1-1 0 0 0,1 1 0 0 0,-1-1 0 0 0,0-1 0 0 0,0 1 0 0 0,-1 0-1 0 0,1-1 1 0 0,-2 0 0 0 0,1 0 0 0 0,1-7 0 0 0,-3 11-42 0 0,0-1-1 0 0,-1 1 1 0 0,0-1 0 0 0,1 1 0 0 0,-1-1-1 0 0,-1 1 1 0 0,1 0 0 0 0,0-1-1 0 0,-1 1 1 0 0,0-1 0 0 0,1 1 0 0 0,-2 0-1 0 0,1 0 1 0 0,0-1 0 0 0,0 1 0 0 0,-1 0-1 0 0,0 0 1 0 0,0 0 0 0 0,0 1 0 0 0,0-1-1 0 0,0 0 1 0 0,0 1 0 0 0,-1-1-1 0 0,-2-1 1 0 0,-6-5-746 0 0,-1 0-1 0 0,0 2 0 0 0,-1-1 1 0 0,-19-7-1 0 0,32 15 770 0 0,-11-5-1288 0 0,-1 0 0 0 0,1 2-1 0 0,-21-5 1 0 0,-71-10-5319 0 0</inkml:trace>
</inkml:ink>
</file>

<file path=ppt/ink/ink10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06T19:06:08.33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29 24 5603 0 0,'-28'-6'8403'0'0,"56"-1"-6402"0"0,0 2-480 0 0,28 5-320 0 0,0-6-401 0 0,23 12-400 0 0,61-1-80 0 0,0 13-720 0 0,-55-11-2321 0 0,-1-7-4723 0 0,-28-18-319 0 0</inkml:trace>
</inkml:ink>
</file>

<file path=ppt/ink/ink10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06T19:06:08.82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243 130 160 0 0,'38'-33'4100'0'0,"-20"16"-1774"0"0,2 0 0 0 0,28-18 1 0 0,-43 31-2036 0 0,2 1 0 0 0,-1-1 0 0 0,0 1 0 0 0,1 1 0 0 0,-1-1 0 0 0,1 1 0 0 0,0 0 0 0 0,0 1 0 0 0,0 0 0 0 0,0 0 0 0 0,0 0 1 0 0,0 1-1 0 0,7 0 0 0 0,-10 0-265 0 0,-1 1-1 0 0,0-1 1 0 0,0 1 0 0 0,0 0 0 0 0,1-1 0 0 0,-1 2 0 0 0,0-1 0 0 0,0 0 0 0 0,0 1 0 0 0,-1-1-1 0 0,1 1 1 0 0,0 0 0 0 0,0 0 0 0 0,-1 0 0 0 0,0 0 0 0 0,1 0 0 0 0,-1 1 0 0 0,0-1 0 0 0,0 1-1 0 0,0-1 1 0 0,0 1 0 0 0,0 0 0 0 0,-1 0 0 0 0,1 0 0 0 0,-1 0 0 0 0,0 0 0 0 0,0 0 0 0 0,0 0-1 0 0,0 0 1 0 0,-1 0 0 0 0,1 5 0 0 0,0 0 1 0 0,-1-1-1 0 0,0 1 1 0 0,0 0-1 0 0,-1 0 1 0 0,1 0-1 0 0,-2-1 1 0 0,1 1 0 0 0,-1-1-1 0 0,-1 1 1 0 0,1-1-1 0 0,-7 13 1 0 0,-12 12 340 0 0,-1-1 0 0 0,-1-1 1 0 0,-41 41-1 0 0,7-8 165 0 0,-139 173 495 0 0,193-232-1026 0 0,-14 15-61 0 0,1 0-1 0 0,1 2 1 0 0,-18 30 0 0 0,28-42-128 0 0,0 0 1 0 0,-1 0-1 0 0,-13 14 1 0 0,2-7-7254 0 0,41-35-1056 0 0</inkml:trace>
</inkml:ink>
</file>

<file path=ppt/ink/ink10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06T19:06:09.18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77 1441 0 0,'0'-18'4882'0'0,"23"6"-560"0"0,5 1-720 0 0,0 4-721 0 0,28 2-720 0 0,28 5-801 0 0,0 0-639 0 0,1 0-721 0 0,-29 0-1281 0 0,28-6-2481 0 0,-56-1-2000 0 0,28 2 399 0 0,-56-1 1201 0 0</inkml:trace>
</inkml:ink>
</file>

<file path=ppt/ink/ink10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06T19:06:10.16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801 5 2321 0 0,'-74'-4'5789'0'0,"60"4"-4335"0"0,9 1-1322 0 0,0 0-1 0 0,1 1 0 0 0,-1-1 0 0 0,0 1 0 0 0,1-1 0 0 0,-1 2 1 0 0,1-1-1 0 0,-1 0 0 0 0,1 1 0 0 0,0 0 0 0 0,0 0 0 0 0,0 0 1 0 0,0 0-1 0 0,1 1 0 0 0,-1-1 0 0 0,1 1 0 0 0,-4 6 0 0 0,-11 12 249 0 0,-18 23 112 0 0,2 1 0 0 0,2 1 0 0 0,-40 78 0 0 0,5 10-176 0 0,-34 77-98 0 0,-45 87-237 0 0,76-162-189 0 0,55-107-50 0 0,-16 45 0 0 0,29-67 39 0 0,-1 1 0 0 0,1 0-1 0 0,0 0 1 0 0,1 0 0 0 0,0-1 0 0 0,0 1 0 0 0,1 0-1 0 0,0 0 1 0 0,3 17 0 0 0,-2-23-50 0 0,-1 0-1 0 0,1 1 1 0 0,0-1-1 0 0,0 0 1 0 0,1 0-1 0 0,-1 0 1 0 0,0 0-1 0 0,1 0 1 0 0,0 0 0 0 0,0 0-1 0 0,0 0 1 0 0,0-1-1 0 0,0 1 1 0 0,5 3-1 0 0,-2-3-447 0 0,-1 0-1 0 0,1-1 1 0 0,-1 0-1 0 0,1 0 1 0 0,0-1-1 0 0,0 1 1 0 0,9 0-1 0 0,-14-2 709 0 0</inkml:trace>
</inkml:ink>
</file>

<file path=ppt/ink/ink10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06T19:06:11.10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1589 623 880 0 0,'52'-73'4429'0'0,"-47"64"-4060"0"0,1 1 1 0 0,0-1-1 0 0,1 1 1 0 0,0 1-1 0 0,0 0 0 0 0,0 0 1 0 0,1 0-1 0 0,0 1 1 0 0,1 0-1 0 0,-1 0 0 0 0,1 1 1 0 0,16-7-1 0 0,-10 5 75 0 0,0 0 0 0 0,1 1 0 0 0,0 1 0 0 0,0 1 0 0 0,0 0 0 0 0,1 1 0 0 0,-1 0 0 0 0,1 2 0 0 0,26 0 0 0 0,4-1 52 0 0,101-6 204 0 0,263-22 67 0 0,436-87 20 0 0,125-31-36 0 0,-328 73-901 0 0,85 44-637 0 0,-694 32 725 0 0,-29 1 58 0 0,0 1-3 0 0,31-2-67 0 0,-29-1 88 0 0,-2-1-15 0 0,-1 1-1 0 0,1 0 1 0 0,-1 0-1 0 0,1 0 1 0 0,0 1 0 0 0,-1-1-1 0 0,1 2 1 0 0,-1-1 0 0 0,0 0-1 0 0,1 1 1 0 0,-1 0-1 0 0,0 0 1 0 0,0 1 0 0 0,0-1-1 0 0,0 1 1 0 0,0 0 0 0 0,-1 1-1 0 0,0-1 1 0 0,6 6-1 0 0,2 4 151 0 0,-1 0 0 0 0,0 1-1 0 0,-1 0 1 0 0,-1 1-1 0 0,0 0 1 0 0,7 18 0 0 0,-11-23-135 0 0,-1 1 0 0 0,0 0 1 0 0,-1 0-1 0 0,0 1 1 0 0,0-1-1 0 0,-1 1 1 0 0,-1-1-1 0 0,0 1 1 0 0,0 0-1 0 0,-1-1 1 0 0,-2 16-1 0 0,-11 26 1 0 0,-2-1 0 0 0,-3 0 0 0 0,-26 55 0 0 0,31-76 5 0 0,2-4 17 0 0,0-2-1 0 0,-2 0 0 0 0,-1 0 0 0 0,0-1 0 0 0,-2-1 1 0 0,-27 30-1 0 0,26-32-4 0 0,-83 93 532 0 0,-87 131 0 0 0,159-204-427 0 0,1 2 0 0 0,2 1 0 0 0,-26 63-1 0 0,39-77-187 0 0,1 1-1 0 0,2 0 1 0 0,0 0-1 0 0,3 1 1 0 0,0 0 0 0 0,-1 43-1 0 0,7-61 2 0 0,-2 0 0 0 0,0 0 0 0 0,0 0 0 0 0,-1 0 0 0 0,-7 18 0 0 0,6-17 30 0 0,2-6-3 0 0,0 0-1 0 0,1 0 1 0 0,0 1 0 0 0,1-1-1 0 0,0 0 1 0 0,2 19 0 0 0,-1-20 27 0 0,0-1 1 0 0,0 1 0 0 0,-1 0 0 0 0,0 0 0 0 0,-1 0-1 0 0,0 0 1 0 0,0-1 0 0 0,-5 16 0 0 0,0-11 75 0 0,-1 0 0 0 0,-1-1 0 0 0,0 0 0 0 0,0 0 0 0 0,-1 0-1 0 0,0-1 1 0 0,-14 10 0 0 0,-1 5-65 0 0,12-12-15 0 0,0-1 1 0 0,0 0 0 0 0,-1-1 0 0 0,-1 0 0 0 0,0-1 0 0 0,0 0 0 0 0,-1-1 0 0 0,0-1 0 0 0,0 0-1 0 0,-1-1 1 0 0,0-1 0 0 0,-1-1 0 0 0,1 0 0 0 0,-22 3 0 0 0,-17 2-135 0 0,-1-4 1 0 0,-109 0 0 0 0,-567-86-874 0 0,529 52 947 0 0,-2304-243 1287 0 0,1730 216-974 0 0,413 47-1187 0 0,360 8 839 0 0,-43-5-1029 0 0,45 5 924 0 0,0-1 1 0 0,0 0 0 0 0,0 1 0 0 0,0-1 0 0 0,0 0 0 0 0,1 0 0 0 0,-1 0 0 0 0,0 0-1 0 0,0 0 1 0 0,1 0 0 0 0,-1 0 0 0 0,1-1 0 0 0,-1 1 0 0 0,1-1 0 0 0,0 1 0 0 0,0-1-1 0 0,-1 1 1 0 0,1-1 0 0 0,-1-2 0 0 0,1 0-810 0 0,0-1 0 0 0,0 1 0 0 0,0 0 0 0 0,1 0 1 0 0,-1-1-1 0 0,1-7 0 0 0,0 12 1001 0 0</inkml:trace>
</inkml:ink>
</file>

<file path=ppt/ink/ink10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06T19:06:19.51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75 698 80 0 0,'-11'4'98'0'0,"7"-2"-41"0"0,1 0 0 0 0,-1 0 0 0 0,0-1 0 0 0,0 1 0 0 0,0-1 0 0 0,0 0-1 0 0,0 0 1 0 0,0 0 0 0 0,-6-1 0 0 0,10-1 526 0 0,0 1-567 0 0,0 0 0 0 0,0 0 0 0 0,-1 0 0 0 0,1 0 0 0 0,0-1 0 0 0,0 1-1 0 0,0 0 1 0 0,0 0 0 0 0,0-1 0 0 0,0 1 0 0 0,0 0 0 0 0,0 0 0 0 0,0 0 0 0 0,0-1 0 0 0,0 1 0 0 0,0 0 0 0 0,0 0 0 0 0,0 0 0 0 0,1-1-1 0 0,-1 1 1 0 0,0 0 0 0 0,0 0 0 0 0,0 0 0 0 0,0-1 0 0 0,0 1 0 0 0,0 0 0 0 0,0 0 0 0 0,1 0 0 0 0,-1 0 0 0 0,0 0 0 0 0,0-1 0 0 0,0 1-1 0 0,0 0 1 0 0,1 0 0 0 0,-1 0 0 0 0,0 0 0 0 0,0 0 0 0 0,0 0 0 0 0,1 0 0 0 0,-1 0 0 0 0,0-1 0 0 0,0 1 0 0 0,0 0 0 0 0,1 0 0 0 0,-1 0-1 0 0,0 0 1 0 0,0 0 0 0 0,1 0 22 0 0,0 0-12 0 0,0 0 1 0 0,0 0-1 0 0,0 0 0 0 0,0 0 0 0 0,1 0 0 0 0,-1 0 0 0 0,0 0 1 0 0,0-1-1 0 0,0 1 0 0 0,0 0 0 0 0,0-1 0 0 0,0 1 0 0 0,0-1 1 0 0,0 1-1 0 0,0-1 0 0 0,0 1 0 0 0,-1-1 0 0 0,1 0 0 0 0,0 0 1 0 0,0 1-1 0 0,1-3 0 0 0,-2 3 4 0 0,0-1 1 0 0,0 1-1 0 0,0 0 1 0 0,0-1-1 0 0,0 1 1 0 0,0-1-1 0 0,1 1 0 0 0,-1-1 1 0 0,0 1-1 0 0,0 0 1 0 0,0-1-1 0 0,1 1 1 0 0,-1 0-1 0 0,0-1 0 0 0,1 1 1 0 0,-1 0-1 0 0,0-1 1 0 0,0 1-1 0 0,1 0 1 0 0,-1-1-1 0 0,1 1 0 0 0,-1 0 1 0 0,0 0-1 0 0,1-1 1 0 0,-1 1-1 0 0,1 0 1 0 0,-1 0-1 0 0,0 0 0 0 0,1 0 1 0 0,-1 0-1 0 0,1 0 1 0 0,-1 0-1 0 0,1 0 1 0 0,-1 0-1 0 0,0 0 0 0 0,1 0 1 0 0,-1 0-1 0 0,1 0 1 0 0,0 0 35 0 0,-1 0 1 0 0,1 0 0 0 0,0 0 0 0 0,-1 0-1 0 0,1 0 1 0 0,-1 0 0 0 0,1 0-1 0 0,0 0 1 0 0,-1-1 0 0 0,1 1 0 0 0,-1 0-1 0 0,1 0 1 0 0,-1-1 0 0 0,1 1-1 0 0,-1 0 1 0 0,1 0 0 0 0,-1-1-1 0 0,1 1 1 0 0,-1-1 0 0 0,1 1 0 0 0,-1 0-1 0 0,1-1 1 0 0,-1 1 0 0 0,0-1-1 0 0,1 1 1 0 0,-1-1 0 0 0,0 1 0 0 0,1-1-1 0 0,-1 1 1 0 0,0-1 0 0 0,0 1-1 0 0,0-1 1 0 0,1 0 0 0 0,-1 1-1 0 0,0-1 1 0 0,0 1 0 0 0,0-1 0 0 0,0 0-1 0 0,0 0 1 0 0,0-2 282 0 0,0 0 0 0 0,0 0 0 0 0,1 0 0 0 0,-1 0 0 0 0,1 0 0 0 0,-1 0 0 0 0,1 0 0 0 0,0 0-1 0 0,0 0 1 0 0,0 0 0 0 0,1 0 0 0 0,-1 1 0 0 0,1-1 0 0 0,2-2 0 0 0,4-9 73 0 0,-6 10-307 0 0,-1 0 1 0 0,1 0-1 0 0,-1 0 0 0 0,-1 0 1 0 0,1 0-1 0 0,0 0 0 0 0,-1 0 1 0 0,0 0-1 0 0,0-8 0 0 0,2-26 426 0 0,5 15-363 0 0,1 1 0 0 0,0 0 0 0 0,2 1 1 0 0,1 0-1 0 0,21-31 0 0 0,27-55 354 0 0,-47 81-370 0 0,40-82 418 0 0,-45 97-485 0 0,-1 0 1 0 0,2 1 0 0 0,0 0-1 0 0,0 0 1 0 0,1 0 0 0 0,0 1-1 0 0,13-10 1 0 0,1 2 78 0 0,-20 14-176 0 0,-1 2 0 0 0,1-1 1 0 0,0 0-1 0 0,0 1 0 0 0,0-1 1 0 0,0 1-1 0 0,0 0 0 0 0,1 0 1 0 0,-1 0-1 0 0,0 0 0 0 0,0 0 1 0 0,1 1-1 0 0,-1 0 0 0 0,0 0 1 0 0,1 0-1 0 0,3 0 0 0 0,67 8-93 0 0,-61-6 152 0 0,8 1-22 0 0,0-1-11 0 0,0 2 0 0 0,33 10 0 0 0,-29-6 38 0 0,43 22 1 0 0,-57-24-41 0 0,0 0 0 0 0,0 1 0 0 0,-1 0 0 0 0,0 1 1 0 0,0 0-1 0 0,12 13 0 0 0,-20-19-17 0 0,0 1-1 0 0,0-1 1 0 0,0 1 0 0 0,0 0 0 0 0,0-1 0 0 0,-1 1-1 0 0,1 0 1 0 0,-1 0 0 0 0,0 0 0 0 0,1 0 0 0 0,-2 1-1 0 0,1-1 1 0 0,0 0 0 0 0,-1 0 0 0 0,1 1 0 0 0,-1-1 0 0 0,0 0-1 0 0,0 0 1 0 0,0 1 0 0 0,-1-1 0 0 0,1 0 0 0 0,-1 0-1 0 0,0 1 1 0 0,1-1 0 0 0,-1 0 0 0 0,-1 0 0 0 0,1 0 0 0 0,0 0-1 0 0,-1 0 1 0 0,-3 5 0 0 0,-5 5 48 0 0,-1 0 0 0 0,-1-1 0 0 0,0 0 0 0 0,0-1 0 0 0,-15 10 0 0 0,24-19-40 0 0,-49 34 130 0 0,-2-1 1 0 0,-1-4-1 0 0,-87 37 1 0 0,132-63-123 0 0,0-1 0 0 0,-1-1 0 0 0,1 0 0 0 0,-17 3 0 0 0,24-6-19 0 0,-1 1 0 0 0,1-1-1 0 0,-1 0 1 0 0,1 0-1 0 0,0 0 1 0 0,-1 0-1 0 0,1 0 1 0 0,-1-1-1 0 0,1 1 1 0 0,0-1-1 0 0,0 0 1 0 0,-1 0-1 0 0,1 0 1 0 0,0-1-1 0 0,0 1 1 0 0,0-1-1 0 0,-4-2 1 0 0,6 1-42 0 0,0 0 0 0 0,0 0 0 0 0,0 0 0 0 0,0 0 0 0 0,1 1 0 0 0,-1-1 0 0 0,1 0 0 0 0,0 0 0 0 0,0 0 0 0 0,0 0 0 0 0,0 0 0 0 0,0 0 0 0 0,1 0 0 0 0,-1 0 0 0 0,1 0 0 0 0,0 0 0 0 0,0 0 0 0 0,1-2 0 0 0,3 1 38 0 0,-1 1 0 0 0,1 0 0 0 0,0 0 0 0 0,0 0 0 0 0,0 0 0 0 0,0 1 0 0 0,1 0 0 0 0,-1 0 0 0 0,10-1 1 0 0,55-10-59 0 0,-69 12 59 0 0,21-2-6 0 0,0 1 0 0 0,-1 1 1 0 0,35 3-1 0 0,-10 2-3 0 0,89 20 0 0 0,-119-21 22 0 0,0 1 1 0 0,0 2-1 0 0,0-1 1 0 0,0 2 0 0 0,-1 0-1 0 0,0 0 1 0 0,-1 2 0 0 0,18 12-1 0 0,-31-20-9 0 0,1 1 0 0 0,-1-1 0 0 0,0 0 0 0 0,1 1 0 0 0,-1-1 0 0 0,0 1 0 0 0,0 0 0 0 0,0-1 0 0 0,0 1 0 0 0,0 0 0 0 0,0 0 0 0 0,-1-1 0 0 0,1 1 0 0 0,0 0 0 0 0,-1 0 1 0 0,0 0-1 0 0,1 0 0 0 0,-1 0 0 0 0,0 0 0 0 0,0 0 0 0 0,0 0 0 0 0,0 0 0 0 0,0 0 0 0 0,-1 0 0 0 0,1-1 0 0 0,-1 1 0 0 0,0 2 0 0 0,-1 1 8 0 0,0-1 1 0 0,0 0-1 0 0,0 0 1 0 0,-1 0 0 0 0,0 0-1 0 0,0 0 1 0 0,0-1-1 0 0,0 1 1 0 0,-7 5-1 0 0,-15 8 113 0 0,0-1-1 0 0,-1-1 1 0 0,-46 19-1 0 0,33-16-3 0 0,-30 13 173 0 0,-1-4 1 0 0,-2-3-1 0 0,-101 22 1 0 0,146-41-228 0 0,-1 0-1 0 0,0-1 1 0 0,-50-1 0 0 0,67-4-206 0 0,0 1 0 0 0,0-1-1 0 0,0-1 1 0 0,1 0 0 0 0,-1-1-1 0 0,1 0 1 0 0,-1 0 0 0 0,1-1-1 0 0,0-1 1 0 0,0 1 0 0 0,1-2-1 0 0,-13-8 1 0 0,21 13 31 0 0,-1 0-1 0 0,0 0 1 0 0,1-1 0 0 0,-1 1-1 0 0,0-1 1 0 0,1 0-1 0 0,0 1 1 0 0,-1-1 0 0 0,1 0-1 0 0,0 0 1 0 0,0 0-1 0 0,0 0 1 0 0,0 0 0 0 0,0 0-1 0 0,1 0 1 0 0,-1 0 0 0 0,0 0-1 0 0,1 0 1 0 0,0 0-1 0 0,-1-1 1 0 0,1-3 0 0 0,1 3-164 0 0,0 0 1 0 0,0-1 0 0 0,0 1 0 0 0,0 0-1 0 0,1 0 1 0 0,-1 0 0 0 0,1 0-1 0 0,0 0 1 0 0,0 0 0 0 0,0 0-1 0 0,0 1 1 0 0,1-1 0 0 0,-1 1 0 0 0,1-1-1 0 0,4-2 1 0 0,17-13-3202 0 0,44-24 1 0 0,-62 39 3070 0 0</inkml:trace>
</inkml:ink>
</file>

<file path=ppt/ink/ink10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06T19:06:20.04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2 350 720 0 0,'0'-1'177'0'0,"0"0"0"0"0,-1 1 0 0 0,1-1-1 0 0,0 0 1 0 0,0 1 0 0 0,0-1 0 0 0,0 0-1 0 0,0 1 1 0 0,0-1 0 0 0,0 0 0 0 0,0 0-1 0 0,0 1 1 0 0,0-1 0 0 0,0 0 0 0 0,1 1-1 0 0,-1-1 1 0 0,0 1 0 0 0,0-1 0 0 0,1 0-1 0 0,-1 1 1 0 0,0-1 0 0 0,1 1 0 0 0,-1-1-1 0 0,1 0 1 0 0,-1 1 0 0 0,1-1 0 0 0,0 0-1 0 0,16-18 1100 0 0,-1-1-551 0 0,26-27 102 0 0,0-18 27 0 0,-7 26-300 0 0,56-49-1 0 0,-65 60-398 0 0,-24 25-160 0 0,-1 1 1 0 0,1 0 0 0 0,0 0-1 0 0,-1 0 1 0 0,1 1-1 0 0,0-1 1 0 0,0 0 0 0 0,0 1-1 0 0,0-1 1 0 0,1 1 0 0 0,-1 0-1 0 0,0-1 1 0 0,3 0-1 0 0,-5 2 2 0 0,0 0 0 0 0,1 0-1 0 0,-1 0 1 0 0,0 0-1 0 0,0 0 1 0 0,0 0 0 0 0,0 0-1 0 0,1 0 1 0 0,-1 0-1 0 0,0 0 1 0 0,0 0 0 0 0,0 0-1 0 0,0 0 1 0 0,0 0-1 0 0,1 0 1 0 0,-1 0 0 0 0,0 0-1 0 0,0 0 1 0 0,0 0-1 0 0,0 0 1 0 0,0 0 0 0 0,1 1-1 0 0,-1-1 1 0 0,0 0-1 0 0,0 0 1 0 0,0 0 0 0 0,0 0-1 0 0,0 0 1 0 0,0 0-1 0 0,1 0 1 0 0,-1 1 0 0 0,0-1-1 0 0,0 0 1 0 0,0 0-1 0 0,0 0 1 0 0,0 0 0 0 0,0 0-1 0 0,0 0 1 0 0,0 1-1 0 0,0-1 1 0 0,0 0 0 0 0,0 0-1 0 0,0 0 1 0 0,0 0-1 0 0,0 1 1 0 0,0-1 0 0 0,0 0-1 0 0,0 0 1 0 0,0 0-1 0 0,-5 12-106 0 0,2-7 128 0 0,0 0 0 0 0,0 0 0 0 0,0 0 0 0 0,1 0 0 0 0,0 1 0 0 0,0-1 0 0 0,0 1 0 0 0,1 0 0 0 0,-1-1 0 0 0,1 1 0 0 0,1 0 0 0 0,-1 9 0 0 0,-7 37 282 0 0,-29 51 180 0 0,27-47-181 0 0,6-28-158 0 0,-6 19 33 0 0,6-36-175 0 0,1 1-1 0 0,0 0 1 0 0,1-1 0 0 0,1 1 0 0 0,0 0 0 0 0,0 0-1 0 0,2 0 1 0 0,-1 1 0 0 0,1-1 0 0 0,3 13-1 0 0,15 19-1051 0 0,-10-24-1669 0 0,15-17-1786 0 0</inkml:trace>
</inkml:ink>
</file>

<file path=ppt/ink/ink10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06T19:06:20.38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1 2161 0 0,'0'5'6323'0'0,"28"2"-4162"0"0,28-1-640 0 0,56-1-401 0 0,51 2-2721 0 0,33-14-6802 0 0</inkml:trace>
</inkml:ink>
</file>

<file path=ppt/ink/ink10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06T19:06:21.51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465 633 5763 0 0,'1'-40'1766'0'0,"0"20"-893"0"0,-1-1-1 0 0,-1 0 0 0 0,-5-32 0 0 0,-2 20-563 0 0,5 24-277 0 0,0 1 0 0 0,1-1 0 0 0,0 0-1 0 0,1 0 1 0 0,0 0 0 0 0,0 0 0 0 0,1 1 0 0 0,0-1 0 0 0,3-15-1 0 0,5-11 92 0 0,-4 20-7 0 0,0-1 0 0 0,-1 0 0 0 0,1-31 0 0 0,-4 41-99 0 0,0 1-1 0 0,1 0 1 0 0,-1-1-1 0 0,1 1 0 0 0,1 0 1 0 0,-1 0-1 0 0,1-1 1 0 0,0 1-1 0 0,0 0 1 0 0,0 1-1 0 0,1-1 0 0 0,-1 0 1 0 0,1 1-1 0 0,5-6 1 0 0,2-2-29 0 0,2 1 0 0 0,-1 0 1 0 0,21-13-1 0 0,-15 11-1 0 0,-7 5-39 0 0,1 1 1 0 0,0 1-1 0 0,0 0 0 0 0,0 0 1 0 0,0 1-1 0 0,1 0 0 0 0,0 1 0 0 0,0 1 1 0 0,0 0-1 0 0,1 0 0 0 0,-1 1 1 0 0,0 1-1 0 0,1 0 0 0 0,0 0 1 0 0,-1 2-1 0 0,1-1 0 0 0,-1 2 1 0 0,1-1-1 0 0,-1 2 0 0 0,0 0 1 0 0,0 0-1 0 0,0 1 0 0 0,18 9 0 0 0,-25-11 25 0 0,-1 0 0 0 0,0 0 0 0 0,0 0 0 0 0,0 0-1 0 0,-1 1 1 0 0,1 0 0 0 0,0 0 0 0 0,5 6-1 0 0,-6-4 8 0 0,0 0 0 0 0,0 1 0 0 0,0-1-1 0 0,-1 1 1 0 0,0-1 0 0 0,2 13 0 0 0,-4-18 18 0 0,3 6-4 0 0,-2-1 0 0 0,1 0-1 0 0,0 1 1 0 0,-1 0 0 0 0,0-1 0 0 0,-1 1-1 0 0,1-1 1 0 0,-1 1 0 0 0,0 0 0 0 0,0-1-1 0 0,-1 1 1 0 0,0 0 0 0 0,0-1 0 0 0,0 1 0 0 0,0-1-1 0 0,-1 1 1 0 0,0-1 0 0 0,-4 9 0 0 0,-2-3 79 0 0,1 1 0 0 0,-2-1 0 0 0,1 0 0 0 0,-2-1 0 0 0,1 0 0 0 0,-1-1 0 0 0,-1 0 0 0 0,0 0 0 0 0,0-1 0 0 0,0-1 0 0 0,-1 1 0 0 0,-18 6 0 0 0,-14 6 601 0 0,-1-3 1 0 0,-48 12-1 0 0,71-23-338 0 0,-12 4 254 0 0,0-3 0 0 0,0 0 1 0 0,-37 1-1 0 0,45-10-524 0 0,26 2-71 0 0,0 0 1 0 0,0-1-1 0 0,-1 1 0 0 0,1 0 0 0 0,0-1 0 0 0,0 1 0 0 0,0 0 1 0 0,0 0-1 0 0,0-1 0 0 0,0 1 0 0 0,0 0 0 0 0,0-1 0 0 0,1 1 1 0 0,-1 0-1 0 0,0 0 0 0 0,0-1 0 0 0,0 1 0 0 0,0 0 0 0 0,0-1 1 0 0,0 1-1 0 0,0 0 0 0 0,1 0 0 0 0,-1-1 0 0 0,0 1 0 0 0,0 0 1 0 0,0 0-1 0 0,1 0 0 0 0,-1-1 0 0 0,0 1 0 0 0,0 0 0 0 0,1 0 0 0 0,-1 0 1 0 0,0 0-1 0 0,0-1 0 0 0,1 1 0 0 0,-1 0 0 0 0,0 0 0 0 0,0 0 1 0 0,1 0-1 0 0,-1 0 0 0 0,50-23-197 0 0,-22 15 199 0 0,40-8 0 0 0,-30 9-31 0 0,33-6-291 0 0,0 4-1 0 0,1 3 1 0 0,0 3-1 0 0,105 9 1 0 0,-138-4 67 0 0,-1 3 0 0 0,44 9 0 0 0,-76-13 218 0 0,-1 1 0 0 0,1-1 0 0 0,-1 1 0 0 0,0-1 0 0 0,0 2 0 0 0,0-1-1 0 0,0 0 1 0 0,0 1 0 0 0,0 0 0 0 0,-1 0 0 0 0,1 1 0 0 0,-1-1 0 0 0,0 1 0 0 0,0 0 0 0 0,0 0 0 0 0,4 7-1 0 0,-6-8 44 0 0,-1-1 0 0 0,-1 1 0 0 0,1 0-1 0 0,0 1 1 0 0,-1-1 0 0 0,1 0 0 0 0,-1 0-1 0 0,0 0 1 0 0,0 0 0 0 0,0 0-1 0 0,-1 0 1 0 0,1 0 0 0 0,-1 0 0 0 0,1 0-1 0 0,-1 0 1 0 0,0 0 0 0 0,0 0 0 0 0,-1 0-1 0 0,1 0 1 0 0,-1-1 0 0 0,1 1-1 0 0,-1 0 1 0 0,0-1 0 0 0,-3 5 0 0 0,-8 7 153 0 0,0 0 1 0 0,0-1 0 0 0,-1 0-1 0 0,-1-1 1 0 0,0-1 0 0 0,-1 0 0 0 0,0-1-1 0 0,-1-1 1 0 0,0 0 0 0 0,-21 7-1 0 0,-30 9 419 0 0,-94 20-1 0 0,107-31-405 0 0,-474 102 1045 0 0,489-110-1914 0 0,0-1-1 0 0,-1-2 1 0 0,-76-6 0 0 0,92-5-834 0 0,25 7 1464 0 0,0 1 0 0 0,-1 0 0 0 0,1-1 0 0 0,-1 1 1 0 0,1 0-1 0 0,0-1 0 0 0,0 1 0 0 0,-1-1 0 0 0,1 1 0 0 0,0-1 1 0 0,0 1-1 0 0,-1-1 0 0 0,1 1 0 0 0,0-1 0 0 0,0 1 1 0 0,0-1-1 0 0,0 1 0 0 0,0-1 0 0 0,0 1 0 0 0,0-1 1 0 0,0 1-1 0 0,0-1 0 0 0,0 1 0 0 0,0-1 0 0 0,0 1 1 0 0,0-1-1 0 0,0 1 0 0 0,0-1 0 0 0,1 0 0 0 0,3-5-772 0 0,0 0 0 0 0,1 0-1 0 0,0 1 1 0 0,0 0 0 0 0,0 0 0 0 0,9-6-1 0 0</inkml:trace>
</inkml:ink>
</file>

<file path=ppt/ink/ink10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06T19:06:21.91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5 480 0 0,'56'-5'721'0'0,"-28"10"-561"0"0,29-5-641 0 0</inkml:trace>
</inkml:ink>
</file>

<file path=ppt/ink/ink10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06T19:06:22.28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444 148 1040 0 0,'-56'18'561'0'0,"-29"-18"-321"0"0,29-18 400 0 0,-28-10 1361 0 0,34-8 480 0 0,-7 0-640 0 0,29 6-560 0 0,0 19-401 0 0,28 4 160 0 0,0 14-799 0 0,28-1-81 0 0,0-1 0 0 0,107 36 0 0 0,34 31-160 0 0,-29-13-961 0 0,-28-18-2400 0 0,-56-11-2962 0 0</inkml:trace>
</inkml:ink>
</file>

<file path=ppt/ink/ink10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06T19:06:22.69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29 3041 0 0,'0'-5'2962'0'0,"0"-1"-481"0"0,28-1-480 0 0,1 2-641 0 0,-1 0-479 0 0,28 5-801 0 0,-6 0-1441 0 0,34 17-3201 0 0</inkml:trace>
</inkml:ink>
</file>

<file path=ppt/ink/ink10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06T19:06:23.05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0 1521 0 0,'0'0'10004'0'0,"28"6"-9283"0"0,0-6-321 0 0,29 5-240 0 0,49 2-1121 0 0,35 4-3281 0 0,-29-4-2321 0 0</inkml:trace>
</inkml:ink>
</file>

<file path=ppt/ink/ink10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06T19:06:24.07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3 143 1040 0 0,'-1'-9'3498'0'0,"0"7"-3208"0"0,1 0 1 0 0,0 1-1 0 0,0-1 0 0 0,0 0 0 0 0,0 0 0 0 0,0 0 0 0 0,0 0 1 0 0,0 1-1 0 0,0-1 0 0 0,1 0 0 0 0,-1 0 0 0 0,1 0 0 0 0,-1 1 1 0 0,1-1-1 0 0,0 0 0 0 0,1-3 0 0 0,13-12 798 0 0,-11 11-840 0 0,1 0 0 0 0,0 0-1 0 0,0 1 1 0 0,0 0 0 0 0,8-6 0 0 0,-3 5-156 0 0,0 0 1 0 0,1 1 0 0 0,0 0-1 0 0,0 1 1 0 0,0 0 0 0 0,1 1 0 0 0,-1 0-1 0 0,1 0 1 0 0,0 1 0 0 0,14 0 0 0 0,-10 2-81 0 0,1 1 1 0 0,-1 0-1 0 0,0 1 1 0 0,0 1-1 0 0,-1 0 1 0 0,1 2-1 0 0,24 9 1 0 0,-26-9 42 0 0,0 0-1 0 0,-1 2 1 0 0,1-1-1 0 0,-1 2 1 0 0,-1 0-1 0 0,1 0 1 0 0,-1 1 0 0 0,-1 1-1 0 0,0 0 1 0 0,11 13-1 0 0,-19-20-33 0 0,-1 0 0 0 0,0 0 0 0 0,0 0-1 0 0,0 0 1 0 0,0 0 0 0 0,-1 0 0 0 0,1 0 0 0 0,-1 1-1 0 0,0-1 1 0 0,0 1 0 0 0,0-1 0 0 0,0 1-1 0 0,-1-1 1 0 0,1 1 0 0 0,-1-1 0 0 0,0 1 0 0 0,0-1-1 0 0,-1 1 1 0 0,1-1 0 0 0,0 1 0 0 0,-1-1-1 0 0,0 1 1 0 0,0-1 0 0 0,0 1 0 0 0,-3 4 0 0 0,1 3 12 0 0,-7 34 180 0 0,-8-7-53 0 0,12-16-108 0 0,5-20-55 0 0,1 1 0 0 0,-1 0 0 0 0,0 0 0 0 0,0 0 1 0 0,0 0-1 0 0,0-1 0 0 0,0 1 0 0 0,-1 0 0 0 0,1-1 0 0 0,-1 1 0 0 0,0-1 1 0 0,0 0-1 0 0,0 1 0 0 0,0-1 0 0 0,0 0 0 0 0,0 0 0 0 0,-5 3 0 0 0,3-2-22 0 0,-1 1-1 0 0,1-1 1 0 0,-1 0-1 0 0,0 0 1 0 0,0 0-1 0 0,-1-1 0 0 0,1 0 1 0 0,0 0-1 0 0,-1 0 1 0 0,1-1-1 0 0,-1 1 1 0 0,1-2-1 0 0,-1 1 0 0 0,0 0 1 0 0,0-1-1 0 0,1 0 1 0 0,-1 0-1 0 0,0-1 1 0 0,1 0-1 0 0,-1 0 0 0 0,0 0 1 0 0,1 0-1 0 0,-7-4 1 0 0,3 2-58 0 0,3 1 27 0 0,0 0-1 0 0,1 0 1 0 0,-1-1-1 0 0,1 0 1 0 0,0 0-1 0 0,0 0 1 0 0,0 0-1 0 0,0-1 1 0 0,1 0-1 0 0,0 0 1 0 0,-6-6-1 0 0,-18-37 231 0 0,27 46-164 0 0,0 0 1 0 0,0-1 0 0 0,1 1-1 0 0,-1-1 1 0 0,0 0 0 0 0,1 1-1 0 0,0-1 1 0 0,-1 1 0 0 0,1-1-1 0 0,0 0 1 0 0,0 1 0 0 0,-1-1-1 0 0,2 0 1 0 0,-1 1-1 0 0,0-1 1 0 0,0 1 0 0 0,0-1-1 0 0,1 0 1 0 0,-1 1 0 0 0,1-1-1 0 0,-1 1 1 0 0,1-1 0 0 0,0 1-1 0 0,-1-1 1 0 0,1 1 0 0 0,0-1-1 0 0,0 1 1 0 0,0 0-1 0 0,0-1 1 0 0,0 1 0 0 0,0 0-1 0 0,1 0 1 0 0,-1 0 0 0 0,0 0-1 0 0,1 0 1 0 0,-1 0 0 0 0,3-1-1 0 0,3-2 3 0 0,1 0 0 0 0,0 0-1 0 0,0 0 1 0 0,1 1 0 0 0,-1 1 0 0 0,12-3-1 0 0,-18 4-10 0 0,8-1-5 0 0,-1 0 1 0 0,1 1-1 0 0,0 0 1 0 0,0 0-1 0 0,0 1 0 0 0,0 0 1 0 0,0 1-1 0 0,0 0 1 0 0,0 1-1 0 0,10 2 1 0 0,46 17 291 0 0,0 2 0 0 0,106 55 0 0 0,-150-66-124 0 0,-1 1 0 0 0,0 1 0 0 0,-1 0 0 0 0,-1 2 0 0 0,0 0 0 0 0,-1 1 0 0 0,24 30 0 0 0,66 68-18 0 0,-102-108-303 0 0,0-1 0 0 0,1 0 0 0 0,-1 0 0 0 0,1 0 0 0 0,1-1 0 0 0,-1 0 0 0 0,1 0 0 0 0,0-1-1 0 0,12 5 1 0 0,-18-8-175 0 0,1 0 0 0 0,-1 0 0 0 0,1 0-1 0 0,-1-1 1 0 0,1 1 0 0 0,-1-1 0 0 0,1 1-1 0 0,-1-1 1 0 0,1 0 0 0 0,-1 0 0 0 0,5 0-1 0 0,43-14-6764 0 0</inkml:trace>
</inkml:ink>
</file>

<file path=ppt/ink/ink10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06T19:05:37.25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114 693 160 0 0,'-23'10'760'0'0,"12"-5"-83"0"0,0 0 0 0 0,0 1 0 0 0,-13 9 0 0 0,23-13-494 0 0,-1 0 0 0 0,0 0 0 0 0,0-1 0 0 0,-1 1 0 0 0,1-1 0 0 0,0 1 0 0 0,0-1 0 0 0,-1 0 0 0 0,-3 2 0 0 0,3-2-78 0 0,-2 8 1913 0 0,5-7-1126 0 0,1-7-894 0 0,-1 4 735 0 0,2 1-682 0 0,-1 0 0 0 0,1 0 0 0 0,0 1 0 0 0,0-1 0 0 0,0 0 0 0 0,0 1 0 0 0,0-1 0 0 0,-1 1 0 0 0,1 0 0 0 0,3 1-1 0 0,0-1 1244 0 0,-1-7-507 0 0,4 2-636 0 0,-1 1-1 0 0,0-1 1 0 0,0-1-1 0 0,0 1 1 0 0,-1-1-1 0 0,12-11 1 0 0,-8 5-84 0 0,-1 0-1 0 0,0-1 1 0 0,-1 0 0 0 0,9-17 0 0 0,-4 5 9 0 0,81-135 235 0 0,-82 143-284 0 0,1-1 29 0 0,-1 0-1 0 0,0 0 1 0 0,-2-1 0 0 0,11-25 0 0 0,-9 13 27 0 0,-5 9-65 0 0,2 0-1 0 0,0 1 0 0 0,1 0 1 0 0,1 1-1 0 0,19-25 0 0 0,-11 21 5 0 0,2 2 1 0 0,0 1-1 0 0,1 0 0 0 0,1 2 0 0 0,35-22 1 0 0,-52 36-27 0 0,8-4 82 0 0,-13 8-84 0 0,-1 0 1 0 0,0 0-1 0 0,0-1 0 0 0,0 1 0 0 0,1 0 0 0 0,-1 0 0 0 0,0 0 1 0 0,0 0-1 0 0,0 0 0 0 0,0 0 0 0 0,1 0 0 0 0,-1 0 0 0 0,0 0 1 0 0,0 0-1 0 0,0 0 0 0 0,1 0 0 0 0,-1 0 0 0 0,0 0 1 0 0,0 0-1 0 0,0 0 0 0 0,1 0 0 0 0,-1 0 0 0 0,0 0 0 0 0,0 0 1 0 0,0 1-1 0 0,1-1 0 0 0,-1 0 0 0 0,0 0 0 0 0,0 0 0 0 0,0 0 1 0 0,0 0-1 0 0,0 0 0 0 0,1 1 0 0 0,-1-1 0 0 0,0 0 0 0 0,0 0 1 0 0,0 0-1 0 0,0 0 0 0 0,0 1 0 0 0,0-1 0 0 0,0 0 0 0 0,1 0 1 0 0,-1 0-1 0 0,0 1 0 0 0,0-1 0 0 0,0 0 0 0 0,0 0 0 0 0,0 0 1 0 0,0 0-1 0 0,0 1 0 0 0,0-1 0 0 0,0 0 0 0 0,0 1 0 0 0,-1 7 117 0 0,0 1 0 0 0,-1 0 0 0 0,0-1 0 0 0,0 1 0 0 0,-1-1 0 0 0,0 0 0 0 0,0 0 0 0 0,-1 0 0 0 0,0 0 0 0 0,0-1-1 0 0,-1 1 1 0 0,0-1 0 0 0,0 0 0 0 0,-7 6 0 0 0,-12 19 146 0 0,-98 160-83 0 0,98-154-90 0 0,-1-1 1 0 0,-33 35-1 0 0,-11-1 210 0 0,27-10 39 0 0,36-56-275 0 0,0 1 1 0 0,0-1-1 0 0,0 0 0 0 0,-8 4 1 0 0,8-5 16 0 0,0 0 0 0 0,0 1 0 0 0,1-1 0 0 0,-9 11 0 0 0,14-16-72 0 0,0 1-1 0 0,1 0 1 0 0,-1 0 0 0 0,0 0-1 0 0,0 0 1 0 0,1 0 0 0 0,-1 0-1 0 0,0 0 1 0 0,1 0 0 0 0,-1 0-1 0 0,0 0 1 0 0,1 0 0 0 0,-1 0-1 0 0,0 0 1 0 0,0 0 0 0 0,1 0-1 0 0,-1 0 1 0 0,0 0-1 0 0,1 0 1 0 0,-1 0 0 0 0,0 1-1 0 0,0-1 1 0 0,1 0 0 0 0,-1 0-1 0 0,0 0 1 0 0,0 0 0 0 0,1 1-1 0 0,-1-1 1 0 0,0 0 0 0 0,0 0-1 0 0,1 1 1 0 0,-1-1 0 0 0,0 0-1 0 0,0 0 1 0 0,0 1 0 0 0,0-1-1 0 0,0 0 1 0 0,1 1 0 0 0,-1-1-1 0 0,0 0 1 0 0,0 0-1 0 0,0 1 1 0 0,0-1 0 0 0,0 0-1 0 0,0 1 1 0 0,0-1 0 0 0,0 0-1 0 0,0 1 1 0 0,0-1 0 0 0,0 0-1 0 0,0 0 1 0 0,0 1 0 0 0,0-1-1 0 0,-1 0 1 0 0,1 1 0 0 0,0-1-1 0 0,0 0 1 0 0,0 0 0 0 0,0 1-1 0 0,0-1 1 0 0,-1 0 0 0 0,1 0-1 0 0,0 1 1 0 0,0-1-1 0 0,-1 0 1 0 0,1 1-9 0 0,1-1 0 0 0,-1 0 0 0 0,1 0-1 0 0,-1 0 1 0 0,0 0 0 0 0,1 0 0 0 0,-1 0 0 0 0,1 0 0 0 0,-1 0-1 0 0,0 0 1 0 0,1 0 0 0 0,-1 0 0 0 0,1 0 0 0 0,-1-1 0 0 0,0 1-1 0 0,1 0 1 0 0,-1 0 0 0 0,0 0 0 0 0,1 0 0 0 0,-1-1 0 0 0,0 1-1 0 0,1 0 1 0 0,-1 0 0 0 0,0-1 0 0 0,1 1 0 0 0,-1 0 0 0 0,0-1-1 0 0,0 1 1 0 0,1 0 0 0 0,-1-1 0 0 0,0 1 0 0 0,0 0 0 0 0,0-1-1 0 0,0 1 1 0 0,1 0 0 0 0,-1-1 0 0 0,0 1 0 0 0,0 0 0 0 0,0-1-1 0 0,0 1 1 0 0,0-1 0 0 0,0 1 0 0 0,0 0 0 0 0,0-1 0 0 0,0 1-1 0 0,0-1 1 0 0,0 1 0 0 0,0 0 0 0 0,-1-1 0 0 0,0-1-31 0 0,-1 1 25 0 0,1 0-1 0 0,-1 0 0 0 0,1 0 1 0 0,-1-1-1 0 0,1 1 1 0 0,0 0-1 0 0,0-1 0 0 0,0 1 1 0 0,-1-1-1 0 0,2 1 1 0 0,-1-1-1 0 0,0 1 0 0 0,0-1 1 0 0,0 0-1 0 0,1 1 1 0 0,-1-1-1 0 0,1 0 1 0 0,-1 0-1 0 0,1 0 0 0 0,0 1 1 0 0,-1-1-1 0 0,1 0 1 0 0,0 0-1 0 0,0 0 0 0 0,1 1 1 0 0,-1-1-1 0 0,0 0 1 0 0,1 0-1 0 0,-1 0 0 0 0,2-2 1 0 0,8-22 78 0 0,2 0 0 0 0,1 1 0 0 0,20-29 0 0 0,-16 27-110 0 0,-1 0 1 0 0,18-45-1 0 0,-21 39 44 0 0,-5 7 9 0 0,2 1 0 0 0,0 0 0 0 0,2 0 0 0 0,0 1 0 0 0,30-41 0 0 0,-30 50 44 0 0,7-5-41 0 0,-18 19-22 0 0,-1 1 0 0 0,1-1 0 0 0,0 1 0 0 0,0-1 0 0 0,-1 1 0 0 0,1 0 0 0 0,0-1 0 0 0,0 1 0 0 0,0 0 0 0 0,0 0 0 0 0,-1-1 0 0 0,1 1 0 0 0,0 0 1 0 0,0 0-1 0 0,0 0 0 0 0,0 0 0 0 0,0 0 0 0 0,-1 0 0 0 0,1 0 0 0 0,0 1 0 0 0,0-1 0 0 0,0 0 0 0 0,0 1 0 0 0,51 15-420 0 0,-38-12 535 0 0,0 0 0 0 0,0 1-1 0 0,0 0 1 0 0,23 14 0 0 0,-3-1 24 0 0,-28-15-82 0 0,1 0 1 0 0,0 1-1 0 0,-1-1 0 0 0,1 2 1 0 0,6 5-1 0 0,-1 4 119 0 0,-9-11-146 0 0,-1 0-1 0 0,0-1 0 0 0,1 1 0 0 0,0-1 1 0 0,-1 0-1 0 0,1 0 0 0 0,4 3 0 0 0,18 6 23 0 0,-26-10-84 0 0,1 0-65 0 0,-5-1-186 0 0,-19 0-512 0 0,-43 0-2735 0 0,22 5-2373 0 0,17 1 644 0 0</inkml:trace>
</inkml:ink>
</file>

<file path=ppt/ink/ink10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06T19:05:38.00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331 103 560 0 0,'0'-2'159'0'0,"0"-1"0"0"0,0 1 1 0 0,0 0-1 0 0,0-1 0 0 0,0 1 0 0 0,0-1 0 0 0,1 1 0 0 0,0 0 0 0 0,-1-1 0 0 0,1 1 0 0 0,0 0 0 0 0,0-1 0 0 0,0 1 1 0 0,0 0-1 0 0,1 0 0 0 0,-1 0 0 0 0,0 0 0 0 0,1 0 0 0 0,0 0 0 0 0,-1 1 0 0 0,1-1 0 0 0,0 0 0 0 0,0 1 0 0 0,0-1 0 0 0,3-1 1 0 0,-1 0 92 0 0,1 0-74 0 0,0-1 0 0 0,0 1 0 0 0,1 0 0 0 0,-1 1 1 0 0,1-1-1 0 0,-1 1 0 0 0,1 0 0 0 0,8-1 0 0 0,59-8 1056 0 0,-35 6-296 0 0,3 2 256 0 0,82 5 0 0 0,-93 0-930 0 0,0 1 1 0 0,0 1 0 0 0,43 12-1 0 0,-67-14-216 0 0,1 0 1 0 0,-1 0-1 0 0,1 0 0 0 0,-1 1 0 0 0,0 0 0 0 0,0 0 0 0 0,0 1 0 0 0,0-1 0 0 0,-1 1 0 0 0,1 1 0 0 0,-1-1 0 0 0,0 1 0 0 0,-1 0 0 0 0,1 0 0 0 0,-1 0 0 0 0,0 0 0 0 0,0 1 0 0 0,0 0 0 0 0,-1 0 0 0 0,5 11 0 0 0,-7-14-12 0 0,-1-1-1 0 0,1 0 0 0 0,-1 0 0 0 0,0 1 1 0 0,0-1-1 0 0,0 0 0 0 0,0 1 0 0 0,0-1 1 0 0,0 0-1 0 0,0 1 0 0 0,-1-1 0 0 0,1 0 1 0 0,-1 0-1 0 0,0 0 0 0 0,0 1 0 0 0,0-1 0 0 0,0 0 1 0 0,0 0-1 0 0,0 0 0 0 0,0 0 0 0 0,-1 0 1 0 0,1-1-1 0 0,-1 1 0 0 0,1 0 0 0 0,-3 1 1 0 0,-4 4 62 0 0,0-1 1 0 0,-1 0-1 0 0,1-1 0 0 0,-15 7 1 0 0,-7 5 146 0 0,17-9-109 0 0,0 1-1 0 0,0-2 1 0 0,-1 0-1 0 0,0 0 0 0 0,-1-1 1 0 0,1-1-1 0 0,-28 6 0 0 0,12-3 90 0 0,23-6-191 0 0,0-1-1 0 0,0 1 1 0 0,0-1 0 0 0,-1-1 0 0 0,1 1-1 0 0,0-1 1 0 0,0-1 0 0 0,0 1 0 0 0,0-1 0 0 0,0-1-1 0 0,0 1 1 0 0,0-1 0 0 0,0 0 0 0 0,-7-3 0 0 0,14 4-49 0 0,-1 1 0 0 0,1 0-1 0 0,0-1 1 0 0,-1 1 0 0 0,1 0 0 0 0,0-1 0 0 0,-1 1 0 0 0,1 0 0 0 0,0-1 0 0 0,-1 1 0 0 0,1-1 0 0 0,0 1 0 0 0,0 0 0 0 0,-1-1 0 0 0,1 1 0 0 0,0-1 0 0 0,0 1 0 0 0,0-1 0 0 0,0 1 0 0 0,0-1 0 0 0,0 1 0 0 0,0-1 0 0 0,0 1 0 0 0,0-1 0 0 0,0 1 0 0 0,0-1-1 0 0,0 1 1 0 0,0-1 0 0 0,0 1 0 0 0,0-1 0 0 0,0 1 0 0 0,0-1 0 0 0,1 1 0 0 0,-1 0 0 0 0,0-1 0 0 0,0 1 0 0 0,1-1 0 0 0,-1 1 0 0 0,0-1 0 0 0,1 1 0 0 0,-1 0 0 0 0,0-1 0 0 0,1 1 0 0 0,-1 0 0 0 0,0-1 0 0 0,1 1 0 0 0,23-7 15 0 0,1 2 0 0 0,0 1 0 0 0,32-2 0 0 0,-25 5 30 0 0,-1 1 0 0 0,0 2 0 0 0,1 1 0 0 0,-1 2 0 0 0,-1 1 0 0 0,1 1 0 0 0,-1 2 0 0 0,0 1 0 0 0,-1 1 0 0 0,0 2 0 0 0,41 24 0 0 0,-67-35-28 0 0,-1-1 0 0 0,1 1 1 0 0,-1 0-1 0 0,0 0 1 0 0,0 0-1 0 0,0 0 0 0 0,0 0 1 0 0,0 0-1 0 0,0 1 0 0 0,0-1 1 0 0,-1 1-1 0 0,1-1 0 0 0,-1 1 1 0 0,1 2-1 0 0,-1-3 4 0 0,-1 0 0 0 0,0 0 1 0 0,0 0-1 0 0,1-1 0 0 0,-1 1 0 0 0,0 0 0 0 0,-1 0 1 0 0,1 0-1 0 0,0 0 0 0 0,-1 0 0 0 0,1-1 0 0 0,-1 1 1 0 0,1 0-1 0 0,-1 0 0 0 0,0-1 0 0 0,-1 4 0 0 0,-3 2 61 0 0,-1 0 0 0 0,0 0-1 0 0,0 0 1 0 0,-1-1-1 0 0,0 0 1 0 0,-13 9 0 0 0,10-7 59 0 0,-14 9 183 0 0,0-1-1 0 0,-1-2 1 0 0,-1 0-1 0 0,-1-2 1 0 0,1 0-1 0 0,-2-2 1 0 0,-32 8-1 0 0,-5-3 106 0 0,-125 12-1 0 0,94-18-1003 0 0,-1-4 0 0 0,1-5-1 0 0,-166-19 1 0 0,262 19 581 0 0,-30-7-1655 0 0,29 7 1576 0 0,1 0 0 0 0,-1-1 0 0 0,1 1 1 0 0,0 0-1 0 0,-1 0 0 0 0,1-1 0 0 0,0 1 0 0 0,-1 0 1 0 0,1 0-1 0 0,0-1 0 0 0,-1 1 0 0 0,1 0 0 0 0,0-1 1 0 0,0 1-1 0 0,-1 0 0 0 0,1-1 0 0 0,0 1 0 0 0,0 0 0 0 0,0-1 1 0 0,0 1-1 0 0,0-1 0 0 0,-1 1 0 0 0,1-1 0 0 0,0 1 1 0 0,0 0-1 0 0,0-1 0 0 0,0 1 0 0 0,0-1 0 0 0,0 1 1 0 0,0 0-1 0 0,0-1 0 0 0,0 1 0 0 0,0-1 0 0 0,1 1 1 0 0,-1 0-1 0 0,0-1 0 0 0,0 1 0 0 0,0-1 0 0 0,0 1 0 0 0,1 0 1 0 0,-1-1-1 0 0,0 1 0 0 0,0 0 0 0 0,1-1 0 0 0,-1 1 1 0 0,0 0-1 0 0,1-1 0 0 0,-1 1 0 0 0,24-18-5661 0 0</inkml:trace>
</inkml:ink>
</file>

<file path=ppt/ink/ink10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06T19:05:39.13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0 167 240 0 0,'1'-1'43'0'0,"-1"0"0"0"0,1 0 0 0 0,-1 0 0 0 0,1 0 0 0 0,-1 1-1 0 0,1-1 1 0 0,-1 0 0 0 0,1 0 0 0 0,0 0 0 0 0,-1 1 0 0 0,1-1 0 0 0,0 0 0 0 0,0 1-1 0 0,0-1 1 0 0,0 0 0 0 0,0 1 0 0 0,-1-1 0 0 0,1 1 0 0 0,0 0 0 0 0,0-1 0 0 0,0 1 0 0 0,2-1-1 0 0,2-1 199 0 0,10-10 751 0 0,1 2 0 0 0,24-13 0 0 0,6-3 474 0 0,-36 19-1207 0 0,1 1 0 0 0,0 1 0 0 0,0 0 0 0 0,1 0 0 0 0,14-3 0 0 0,10-3 348 0 0,-17 4-479 0 0,1 1 0 0 0,0 1 0 0 0,0 1 0 0 0,0 0 0 0 0,0 2-1 0 0,1 0 1 0 0,-1 2 0 0 0,1 0 0 0 0,-1 1 0 0 0,1 1 0 0 0,36 9-1 0 0,-50-9-137 0 0,-1-1 0 0 0,0 2 0 0 0,0-1-1 0 0,0 1 1 0 0,0 0 0 0 0,-1 0 0 0 0,1 0-1 0 0,-1 1 1 0 0,0 0 0 0 0,0 0 0 0 0,0 0-1 0 0,6 7 1 0 0,-8-6 0 0 0,0 0 1 0 0,0 0-1 0 0,-1 0 1 0 0,1 0-1 0 0,-1 1 1 0 0,0-1-1 0 0,0 1 1 0 0,-1-1-1 0 0,0 1 1 0 0,0 0-1 0 0,0-1 1 0 0,-1 1-1 0 0,0 9 1 0 0,0-9 27 0 0,0-1 0 0 0,0 1 0 0 0,-1-1 0 0 0,0 0 1 0 0,0 1-1 0 0,-1-1 0 0 0,1 0 0 0 0,-1 0 0 0 0,0 0 1 0 0,0 0-1 0 0,-1 0 0 0 0,0 0 0 0 0,-3 4 0 0 0,-3 2 87 0 0,0 0 1 0 0,-1-1-1 0 0,-19 14 0 0 0,3-1 20 0 0,7-9-32 0 0,0 0 1 0 0,-1-1-1 0 0,0-1 0 0 0,-37 16 1 0 0,41-20-100 0 0,-1-2 0 0 0,1 0 0 0 0,-1-1 0 0 0,-1-1 0 0 0,1 0 0 0 0,-1-1 0 0 0,1-1 0 0 0,-1-1 1 0 0,0 0-1 0 0,1-2 0 0 0,-1 0 0 0 0,0-1 0 0 0,1 0 0 0 0,-1-2 0 0 0,1 0 0 0 0,0 0 0 0 0,-26-12 0 0 0,39 13 9 0 0,0 0 0 0 0,0 0 0 0 0,0 0 0 0 0,0 0 0 0 0,1-1 0 0 0,-1 1 0 0 0,1-1 0 0 0,0 0 0 0 0,0 0 0 0 0,1 0 0 0 0,-5-8 0 0 0,-4-5 95 0 0,11 16-96 0 0,-1 1 1 0 0,1 0-1 0 0,0-1 1 0 0,0 1-1 0 0,-1 0 1 0 0,1-1-1 0 0,0 1 0 0 0,0 0 1 0 0,0-1-1 0 0,0 1 1 0 0,-1-1-1 0 0,1 1 1 0 0,0 0-1 0 0,0-1 1 0 0,0 1-1 0 0,0-1 1 0 0,0 1-1 0 0,0 0 1 0 0,0-1-1 0 0,0 1 1 0 0,0-1-1 0 0,0 1 1 0 0,0-1-1 0 0,0 1 1 0 0,1 0-1 0 0,-1-1 1 0 0,0 1-1 0 0,0 0 1 0 0,0-1-1 0 0,0 1 1 0 0,1-1-1 0 0,-1 1 1 0 0,0 0-1 0 0,0-1 1 0 0,1 1-1 0 0,-1 0 1 0 0,0 0-1 0 0,1-1 1 0 0,-1 1-1 0 0,0 0 1 0 0,1 0-1 0 0,-1-1 1 0 0,0 1-1 0 0,1 0 1 0 0,1-1 6 0 0,-1 0 0 0 0,1 1 0 0 0,-1-1 0 0 0,1 1 0 0 0,0 0 1 0 0,-1-1-1 0 0,1 1 0 0 0,0 0 0 0 0,0 0 0 0 0,-1 0 0 0 0,1 0 0 0 0,0 0 1 0 0,1 1-1 0 0,34 4 39 0 0,38 10 10 0 0,-10 3-23 0 0,253 81-30 0 0,-305-95-71 0 0,114 34-3469 0 0,-70-29-1561 0 0</inkml:trace>
</inkml:ink>
</file>

<file path=ppt/ink/ink10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06T19:05:39.55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141 54 160 0 0,'-28'0'2961'0'0,"-28"-5"-399"0"0,28 5-321 0 0,28-6-401 0 0,-28 6-479 0 0,28-7-320 0 0,28 2-321 0 0,0 0-160 0 0,56-8-320 0 0,28 8-320 0 0,113-2-480 0 0,-62 7-641 0 0,-51 0-1120 0 0,-56 7-1200 0 0,-28-2-1041 0 0</inkml:trace>
</inkml:ink>
</file>

<file path=ppt/ink/ink10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06T19:05:39.95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29 53 2721 0 0,'-29'-11'4162'0'0,"29"-1"-1761"0"0,29 6-1040 0 0,-1-6-561 0 0,28 12-240 0 0,-28-6-79 0 0,56 1-161 0 0,0 5-320 0 0,85 5-1121 0 0,-35 8-2320 0 0,-49 3-1762 0 0</inkml:trace>
</inkml:ink>
</file>

<file path=ppt/ink/ink10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06T19:05:44.91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278 334 1201 0 0,'-30'15'3675'0'0,"21"-9"-2588"0"0,-1-1 0 0 0,0 0 0 0 0,0-1 0 0 0,0-1 0 0 0,0 1 1 0 0,-13 1-1 0 0,11-2-933 0 0,11-3-103 0 0,1 0 0 0 0,0 1-1 0 0,-1-1 1 0 0,1 0 0 0 0,0 0-1 0 0,-1 1 1 0 0,1-1 0 0 0,0 0-1 0 0,-1 0 1 0 0,1 0 0 0 0,-1 0-1 0 0,1 0 1 0 0,0 1-1 0 0,-1-1 1 0 0,1 0 0 0 0,-1 0-1 0 0,1 0 1 0 0,0 0 0 0 0,-1 0-1 0 0,1 0 1 0 0,-1 0 0 0 0,1-1-1 0 0,0 1 1 0 0,-1 0 0 0 0,1 0-1 0 0,-1 0 1 0 0,1 0-1 0 0,0 0 1 0 0,-1-1 0 0 0,1 1-1 0 0,0 0 1 0 0,-1 0 0 0 0,1 0-1 0 0,0-1 1 0 0,-1 1 0 0 0,1 0-1 0 0,0-1 1 0 0,-1 1 0 0 0,1 0-1 0 0,0-1 1 0 0,0 1-1 0 0,0 0 1 0 0,-1-1 0 0 0,1 1-1 0 0,0 0 1 0 0,0-1 0 0 0,0 1-1 0 0,0-1 1 0 0,0 1 0 0 0,0 0-1 0 0,-1-1 1 0 0,1 1 0 0 0,0-1-1 0 0,0 1 1 0 0,0 0-1 0 0,1-1 1 0 0,-1 0-59 0 0,0 0 1 0 0,1 0-1 0 0,0 0 0 0 0,-1 0 0 0 0,1 0 1 0 0,-1 0-1 0 0,1 0 0 0 0,0 0 0 0 0,0 0 1 0 0,0 1-1 0 0,-1-1 0 0 0,1 0 0 0 0,0 0 1 0 0,0 1-1 0 0,0-1 0 0 0,0 1 0 0 0,0-1 1 0 0,2 0-1 0 0,4-3 35 0 0,2-22 200 0 0,-3 15-97 0 0,1 0 0 0 0,0 0 0 0 0,0 1 1 0 0,1 0-1 0 0,12-13 0 0 0,5-5 209 0 0,-12 12-110 0 0,-1 1 0 0 0,0-2 0 0 0,-1 1 0 0 0,-1-2 0 0 0,11-24 0 0 0,-18 34-133 0 0,0 0 0 0 0,1 0 0 0 0,-1 0 0 0 0,8-9 0 0 0,-7 9-42 0 0,1-27 357 0 0,-5 25-321 0 0,0 25-845 0 0,0-15 742 0 0,0 1 0 0 0,1 0 0 0 0,-1 0-1 0 0,0-1 1 0 0,0 1 0 0 0,1 0 0 0 0,-1-1-1 0 0,0 1 1 0 0,1 0 0 0 0,-1-1 0 0 0,1 1-1 0 0,-1-1 1 0 0,1 1 0 0 0,-1 0 0 0 0,1-1-1 0 0,-1 1 1 0 0,1-1 0 0 0,0 0 0 0 0,-1 1 0 0 0,1-1-1 0 0,0 1 1 0 0,-1-1 0 0 0,1 0 0 0 0,0 0-1 0 0,1 1 1 0 0,-2-1 12 0 0,1 0 0 0 0,0 0 0 0 0,0 1-1 0 0,-1-1 1 0 0,1 0 0 0 0,0 0 0 0 0,-1 1 0 0 0,1-1 0 0 0,-1 1-1 0 0,1-1 1 0 0,0 0 0 0 0,-1 1 0 0 0,1-1 0 0 0,-1 1 0 0 0,1-1-1 0 0,-1 1 1 0 0,1-1 0 0 0,-1 1 0 0 0,0 0 0 0 0,1-1 0 0 0,-1 1-1 0 0,0 0 1 0 0,1-1 0 0 0,-1 1 0 0 0,0 0 0 0 0,0-1 0 0 0,1 1-1 0 0,-1 0 1 0 0,0 0 0 0 0,0-1 0 0 0,0 1 0 0 0,0 0 0 0 0,0-1 0 0 0,0 1-1 0 0,0 0 1 0 0,0 0 0 0 0,-1-1 0 0 0,1 1 0 0 0,0 0 0 0 0,0-1-1 0 0,0 1 1 0 0,-1 0 0 0 0,1-1 0 0 0,0 1 0 0 0,-1 0 0 0 0,1-1-1 0 0,-1 2 1 0 0,-18 31 1 0 0,10-3 0 0 0,8-21-4 0 0,-2 0-1 0 0,1-1 1 0 0,-1 1-1 0 0,-1-1 1 0 0,-7 14 0 0 0,5-12-16 0 0,1 0-42 0 0,-1-1 0 0 0,-1 0 0 0 0,1-1 0 0 0,-1 1 0 0 0,-1-1 0 0 0,-8 7 0 0 0,1-3-39 0 0,6-5 29 0 0,-1 1 0 0 0,1 0 0 0 0,0 1 0 0 0,1 0 0 0 0,-11 15-1 0 0,12-14 39 0 0,2-2 22 0 0,0 0 0 0 0,-1 0-1 0 0,0-1 1 0 0,0 0 0 0 0,0 0 0 0 0,-13 9-1 0 0,-8 4 70 0 0,2 0 0 0 0,0 2-1 0 0,-24 27 1 0 0,48-48-57 0 0,0-1-1 0 0,0 1 0 0 0,1 0 1 0 0,-1 0-1 0 0,1 0 0 0 0,-1 0 1 0 0,1-1-1 0 0,-1 1 0 0 0,1 0 1 0 0,0 0-1 0 0,-1 0 1 0 0,1 0-1 0 0,0 0 0 0 0,0 0 1 0 0,0 0-1 0 0,0 1 0 0 0,0-1 0 0 0,0-1 0 0 0,0 1-1 0 0,0-1 1 0 0,0 1 0 0 0,1-1-1 0 0,-1 0 1 0 0,0 1 0 0 0,0-1-1 0 0,1 0 1 0 0,-1 1 0 0 0,0-1-1 0 0,1 0 1 0 0,-1 1 0 0 0,0-1-1 0 0,1 0 1 0 0,-1 0 0 0 0,1 1-1 0 0,-1-1 1 0 0,0 0 0 0 0,1 0 0 0 0,-1 0-1 0 0,1 1 1 0 0,-1-1 0 0 0,1 0-1 0 0,37 1 7 0 0,-21-2 141 0 0,3 3-9 0 0,0-2 1 0 0,0 0 0 0 0,23-3-1 0 0,7 0 113 0 0,292-3 697 0 0,-334 6-946 0 0,0-1-1 0 0,0 0 1 0 0,1 0-1 0 0,-1-1 1 0 0,0 0-1 0 0,0-1 1 0 0,-1 1-1 0 0,1-1 1 0 0,-1-1-1 0 0,1 0 1 0 0,-1 0 0 0 0,0 0-1 0 0,0-1 1 0 0,8-8-1 0 0,6-6 75 0 0,-1-2 0 0 0,32-41 0 0 0,-40 46-54 0 0,54-67 112 0 0,-25 23-79 0 0,2 20 26 0 0,-28 12-157 0 0,-14 26 64 0 0,0 0 1 0 0,0-1-1 0 0,0 1 0 0 0,0-1 1 0 0,1 1-1 0 0,-1 0 1 0 0,1 0-1 0 0,-1 0 1 0 0,1 0-1 0 0,0 0 1 0 0,0 0-1 0 0,3-2 0 0 0,18-14-13 0 0,-18 8 12 0 0,-5 8-52 0 0,-5 39-401 0 0,-13 27 534 0 0,14-33 43 0 0,-6 30 153 0 0,-17 1-28 0 0,12-32-136 0 0,-23 66 154 0 0,-8 7-13 0 0,13-1-40 0 0,-25 29-156 0 0,9-24-141 0 0,15-30-161 0 0,9-21-660 0 0,-19 64 0 0 0,42-111 584 0 0,0-1 1 0 0,0 1-1 0 0,1 0 0 0 0,1 0 1 0 0,-1 0-1 0 0,2 9 1 0 0,-1-16 31 0 0,0 1 0 0 0,0 0 1 0 0,1-1-1 0 0,-1 1 0 0 0,1-1 1 0 0,-1 1-1 0 0,1-1 0 0 0,0 1 0 0 0,0-1 1 0 0,0 0-1 0 0,0 1 0 0 0,0-1 1 0 0,1 0-1 0 0,-1 0 0 0 0,1 0 0 0 0,0 0 1 0 0,-1 0-1 0 0,1 0 0 0 0,0-1 1 0 0,4 4-1 0 0,-5-5-103 0 0,0 1-1 0 0,1-1 1 0 0,-1 0 0 0 0,0 0 0 0 0,1 1 0 0 0,-1-1-1 0 0,1 0 1 0 0,-1 0 0 0 0,0-1 0 0 0,1 1-1 0 0,-1 0 1 0 0,0 0 0 0 0,1-1 0 0 0,-1 1-1 0 0,0 0 1 0 0,1-1 0 0 0,-1 0 0 0 0,0 1 0 0 0,2-2-1 0 0,-3 2 401 0 0</inkml:trace>
</inkml:ink>
</file>

<file path=ppt/ink/ink10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06T19:05:45.38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84 90 2001 0 0,'-28'-7'2641'0'0,"28"2"-80"0"0,-28 5-320 0 0,0-6 2241 0 0,28-1-3681 0 0,28 2-241 0 0,28-8-160 0 0,-5 3-160 0 0,5-3-240 0 0,28 2-480 0 0,28 4-720 0 0,-27 2-1442 0 0,-1 5-1360 0 0,-28 0-159 0 0,0 5 879 0 0</inkml:trace>
</inkml:ink>
</file>

<file path=ppt/ink/ink10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06T19:05:45.76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85 0 1921 0 0,'-28'13'4082'0'0,"28"10"-721"0"0,0 18-1120 0 0,-28 13-1200 0 0,0-8-641 0 0,28 2-160 0 0,0 6-160 0 0,0-2-160 0 0,0 1-320 0 0,56-12-1121 0 0,-28-5-2641 0 0,-28-11-2801 0 0</inkml:trace>
</inkml:ink>
</file>

<file path=ppt/ink/ink10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06T19:05:46.15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169 1 240 0 0,'-28'70'3122'0'0,"0"1"-881"0"0,0 6-1361 0 0,0-5-1040 0 0,0-19-560 0 0,0-30-1842 0 0</inkml:trace>
</inkml:ink>
</file>

<file path=ppt/ink/ink10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06T19:05:46.80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308 372 960 0 0,'0'-5'611'0'0,"1"-1"-1"0"0,-1 1 1 0 0,1-1-1 0 0,0 1 0 0 0,1-1 1 0 0,-1 1-1 0 0,1 0 0 0 0,0-1 1 0 0,0 1-1 0 0,1 0 0 0 0,0 0 1 0 0,3-5-1 0 0,4-2-146 0 0,-1 1 0 0 0,23-21 1 0 0,0 0 626 0 0,-19 15-600 0 0,-1-1 0 0 0,14-26 1 0 0,-17 28-150 0 0,0-1-1 0 0,2 2 1 0 0,21-27 0 0 0,-8 19 71 0 0,-24 21-395 0 0,1 1 0 0 0,-1 0 0 0 0,1 0 0 0 0,0 0-1 0 0,-1 0 1 0 0,1 0 0 0 0,0 0 0 0 0,0 0-1 0 0,0 0 1 0 0,0 1 0 0 0,-1-1 0 0 0,1 0 0 0 0,1 0-1 0 0,-1 1 1 0 0,0-1 0 0 0,0 0 0 0 0,0 1 0 0 0,0-1-1 0 0,0 1 1 0 0,0 0 0 0 0,1-1 0 0 0,-1 1-1 0 0,0 0 1 0 0,0 0 0 0 0,1 0 0 0 0,1 0 0 0 0,-3 0-14 0 0,0 0 0 0 0,0 0 0 0 0,1 0 0 0 0,-1 0 1 0 0,0 0-1 0 0,0 0 0 0 0,1 0 0 0 0,-1 0 1 0 0,0 0-1 0 0,0 0 0 0 0,0 0 0 0 0,1 0 0 0 0,-1 0 1 0 0,0 0-1 0 0,0 1 0 0 0,0-1 0 0 0,1 0 0 0 0,-1 0 1 0 0,0 0-1 0 0,0 0 0 0 0,0 0 0 0 0,0 1 1 0 0,1-1-1 0 0,-1 0 0 0 0,0 0 0 0 0,0 0 0 0 0,0 1 1 0 0,0-1-1 0 0,0 0 0 0 0,0 0 0 0 0,0 1 1 0 0,0-1-1 0 0,0 0 0 0 0,0 0 0 0 0,1 0 0 0 0,-1 1 1 0 0,-1 1-5 0 0,1-1 0 0 0,-1 1 1 0 0,1-1-1 0 0,-1 1 0 0 0,1-1 0 0 0,-1 1 1 0 0,0-1-1 0 0,1 1 0 0 0,-1-1 1 0 0,0 1-1 0 0,0-1 0 0 0,-2 2 1 0 0,-17 23-31 0 0,-82 110-87 0 0,96-127 109 0 0,-34 55-75 0 0,-58 70 1 0 0,-122 140 1 0 0,208-257 38 0 0,1 0 0 0 0,0 1-1 0 0,1 0 1 0 0,1 1 0 0 0,1 0-1 0 0,0 0 1 0 0,-7 31 0 0 0,14-44-102 0 0,0 0 1 0 0,0 0 0 0 0,1 0 0 0 0,0 0 0 0 0,0 1 0 0 0,0-1 0 0 0,2 6-1 0 0,-2-10-85 0 0,1 0 0 0 0,-1 0 0 0 0,1 1-1 0 0,0-1 1 0 0,-1 0 0 0 0,1 0-1 0 0,0-1 1 0 0,1 1 0 0 0,-1 0-1 0 0,0 0 1 0 0,0 0 0 0 0,1-1 0 0 0,-1 1-1 0 0,1 0 1 0 0,-1-1 0 0 0,1 0-1 0 0,0 1 1 0 0,0-1 0 0 0,-1 0 0 0 0,5 2-1 0 0,0-1-931 0 0,0-1-1 0 0,0 0 1 0 0,0 0-1 0 0,0 0 1 0 0,0-1 0 0 0,10 0-1 0 0</inkml:trace>
</inkml:ink>
</file>

<file path=ppt/ink/ink10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06T19:05:47.21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200 392 3362 0 0,'-1'0'10'0'0,"-23"13"927"0"0,1 1 1 0 0,0 0 0 0 0,0 2-1 0 0,-30 28 1 0 0,48-39-751 0 0,0 0 0 0 0,0 0 0 0 0,1 0 0 0 0,0 1 1 0 0,0-1-1 0 0,1 1 0 0 0,-1 0 0 0 0,1 0 0 0 0,0 0 0 0 0,1 0 1 0 0,-1 1-1 0 0,1-1 0 0 0,1 1 0 0 0,-1-1 0 0 0,1 1 1 0 0,0 0-1 0 0,1 0 0 0 0,0-1 0 0 0,0 1 0 0 0,0 0 0 0 0,1 0 1 0 0,0 0-1 0 0,0-1 0 0 0,3 10 0 0 0,-1-10-133 0 0,-1 0-1 0 0,1-1 0 0 0,1 1 1 0 0,-1-1-1 0 0,1 0 0 0 0,0 0 1 0 0,0 0-1 0 0,1-1 0 0 0,-1 0 1 0 0,1 1-1 0 0,0-2 0 0 0,0 1 1 0 0,0 0-1 0 0,1-1 1 0 0,-1 0-1 0 0,1 0 0 0 0,10 3 1 0 0,16 5 119 0 0,0-2 0 0 0,0-1 1 0 0,1-2-1 0 0,0-1 1 0 0,0-2-1 0 0,0-1 0 0 0,1-1 1 0 0,-1-2-1 0 0,56-8 1 0 0,-72 5-84 0 0,0-1 0 0 0,0 0 1 0 0,-1 0-1 0 0,1-2 1 0 0,-1 0-1 0 0,-1-1 0 0 0,1-1 1 0 0,-1 0-1 0 0,-1-1 1 0 0,0-1-1 0 0,0 0 0 0 0,16-17 1 0 0,-11 7 0 0 0,0-1 0 0 0,-2 0 1 0 0,0-2-1 0 0,-2 0 0 0 0,0-1 1 0 0,19-46-1 0 0,-27 54-77 0 0,-1 0 0 0 0,-1 1 0 0 0,0-2-1 0 0,-1 1 1 0 0,2-29 0 0 0,-5 38-17 0 0,-1 0 1 0 0,0 0-1 0 0,-1 0 0 0 0,0 0 1 0 0,0 1-1 0 0,0-1 0 0 0,-1 0 1 0 0,0 0-1 0 0,-1 1 0 0 0,0-1 0 0 0,0 1 1 0 0,0 0-1 0 0,-1 0 0 0 0,0 0 1 0 0,-7-8-1 0 0,2 5-114 0 0,-1 0 0 0 0,0 1 0 0 0,0 0 0 0 0,-1 1 0 0 0,0 0 0 0 0,-1 1 0 0 0,-20-10 0 0 0,-92-32-2257 0 0,96 39 1642 0 0,-41-18-2256 0 0,-11 8-1027 0 0</inkml:trace>
</inkml:ink>
</file>

<file path=ppt/ink/ink10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06T19:05:48.17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28 1 880 0 0,'0'5'2882'0'0,"-28"-5"3601"0"0,56 0-5123 0 0,0 7-399 0 0,1 4-241 0 0,-1 1-320 0 0,28 1-160 0 0,0-2-320 0 0,51 7-1120 0 0,5-1-2002 0 0,-28-11-2160 0 0</inkml:trace>
</inkml:ink>
</file>

<file path=ppt/ink/ink10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06T19:05:48.63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32 560 0 0,'49'-13'1637'0'0,"-35"9"-1215"0"0,0 1 0 0 0,0 0 1 0 0,0 0-1 0 0,21 0 1 0 0,-4 2 163 0 0,-23 0-411 0 0,0 1 0 0 0,0-1-1 0 0,-1 1 1 0 0,1 1 0 0 0,0-1-1 0 0,0 1 1 0 0,-1 1-1 0 0,1-1 1 0 0,0 1 0 0 0,13 6-1 0 0,-20-6-99 0 0,0-1-1 0 0,0 1 1 0 0,-1 0 0 0 0,1 0-1 0 0,0-1 1 0 0,-1 1-1 0 0,1 0 1 0 0,-1 0-1 0 0,0 0 1 0 0,0 0-1 0 0,0 0 1 0 0,1 0-1 0 0,-2-1 1 0 0,1 1-1 0 0,0 0 1 0 0,-1 3-1 0 0,1 4 260 0 0,-2-2-165 0 0,1 1 0 0 0,-1-1 0 0 0,0 0 0 0 0,0 0 0 0 0,-1 1 0 0 0,0-1 0 0 0,0-1 0 0 0,-1 1 0 0 0,0 0 0 0 0,0-1 0 0 0,-8 10 0 0 0,5-7-25 0 0,1 0 0 0 0,0 1 0 0 0,0-1 0 0 0,-7 20 0 0 0,-3 38 22 0 0,14-51-241 0 0,-1-1 0 0 0,-1-1 0 0 0,-1 1-1 0 0,0 0 1 0 0,0-1 0 0 0,-10 17 0 0 0,12-27-28 0 0,0 0-331 0 0,0 0 0 0 0,1 1 0 0 0,-1-1 0 0 0,1 1 1 0 0,-1 0-1 0 0,1 0 0 0 0,1 0 0 0 0,-1 0 0 0 0,1 0 0 0 0,0 0 1 0 0,-1 10-1 0 0,2 5-4502 0 0</inkml:trace>
</inkml:ink>
</file>

<file path=ppt/ink/ink10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06T19:05:48.99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6 2321 0 0,'0'-5'6083'0'0,"28"5"-3682"0"0,0 5-480 0 0,28 2-641 0 0,-34 4-479 0 0,63 2-961 0 0,27-3-2401 0 0,0 3-3602 0 0,-56-13 1280 0 0</inkml:trace>
</inkml:ink>
</file>

<file path=ppt/ink/ink10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06T19:05:52.78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517 1 960 0 0,'0'0'71'0'0,"0"0"0"0"0,0 0 0 0 0,0 0-1 0 0,0 0 1 0 0,0 0 0 0 0,0 1-1 0 0,0-1 1 0 0,1 0 0 0 0,-1 0-1 0 0,0 0 1 0 0,0 0 0 0 0,0 0 0 0 0,0 1-1 0 0,0-1 1 0 0,0 0 0 0 0,0 0-1 0 0,0 0 1 0 0,0 0 0 0 0,0 0-1 0 0,0 1 1 0 0,0-1 0 0 0,0 0 0 0 0,0 0-1 0 0,0 0 1 0 0,0 0 0 0 0,0 1-1 0 0,0-1 1 0 0,0 0 0 0 0,0 0-1 0 0,-1 0 1 0 0,1 0 0 0 0,0 0 0 0 0,0 0-1 0 0,0 1 1 0 0,0-1 0 0 0,0 0-1 0 0,0 0 1 0 0,0 0 0 0 0,0 0-1 0 0,-1 0 1 0 0,1 0 0 0 0,0 0-1 0 0,0 0 1 0 0,0 1 0 0 0,0-1 0 0 0,0 0-1 0 0,-1 0 1 0 0,1 0 0 0 0,0 0-1 0 0,0 0 1 0 0,0 0 0 0 0,0 0-1 0 0,0 0 1 0 0,-1 0 0 0 0,1 0 0 0 0,0 0-1 0 0,0 0 1 0 0,0 0 0 0 0,0 0-1 0 0,-1 0 1 0 0,1 0 0 0 0,0 0-1 0 0,0 0 1 0 0,0 0 0 0 0,0-1 0 0 0,0 1-1 0 0,-1 0 1 0 0,1 0 0 0 0,0 0-1 0 0,-19 0 1371 0 0,15 0 3735 0 0,-1 0-4389 0 0,-14 0-280 0 0,15 0 53 0 0,8 0-440 0 0,35 2-29 0 0,0 2-1 0 0,0 2 1 0 0,-1 1 0 0 0,51 16 0 0 0,-85-21-87 0 0,0-1 1 0 0,-1 1-1 0 0,1 0 1 0 0,0 0-1 0 0,0 1 1 0 0,-1-1 0 0 0,1 1-1 0 0,-1 0 1 0 0,0-1-1 0 0,0 1 1 0 0,0 1-1 0 0,3 3 1 0 0,-5-5 9 0 0,1 0-1 0 0,-1 0 1 0 0,0 0 0 0 0,0 0-1 0 0,0 0 1 0 0,0 0 0 0 0,0 0-1 0 0,-1 0 1 0 0,1 0 0 0 0,-1 1-1 0 0,1-1 1 0 0,-1 0 0 0 0,0 0-1 0 0,0 1 1 0 0,0-1 0 0 0,0 0-1 0 0,0 1 1 0 0,0-1 0 0 0,-1 0-1 0 0,1 0 1 0 0,-2 4 0 0 0,1-3 18 0 0,0 0-1 0 0,0 0 1 0 0,-1 0 0 0 0,1 0 0 0 0,0 0 0 0 0,-1 0 0 0 0,0 0-1 0 0,0-1 1 0 0,0 1 0 0 0,0-1 0 0 0,0 0 0 0 0,0 1 0 0 0,-1-1-1 0 0,1 0 1 0 0,-1 0 0 0 0,1 0 0 0 0,-1-1 0 0 0,0 1 0 0 0,0-1 0 0 0,1 1-1 0 0,-1-1 1 0 0,0 0 0 0 0,-1 0 0 0 0,1 0 0 0 0,0-1 0 0 0,0 1-1 0 0,0-1 1 0 0,0 0 0 0 0,0 1 0 0 0,-7-2 0 0 0,-13 1-59 0 0,18 0 54 0 0,5-1-292 0 0,0 1 253 0 0,0-1 1 0 0,1 0-1 0 0,-1 0 1 0 0,0 1-1 0 0,0-1 0 0 0,1 0 1 0 0,-1 1-1 0 0,0-1 1 0 0,1 0-1 0 0,-1 1 1 0 0,1-1-1 0 0,-1 1 1 0 0,1-1-1 0 0,-1 0 0 0 0,1 1 1 0 0,-1-1-1 0 0,1 1 1 0 0,0-1-1 0 0,-1 1 1 0 0,1 0-1 0 0,0-1 1 0 0,-1 1-1 0 0,2-1 0 0 0,27-6-468 0 0,36 4-290 0 0,-59 3 749 0 0,-5 0 21 0 0,6-1 11 0 0,0 1 1 0 0,0 0-1 0 0,0 0 1 0 0,0 1-1 0 0,0-1 1 0 0,0 1 0 0 0,-1 1-1 0 0,1 0 1 0 0,0 0-1 0 0,0 0 1 0 0,-1 0-1 0 0,0 1 1 0 0,1 0-1 0 0,10 8 1 0 0,-16-10 0 0 0,1 0-1 0 0,-1 1 1 0 0,1-1 0 0 0,-1 0-1 0 0,0 1 1 0 0,1 0-1 0 0,-1-1 1 0 0,0 1 0 0 0,0 0-1 0 0,0-1 1 0 0,0 1 0 0 0,-1 0-1 0 0,1 0 1 0 0,0 0 0 0 0,-1 0-1 0 0,1 0 1 0 0,-1 0-1 0 0,0 0 1 0 0,1 0 0 0 0,-1 0-1 0 0,0 0 1 0 0,0 0 0 0 0,-1 0-1 0 0,1 0 1 0 0,0 0 0 0 0,-1 0-1 0 0,1-1 1 0 0,-1 1-1 0 0,1 0 1 0 0,-1 0 0 0 0,0 0-1 0 0,0 0 1 0 0,0-1 0 0 0,0 1-1 0 0,0 0 1 0 0,0-1 0 0 0,-3 3-1 0 0,-4 7 77 0 0,0-1-1 0 0,-1 0 1 0 0,0-1 0 0 0,-19 14-1 0 0,14-13 5 0 0,0 0-1 0 0,-1 0 0 0 0,-1-2 0 0 0,0 0 1 0 0,-25 9-1 0 0,-78 16 127 0 0,107-30-197 0 0,-31 6-114 0 0,1-2 0 0 0,-1-1-1 0 0,0-3 1 0 0,0-2 0 0 0,0-1-1 0 0,0-2 1 0 0,-49-10-1 0 0,70 10-157 0 0,2-2 0 0 0,-1-1 0 0 0,0-1 0 0 0,1 0-1 0 0,-36-18 1 0 0,55 24 211 0 0,-1-1 0 0 0,0 0 0 0 0,1 0-1 0 0,-1 0 1 0 0,1 0 0 0 0,-1 0 0 0 0,1-1 0 0 0,0 1 0 0 0,-1 0-1 0 0,1-1 1 0 0,0 1 0 0 0,0-1 0 0 0,0 1 0 0 0,0-1 0 0 0,0 1-1 0 0,0-1 1 0 0,0 0 0 0 0,1 0 0 0 0,-1 1 0 0 0,0-1 0 0 0,1 0-1 0 0,0 0 1 0 0,-1-2 0 0 0,1 1-96 0 0,1 1-1 0 0,0-1 1 0 0,-1 0-1 0 0,1 1 1 0 0,0 0 0 0 0,0-1-1 0 0,0 1 1 0 0,0-1-1 0 0,1 1 1 0 0,-1 0 0 0 0,1 0-1 0 0,-1 0 1 0 0,1 0 0 0 0,3-3-1 0 0,4-3-862 0 0,1 0 0 0 0,0 1 0 0 0,0 0 0 0 0,1 0 0 0 0,20-9 0 0 0,25-4-3110 0 0</inkml:trace>
</inkml:ink>
</file>

<file path=ppt/ink/ink10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06T19:05:54.88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37 880 0 0,'3'-29'2102'0'0,"-3"28"-2026"0"0,1 1 0 0 0,0-1 0 0 0,-1 0 1 0 0,1 1-1 0 0,0-1 0 0 0,-1 1 0 0 0,1-1 1 0 0,0 1-1 0 0,0 0 0 0 0,0-1 0 0 0,0 1 1 0 0,-1 0-1 0 0,1-1 0 0 0,0 1 0 0 0,0 0 1 0 0,0 0-1 0 0,0 0 0 0 0,0 0 0 0 0,0 0 1 0 0,0 0-1 0 0,0 0 0 0 0,1 0 0 0 0,3 0 471 0 0,-1 0 27 0 0,27 2 233 0 0,-1 2 1 0 0,0 0-1 0 0,0 2 1 0 0,29 10-1 0 0,111 42 745 0 0,-118-38-1325 0 0,-2 2 0 0 0,78 46 0 0 0,-77-44-2709 0 0,-46-17-1079 0 0</inkml:trace>
</inkml:ink>
</file>

<file path=ppt/ink/ink10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06T19:05:55.24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1 123 1761 0 0,'0'-5'2561'0'0,"28"-7"-400"0"0,0 1-480 0 0,0-7-481 0 0,28 0-399 0 0,-28 0-481 0 0,28 6-960 0 0,-28-6-1201 0 0,0 12-801 0 0,-28 1-159 0 0</inkml:trace>
</inkml:ink>
</file>

<file path=ppt/ink/ink10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06T19:06:02.01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57 196 5442 0 0,'0'-1'171'0'0,"0"0"-1"0"0,0 1 1 0 0,0-1-1 0 0,0 1 0 0 0,0-1 1 0 0,0 1-1 0 0,-1-1 1 0 0,1 1-1 0 0,0 0 0 0 0,0-1 1 0 0,0 1-1 0 0,-1-1 0 0 0,1 1 1 0 0,0-1-1 0 0,0 1 1 0 0,-1-1-1 0 0,1 1 0 0 0,0 0 1 0 0,-1-1-1 0 0,1 1 0 0 0,-1 0 1 0 0,1-1-1 0 0,0 1 1 0 0,-1 0-1 0 0,1 0 0 0 0,-1-1 1 0 0,1 1-1 0 0,-1 0 1 0 0,1 0-1 0 0,-1 0 0 0 0,1 0 1 0 0,-1-1-1 0 0,1 1 0 0 0,-1 0 1 0 0,1 0-1 0 0,-1 0 1 0 0,1 0-1 0 0,-1 0 0 0 0,0 0 1 0 0,-24 5 1190 0 0,13-3-613 0 0,7-2 79 0 0,10 0-40 0 0,158-7 1412 0 0,-60 0-1530 0 0,42 0 1 0 0,564-40 1007 0 0,-166-11-2111 0 0,-187 18-4254 0 0,-151 17-2422 0 0</inkml:trace>
</inkml:ink>
</file>

<file path=ppt/ink/ink10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06T19:05:57.24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24 161 320 0 0,'0'1'96'0'0,"0"-1"0"0"0,0 0 0 0 0,1 0 0 0 0,-1 0 0 0 0,0 1-1 0 0,0-1 1 0 0,0 0 0 0 0,0 0 0 0 0,0 1 0 0 0,0-1 0 0 0,0 0 0 0 0,0 1 0 0 0,0-1-1 0 0,0 0 1 0 0,0 0 0 0 0,0 1 0 0 0,0-1 0 0 0,0 0 0 0 0,0 0 0 0 0,0 1 0 0 0,0-1-1 0 0,0 0 1 0 0,0 0 0 0 0,0 1 0 0 0,-1-1 0 0 0,1 0 0 0 0,0 0 0 0 0,0 1 0 0 0,0-1-1 0 0,0 0 1 0 0,-1 0 0 0 0,1 0 0 0 0,0 1 0 0 0,0-1 0 0 0,0 0 0 0 0,-1 0 0 0 0,1 0-1 0 0,0 0 1 0 0,0 0 0 0 0,-1 1 0 0 0,1-1 0 0 0,0 0 0 0 0,0 0 0 0 0,-1 0 0 0 0,1 0-1 0 0,0 0 1 0 0,-1 0 0 0 0,-17 1 1025 0 0,18-1-1069 0 0,0 0 0 0 0,0 0 0 0 0,0 0 0 0 0,0 0 0 0 0,0 1 0 0 0,1-1 0 0 0,-1 0 0 0 0,0 0 0 0 0,0 0 0 0 0,0 0 0 0 0,0 0 0 0 0,0 0 0 0 0,0 1 0 0 0,0-1 1 0 0,1 0-1 0 0,-1 0 0 0 0,0 0 0 0 0,0 0 0 0 0,0 0 0 0 0,0 1 0 0 0,0-1 0 0 0,0 0 0 0 0,0 0 0 0 0,0 0 0 0 0,0 1 0 0 0,0-1 0 0 0,0 0 0 0 0,0 0 0 0 0,0 0 0 0 0,0 0 0 0 0,0 1 0 0 0,0-1 0 0 0,0 0 0 0 0,0 0 1 0 0,0 0-1 0 0,-1 0 0 0 0,1 0 0 0 0,0 1 0 0 0,0-1 0 0 0,0 0 0 0 0,0 0 0 0 0,0 0 0 0 0,0 0 0 0 0,0 0 0 0 0,0 1 0 0 0,-1-1 0 0 0,1 0 0 0 0,0 0 0 0 0,0 0 0 0 0,0 0 0 0 0,23 0 1469 0 0,-23 0-1494 0 0,0 0 0 0 0,0 0 0 0 0,-1 0 0 0 0,1-1 0 0 0,0 1-1 0 0,0 0 1 0 0,0 0 0 0 0,0 0 0 0 0,0 0 0 0 0,0-1 0 0 0,0 1 0 0 0,0 0 0 0 0,0 0 0 0 0,0 0 0 0 0,0-1-1 0 0,0 1 1 0 0,0 0 0 0 0,0 0 0 0 0,0 0 0 0 0,0-1 0 0 0,0 1 0 0 0,0 0 0 0 0,0 0 0 0 0,0 0 0 0 0,0 0-1 0 0,0-1 1 0 0,0 1 0 0 0,0 0 0 0 0,0 0 0 0 0,1 0 0 0 0,-1 0 0 0 0,0-1 0 0 0,0 1 0 0 0,0 0 0 0 0,0 0-1 0 0,0 0 1 0 0,0 0 0 0 0,1 0 0 0 0,-1-1 0 0 0,0 1 0 0 0,0 0 0 0 0,0 0 0 0 0,0 0 0 0 0,1 0 0 0 0,-1 0-1 0 0,0 0 1 0 0,0 0 0 0 0,0 0 0 0 0,1 0 0 0 0,-1 0 0 0 0,0 0 0 0 0,0 0 0 0 0,0 0 0 0 0,0 0 0 0 0,1 0-1 0 0,-1 0 1 0 0,0 0 0 0 0,0 0 0 0 0,1 0 0 0 0,110-2 1901 0 0,179-27-1 0 0,94-33-646 0 0,-374 61-1259 0 0,88-17 100 0 0,125-6 1 0 0,-132 21-10 0 0,122 12 0 0 0,558 99 834 0 0,-706-87-933 0 0,515 74 839 0 0,-533-90-837 0 0,46 3-18 0 0,-15-10 26 0 0,0-4 1 0 0,133-26-1 0 0,146-62 90 0 0,-225 56-39 0 0,1 6 1 0 0,270-30-1 0 0,-353 57-95 0 0,44-2 126 0 0,-84 7-96 0 0,1 0 1 0 0,-1 1 0 0 0,0 0-1 0 0,1 0 1 0 0,-1 1 0 0 0,13 5-1 0 0,5-1-10 0 0,-5-1-13 0 0,-20-2 17 0 0,-1 1 5 0 0,29 8 50 0 0,1-2 1 0 0,0 0-1 0 0,0-2 0 0 0,1-2 0 0 0,-1-1 0 0 0,56 2 0 0 0,302-18 255 0 0,-144 0-321 0 0,248 20 247 0 0,-432 2 69 0 0,-44-7-231 0 0,10 6 162 0 0,-23-9-80 0 0,-1 0-80 0 0,20 2-1 0 0,-16-2-27 0 0,1 0-1 0 0,-1 0 0 0 0,0 0 0 0 0,1 1 1 0 0,10 5-1 0 0,-1-2-51 0 0,-13-3-214 0 0,-10-2-1040 0 0,-37 9-3494 0 0,-79 17-6791 0 0</inkml:trace>
</inkml:ink>
</file>

<file path=ppt/ink/ink10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06T19:06:00.12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194 447 1281 0 0,'-6'4'1573'0'0,"2"-2"-1063"0"0,1 1 0 0 0,-1-1 0 0 0,0 0-1 0 0,1 0 1 0 0,-1-1 0 0 0,0 1 0 0 0,0-1 0 0 0,0 0 0 0 0,0 0 0 0 0,-1 0 0 0 0,1 0 0 0 0,0-1 0 0 0,0 1 0 0 0,-1-1-1 0 0,1 0 1 0 0,0-1 0 0 0,-5 0 0 0 0,8 1-443 0 0,-1 0-1 0 0,1-1 0 0 0,0 1 1 0 0,0 0-1 0 0,-1-1 1 0 0,1 1-1 0 0,0-1 1 0 0,0 1-1 0 0,0-1 0 0 0,0 0 1 0 0,0 0-1 0 0,0 1 1 0 0,0-1-1 0 0,0 0 0 0 0,0 0 1 0 0,0 0-1 0 0,0 0 1 0 0,1 0-1 0 0,-1 0 1 0 0,0 0-1 0 0,1 0 0 0 0,-1 0 1 0 0,0 0-1 0 0,1-1 1 0 0,0 1-1 0 0,-1 0 1 0 0,1 0-1 0 0,0 0 0 0 0,-1-1 1 0 0,1 1-1 0 0,0 0 1 0 0,0-1-1 0 0,0 1 0 0 0,0 0 1 0 0,0 0-1 0 0,0-1 1 0 0,1 1-1 0 0,-1 0 1 0 0,0 0-1 0 0,1-1 0 0 0,-1 1 1 0 0,1 0-1 0 0,-1 0 1 0 0,1 0-1 0 0,-1 0 0 0 0,1 0 1 0 0,1-2-1 0 0,17-21 201 0 0,-6-17 240 0 0,2 13 31 0 0,27-37 1 0 0,-5 10 65 0 0,-9 5-194 0 0,-15 26-146 0 0,1 0 0 0 0,1 1 1 0 0,31-37-1 0 0,-33 46-120 0 0,-2 1-73 0 0,-11 13-60 0 0,0 0-1 0 0,0 0 1 0 0,0 0 0 0 0,0 1 0 0 0,0-1 0 0 0,0 0 0 0 0,0 0 0 0 0,0 0 0 0 0,0 0 0 0 0,0 0 0 0 0,0 0-1 0 0,0 0 1 0 0,0 0 0 0 0,0 1 0 0 0,0-1 0 0 0,0 0 0 0 0,0 0 0 0 0,1 0 0 0 0,-1 0 0 0 0,0 0 0 0 0,0 0-1 0 0,0 0 1 0 0,0 0 0 0 0,0 0 0 0 0,0 0 0 0 0,0 0 0 0 0,0 0 0 0 0,0 0 0 0 0,0 1 0 0 0,1-1-1 0 0,-1 0 1 0 0,0 0 0 0 0,0 0 0 0 0,0 0 0 0 0,0 0 0 0 0,0 0 0 0 0,0 0 0 0 0,0 0 0 0 0,0 0 0 0 0,1 0-1 0 0,-1 0 1 0 0,0 0 0 0 0,0 0 0 0 0,0 0 0 0 0,0 0 0 0 0,0 0 0 0 0,0 0 0 0 0,0-1 0 0 0,0 1 0 0 0,1 0-1 0 0,-1 0 1 0 0,0 0 0 0 0,0 0 0 0 0,0 0 0 0 0,0 0 0 0 0,0 0 0 0 0,0 0 0 0 0,0 0 0 0 0,0 0 0 0 0,0 0-1 0 0,0 0 1 0 0,0 0 0 0 0,0-1 0 0 0,0 1 0 0 0,1 0 0 0 0,-6 2 96 0 0,4-2-88 0 0,0 0-11 0 0,0 0 0 0 0,0 0 1 0 0,0 0-1 0 0,0 0 0 0 0,0 0 0 0 0,0 1 0 0 0,0-1 0 0 0,1 0 1 0 0,-1 0-1 0 0,0 1 0 0 0,0-1 0 0 0,0 1 0 0 0,0-1 0 0 0,0 1 1 0 0,0-1-1 0 0,1 1 0 0 0,-1-1 0 0 0,0 1 0 0 0,0 0 1 0 0,1-1-1 0 0,-1 1 0 0 0,0 0 0 0 0,1-1 0 0 0,-1 1 0 0 0,1 0 1 0 0,-2 2-1 0 0,2-2 1 0 0,0 0 1 0 0,0 0 0 0 0,0 0-1 0 0,0 1 1 0 0,-1-1-1 0 0,1 0 1 0 0,0 0 0 0 0,-1 0-1 0 0,1 0 1 0 0,-1 0 0 0 0,1 1-1 0 0,-1-1 1 0 0,0 0 0 0 0,1 0-1 0 0,-1-1 1 0 0,0 1-1 0 0,-1 1 1 0 0,-40 44 297 0 0,34-33-194 0 0,0 1-1 0 0,-7 19 1 0 0,-15 24 149 0 0,23-46-228 0 0,4-9-21 0 0,1 1 0 0 0,0 0 0 0 0,0-1 0 0 0,1 1-1 0 0,-1 0 1 0 0,0 0 0 0 0,1 0 0 0 0,0 1 0 0 0,0-1 0 0 0,0 0 0 0 0,0 0-1 0 0,0 1 1 0 0,1-1 0 0 0,-1 5 0 0 0,1-6-18 0 0,0 0 1 0 0,0 0-1 0 0,0 0 0 0 0,-1 0 1 0 0,1-1-1 0 0,0 1 0 0 0,-1 0 1 0 0,0 0-1 0 0,1 0 0 0 0,-1 0 1 0 0,0-1-1 0 0,0 1 0 0 0,0 0 1 0 0,0-1-1 0 0,0 1 0 0 0,0-1 1 0 0,-1 1-1 0 0,0 1 0 0 0,0-2 0 0 0,1 0-1 0 0,0 0 1 0 0,0 1-1 0 0,0-1 1 0 0,0 0 0 0 0,0 1-1 0 0,0-1 1 0 0,0 1-1 0 0,0 0 1 0 0,1-1-1 0 0,-1 1 1 0 0,1-1-1 0 0,-1 1 1 0 0,1 0 0 0 0,-1 0-1 0 0,1-1 1 0 0,0 4-1 0 0,0-2-3 0 0,0 0 1 0 0,0 0-1 0 0,-1 0 0 0 0,1 0 0 0 0,-1 0 0 0 0,1 0 1 0 0,-1-1-1 0 0,0 1 0 0 0,0 0 0 0 0,-1 0 1 0 0,1-1-1 0 0,0 1 0 0 0,-1-1 0 0 0,0 1 0 0 0,1-1 1 0 0,-3 3-1 0 0,-10 13 78 0 0,11-13-42 0 0,-1-1 0 0 0,0 0-1 0 0,-1-1 1 0 0,1 1 0 0 0,0-1-1 0 0,-1 0 1 0 0,-8 5 0 0 0,-15 11 66 0 0,25-16-81 0 0,-1 0 0 0 0,0 0 0 0 0,0 0 0 0 0,0 0 0 0 0,0-1 0 0 0,-8 4 0 0 0,-9 6-29 0 0,20-11 17 0 0,1-1 0 0 0,-1 1 1 0 0,1-1-1 0 0,-1 0 1 0 0,1 1-1 0 0,-1-1 1 0 0,1 1-1 0 0,-1 0 0 0 0,1-1 1 0 0,0 1-1 0 0,-1-1 1 0 0,1 1-1 0 0,0 0 0 0 0,-1-1 1 0 0,1 1-1 0 0,0 0 1 0 0,0-1-1 0 0,0 1 0 0 0,0 0 1 0 0,-1-1-1 0 0,1 1 1 0 0,0 0-1 0 0,0-1 0 0 0,0 1 1 0 0,0 0-1 0 0,1 0 1 0 0,-1-1-1 0 0,0 1 0 0 0,0 0 1 0 0,0-1-1 0 0,1 1 1 0 0,-1 0-1 0 0,0-1 0 0 0,0 1 1 0 0,1-1-1 0 0,-1 1 1 0 0,1 0-1 0 0,-1-1 1 0 0,0 1-1 0 0,1-1 0 0 0,-1 1 1 0 0,1-1-1 0 0,0 1 1 0 0,23 14 154 0 0,6-8-80 0 0,1-1-1 0 0,-1-1 1 0 0,1-1 0 0 0,62-2 0 0 0,-53-3-109 0 0,0-2 1 0 0,1-2 0 0 0,-2-1-1 0 0,1-3 1 0 0,-1-1-1 0 0,0-1 1 0 0,-1-3 0 0 0,0-1-1 0 0,-1-1 1 0 0,-1-3 0 0 0,64-43-1 0 0,-94 59 30 0 0,-1-1-1 0 0,0 0 1 0 0,-1 0-1 0 0,1-1 1 0 0,-1 0-1 0 0,0 1 1 0 0,0-1-1 0 0,0-1 1 0 0,-1 1-1 0 0,1-1 1 0 0,-1 1-1 0 0,-1-1 1 0 0,1 0-1 0 0,2-9 1 0 0,0 3-35 0 0,-2 6 43 0 0,0 0 1 0 0,0 1 0 0 0,1 0-1 0 0,0 0 1 0 0,5-5 0 0 0,12-18 127 0 0,-17 20-127 0 0,-4 6-6 0 0,1 1 0 0 0,-1-1 0 0 0,1 1 1 0 0,0-1-1 0 0,0 1 0 0 0,-1 0 0 0 0,1-1 0 0 0,0 1 0 0 0,0 0 0 0 0,0-1 0 0 0,1 1 0 0 0,-1 0 1 0 0,0 0-1 0 0,0 0 0 0 0,1 0 0 0 0,-1 0 0 0 0,1 0 0 0 0,-1 0 0 0 0,0 1 0 0 0,3-1 0 0 0,0-1 148 0 0,-8 3-80 0 0,-20 5-53 0 0,23-2-22 0 0,2-2 2 0 0,-1-2 6 0 0,0 3-3 0 0,0 0 1 0 0,0-1 0 0 0,-1 1-1 0 0,1-1 1 0 0,-1 1-1 0 0,0-1 1 0 0,0 0-1 0 0,0 1 1 0 0,0-1 0 0 0,-2 4-1 0 0,-38 70 163 0 0,7 19 187 0 0,-7-12-40 0 0,31-34-187 0 0,6-24-93 0 0,-7 17-14 0 0,-30 77 1 0 0,13-43-41 0 0,14-34-68 0 0,5-21-227 0 0,1 1 0 0 0,2 0-1 0 0,0 0 1 0 0,1 1 0 0 0,-3 39 0 0 0,8-58 94 0 0,0-1 1 0 0,0 1-1 0 0,0-1 1 0 0,0 1-1 0 0,0-1 1 0 0,1 1-1 0 0,0-1 1 0 0,0 0-1 0 0,0 1 1 0 0,0-1-1 0 0,0 0 1 0 0,0 0-1 0 0,1 0 1 0 0,0 0-1 0 0,0 0 0 0 0,0 0 1 0 0,4 5-1 0 0,-3-6-238 0 0,0 0-1 0 0,1 0 0 0 0,-1-1 0 0 0,0 1 0 0 0,1-1 0 0 0,0 0 0 0 0,-1 1 1 0 0,1-2-1 0 0,0 1 0 0 0,-1 0 0 0 0,1-1 0 0 0,0 0 0 0 0,-1 0 0 0 0,1 0 1 0 0,6-1-1 0 0,46-8-6950 0 0</inkml:trace>
</inkml:ink>
</file>

<file path=ppt/ink/ink10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06T19:06:00.59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111 56 3201 0 0,'-89'-7'12606'0'0,"80"6"-11592"0"0,-1 0-91 0 0,8 1 296 0 0,4 1 894 0 0,25 1-2184 0 0,1-2-1 0 0,-1 0 0 0 0,0-2 1 0 0,1-1-1 0 0,37-8 0 0 0,-25 4-538 0 0,152-17-3952 0 0,-184 23 3715 0 0,1 0 1 0 0,-1 0-1 0 0,0 1 1 0 0,0 0-1 0 0,1 1 1 0 0,-1 0-1 0 0,0 0 0 0 0,0 1 1 0 0,0 0-1 0 0,0 0 1 0 0,0 1-1 0 0,11 5 1 0 0,9 5-2983 0 0</inkml:trace>
</inkml:ink>
</file>

<file path=ppt/ink/ink10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06T19:06:00.99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197 0 3602 0 0,'-84'83'6803'0'0,"27"-7"-4322"0"0,29 1-2241 0 0,0-11-240 0 0,28-12-80 0 0,28-13-240 0 0,-28-5-1361 0 0,28-18-2161 0 0,1-13-1920 0 0</inkml:trace>
</inkml:ink>
</file>

<file path=ppt/ink/ink10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06T19:06:01.38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113 0 5683 0 0,'-56'72'3361'0'0,"28"-19"-3441"0"0,0-17-2801 0 0</inkml:trace>
</inkml:ink>
</file>

<file path=ppt/ink/ink10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06T19:06:03.00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88 960 0 0,'1'0'191'0'0,"-1"0"0"0"0,0-1 0 0 0,0 1-1 0 0,0 0 1 0 0,0-1 0 0 0,0 1-1 0 0,0 0 1 0 0,1 0 0 0 0,-1-1 0 0 0,0 1-1 0 0,0 0 1 0 0,0 0 0 0 0,1-1-1 0 0,-1 1 1 0 0,0 0 0 0 0,0 0 0 0 0,1 0-1 0 0,-1 0 1 0 0,0-1 0 0 0,0 1 0 0 0,1 0-1 0 0,-1 0 1 0 0,0 0 0 0 0,1 0-1 0 0,-1 0 1 0 0,0 0 0 0 0,0 0 0 0 0,1 0-1 0 0,-1 0 1 0 0,0 0 0 0 0,1 0-1 0 0,-1 0 1 0 0,0 0 0 0 0,1 0 0 0 0,-1 0-1 0 0,1 0 1 0 0,171-26 5864 0 0,7 8-3925 0 0,169 0-1435 0 0,-290 15-77 0 0,611-14 782 0 0,-478 21-1366 0 0,266 40-1 0 0,-228 10-38 0 0,-60-11-1377 0 0,-116-37-1104 0 0,-49-5 1890 0 0,1-2 0 0 0,0 1 0 0 0,-1 0 1 0 0,1-1-1 0 0,-1 0 0 0 0,1 0 0 0 0,-1 0 0 0 0,0 0 1 0 0,6-3-1 0 0,-6 1-508 0 0,0 0 0 0 0,-1 1 0 0 0,1-1 1 0 0,-1-1-1 0 0,1 1 0 0 0,-1-1 0 0 0,3-4 0 0 0</inkml:trace>
</inkml:ink>
</file>

<file path=ppt/ink/ink10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06T19:06:30.01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357 131 560 0 0,'0'51'5496'0'0,"0"-51"-5202"0"0,5 0 79 0 0,40-2 1287 0 0,47-8 1 0 0,-9 0-593 0 0,-60 9-895 0 0,-18 1 1041 0 0,-5 0-1199 0 0,0-1 0 0 0,-1 1 0 0 0,1-1-1 0 0,0 1 1 0 0,0-1 0 0 0,0 1 0 0 0,0 0 0 0 0,-1-1 0 0 0,1 1-1 0 0,0-1 1 0 0,-1 1 0 0 0,1 0 0 0 0,0-1 0 0 0,-1 1 0 0 0,1 0 0 0 0,0-1-1 0 0,-1 1 1 0 0,1 0 0 0 0,0 0 0 0 0,-1-1 0 0 0,1 1 0 0 0,-1 0-1 0 0,1 0 1 0 0,-1 0 0 0 0,1 0 0 0 0,-1-1 0 0 0,1 1 0 0 0,0 0 0 0 0,-1 0-1 0 0,1 0 1 0 0,-1 0 0 0 0,1 0 0 0 0,-1 0 0 0 0,1 0 0 0 0,-1 0-1 0 0,0 1 1 0 0,-18-6 290 0 0,-173-59 699 0 0,85 31-501 0 0,35 12-195 0 0,-6-2 118 0 0,55 18-359 0 0,23 13-188 0 0,0-4 124 0 0,-1 1 0 0 0,1-1 0 0 0,-1 1-1 0 0,0-1 1 0 0,0 1 0 0 0,0-1-1 0 0,0 0 1 0 0,-1 1 0 0 0,-2 4 0 0 0,-8 24 36 0 0,3 40 1 0 0,-10-7-147 0 0,10-11 41 0 0,-1-26 67 0 0,8-24 2 0 0,-1 0 0 0 0,1 0 0 0 0,0 0 0 0 0,1 1 0 0 0,-1-1 0 0 0,1 1 0 0 0,0-1 0 0 0,1 1 0 0 0,-1-1 0 0 0,1 1 1 0 0,0 0-1 0 0,0-1 0 0 0,1 1 0 0 0,0 0 0 0 0,0-1 0 0 0,2 8 0 0 0,0-8-78 0 0,0 0-1 0 0,1 0 0 0 0,-1-1 1 0 0,1 1-1 0 0,7 6 1 0 0,3-18 111 0 0,0 0 1 0 0,1 1 0 0 0,24-7-1 0 0,-19 7-5 0 0,0-1 1 0 0,22-12-1 0 0,-25 12-16 0 0,0 0-1 0 0,1 1 1 0 0,-1 1 0 0 0,1 0 0 0 0,1 1 0 0 0,-1 2 0 0 0,0-1 0 0 0,1 2-1 0 0,0 1 1 0 0,26 2 0 0 0,-15 0 22 0 0,-1 2 1 0 0,-1 1-1 0 0,1 1 0 0 0,-1 2 0 0 0,42 16 1 0 0,-57-18-12 0 0,0 0 0 0 0,0 1 0 0 0,17 13 0 0 0,-27-18-20 0 0,0 0 0 0 0,0 0-1 0 0,-1 1 1 0 0,1-1 0 0 0,0 0 0 0 0,-1 1-1 0 0,0 0 1 0 0,0 0 0 0 0,0 0-1 0 0,0 0 1 0 0,0 0 0 0 0,0 0 0 0 0,-1 0-1 0 0,1 0 1 0 0,-1 1 0 0 0,0-1 0 0 0,0 0-1 0 0,0 5 1 0 0,-2-3 6 0 0,0 0 0 0 0,0 0 1 0 0,0 0-1 0 0,-1-1 0 0 0,0 1 1 0 0,0 0-1 0 0,0-1 0 0 0,-1 0 0 0 0,1 1 1 0 0,-1-1-1 0 0,0 0 0 0 0,0 0 0 0 0,-7 5 1 0 0,-5 7 141 0 0,-32 24 0 0 0,27-26-100 0 0,-1-1-1 0 0,-1-1 0 0 0,0-1 1 0 0,-1-1-1 0 0,0-1 0 0 0,0-1 1 0 0,-1-1-1 0 0,-45 8 0 0 0,17-5-73 0 0,0-3 0 0 0,-1-1 0 0 0,-75-3 0 0 0,98-2-47 0 0,19-1-33 0 0,1 1 0 0 0,0-2 0 0 0,0 1 0 0 0,-1-2 0 0 0,-19-4 0 0 0,29 6 15 0 0,0 0-1 0 0,0 0 1 0 0,0-1-1 0 0,0 1 0 0 0,0 0 1 0 0,0-1-1 0 0,0 1 1 0 0,0-1-1 0 0,0 1 0 0 0,0-1 1 0 0,0 1-1 0 0,0-1 1 0 0,0 0-1 0 0,0 0 1 0 0,0 1-1 0 0,1-1 0 0 0,-1 0 1 0 0,0 0-1 0 0,1 0 1 0 0,-2-1-1 0 0,2 1-70 0 0,0 0-1 0 0,0 0 1 0 0,0 1 0 0 0,0-1 0 0 0,0 0-1 0 0,0 0 1 0 0,0 0 0 0 0,0 0-1 0 0,0 0 1 0 0,0 0 0 0 0,1 1-1 0 0,-1-1 1 0 0,0 0 0 0 0,1 0 0 0 0,-1 0-1 0 0,0 1 1 0 0,1-1 0 0 0,-1 0-1 0 0,1 0 1 0 0,0 0 0 0 0,3-3-602 0 0,0 0 0 0 0,0 0 1 0 0,0 1-1 0 0,1-1 0 0 0,-1 1 1 0 0,1 0-1 0 0,0 1 0 0 0,7-4 1 0 0,40-12-2752 0 0</inkml:trace>
</inkml:ink>
</file>

<file path=ppt/ink/ink10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06T19:06:30.43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29 6 800 0 0,'-29'0'2161'0'0,"29"-5"2722"0"0,0 10-3763 0 0,29 8-159 0 0,-29-2-161 0 0,28 24 80 0 0,56 6-159 0 0,-28 1-561 0 0,28-12-1121 0 0,-33-12-880 0 0,-23 0-1040 0 0,-28 10-1441 0 0</inkml:trace>
</inkml:ink>
</file>

<file path=ppt/ink/ink10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06T19:06:30.80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0 231 2401 0 0,'28'-30'2321'0'0,"1"1"-560"0"0,55-19-80 0 0,-28 2-721 0 0,28 3-1840 0 0,-33 9-2562 0 0</inkml:trace>
</inkml:ink>
</file>

<file path=ppt/ink/ink10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06T19:06:31.16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212 127 1361 0 0,'-3'-4'493'0'0,"0"0"1"0"0,0-1-1 0 0,0 1 1 0 0,1 0-1 0 0,-1-1 1 0 0,1 0 0 0 0,0 1-1 0 0,0-1 1 0 0,1 0-1 0 0,0 0 1 0 0,0 0-1 0 0,0 0 1 0 0,0 0-1 0 0,1 0 1 0 0,-1 0 0 0 0,2-10-1 0 0,-1 14-485 0 0,0 0 1 0 0,0 1-1 0 0,0-1 0 0 0,0 0 1 0 0,1 1-1 0 0,-1-1 0 0 0,0 0 1 0 0,0 1-1 0 0,1-1 0 0 0,-1 0 1 0 0,0 1-1 0 0,1-1 0 0 0,-1 0 1 0 0,0 1-1 0 0,1-1 0 0 0,-1 1 1 0 0,1-1-1 0 0,-1 1 0 0 0,1-1 1 0 0,-1 1-1 0 0,1-1 0 0 0,0 1 1 0 0,-1-1-1 0 0,1 1 0 0 0,-1 0 1 0 0,1-1-1 0 0,0 1 0 0 0,-1 0 1 0 0,1 0-1 0 0,0-1 0 0 0,0 1 1 0 0,0 0-1 0 0,0 0 4 0 0,0 0 1 0 0,-1 0-1 0 0,1 0 0 0 0,-1-1 0 0 0,1 1 1 0 0,-1 0-1 0 0,1 0 0 0 0,-1 0 0 0 0,1-1 1 0 0,0 1-1 0 0,-1 0 0 0 0,1-1 0 0 0,-1 1 1 0 0,0 0-1 0 0,1-1 0 0 0,-1 1 0 0 0,1-1 1 0 0,-1 1-1 0 0,0 0 0 0 0,1-1 0 0 0,-1 1 1 0 0,0-1-1 0 0,1 1 0 0 0,-1-1 0 0 0,0 0 1 0 0,0 1-1 0 0,1-1 0 0 0,-1 1 0 0 0,0-1 1 0 0,0 1-1 0 0,0-2 0 0 0,0 2 1 0 0,0-1 1 0 0,1 1-1 0 0,-1 0 1 0 0,0-1-1 0 0,0 1 0 0 0,0 0 1 0 0,1-1-1 0 0,-1 1 1 0 0,0 0-1 0 0,0 0 0 0 0,1-1 1 0 0,-1 1-1 0 0,0 0 1 0 0,0 0-1 0 0,1-1 0 0 0,-1 1 1 0 0,0 0-1 0 0,1 0 1 0 0,-1 0-1 0 0,0-1 0 0 0,1 1 1 0 0,-1 0-1 0 0,0 0 0 0 0,1 0 1 0 0,-1 0-1 0 0,1 0 1 0 0,-1 0-1 0 0,0 0 0 0 0,1 0 1 0 0,-1 0-1 0 0,0 0 1 0 0,1 0-1 0 0,-1 0 0 0 0,1 0 1 0 0,-1 0-1 0 0,1 0 1 0 0,11 3 224 0 0,-12-3-209 0 0,1 1-1 0 0,-1 0 1 0 0,1-1 0 0 0,-1 1 0 0 0,1 0 0 0 0,-1 0-1 0 0,1 0 1 0 0,-1-1 0 0 0,0 1 0 0 0,1 0 0 0 0,-1 0 0 0 0,0 0-1 0 0,0 0 1 0 0,0 0 0 0 0,1 0 0 0 0,-1-1 0 0 0,0 1-1 0 0,0 0 1 0 0,0 0 0 0 0,-1 0 0 0 0,1 0 0 0 0,0 0-1 0 0,0 0 1 0 0,-1 1 0 0 0,-2 40 554 0 0,-3 0-1 0 0,-1-1 1 0 0,-2 0 0 0 0,-17 49 0 0 0,21-73-562 0 0,-11 31-31 0 0,-33 68 0 0 0,2-7-24 0 0,18-45-270 0 0,22-51-137 0 0,1 0 1 0 0,0 0-1 0 0,0 1 1 0 0,2 0-1 0 0,-1 0 1 0 0,-3 29-1 0 0,8-42 265 0 0,0 0-1 0 0,0 1 1 0 0,0-1-1 0 0,0 0 1 0 0,0 0-1 0 0,0 0 1 0 0,1 1-1 0 0,-1-1 1 0 0,0 0-1 0 0,1 0 1 0 0,-1 0-1 0 0,1 0 1 0 0,-1 0-1 0 0,1 0 1 0 0,0 1-1 0 0,-1-2 1 0 0,1 1-1 0 0,0 0 1 0 0,0 0-1 0 0,0 0 1 0 0,0 0-1 0 0,0 0 1 0 0,0-1-1 0 0,0 1 1 0 0,2 1-1 0 0,-2-2-232 0 0,1 0 0 0 0,0 0 0 0 0,-1 0 0 0 0,1 0 0 0 0,0 0 0 0 0,-1 0 0 0 0,1 0 0 0 0,0-1 0 0 0,-1 1 0 0 0,1 0 0 0 0,-1-1 0 0 0,1 0-1 0 0,0 1 1 0 0,2-3 0 0 0</inkml:trace>
</inkml:ink>
</file>

<file path=ppt/ink/ink10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06T19:06:31.56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338 6 1521 0 0,'-51'-5'5776'0'0,"45"7"-4790"0"0,2 1-772 0 0,-18 8 530 0 0,-1 1-1 0 0,1 0 0 0 0,1 2 1 0 0,-35 29-1 0 0,37-28-418 0 0,3-3-80 0 0,1-1-47 0 0,1 0 1 0 0,-13 14 0 0 0,23-20-164 0 0,0-1 0 0 0,0 1 0 0 0,1 0 0 0 0,-1 0 0 0 0,1 1 1 0 0,0-1-1 0 0,1 1 0 0 0,-1-1 0 0 0,1 1 0 0 0,-2 7 0 0 0,2 5 230 0 0,0-1 0 0 0,1 1 0 0 0,1 24-1 0 0,0-15 171 0 0,0-23-380 0 0,1 0-1 0 0,-1-1 0 0 0,0 1 0 0 0,1-1 0 0 0,0 1 1 0 0,0-1-1 0 0,0 1 0 0 0,0-1 0 0 0,0 1 0 0 0,1-1 1 0 0,-1 0-1 0 0,1 1 0 0 0,0-1 0 0 0,0 0 1 0 0,1 0-1 0 0,-1-1 0 0 0,0 1 0 0 0,4 2 0 0 0,-1-1-7 0 0,0 0-1 0 0,1 0 0 0 0,0-1 0 0 0,0 1 0 0 0,0-1 0 0 0,0-1 0 0 0,0 1 0 0 0,0-1 1 0 0,10 1-1 0 0,2 1-52 0 0,1-2 1 0 0,-1 0 0 0 0,1-1-1 0 0,0-1 1 0 0,0-1 0 0 0,25-4-1 0 0,-28 2-59 0 0,0-1-1 0 0,-1-1 1 0 0,1 0-1 0 0,-1-1 1 0 0,0 0-1 0 0,-1-2 1 0 0,0 1-1 0 0,0-2 1 0 0,0 0-1 0 0,23-21 1 0 0,-33 26 31 0 0,-1 0 0 0 0,1-1 0 0 0,-1 1 1 0 0,0-1-1 0 0,-1 1 0 0 0,1-1 0 0 0,-1 0 0 0 0,0 0 0 0 0,0 0 0 0 0,0-1 0 0 0,-1 1 1 0 0,0 0-1 0 0,0-1 0 0 0,0 1 0 0 0,-1 0 0 0 0,0-1 0 0 0,0 1 0 0 0,-1-10 0 0 0,1 6-29 0 0,1 2-86 0 0,-1 0 0 0 0,0-1-1 0 0,0 1 1 0 0,0 0 0 0 0,-1-1 0 0 0,0 1-1 0 0,-1 0 1 0 0,0 0 0 0 0,0 0 0 0 0,0 0-1 0 0,-1 0 1 0 0,0 0 0 0 0,0 1 0 0 0,-1-1-1 0 0,-7-10 1 0 0,2 8-980 0 0,-1 0-1 0 0,-21-15 1 0 0,-21-13-4540 0 0</inkml:trace>
</inkml:ink>
</file>

<file path=ppt/ink/ink10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06T19:06:31.95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28 7 960 0 0,'-28'-7'5123'0'0,"56"7"-1522"0"0,0 0-2320 0 0,28 0-401 0 0,57 13-239 0 0,27 4-721 0 0,0-6-2081 0 0,-56 2-3522 0 0</inkml:trace>
</inkml:ink>
</file>

<file path=ppt/ink/ink10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06T19:06:32.29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26 2561 0 0,'0'-1'155'0'0,"1"1"0"0"0,-1 0 0 0 0,0-1 0 0 0,0 1 0 0 0,1-1 0 0 0,-1 1 0 0 0,1-1 0 0 0,-1 1 0 0 0,0-1 0 0 0,1 1 0 0 0,-1 0 0 0 0,1-1 0 0 0,-1 1 0 0 0,1 0 0 0 0,-1 0 0 0 0,1-1 0 0 0,-1 1 0 0 0,1 0 0 0 0,-1 0 0 0 0,1 0 0 0 0,0 0 0 0 0,-1-1 0 0 0,1 1 0 0 0,-1 0 0 0 0,1 0 0 0 0,-1 0 0 0 0,1 0 0 0 0,0 1 0 0 0,27-2-209 0 0,-14 1 469 0 0,290-17 318 0 0,-300 17-729 0 0,3 0 9 0 0,1 0-1 0 0,0 0 0 0 0,0 1 0 0 0,0 0 0 0 0,11 3 1 0 0,-18-4 31 0 0,1 1 0 0 0,0 0 0 0 0,-1-1 0 0 0,1 1 0 0 0,-1 0 0 0 0,0 0 0 0 0,1 0 1 0 0,-1 0-1 0 0,0 0 0 0 0,1 1 0 0 0,-1-1 0 0 0,0 0 0 0 0,0 0 0 0 0,0 1 0 0 0,0-1 0 0 0,0 1 1 0 0,0-1-1 0 0,0 1 0 0 0,-1-1 0 0 0,1 1 0 0 0,-1 0 0 0 0,1-1 0 0 0,-1 1 0 0 0,1 0 0 0 0,-1-1 1 0 0,0 1-1 0 0,0 0 0 0 0,0-1 0 0 0,0 3 0 0 0,-2 13 379 0 0,0-1 0 0 0,-1 1-1 0 0,-1-1 1 0 0,0 0 0 0 0,-1 0 0 0 0,-1-1 0 0 0,-9 17-1 0 0,8-16-201 0 0,0 1 0 0 0,0-1 0 0 0,2 1 0 0 0,0 0 0 0 0,1 1-1 0 0,1-1 1 0 0,-2 23 0 0 0,5 118 326 0 0,0-154-777 0 0,0-1 0 0 0,0 0 0 0 0,1 0 0 0 0,-1 1 1 0 0,1-1-1 0 0,-1 0 0 0 0,1 0 0 0 0,0 0 0 0 0,1 0 0 0 0,-1 0 0 0 0,0 0 0 0 0,1 0 1 0 0,0-1-1 0 0,-1 1 0 0 0,4 3 0 0 0,0 1-1054 0 0,-4-5 881 0 0,0-1 1 0 0,-1 0 0 0 0,1 0 0 0 0,-1 0 0 0 0,1 0-1 0 0,-1 1 1 0 0,0-1 0 0 0,1 0 0 0 0,-1 0-1 0 0,0 1 1 0 0,0-1 0 0 0,0 0 0 0 0,0 2-1 0 0,0-3 392 0 0</inkml:trace>
</inkml:ink>
</file>

<file path=ppt/ink/ink10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06T19:06:32.68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13 720 0 0,'0'-12'9285'0'0,"29"19"-8165"0"0,-1-2-240 0 0,28 13-799 0 0,56 18-3203 0 0</inkml:trace>
</inkml:ink>
</file>

<file path=ppt/ink/ink10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06T19:06:33.14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169 82 1681 0 0,'-134'-18'11551'0'0,"128"17"-11417"0"0,5 1-50 0 0,0 0 0 0 0,-1 0 0 0 0,1 0 0 0 0,0 0 0 0 0,0 0 0 0 0,-1 0 0 0 0,1-1-1 0 0,0 1 1 0 0,0 0 0 0 0,0-1 0 0 0,-1 1 0 0 0,1-1 0 0 0,0 1 0 0 0,0-1 0 0 0,0 0 0 0 0,0 0 0 0 0,0 1 0 0 0,0-1-1 0 0,0 0 1 0 0,0-1 0 0 0,0 0 211 0 0,0-1 1 0 0,0 1-1 0 0,1-1 0 0 0,-1 1 0 0 0,1-1 0 0 0,0 0 0 0 0,0 1 0 0 0,0-1 0 0 0,0-2 0 0 0,0 4-232 0 0,1 0-7 0 0,-1 0 1 0 0,1 1 0 0 0,-1-1-1 0 0,1 0 1 0 0,0 0-1 0 0,-1 0 1 0 0,1 1 0 0 0,0-1-1 0 0,0 0 1 0 0,0 1 0 0 0,-1-1-1 0 0,1 1 1 0 0,0-1 0 0 0,0 1-1 0 0,0-1 1 0 0,0 1 0 0 0,0 0-1 0 0,0-1 1 0 0,0 1-1 0 0,0 0 1 0 0,0 0 0 0 0,0 0-1 0 0,0-1 1 0 0,0 1 0 0 0,2 1-1 0 0,1-2 179 0 0,17-3 420 0 0,0 1 0 0 0,0 1 0 0 0,0 0 0 0 0,37 4 0 0 0,84 17 449 0 0,-57-5-827 0 0,-60-10-381 0 0,131 14-1409 0 0,-118-17-473 0 0,42-3-1 0 0,32-14-4923 0 0,1-6-3574 0 0</inkml:trace>
</inkml:ink>
</file>

<file path=ppt/ink/ink10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06T19:06:35.21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85 127 2561 0 0,'0'-1'188'0'0,"-1"0"0"0"0,1 0 0 0 0,-1 0 0 0 0,0 0 0 0 0,0 0 0 0 0,0 0 0 0 0,0 0 1 0 0,0 0-1 0 0,0 0 0 0 0,0 0 0 0 0,0 0 0 0 0,0 1 0 0 0,0-1 0 0 0,0 0 0 0 0,0 1 0 0 0,-1-1 0 0 0,1 1 0 0 0,-1-1 0 0 0,-2-1 428 0 0,-52-32 4786 0 0,55 33-5337 0 0,1 1 0 0 0,-1-1 0 0 0,1 1 0 0 0,0-1 0 0 0,-1 0 0 0 0,1 1-1 0 0,-1-1 1 0 0,1 1 0 0 0,0-1 0 0 0,0 0 0 0 0,-1 1 0 0 0,1-1 0 0 0,0 0 0 0 0,0 1 0 0 0,0-1 0 0 0,0 0-1 0 0,-1 0 1 0 0,1 1 0 0 0,0-1 0 0 0,0 0 0 0 0,1 1 0 0 0,-1-1 0 0 0,0 0 0 0 0,0 1 0 0 0,0-1-1 0 0,0 0 1 0 0,1 0 0 0 0,-1 1 0 0 0,0-1 0 0 0,0 1 0 0 0,1-1 0 0 0,-1 0 0 0 0,1 1 0 0 0,-1-1 0 0 0,0 1-1 0 0,2-2 1 0 0,3-1 64 0 0,0 0-1 0 0,0 1 1 0 0,0 0-1 0 0,0-1 1 0 0,1 2-1 0 0,10-4 1 0 0,16-5 185 0 0,-19 6-304 0 0,0 0 0 0 0,1 0-1 0 0,-1 1 1 0 0,0 1 0 0 0,1 0-1 0 0,-1 1 1 0 0,1 0 0 0 0,0 2 0 0 0,-1-1-1 0 0,22 4 1 0 0,-33-3 2 0 0,0-1 0 0 0,0 0 0 0 0,0 1 0 0 0,0-1 0 0 0,0 1 0 0 0,0-1 0 0 0,0 1 0 0 0,0 0 0 0 0,0 0 0 0 0,-1 0 0 0 0,1 0 0 0 0,0 0 0 0 0,-1 0 0 0 0,1 0 0 0 0,0 1 0 0 0,-1-1 0 0 0,1 1 0 0 0,-1-1 0 0 0,0 1 0 0 0,0 0 0 0 0,1-1 0 0 0,-1 1 0 0 0,0 0 0 0 0,-1 0 0 0 0,1 0 0 0 0,0-1 0 0 0,0 1 0 0 0,0 3 0 0 0,-1 2 74 0 0,0-1 0 0 0,0 1 0 0 0,0-1 0 0 0,-1 0 0 0 0,0 1 1 0 0,0-1-1 0 0,-3 7 0 0 0,0 7 144 0 0,2-11-154 0 0,0 1 6 0 0,1-1 1 0 0,-2 1 0 0 0,1-1-1 0 0,-6 12 1 0 0,6-17-70 0 0,-1 0-1 0 0,0 0 1 0 0,1 0-1 0 0,-1-1 1 0 0,0 1 0 0 0,-1-1-1 0 0,1 0 1 0 0,-1 0 0 0 0,1 0-1 0 0,-1 0 1 0 0,-5 2-1 0 0,-15 9 46 0 0,18-11-33 0 0,0 0-1 0 0,0 0 1 0 0,0 1 0 0 0,0 0 0 0 0,1 0-1 0 0,0 0 1 0 0,-1 1 0 0 0,-4 5 0 0 0,10-8-23 0 0,-1-1 0 0 0,0 1 1 0 0,0-1-1 0 0,1 1 1 0 0,-1-1-1 0 0,0 0 1 0 0,0 1-1 0 0,0-1 0 0 0,-1 0 1 0 0,1 0-1 0 0,0 0 1 0 0,0 0-1 0 0,-1 0 1 0 0,1 0-1 0 0,0 0 0 0 0,-1 0 1 0 0,1-1-1 0 0,-1 1 1 0 0,1-1-1 0 0,-1 1 1 0 0,-2 0-1 0 0,0 0 131 0 0,3-1-130 0 0,1 0-1 0 0,0 0 1 0 0,0 0 0 0 0,0 0-1 0 0,0 0 1 0 0,0 0-1 0 0,0 0 1 0 0,0 0-1 0 0,0 0 1 0 0,0 0 0 0 0,0 0-1 0 0,0-1 1 0 0,0 1-1 0 0,0 0 1 0 0,0 0-1 0 0,0 0 1 0 0,0 0 0 0 0,0 0-1 0 0,0 0 1 0 0,0 0-1 0 0,0 0 1 0 0,0 0-1 0 0,0 0 1 0 0,0 0 0 0 0,0 0-1 0 0,0-1 1 0 0,0 1-1 0 0,0 0 1 0 0,0 0-1 0 0,0 0 1 0 0,0 0-1 0 0,0 0 1 0 0,0 0 0 0 0,0 0-1 0 0,0 0 1 0 0,0 0-1 0 0,0 0 1 0 0,0 0-1 0 0,0 0 1 0 0,0 0 0 0 0,0-1-1 0 0,0 1 1 0 0,0 0-1 0 0,0 0 1 0 0,0 0-1 0 0,0 0 1 0 0,0 0 0 0 0,0 0-1 0 0,1 0 1 0 0,-1 0-1 0 0,0 0 1 0 0,0 0-1 0 0,0 0 1 0 0,0 0 0 0 0,0 0-1 0 0,0 0 1 0 0,0 0-1 0 0,0 0-2 0 0,0 0 0 0 0,0 0-1 0 0,-1-1 1 0 0,1 1 0 0 0,0 0-1 0 0,0 0 1 0 0,0 0 0 0 0,-1-1-1 0 0,1 1 1 0 0,0 0 0 0 0,0 0-1 0 0,0 0 1 0 0,0-1 0 0 0,0 1-1 0 0,0 0 1 0 0,-1 0 0 0 0,1-1-1 0 0,0 1 1 0 0,0 0 0 0 0,0 0-1 0 0,0-1 1 0 0,0 1 0 0 0,0 0-1 0 0,0 0 1 0 0,0-1 0 0 0,0 1-1 0 0,0 0 1 0 0,0 0 0 0 0,0-1-1 0 0,0 1 1 0 0,1 0 0 0 0,-1 0-1 0 0,0-1 1 0 0,2 0-11 0 0,0 0 1 0 0,0 0 0 0 0,0 0-1 0 0,0 0 1 0 0,1 0 0 0 0,-1 1-1 0 0,0-1 1 0 0,0 1 0 0 0,1 0-1 0 0,-1-1 1 0 0,4 1 0 0 0,33-1 26 0 0,1 1 0 0 0,-1 2 1 0 0,0 1-1 0 0,1 2 0 0 0,-2 2 1 0 0,1 2-1 0 0,-1 1 0 0 0,38 16 0 0 0,-65-22 7 0 0,0 1-1 0 0,-1 0 0 0 0,1 0 0 0 0,-1 1 1 0 0,12 8-1 0 0,-21-13-18 0 0,0 0 1 0 0,0 0-1 0 0,0 0 1 0 0,0 0-1 0 0,0 0 0 0 0,-1 0 1 0 0,1 0-1 0 0,0 1 1 0 0,0-1-1 0 0,-1 0 1 0 0,1 0-1 0 0,-1 1 1 0 0,1-1-1 0 0,-1 0 0 0 0,1 1 1 0 0,-1-1-1 0 0,0 0 1 0 0,0 1-1 0 0,0-1 1 0 0,0 0-1 0 0,0 1 1 0 0,0-1-1 0 0,0 0 0 0 0,0 1 1 0 0,0-1-1 0 0,-1 1 1 0 0,1-1-1 0 0,-1 0 1 0 0,1 0-1 0 0,-1 2 1 0 0,-2 2 61 0 0,0 0-1 0 0,0-1 1 0 0,-1 1 0 0 0,1-1 0 0 0,-9 8 0 0 0,-9 8 100 0 0,0-1-1 0 0,-1-1 0 0 0,-1-1 0 0 0,-1-1 0 0 0,-1-1 1 0 0,0-1-1 0 0,-1-1 0 0 0,0-2 0 0 0,-1 0 0 0 0,0-2 1 0 0,0 0-1 0 0,-39 5 0 0 0,65-14-166 0 0,-23 5-237 0 0,-1-1 0 0 0,1-1 1 0 0,-1-1-1 0 0,0-1 0 0 0,-43-5 1 0 0,67 4 125 0 0,-1 0-1 0 0,1 0 1 0 0,0 0 0 0 0,-1 0 0 0 0,1-1 0 0 0,0 1 0 0 0,-1-1-1 0 0,1 1 1 0 0,0-1 0 0 0,0 1 0 0 0,-1-1 0 0 0,1 0 0 0 0,0 1 0 0 0,0-1-1 0 0,0 0 1 0 0,0 0 0 0 0,0 0 0 0 0,0 0 0 0 0,0 0 0 0 0,0 0-1 0 0,0 0 1 0 0,1 0 0 0 0,-1 0 0 0 0,0 0 0 0 0,1-1 0 0 0,-1 1 0 0 0,1 0-1 0 0,-1 0 1 0 0,1-1 0 0 0,0 1 0 0 0,-1 0 0 0 0,1-1 0 0 0,0 1-1 0 0,0 0 1 0 0,0-1 0 0 0,0 1 0 0 0,0-1 0 0 0,0 1 0 0 0,0 0 0 0 0,1-1-1 0 0,0-1 1 0 0,1-3-482 0 0,0 0 0 0 0,1 0 0 0 0,0 1 0 0 0,0-1-1 0 0,1 1 1 0 0,-1-1 0 0 0,1 1 0 0 0,6-5 0 0 0,64-57-8082 0 0,-73 67 8654 0 0</inkml:trace>
</inkml:ink>
</file>

<file path=ppt/ink/ink10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06T19:06:35.71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28 0 1361 0 0,'-28'0'5522'0'0,"28"6"-3201"0"0,0 12-480 0 0,56 28 560 0 0,57 25-560 0 0,-29-12-1521 0 0,-34-17-480 0 0,7 0-720 0 0,-1-13-2082 0 0,0-11-2880 0 0</inkml:trace>
</inkml:ink>
</file>

<file path=ppt/ink/ink10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06T19:06:36.12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0 313 2881 0 0,'28'-10'2321'0'0,"-28"-14"-560"0"0,57-11-480 0 0,55-37-81 0 0,23-5-639 0 0,-51 24-1122 0 0,-28 11-3360 0 0</inkml:trace>
</inkml:ink>
</file>

<file path=ppt/ink/ink10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06T19:06:36.49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85 0 560 0 0,'0'6'641'0'0,"0"6"-161"0"0,-28 12 0 0 0,28 42 480 0 0,-28-7 1 0 0,28-6-161 0 0,-28 6 1 0 0,28 11 319 0 0,0 1 241 0 0,0 1-161 0 0,28-13-559 0 0,-28-23-721 0 0,28-13-1681 0 0,0-18-2721 0 0</inkml:trace>
</inkml:ink>
</file>

<file path=ppt/ink/ink10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06T19:06:36.98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369 12 160 0 0,'-11'-2'705'0'0,"0"-1"-1"0"0,0 2 1 0 0,-1-1-1 0 0,-12 1 1 0 0,-19-1 1468 0 0,32 1-1776 0 0,1 1 0 0 0,0 1-1 0 0,0 0 1 0 0,-1 0 0 0 0,1 1 0 0 0,0 0 0 0 0,0 1-1 0 0,-11 4 1 0 0,-6 4 679 0 0,-35 21 0 0 0,56-29-960 0 0,1 0 0 0 0,0 0 1 0 0,0 0-1 0 0,0 1 1 0 0,1 0-1 0 0,-1 0 1 0 0,1 1-1 0 0,0-1 1 0 0,0 1-1 0 0,-4 7 0 0 0,6-9-74 0 0,1-1 0 0 0,0 1-1 0 0,-1 0 1 0 0,2 0-1 0 0,-1 0 1 0 0,0 0 0 0 0,0 0-1 0 0,1 0 1 0 0,0 0-1 0 0,-1 0 1 0 0,1 0 0 0 0,1 0-1 0 0,-1 0 1 0 0,0 0 0 0 0,1 0-1 0 0,-1-1 1 0 0,1 1-1 0 0,0 0 1 0 0,0 0 0 0 0,0 0-1 0 0,0 0 1 0 0,0-1-1 0 0,1 1 1 0 0,1 2 0 0 0,39 43 318 0 0,-31-34-206 0 0,1-1 1 0 0,0 0-1 0 0,1-1 0 0 0,0 0 1 0 0,1-1-1 0 0,28 18 0 0 0,-9-10-24 0 0,1-2 0 0 0,0-1-1 0 0,1-1 1 0 0,43 10 0 0 0,-54-18-192 0 0,1-2 0 0 0,0-1-1 0 0,1 0 1 0 0,-1-2 0 0 0,0-1 0 0 0,50-5 0 0 0,-68 3 55 0 0,0-1 0 0 0,0 1 1 0 0,0-1-1 0 0,-1-1 0 0 0,1 1 1 0 0,-1-1-1 0 0,0-1 0 0 0,0 1 1 0 0,6-5-1 0 0,-9 6 8 0 0,0 0 1 0 0,0 0-1 0 0,-1 0 0 0 0,1 0 1 0 0,-1-1-1 0 0,0 1 0 0 0,0-1 1 0 0,0 1-1 0 0,0-1 0 0 0,0 0 1 0 0,0 0-1 0 0,-1 0 0 0 0,1 0 1 0 0,-1 0-1 0 0,0 0 0 0 0,0-1 1 0 0,0 1-1 0 0,0 0 0 0 0,0-4 1 0 0,-2 2-13 0 0,0 0-1 0 0,0 1 1 0 0,0-1 0 0 0,-1 1 0 0 0,1-1 0 0 0,-1 1-1 0 0,0-1 1 0 0,-4-4 0 0 0,-25-40-200 0 0,27 44 176 0 0,-10-14-409 0 0,-1 1 1 0 0,-2 0-1 0 0,1 2 1 0 0,-2 0-1 0 0,0 0 1 0 0,-1 2-1 0 0,-26-16 1 0 0,-7-1-3733 0 0</inkml:trace>
</inkml:ink>
</file>

<file path=ppt/ink/ink10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06T19:06:37.47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6 3041 0 0,'0'-5'7604'0'0,"28"10"-6804"0"0,0 2-480 0 0,28-7-880 0 0,23 11-1921 0 0,61-4-3602 0 0</inkml:trace>
</inkml:ink>
</file>

<file path=ppt/ink/ink10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06T19:06:37.88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59 3362 0 0,'0'-1'110'0'0,"0"-1"1"0"0,0 1-1 0 0,1 0 1 0 0,-1 0 0 0 0,0 0-1 0 0,1 0 1 0 0,-1-1-1 0 0,1 1 1 0 0,0 0 0 0 0,-1 0-1 0 0,1 0 1 0 0,0 0-1 0 0,0 0 1 0 0,-1 0 0 0 0,1 0-1 0 0,0 0 1 0 0,0 1-1 0 0,0-1 1 0 0,0 0 0 0 0,0 0-1 0 0,0 1 1 0 0,0-1-1 0 0,1 1 1 0 0,-1-1 0 0 0,0 1-1 0 0,0-1 1 0 0,0 1-1 0 0,2 0 1 0 0,47-9 140 0 0,-35 7 119 0 0,110-12-446 0 0,1 6 1 0 0,147 8-1 0 0,-272 0 62 0 0,1 0-1 0 0,-1 0 1 0 0,1 0-1 0 0,0 0 0 0 0,-1 0 1 0 0,1 0-1 0 0,-1 1 1 0 0,1-1-1 0 0,-1 0 1 0 0,1 1-1 0 0,-1-1 1 0 0,1 1-1 0 0,-1 0 0 0 0,1 0 1 0 0,-1-1-1 0 0,1 1 1 0 0,0 2-1 0 0,-1-1 18 0 0,0 0-1 0 0,0 1 1 0 0,-1-1-1 0 0,1 0 1 0 0,-1 1-1 0 0,1-1 1 0 0,-1 1-1 0 0,0-1 1 0 0,0 1 0 0 0,-1 3-1 0 0,1 1 72 0 0,-1 1 49 0 0,0 1 0 0 0,-1-1-1 0 0,0 0 1 0 0,-1 0 0 0 0,1 0 0 0 0,-1-1-1 0 0,-1 1 1 0 0,0-1 0 0 0,0 1 0 0 0,0-1-1 0 0,-1 0 1 0 0,-8 9 0 0 0,-23 39 789 0 0,22-30-566 0 0,9-16-270 0 0,-1 0-1 0 0,1 0 0 0 0,0 1 0 0 0,1 0 1 0 0,1 0-1 0 0,-1 0 0 0 0,1 1 0 0 0,1-1 0 0 0,0 1 1 0 0,-1 20-1 0 0,3 120-2543 0 0,0-125-1707 0 0</inkml:trace>
</inkml:ink>
</file>

<file path=ppt/ink/ink10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06T19:06:38.23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11 2161 0 0,'0'-5'3922'0'0,"0"-1"-1121"0"0,28 6-960 0 0,-28 6-641 0 0,28-1-479 0 0,0 0-321 0 0,28 2-480 0 0,0-1-800 0 0,-28-1-1361 0 0,23 8-1281 0 0,-51-1-400 0 0</inkml:trace>
</inkml:ink>
</file>

<file path=ppt/ink/ink10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06T19:06:39.22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28 6 4562 0 0,'-28'11'10005'0'0,"28"-4"-8084"0"0,28-7-1441 0 0,28-7-240 0 0,1 7-160 0 0,49-6-240 0 0,7 1-1201 0 0,83-1-2721 0 0,-56 12-2321 0 0</inkml:trace>
</inkml:ink>
</file>

<file path=ppt/ink/ink10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06T19:06:39.57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0 240 0 0,'0'0'3522'0'0,"28"0"-161"0"0,29 0-479 0 0,-1 6-641 0 0,50-6-160 0 0,63 0-1041 0 0,-29 0-2641 0 0,0 7-4001 0 0</inkml:trace>
</inkml:ink>
</file>

<file path=ppt/ink/ink10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06T19:06:40.63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554 199 960 0 0,'16'-40'2932'0'0,"-14"31"-2365"0"0,1 0 0 0 0,1 0 1 0 0,0 0-1 0 0,0 1 0 0 0,1 0 1 0 0,0 0-1 0 0,8-12 1 0 0,67-48 1139 0 0,-78 67-1665 0 0,0 0-1 0 0,0-1 1 0 0,0 1-1 0 0,0 0 1 0 0,0 0-1 0 0,0 1 1 0 0,0-1-1 0 0,0 0 1 0 0,1 1 0 0 0,-1 0-1 0 0,0-1 1 0 0,0 1-1 0 0,1 0 1 0 0,-1 0-1 0 0,0 0 1 0 0,0 0-1 0 0,1 1 1 0 0,-1-1 0 0 0,0 0-1 0 0,0 1 1 0 0,1 0-1 0 0,-1-1 1 0 0,0 1-1 0 0,0 0 1 0 0,0 0-1 0 0,0 1 1 0 0,3 1 0 0 0,2 1 92 0 0,-1 1 1 0 0,1 0 0 0 0,-1 0-1 0 0,0 0 1 0 0,0 1 0 0 0,-1 0-1 0 0,6 7 1 0 0,0 4 445 0 0,-1 1 0 0 0,10 24 0 0 0,-5-9 94 0 0,-12-28-603 0 0,-1-1-1 0 0,0 1 0 0 0,0 0 0 0 0,0 0 0 0 0,0 0 0 0 0,-1 0 0 0 0,2 8 0 0 0,-4-9-61 0 0,1 0 0 0 0,-1 0 0 0 0,1 0 0 0 0,-1-1-1 0 0,-1 1 1 0 0,1-1 0 0 0,0 1 0 0 0,-1 0 0 0 0,0-1 0 0 0,1 0 0 0 0,-4 4-1 0 0,-27 50 83 0 0,19-31 35 0 0,-2 0 0 0 0,-1-1 0 0 0,-1-1 0 0 0,-30 35 0 0 0,31-44-2 0 0,0-1 1 0 0,-1 0-1 0 0,-1-1 1 0 0,0-1-1 0 0,0-1 1 0 0,-2 0-1 0 0,1-1 1 0 0,-40 13-1 0 0,32-14-50 0 0,0-1-1 0 0,-1-1 0 0 0,1-1 1 0 0,-1-2-1 0 0,-54 2 0 0 0,52-8-195 0 0,0-1 1 0 0,1-1-1 0 0,0-1 0 0 0,0-2 0 0 0,0 0 0 0 0,-48-22 0 0 0,35 11-612 0 0,41 18 713 0 0,1 0-1 0 0,-1 0 1 0 0,1-1-1 0 0,-1 1 1 0 0,1 0 0 0 0,-1-1-1 0 0,1 1 1 0 0,0-1-1 0 0,-1 1 1 0 0,1 0 0 0 0,0-1-1 0 0,-1 1 1 0 0,1-1-1 0 0,0 1 1 0 0,-1-1 0 0 0,1 1-1 0 0,0-1 1 0 0,0 0-1 0 0,0 1 1 0 0,-1-1-1 0 0,1 1 1 0 0,0-1 0 0 0,0 1-1 0 0,0-1 1 0 0,0 0-1 0 0,0 1 1 0 0,0-1 0 0 0,0 1-1 0 0,0-1 1 0 0,0 1-1 0 0,1-1 1 0 0,-1 0 0 0 0,0 1-1 0 0,0-1 1 0 0,0 1-1 0 0,1-1 1 0 0,-1 1 0 0 0,0-1-1 0 0,0 1 1 0 0,1-1-1 0 0,-1 1 1 0 0,1-1-1 0 0,-1 1 1 0 0,1-1 0 0 0,19-15-385 0 0,-18 15 361 0 0,4-3-103 0 0,1 1-1 0 0,0-1 1 0 0,0 1-1 0 0,0 1 1 0 0,0-1-1 0 0,0 1 1 0 0,0 0-1 0 0,1 1 1 0 0,-1 0-1 0 0,1 0 1 0 0,0 1-1 0 0,-1-1 1 0 0,12 3-1 0 0,12 2-321 0 0,-1 2 0 0 0,41 13 0 0 0,-49-12 397 0 0,39 10 158 0 0,-2 2-1 0 0,101 48 1 0 0,-141-55 516 0 0,-1 0-1 0 0,18 15 1 0 0,-23-16-101 0 0,0-1 0 0 0,1-1 0 0 0,27 15 0 0 0,-20-15-295 0 0,5 2 113 0 0,0 2 1 0 0,32 21-1 0 0,-53-30-469 0 0,-1-1 0 0 0,1 0 0 0 0,-1 0-1 0 0,1 0 1 0 0,0-1 0 0 0,0 1 0 0 0,0-1 0 0 0,1 0 0 0 0,-1-1-1 0 0,0 1 1 0 0,1-1 0 0 0,-1 0 0 0 0,1 0 0 0 0,8-1-1 0 0,41 1-4930 0 0</inkml:trace>
</inkml:ink>
</file>

<file path=ppt/ink/ink10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06T19:06:41.33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29 0 3602 0 0,'-28'0'6162'0'0,"28"6"-4801"0"0,0 1-721 0 0,0 4 161 0 0,0 1 319 0 0,84 42 801 0 0,28 28-240 0 0,-5-5-1201 0 0,5-11-400 0 0,0 4-160 0 0,1-4-800 0 0,-1-2-2322 0 0,-28-10-3281 0 0</inkml:trace>
</inkml:ink>
</file>

<file path=ppt/ink/ink10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06T19:06:41.70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0 262 7363 0 0,'0'-41'3842'0'0,"28"-2"-3122"0"0,28-4-640 0 0,-5 6 241 0 0,33 5-81 0 0,0 13-80 0 0,0 11-881 0 0,57-1-2480 0 0,-57 8-4643 0 0</inkml:trace>
</inkml:ink>
</file>

<file path=ppt/ink/ink10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06T19:06:42.08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303 0 240 0 0,'28'0'1921'0'0,"-56"13"-800"0"0,0 51 959 0 0,-56 54 402 0 0,28 2-321 0 0,5-8-721 0 0,-5-11-319 0 0,28-25-641 0 0,28 1-400 0 0,0-5-640 0 0,28-20-2642 0 0,51-40-3921 0 0</inkml:trace>
</inkml:ink>
</file>

<file path=ppt/ink/ink10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06T19:06:42.62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55 44 1201 0 0,'-15'21'1202'0'0,"-16"25"895"0"0,29-43-1935 0 0,1-1 0 0 0,0 1 0 0 0,0 0 0 0 0,0 0 1 0 0,0 0-1 0 0,1 0 0 0 0,-1-1 0 0 0,1 1 0 0 0,0 0 0 0 0,0 0 1 0 0,0 0-1 0 0,0 0 0 0 0,0 0 0 0 0,1 0 0 0 0,-1 0 0 0 0,2 4 1 0 0,5 9 869 0 0,0 0 0 0 0,12 17 0 0 0,-1 0 367 0 0,-10-21-1118 0 0,0 0 1 0 0,1 0-1 0 0,0-1 0 0 0,0 0 1 0 0,2-1-1 0 0,-1 0 0 0 0,1 0 1 0 0,0-1-1 0 0,1 0 0 0 0,0-2 1 0 0,1 1-1 0 0,0-1 0 0 0,0-1 1 0 0,0 0-1 0 0,0-1 1 0 0,1 0-1 0 0,0-1 0 0 0,0-1 1 0 0,1 0-1 0 0,-1-1 0 0 0,15 0 1 0 0,-17-2-273 0 0,1-1 0 0 0,-1-1 0 0 0,0 0 0 0 0,-1-1 1 0 0,1 0-1 0 0,0-1 0 0 0,-1 0 0 0 0,0-1 1 0 0,0 0-1 0 0,0-1 0 0 0,0 0 0 0 0,14-12 1 0 0,-21 14-56 0 0,-1 1 0 0 0,0-1 1 0 0,0-1-1 0 0,0 1 1 0 0,0 0-1 0 0,0-1 0 0 0,-1 1 1 0 0,0-1-1 0 0,0 0 1 0 0,0 1-1 0 0,-1-1 1 0 0,1 0-1 0 0,-1 0 0 0 0,0 0 1 0 0,-1-1-1 0 0,1-7 1 0 0,-1-5-292 0 0,-1 0 1 0 0,0 1-1 0 0,-5-24 1 0 0,4 30 8 0 0,-1 0 0 0 0,0 1 1 0 0,0 0-1 0 0,-1-1 0 0 0,0 1 1 0 0,-1 1-1 0 0,-7-12 0 0 0,7 14-283 0 0,0 0-1 0 0,-1 0 0 0 0,1 1 1 0 0,-1-1-1 0 0,-1 1 1 0 0,1 1-1 0 0,-1 0 0 0 0,0-1 1 0 0,-10-4-1 0 0,-40-17-5791 0 0</inkml:trace>
</inkml:ink>
</file>

<file path=ppt/ink/ink10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06T19:06:43.21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12 1121 0 0,'0'-6'3281'0'0,"0"1"1361"0"0,28 5-3281 0 0,28 0-401 0 0,0 5-640 0 0,29 1-1120 0 0,-7-6-1841 0 0,6 0-1121 0 0,1 0 240 0 0</inkml:trace>
</inkml:ink>
</file>

<file path=ppt/ink/ink10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06T19:06:43.66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29 102 160 0 0,'0'-2'225'0'0,"0"1"0"0"0,0-1 1 0 0,0 1-1 0 0,0 0 0 0 0,-1-1 0 0 0,1 1 0 0 0,0-1 0 0 0,-1 1 1 0 0,1 0-1 0 0,-1 0 0 0 0,0-1 0 0 0,1 1 0 0 0,-1 0 0 0 0,0 0 1 0 0,0 0-1 0 0,0 0 0 0 0,0-1 0 0 0,0 1 0 0 0,0 1 0 0 0,-1-2 0 0 0,1 1 15 0 0,-1 0 0 0 0,1-1 0 0 0,0 1 0 0 0,0 0 0 0 0,0 0-1 0 0,0 0 1 0 0,0-1 0 0 0,0 1 0 0 0,1-1 0 0 0,-1 1-1 0 0,0-1 1 0 0,1 1 0 0 0,-1-1 0 0 0,1 1 0 0 0,-1-1-1 0 0,1 1 1 0 0,0-1 0 0 0,-1 1 0 0 0,1-1 0 0 0,0-2 0 0 0,0 3-146 0 0,0 0 0 0 0,0-1 0 0 0,0 1 0 0 0,0 0 0 0 0,0-1 0 0 0,0 1 0 0 0,0 0 0 0 0,1-1 0 0 0,-1 1 1 0 0,0 0-1 0 0,1 0 0 0 0,-1-1 0 0 0,1 1 0 0 0,-1 0 0 0 0,1 0 0 0 0,0 0 0 0 0,-1 0 0 0 0,1 0 0 0 0,0 0 0 0 0,0 0 1 0 0,0 0-1 0 0,0 0 0 0 0,0 0 0 0 0,0 0 0 0 0,0 0 0 0 0,0 1 0 0 0,0-1 0 0 0,0 0 0 0 0,0 1 0 0 0,1-1 1 0 0,-1 1-1 0 0,0-1 0 0 0,0 1 0 0 0,1 0 0 0 0,-1-1 0 0 0,2 1 0 0 0,6-2-39 0 0,0 0 0 0 0,-1 1-1 0 0,1 0 1 0 0,0 0 0 0 0,0 1-1 0 0,0 0 1 0 0,0 0 0 0 0,0 1 0 0 0,-1 1-1 0 0,1-1 1 0 0,0 1 0 0 0,-1 1-1 0 0,1 0 1 0 0,-1 0 0 0 0,11 6 0 0 0,1 2 39 0 0,0 0 0 0 0,-1 1 1 0 0,0 2-1 0 0,20 18 0 0 0,-32-25 7 0 0,0-1-1 0 0,-1 2 0 0 0,0-1 0 0 0,0 1 0 0 0,0 0 1 0 0,-1 0-1 0 0,0 0 0 0 0,-1 1 0 0 0,0-1 1 0 0,0 1-1 0 0,-1 0 0 0 0,3 15 0 0 0,18 40 1092 0 0,-18-48-920 0 0,-1 0-1 0 0,0 0 1 0 0,-2 1 0 0 0,4 24 0 0 0,-1-3 76 0 0,13 38 253 0 0,-13-40-408 0 0,-5-24-196 0 0,1 0 0 0 0,1 0 1 0 0,0-1-1 0 0,0 1 0 0 0,1-1 0 0 0,7 15 0 0 0,12 12-864 0 0,-10-19-1726 0 0,2-18-1284 0 0</inkml:trace>
</inkml:ink>
</file>

<file path=ppt/ink/ink10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06T19:06:44.03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85 0 2081 0 0,'-28'0'6643'0'0,"-1"0"-2401"0"0,1 0-1921 0 0,56 0-2001 0 0,-28 7-160 0 0,57-7-80 0 0,-29 11-160 0 0,28-4-640 0 0,22 4-2402 0 0,-21 2-1760 0 0,-1-8 400 0 0</inkml:trace>
</inkml:ink>
</file>

<file path=ppt/ink/ink11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06T19:06:49.73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640 0 240 0 0,'-112'107'1041'0'0,"5"-1"-161"0"0,-33-4-80 0 0,56-15-239 0 0,-1-3-161 0 0,29-7-80 0 0,28-13-240 0 0,0 3-560 0 0,28-16-961 0 0,0 3-560 0 0</inkml:trace>
</inkml:ink>
</file>

<file path=ppt/ink/ink11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06T19:06:51.48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1351 332 1441 0 0,'-16'-3'930'0'0,"-9"1"201"0"0,1-2 0 0 0,0-1 0 0 0,0-2 0 0 0,0 0 0 0 0,1-1 0 0 0,0-1 0 0 0,-41-23 0 0 0,-67-39 2417 0 0,128 69-3477 0 0,0 1 1 0 0,1-1 0 0 0,-1 0-1 0 0,1 0 1 0 0,0 0-1 0 0,-1 0 1 0 0,1 0 0 0 0,0-1-1 0 0,0 1 1 0 0,0-1-1 0 0,0 1 1 0 0,1-1 0 0 0,-1 0-1 0 0,-1-5 1 0 0,2 7-37 0 0,1-1 1 0 0,0 0 0 0 0,0 1-1 0 0,0-1 1 0 0,0 0 0 0 0,0 0-1 0 0,0 1 1 0 0,0-1 0 0 0,0 0-1 0 0,1 1 1 0 0,-1-1 0 0 0,1 0-1 0 0,-1 1 1 0 0,1-1 0 0 0,0 1-1 0 0,0-1 1 0 0,0 1 0 0 0,-1-1-1 0 0,3-1 1 0 0,3-3 23 0 0,-1 1 0 0 0,1-1-1 0 0,0 1 1 0 0,1 1 0 0 0,-1-1-1 0 0,1 1 1 0 0,0 1 0 0 0,0-1 0 0 0,13-4-1 0 0,22-4 24 0 0,1 1 0 0 0,-1 2 0 0 0,2 2 0 0 0,-1 1 0 0 0,1 3 0 0 0,82 4 0 0 0,-105 0-81 0 0,0 1 1 0 0,0 1-1 0 0,-1 0 1 0 0,1 2-1 0 0,-1 0 1 0 0,0 1-1 0 0,0 2 1 0 0,30 15-1 0 0,-46-22-1 0 0,-1 1 0 0 0,1 1 0 0 0,-1-1-1 0 0,0 0 1 0 0,1 1 0 0 0,-1 0 0 0 0,-1 0 0 0 0,1 0 0 0 0,0 0-1 0 0,-1 0 1 0 0,1 0 0 0 0,-1 1 0 0 0,0-1 0 0 0,0 1 0 0 0,0-1-1 0 0,-1 1 1 0 0,1 0 0 0 0,-1 0 0 0 0,0 0 0 0 0,0 0-1 0 0,-1 0 1 0 0,1 0 0 0 0,-1 0 0 0 0,1 0 0 0 0,-1 0 0 0 0,-1 0-1 0 0,1 0 1 0 0,0 0 0 0 0,-1 0 0 0 0,0 0 0 0 0,-2 7 0 0 0,-5 7-8 0 0,0-1 0 0 0,-1 0 1 0 0,-1 0-1 0 0,0-1 1 0 0,-20 23-1 0 0,11-14-7 0 0,-11 18 35 0 0,-2-2 1 0 0,-1-1 0 0 0,-3-2 0 0 0,-1-1 0 0 0,-2-2 0 0 0,-67 47 0 0 0,45-45 4 0 0,-1-2-1 0 0,-2-3 1 0 0,-1-2-1 0 0,-2-4 1 0 0,-103 27-1 0 0,142-47-20 0 0,1-1 0 0 0,-1-2 0 0 0,-50 0 1 0 0,62-4-6 0 0,0 0 1 0 0,0-1-1 0 0,0 0 1 0 0,0-1-1 0 0,1-1 1 0 0,-19-7-1 0 0,28 8 3 0 0,1 0-1 0 0,-1 0 0 0 0,1 0 0 0 0,0 0 1 0 0,0-1-1 0 0,0 0 0 0 0,0 0 0 0 0,1 0 1 0 0,0-1-1 0 0,0 1 0 0 0,0-1 0 0 0,0 0 1 0 0,1 0-1 0 0,0-1 0 0 0,-3-6 0 0 0,2 3 7 0 0,0 0-1 0 0,1 0 1 0 0,1 0-1 0 0,0-1 1 0 0,0 0-1 0 0,1 1 1 0 0,-1-20-1 0 0,3 14 4 0 0,0-1 1 0 0,2 1-1 0 0,-1 0 0 0 0,2 0 0 0 0,9-27 0 0 0,38-70 2 0 0,-40 90 9 0 0,1 1-1 0 0,1 0 1 0 0,1 1-1 0 0,0 0 1 0 0,2 1-1 0 0,0 1 1 0 0,1 0-1 0 0,1 1 1 0 0,0 2-1 0 0,2-1 1 0 0,-1 2-1 0 0,2 1 1 0 0,0 0-1 0 0,0 2 1 0 0,1 0-1 0 0,1 1 1 0 0,45-12-1 0 0,-31 12-28 0 0,1 2 0 0 0,-1 1 1 0 0,2 2-1 0 0,45 1 0 0 0,-61 4 3 0 0,0 1 1 0 0,0 1-1 0 0,0 1 0 0 0,-1 1 1 0 0,1 0-1 0 0,-1 2 1 0 0,0 1-1 0 0,33 16 1 0 0,-46-19-5 0 0,-1 1 1 0 0,0 0-1 0 0,0 0 1 0 0,-1 1-1 0 0,0 0 0 0 0,0 0 1 0 0,0 1-1 0 0,0 0 1 0 0,-1 0-1 0 0,-1 0 1 0 0,8 12-1 0 0,-6-6-19 0 0,-1 0 0 0 0,-1 0 0 0 0,0 1 0 0 0,0 0 0 0 0,-1 0 0 0 0,-1 0 0 0 0,1 16 0 0 0,-3-13 26 0 0,0 1 0 0 0,-2-1-1 0 0,0 0 1 0 0,-1 1 0 0 0,-1-1 0 0 0,-1 0 0 0 0,0 0 0 0 0,-1-1 0 0 0,-1 1 0 0 0,0-1 0 0 0,-14 24-1 0 0,7-15 18 0 0,-1-2 0 0 0,-1 1 0 0 0,-2-2 0 0 0,0 0 0 0 0,-1-1 0 0 0,-1-1 0 0 0,-1 0 0 0 0,0-2 0 0 0,-2 0 0 0 0,0-2-1 0 0,-1 0 1 0 0,0-1 0 0 0,-1-2 0 0 0,-1 0 0 0 0,-28 9 0 0 0,17-9-11 0 0,0-1 0 0 0,0-2-1 0 0,-1-2 1 0 0,0-1 0 0 0,-1-2 0 0 0,1-2-1 0 0,-1-1 1 0 0,0-2 0 0 0,0-1-1 0 0,-46-8 1 0 0,63 5 0 0 0,-1 0 1 0 0,1-1-1 0 0,1-2 0 0 0,-1 0 1 0 0,1-1-1 0 0,-25-13 0 0 0,35 15 5 0 0,1-1 0 0 0,-1 1-1 0 0,1-1 1 0 0,1-1 0 0 0,-1 0 0 0 0,1 0-1 0 0,1 0 1 0 0,0-1 0 0 0,0 0 0 0 0,0-1-1 0 0,1 0 1 0 0,1 0 0 0 0,-7-17 0 0 0,9 22 2 0 0,1-1 0 0 0,0 0 0 0 0,1 1 0 0 0,-1-1 0 0 0,1 0 1 0 0,0 0-1 0 0,1 0 0 0 0,-1 0 0 0 0,1 0 0 0 0,0 0 1 0 0,1 0-1 0 0,1-9 0 0 0,2 4-5 0 0,0-1 0 0 0,0 1 0 0 0,1 0 0 0 0,1 0 0 0 0,9-13 0 0 0,1-1-18 0 0,1 1 1 0 0,2 0 0 0 0,0 1-1 0 0,2 1 1 0 0,0 1-1 0 0,2 1 1 0 0,0 1 0 0 0,36-23-1 0 0,-11 14 48 0 0,1 1 0 0 0,2 3-1 0 0,88-29 1 0 0,26 2 91 0 0,309-54 0 0 0,186 36-171 0 0,-628 67 14 0 0,67-2-93 0 0,-90 4 92 0 0,0 1 1 0 0,0 0 0 0 0,0 0-1 0 0,0 1 1 0 0,0 0-1 0 0,-1 1 1 0 0,17 7 0 0 0,-23-9 21 0 0,0-1 0 0 0,0 1 0 0 0,0 0 0 0 0,-1 0 0 0 0,1 1 1 0 0,0-1-1 0 0,-1 0 0 0 0,1 1 0 0 0,-1-1 0 0 0,0 0 0 0 0,1 1 0 0 0,-1 0 1 0 0,0-1-1 0 0,0 1 0 0 0,0 0 0 0 0,0 0 0 0 0,0-1 0 0 0,-1 1 0 0 0,1 0 1 0 0,0 0-1 0 0,-1 0 0 0 0,1 0 0 0 0,-1 0 0 0 0,0 0 0 0 0,0 0 0 0 0,0 0 1 0 0,0 0-1 0 0,0 0 0 0 0,0 3 0 0 0,-2 2-7 0 0,0-1-1 0 0,0 0 1 0 0,-1 1 0 0 0,0-1-1 0 0,0 0 1 0 0,0 0 0 0 0,-1 0-1 0 0,-7 8 1 0 0,-17 19-145 0 0,-52 46 0 0 0,-57 44 70 0 0,-177 121 0 0 0,212-174 257 0 0,-4-5 0 0 0,-202 92-1 0 0,171-105 715 0 0,-272 66-1 0 0,343-103-624 0 0,0-2 0 0 0,-1-4 0 0 0,0-2 0 0 0,-83-3 1 0 0,130-5-252 0 0,0-1 0 0 0,0 0 0 0 0,1-2 1 0 0,-1 0-1 0 0,1-1 0 0 0,0-1 1 0 0,0-1-1 0 0,-26-13 0 0 0,37 16-31 0 0,1-1 1 0 0,0 1-1 0 0,0-2 0 0 0,0 1 0 0 0,1-1 1 0 0,0 0-1 0 0,0 0 0 0 0,1 0 0 0 0,-1-1 0 0 0,1 0 1 0 0,1 0-1 0 0,-1 0 0 0 0,1-1 0 0 0,1 0 1 0 0,-1 1-1 0 0,1-1 0 0 0,1-1 0 0 0,-1 1 1 0 0,1 0-1 0 0,-1-16 0 0 0,2 5-53 0 0,1 1 0 0 0,1 0 0 0 0,1-1-1 0 0,0 1 1 0 0,1 0 0 0 0,1 0 0 0 0,1 0 0 0 0,1 0 0 0 0,0 1 0 0 0,14-28 0 0 0,0 9 53 0 0,1 1 0 0 0,1 1 0 0 0,45-52 0 0 0,-31 42 57 0 0,-12 15 14 0 0,0 0 1 0 0,2 2 0 0 0,46-37 0 0 0,-22 28-32 0 0,2 2 1 0 0,2 3 0 0 0,102-44 0 0 0,-62 39 75 0 0,163-40 1 0 0,-176 59-85 0 0,1 3 1 0 0,0 4 0 0 0,118 1-1 0 0,-186 8-5 0 0,0 2-1 0 0,0 0 0 0 0,1 1 0 0 0,-1 0 0 0 0,-1 2 1 0 0,1-1-1 0 0,0 1 0 0 0,-1 1 0 0 0,25 13 0 0 0,-33-15-3 0 0,-1 0-1 0 0,0 0 1 0 0,0 0-1 0 0,-1 1 1 0 0,1 0-1 0 0,-1 0 1 0 0,0 0-1 0 0,0 0 1 0 0,0 0-1 0 0,0 0 0 0 0,-1 1 1 0 0,0 0-1 0 0,1-1 1 0 0,-2 1-1 0 0,1 0 1 0 0,-1 0-1 0 0,1 0 1 0 0,-1 0-1 0 0,-1 0 1 0 0,1 0-1 0 0,-1 0 1 0 0,0 0-1 0 0,0 0 1 0 0,0 1-1 0 0,-1-1 1 0 0,-1 6-1 0 0,-2 11-21 0 0,-2 1 0 0 0,0-1 0 0 0,-1 0 0 0 0,-1-1 0 0 0,-1 0 0 0 0,-1 0 1 0 0,-22 33-1 0 0,2-11 20 0 0,-1-1 0 0 0,-50 49 1 0 0,51-60 34 0 0,-3-2 1 0 0,-61 44-1 0 0,-76 33 119 0 0,79-54 291 0 0,-3-4 0 0 0,-1-4 0 0 0,-3-4 1 0 0,-160 43-1 0 0,213-72 57 0 0,-50 8 0 0 0,78-17-374 0 0,-1-1 0 0 0,0-1 0 0 0,1 0 0 0 0,-1-1-1 0 0,1-1 1 0 0,-23-5 0 0 0,33 6-117 0 0,-1-1 1 0 0,1-1-1 0 0,-1 1 0 0 0,1-1 1 0 0,0 0-1 0 0,0-1 1 0 0,0 0-1 0 0,0 0 0 0 0,1 0 1 0 0,0-1-1 0 0,0 0 0 0 0,-8-8 1 0 0,11 8-41 0 0,-1 0 1 0 0,1 0-1 0 0,0 0 1 0 0,0-1-1 0 0,0 1 1 0 0,1-1-1 0 0,0 0 1 0 0,0 1-1 0 0,0-1 1 0 0,1 0-1 0 0,0 0 1 0 0,0 0-1 0 0,1-1 1 0 0,-1 1-1 0 0,1 0 1 0 0,0 0-1 0 0,2-8 1 0 0,1-2-28 0 0,0 0 0 0 0,1 0 0 0 0,1 1 0 0 0,1-1 0 0 0,0 1 0 0 0,1 1 0 0 0,0-1 0 0 0,1 1 0 0 0,11-14 0 0 0,15-19 12 0 0,46-47 1 0 0,-79 93 48 0 0,172-184 136 0 0,-131 144-114 0 0,2 2-1 0 0,60-42 0 0 0,-85 69-38 0 0,-1 1 0 0 0,1 1 0 0 0,1 1 0 0 0,-1 0-1 0 0,2 2 1 0 0,38-10 0 0 0,-46 14-5 0 0,0 1 0 0 0,0 0-1 0 0,0 1 1 0 0,0 1 0 0 0,1 0 0 0 0,-1 1-1 0 0,0 0 1 0 0,0 1 0 0 0,0 0-1 0 0,0 1 1 0 0,19 8 0 0 0,-23-7 16 0 0,-1 0 1 0 0,0 1-1 0 0,-1 0 1 0 0,1 0-1 0 0,-1 1 1 0 0,0 0-1 0 0,0 1 1 0 0,-1-1-1 0 0,0 1 1 0 0,0 0 0 0 0,-1 1-1 0 0,0-1 1 0 0,0 1-1 0 0,0 0 1 0 0,-1 1-1 0 0,6 16 1 0 0,-8-16 6 0 0,0 1 1 0 0,0 0 0 0 0,-1 0-1 0 0,0 0 1 0 0,-1 1 0 0 0,0-1-1 0 0,-2 15 1 0 0,-18 73 41 0 0,15-75-33 0 0,-1 1-53 0 0,-1 0 0 0 0,-1 0-1 0 0,0-1 1 0 0,-25 43 0 0 0,11-31-499 0 0,-2-1 1 0 0,-37 41-1 0 0,53-66 158 0 0,-35 40-1690 0 0,15-22-3525 0 0</inkml:trace>
</inkml:ink>
</file>

<file path=ppt/ink/ink11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06T19:06:52.59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220 35 2081 0 0,'-71'-6'3950'0'0,"-78"-10"5720"0"0,149 16-9607 0 0,1 0 1 0 0,-1 0-1 0 0,0-1 1 0 0,0 1-1 0 0,0 0 1 0 0,0 0 0 0 0,0 0-1 0 0,0 0 1 0 0,0 0-1 0 0,0 0 1 0 0,1 0-1 0 0,-1 0 1 0 0,0-1 0 0 0,0 1-1 0 0,0 0 1 0 0,0 0-1 0 0,0 0 1 0 0,0 0-1 0 0,0 0 1 0 0,0 0 0 0 0,0-1-1 0 0,0 1 1 0 0,0 0-1 0 0,0 0 1 0 0,0 0-1 0 0,0 0 1 0 0,0 0 0 0 0,0-1-1 0 0,0 1 1 0 0,0 0-1 0 0,0 0 1 0 0,0 0 0 0 0,0 0-1 0 0,0 0 1 0 0,0 0-1 0 0,-1-1 1 0 0,1 1-1 0 0,0 0 1 0 0,0 0 0 0 0,0 0-1 0 0,0 0 1 0 0,0 0-1 0 0,0 0 1 0 0,0 0-1 0 0,0 0 1 0 0,-1-1 0 0 0,24-2 544 0 0,-1 1 1 0 0,0 1-1 0 0,1 1 1 0 0,32 3-1 0 0,-12 0-115 0 0,392 23 2761 0 0,-364-22-2954 0 0,128 12 54 0 0,114 7-3724 0 0,-192-16-663 0 0,-37-4-2904 0 0,-23-13-3094 0 0</inkml:trace>
</inkml:ink>
</file>

<file path=ppt/ink/ink11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06T19:06:52.97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505 1 1841 0 0,'0'0'2561'0'0,"-28"5"961"0"0,-56 72 2560 0 0,0 41-2560 0 0,28 12-2642 0 0,0 1-719 0 0,0-26-242 0 0,-1 2 1 0 0,1-7-160 0 0,28-16-880 0 0,56-25-2322 0 0,56-30-3201 0 0</inkml:trace>
</inkml:ink>
</file>

<file path=ppt/ink/ink11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06T19:06:55.21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663 154 400 0 0,'0'0'2855'0'0,"5"0"-2682"0"0,41 0-53 0 0,-41 0-66 0 0,0 0 39 0 0,42 0 867 0 0,-43 0 868 0 0,-4 0-1788 0 0,0 1 0 0 0,0-1 0 0 0,0 0 0 0 0,0 0 0 0 0,0 0 0 0 0,-1 0 0 0 0,1 1 0 0 0,0-1 0 0 0,0 0 0 0 0,0 0 0 0 0,0 0 0 0 0,0 0 0 0 0,0 1 0 0 0,0-1 0 0 0,0 0 0 0 0,0 0 0 0 0,0 0 0 0 0,0 1 0 0 0,0-1 0 0 0,0 0 0 0 0,0 0 0 0 0,0 0 0 0 0,0 1 0 0 0,0-1 0 0 0,0 0 0 0 0,0 0 0 0 0,0 0 0 0 0,1 0 0 0 0,-1 1 1 0 0,0-1-1 0 0,0 0 0 0 0,0 0 0 0 0,0 0 0 0 0,0 0 0 0 0,0 0 0 0 0,0 1 0 0 0,1-1 0 0 0,-1 0 0 0 0,0 0 0 0 0,0 0 0 0 0,0 0 0 0 0,0 0 0 0 0,1 0 0 0 0,-1 0 0 0 0,0 0 0 0 0,0 1 0 0 0,0-1 0 0 0,1 0 0 0 0,-1 0 0 0 0,0 0 0 0 0,0 0 0 0 0,0 0 0 0 0,0 0 0 0 0,1 0 0 0 0,-1 0 0 0 0,0 0 0 0 0,0 0 0 0 0,0 0 0 0 0,1-1 0 0 0,18 1 507 0 0,-15 0-67 0 0,1 0-80 0 0,51 0 334 0 0,-18 1-678 0 0,-34-1-36 0 0,1-2-16 0 0,0-3 9 0 0,-5 4 134 0 0,-5 0-53 0 0,-62-16 598 0 0,-30-7 43 0 0,-315-39 1733 0 0,374 53-2210 0 0,31 8-213 0 0,-1 0-1 0 0,1 1 0 0 0,0 0 1 0 0,-14-1-1 0 0,10 2-39 0 0,-1-1 1 0 0,1 0-1 0 0,-1-1 0 0 0,-21-7 1 0 0,27 7 60 0 0,1 0 0 0 0,-1 1 1 0 0,0-1-1 0 0,0 1 0 0 0,0 0 0 0 0,-11 0 1 0 0,-48-5 2 0 0,42 5-42 0 0,-2 1-25 0 0,22 1-7 0 0,5 0-3 0 0,34 4-42 0 0,0 0 17 0 0,-18 0 34 0 0,0-1 0 0 0,0 0-1 0 0,22 1 1 0 0,7 2-17 0 0,64 16-51 0 0,-48-8 154 0 0,122 22 53 0 0,-129-29-126 0 0,38 3-1 0 0,178 14 287 0 0,-134-11-147 0 0,-94-11-127 0 0,-34-5-113 0 0,-35-4-759 0 0,-73-5-6784 0 0,-23 5 93 0 0</inkml:trace>
</inkml:ink>
</file>

<file path=ppt/ink/ink11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06T19:06:57.46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136 8 960 0 0,'1'-4'3414'0'0,"-6"3"1683"0"0,-27 0-2819 0 0,17 0-1143 0 0,1 0 0 0 0,-28 3 0 0 0,19 0 137 0 0,18-3-1064 0 0,80 6 2140 0 0,223 35-1268 0 0,-175-19-866 0 0,184 30-214 0 0,-271-45-594 0 0,-1-1 1 0 0,1-2-1 0 0,0-1 1 0 0,0-2-1 0 0,61-8 0 0 0,-88 6-760 0 0,0 0 0 0 0,1 0 0 0 0,14-6 1 0 0,8-14-6825 0 0</inkml:trace>
</inkml:ink>
</file>

<file path=ppt/ink/ink11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06T19:06:57.86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85 1 720 0 0,'-28'59'7604'0'0,"-28"5"-1521"0"0,56 25-2402 0 0,28 29-1840 0 0,0 13-1121 0 0,-28-19-239 0 0,0 6-241 0 0,0-5-240 0 0,0-18-801 0 0,0-36-2640 0 0,28-47-6884 0 0</inkml:trace>
</inkml:ink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6" name="Picture 2" descr="\\DROBO-FS\QuickDrops\JB\PPTX NG\Droplets\LightingOverlay.png"/>
          <p:cNvPicPr>
            <a:picLocks noChangeAspect="1" noChangeArrowheads="1"/>
          </p:cNvPicPr>
          <p:nvPr/>
        </p:nvPicPr>
        <p:blipFill>
          <a:blip r:embed="rId2">
            <a:alphaModFix amt="3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1"/>
            <a:ext cx="12192003" cy="6858001"/>
          </a:xfrm>
          <a:prstGeom prst="rect">
            <a:avLst/>
          </a:prstGeom>
          <a:noFill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11" name="Group 10"/>
          <p:cNvGrpSpPr/>
          <p:nvPr/>
        </p:nvGrpSpPr>
        <p:grpSpPr>
          <a:xfrm>
            <a:off x="0" y="0"/>
            <a:ext cx="2305051" cy="6858001"/>
            <a:chOff x="0" y="0"/>
            <a:chExt cx="2305051" cy="6858001"/>
          </a:xfrm>
          <a:gradFill flip="none" rotWithShape="1">
            <a:gsLst>
              <a:gs pos="0">
                <a:schemeClr val="tx2"/>
              </a:gs>
              <a:gs pos="100000">
                <a:schemeClr val="bg2">
                  <a:lumMod val="60000"/>
                  <a:lumOff val="40000"/>
                </a:schemeClr>
              </a:gs>
            </a:gsLst>
            <a:lin ang="5400000" scaled="0"/>
            <a:tileRect/>
          </a:gradFill>
        </p:grpSpPr>
        <p:sp>
          <p:nvSpPr>
            <p:cNvPr id="12" name="Rectangle 5"/>
            <p:cNvSpPr>
              <a:spLocks noChangeArrowheads="1"/>
            </p:cNvSpPr>
            <p:nvPr/>
          </p:nvSpPr>
          <p:spPr bwMode="auto">
            <a:xfrm>
              <a:off x="1209675" y="4763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13" name="Freeform 6"/>
            <p:cNvSpPr>
              <a:spLocks noEditPoints="1"/>
            </p:cNvSpPr>
            <p:nvPr/>
          </p:nvSpPr>
          <p:spPr bwMode="auto">
            <a:xfrm>
              <a:off x="1128713" y="21764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4" name="Freeform 7"/>
            <p:cNvSpPr>
              <a:spLocks noEditPoints="1"/>
            </p:cNvSpPr>
            <p:nvPr/>
          </p:nvSpPr>
          <p:spPr bwMode="auto">
            <a:xfrm>
              <a:off x="1123950" y="4021138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5" name="Rectangle 8"/>
            <p:cNvSpPr>
              <a:spLocks noChangeArrowheads="1"/>
            </p:cNvSpPr>
            <p:nvPr/>
          </p:nvSpPr>
          <p:spPr bwMode="auto">
            <a:xfrm>
              <a:off x="414338" y="9525"/>
              <a:ext cx="28575" cy="4481513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16" name="Freeform 9"/>
            <p:cNvSpPr>
              <a:spLocks noEditPoints="1"/>
            </p:cNvSpPr>
            <p:nvPr/>
          </p:nvSpPr>
          <p:spPr bwMode="auto">
            <a:xfrm>
              <a:off x="333375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7" name="Freeform 10"/>
            <p:cNvSpPr/>
            <p:nvPr/>
          </p:nvSpPr>
          <p:spPr bwMode="auto">
            <a:xfrm>
              <a:off x="190500" y="9525"/>
              <a:ext cx="152400" cy="908050"/>
            </a:xfrm>
            <a:custGeom>
              <a:avLst/>
              <a:gdLst/>
              <a:ahLst/>
              <a:cxnLst/>
              <a:rect l="0" t="0" r="r" b="b"/>
              <a:pathLst>
                <a:path w="96" h="572">
                  <a:moveTo>
                    <a:pt x="15" y="572"/>
                  </a:moveTo>
                  <a:lnTo>
                    <a:pt x="0" y="566"/>
                  </a:lnTo>
                  <a:lnTo>
                    <a:pt x="81" y="380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3"/>
                  </a:lnTo>
                  <a:lnTo>
                    <a:pt x="15" y="57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8" name="Freeform 11"/>
            <p:cNvSpPr/>
            <p:nvPr/>
          </p:nvSpPr>
          <p:spPr bwMode="auto">
            <a:xfrm>
              <a:off x="1290638" y="14288"/>
              <a:ext cx="376238" cy="1801813"/>
            </a:xfrm>
            <a:custGeom>
              <a:avLst/>
              <a:gdLst/>
              <a:ahLst/>
              <a:cxnLst/>
              <a:rect l="0" t="0" r="r" b="b"/>
              <a:pathLst>
                <a:path w="237" h="1135">
                  <a:moveTo>
                    <a:pt x="222" y="1135"/>
                  </a:moveTo>
                  <a:lnTo>
                    <a:pt x="0" y="620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617"/>
                  </a:lnTo>
                  <a:lnTo>
                    <a:pt x="237" y="1129"/>
                  </a:lnTo>
                  <a:lnTo>
                    <a:pt x="222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9" name="Freeform 12"/>
            <p:cNvSpPr>
              <a:spLocks noEditPoints="1"/>
            </p:cNvSpPr>
            <p:nvPr/>
          </p:nvSpPr>
          <p:spPr bwMode="auto">
            <a:xfrm>
              <a:off x="1600200" y="180181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0" name="Freeform 13"/>
            <p:cNvSpPr/>
            <p:nvPr/>
          </p:nvSpPr>
          <p:spPr bwMode="auto">
            <a:xfrm>
              <a:off x="1381125" y="9525"/>
              <a:ext cx="371475" cy="1425575"/>
            </a:xfrm>
            <a:custGeom>
              <a:avLst/>
              <a:gdLst/>
              <a:ahLst/>
              <a:cxnLst/>
              <a:rect l="0" t="0" r="r" b="b"/>
              <a:pathLst>
                <a:path w="234" h="898">
                  <a:moveTo>
                    <a:pt x="219" y="898"/>
                  </a:moveTo>
                  <a:lnTo>
                    <a:pt x="0" y="383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380"/>
                  </a:lnTo>
                  <a:lnTo>
                    <a:pt x="234" y="892"/>
                  </a:lnTo>
                  <a:lnTo>
                    <a:pt x="219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1" name="Freeform 14"/>
            <p:cNvSpPr/>
            <p:nvPr/>
          </p:nvSpPr>
          <p:spPr bwMode="auto">
            <a:xfrm>
              <a:off x="1643063" y="0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96" y="575"/>
                  </a:moveTo>
                  <a:lnTo>
                    <a:pt x="78" y="575"/>
                  </a:lnTo>
                  <a:lnTo>
                    <a:pt x="78" y="192"/>
                  </a:lnTo>
                  <a:lnTo>
                    <a:pt x="0" y="6"/>
                  </a:lnTo>
                  <a:lnTo>
                    <a:pt x="15" y="0"/>
                  </a:lnTo>
                  <a:lnTo>
                    <a:pt x="96" y="189"/>
                  </a:lnTo>
                  <a:lnTo>
                    <a:pt x="96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2" name="Freeform 15"/>
            <p:cNvSpPr>
              <a:spLocks noEditPoints="1"/>
            </p:cNvSpPr>
            <p:nvPr/>
          </p:nvSpPr>
          <p:spPr bwMode="auto">
            <a:xfrm>
              <a:off x="1685925" y="14208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3" name="Freeform 16"/>
            <p:cNvSpPr>
              <a:spLocks noEditPoints="1"/>
            </p:cNvSpPr>
            <p:nvPr/>
          </p:nvSpPr>
          <p:spPr bwMode="auto">
            <a:xfrm>
              <a:off x="168592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4" name="Freeform 17"/>
            <p:cNvSpPr/>
            <p:nvPr/>
          </p:nvSpPr>
          <p:spPr bwMode="auto">
            <a:xfrm>
              <a:off x="1743075" y="4763"/>
              <a:ext cx="419100" cy="522288"/>
            </a:xfrm>
            <a:custGeom>
              <a:avLst/>
              <a:gdLst/>
              <a:ahLst/>
              <a:cxnLst/>
              <a:rect l="0" t="0" r="r" b="b"/>
              <a:pathLst>
                <a:path w="264" h="329">
                  <a:moveTo>
                    <a:pt x="252" y="329"/>
                  </a:moveTo>
                  <a:lnTo>
                    <a:pt x="45" y="120"/>
                  </a:lnTo>
                  <a:lnTo>
                    <a:pt x="0" y="6"/>
                  </a:lnTo>
                  <a:lnTo>
                    <a:pt x="15" y="0"/>
                  </a:lnTo>
                  <a:lnTo>
                    <a:pt x="60" y="111"/>
                  </a:lnTo>
                  <a:lnTo>
                    <a:pt x="264" y="317"/>
                  </a:lnTo>
                  <a:lnTo>
                    <a:pt x="252" y="32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5" name="Freeform 18"/>
            <p:cNvSpPr>
              <a:spLocks noEditPoints="1"/>
            </p:cNvSpPr>
            <p:nvPr/>
          </p:nvSpPr>
          <p:spPr bwMode="auto">
            <a:xfrm>
              <a:off x="2119313" y="488950"/>
              <a:ext cx="161925" cy="147638"/>
            </a:xfrm>
            <a:custGeom>
              <a:avLst/>
              <a:gdLst/>
              <a:ahLst/>
              <a:cxnLst/>
              <a:rect l="0" t="0" r="r" b="b"/>
              <a:pathLst>
                <a:path w="34" h="31">
                  <a:moveTo>
                    <a:pt x="17" y="31"/>
                  </a:moveTo>
                  <a:cubicBezTo>
                    <a:pt x="13" y="31"/>
                    <a:pt x="9" y="30"/>
                    <a:pt x="6" y="27"/>
                  </a:cubicBezTo>
                  <a:cubicBezTo>
                    <a:pt x="0" y="20"/>
                    <a:pt x="0" y="10"/>
                    <a:pt x="6" y="4"/>
                  </a:cubicBezTo>
                  <a:cubicBezTo>
                    <a:pt x="9" y="1"/>
                    <a:pt x="13" y="0"/>
                    <a:pt x="17" y="0"/>
                  </a:cubicBezTo>
                  <a:cubicBezTo>
                    <a:pt x="21" y="0"/>
                    <a:pt x="25" y="1"/>
                    <a:pt x="28" y="4"/>
                  </a:cubicBezTo>
                  <a:cubicBezTo>
                    <a:pt x="34" y="10"/>
                    <a:pt x="34" y="20"/>
                    <a:pt x="28" y="27"/>
                  </a:cubicBezTo>
                  <a:cubicBezTo>
                    <a:pt x="25" y="30"/>
                    <a:pt x="21" y="31"/>
                    <a:pt x="17" y="31"/>
                  </a:cubicBezTo>
                  <a:close/>
                  <a:moveTo>
                    <a:pt x="17" y="4"/>
                  </a:moveTo>
                  <a:cubicBezTo>
                    <a:pt x="14" y="4"/>
                    <a:pt x="11" y="5"/>
                    <a:pt x="9" y="7"/>
                  </a:cubicBezTo>
                  <a:cubicBezTo>
                    <a:pt x="4" y="12"/>
                    <a:pt x="4" y="19"/>
                    <a:pt x="9" y="24"/>
                  </a:cubicBezTo>
                  <a:cubicBezTo>
                    <a:pt x="11" y="26"/>
                    <a:pt x="14" y="27"/>
                    <a:pt x="17" y="27"/>
                  </a:cubicBezTo>
                  <a:cubicBezTo>
                    <a:pt x="20" y="27"/>
                    <a:pt x="23" y="26"/>
                    <a:pt x="25" y="24"/>
                  </a:cubicBezTo>
                  <a:cubicBezTo>
                    <a:pt x="30" y="19"/>
                    <a:pt x="30" y="12"/>
                    <a:pt x="25" y="7"/>
                  </a:cubicBezTo>
                  <a:cubicBezTo>
                    <a:pt x="23" y="5"/>
                    <a:pt x="20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6" name="Freeform 19"/>
            <p:cNvSpPr/>
            <p:nvPr/>
          </p:nvSpPr>
          <p:spPr bwMode="auto">
            <a:xfrm>
              <a:off x="952500" y="4763"/>
              <a:ext cx="152400" cy="908050"/>
            </a:xfrm>
            <a:custGeom>
              <a:avLst/>
              <a:gdLst/>
              <a:ahLst/>
              <a:cxnLst/>
              <a:rect l="0" t="0" r="r" b="b"/>
              <a:pathLst>
                <a:path w="96" h="572">
                  <a:moveTo>
                    <a:pt x="15" y="572"/>
                  </a:moveTo>
                  <a:lnTo>
                    <a:pt x="0" y="572"/>
                  </a:lnTo>
                  <a:lnTo>
                    <a:pt x="0" y="189"/>
                  </a:lnTo>
                  <a:lnTo>
                    <a:pt x="81" y="0"/>
                  </a:lnTo>
                  <a:lnTo>
                    <a:pt x="96" y="6"/>
                  </a:lnTo>
                  <a:lnTo>
                    <a:pt x="15" y="192"/>
                  </a:lnTo>
                  <a:lnTo>
                    <a:pt x="15" y="57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7" name="Freeform 20"/>
            <p:cNvSpPr>
              <a:spLocks noEditPoints="1"/>
            </p:cNvSpPr>
            <p:nvPr/>
          </p:nvSpPr>
          <p:spPr bwMode="auto">
            <a:xfrm>
              <a:off x="86677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2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2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8" name="Freeform 21"/>
            <p:cNvSpPr>
              <a:spLocks noEditPoints="1"/>
            </p:cNvSpPr>
            <p:nvPr/>
          </p:nvSpPr>
          <p:spPr bwMode="auto">
            <a:xfrm>
              <a:off x="890588" y="15541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9" name="Freeform 22"/>
            <p:cNvSpPr/>
            <p:nvPr/>
          </p:nvSpPr>
          <p:spPr bwMode="auto">
            <a:xfrm>
              <a:off x="738188" y="5622925"/>
              <a:ext cx="338138" cy="1216025"/>
            </a:xfrm>
            <a:custGeom>
              <a:avLst/>
              <a:gdLst/>
              <a:ahLst/>
              <a:cxnLst/>
              <a:rect l="0" t="0" r="r" b="b"/>
              <a:pathLst>
                <a:path w="213" h="766">
                  <a:moveTo>
                    <a:pt x="213" y="766"/>
                  </a:moveTo>
                  <a:lnTo>
                    <a:pt x="195" y="766"/>
                  </a:lnTo>
                  <a:lnTo>
                    <a:pt x="195" y="464"/>
                  </a:lnTo>
                  <a:lnTo>
                    <a:pt x="0" y="6"/>
                  </a:lnTo>
                  <a:lnTo>
                    <a:pt x="12" y="0"/>
                  </a:lnTo>
                  <a:lnTo>
                    <a:pt x="213" y="461"/>
                  </a:lnTo>
                  <a:lnTo>
                    <a:pt x="213" y="76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0" name="Freeform 23"/>
            <p:cNvSpPr>
              <a:spLocks noEditPoints="1"/>
            </p:cNvSpPr>
            <p:nvPr/>
          </p:nvSpPr>
          <p:spPr bwMode="auto">
            <a:xfrm>
              <a:off x="647700" y="5480050"/>
              <a:ext cx="157163" cy="157163"/>
            </a:xfrm>
            <a:custGeom>
              <a:avLst/>
              <a:gdLst/>
              <a:ahLst/>
              <a:cxnLst/>
              <a:rect l="0" t="0" r="r" b="b"/>
              <a:pathLst>
                <a:path w="33" h="33">
                  <a:moveTo>
                    <a:pt x="17" y="33"/>
                  </a:moveTo>
                  <a:cubicBezTo>
                    <a:pt x="8" y="33"/>
                    <a:pt x="0" y="26"/>
                    <a:pt x="0" y="17"/>
                  </a:cubicBezTo>
                  <a:cubicBezTo>
                    <a:pt x="0" y="8"/>
                    <a:pt x="8" y="0"/>
                    <a:pt x="17" y="0"/>
                  </a:cubicBezTo>
                  <a:cubicBezTo>
                    <a:pt x="26" y="0"/>
                    <a:pt x="33" y="8"/>
                    <a:pt x="33" y="17"/>
                  </a:cubicBezTo>
                  <a:cubicBezTo>
                    <a:pt x="33" y="26"/>
                    <a:pt x="26" y="33"/>
                    <a:pt x="17" y="33"/>
                  </a:cubicBezTo>
                  <a:close/>
                  <a:moveTo>
                    <a:pt x="17" y="4"/>
                  </a:moveTo>
                  <a:cubicBezTo>
                    <a:pt x="10" y="4"/>
                    <a:pt x="4" y="10"/>
                    <a:pt x="4" y="17"/>
                  </a:cubicBezTo>
                  <a:cubicBezTo>
                    <a:pt x="4" y="24"/>
                    <a:pt x="10" y="29"/>
                    <a:pt x="17" y="29"/>
                  </a:cubicBezTo>
                  <a:cubicBezTo>
                    <a:pt x="23" y="29"/>
                    <a:pt x="29" y="24"/>
                    <a:pt x="29" y="17"/>
                  </a:cubicBezTo>
                  <a:cubicBezTo>
                    <a:pt x="29" y="10"/>
                    <a:pt x="23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1" name="Freeform 24"/>
            <p:cNvSpPr>
              <a:spLocks noEditPoints="1"/>
            </p:cNvSpPr>
            <p:nvPr/>
          </p:nvSpPr>
          <p:spPr bwMode="auto">
            <a:xfrm>
              <a:off x="6667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2" y="0"/>
                    <a:pt x="40" y="9"/>
                    <a:pt x="40" y="20"/>
                  </a:cubicBezTo>
                  <a:cubicBezTo>
                    <a:pt x="40" y="31"/>
                    <a:pt x="32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2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2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2" name="Freeform 25"/>
            <p:cNvSpPr/>
            <p:nvPr/>
          </p:nvSpPr>
          <p:spPr bwMode="auto">
            <a:xfrm>
              <a:off x="0" y="3897313"/>
              <a:ext cx="133350" cy="266700"/>
            </a:xfrm>
            <a:custGeom>
              <a:avLst/>
              <a:gdLst/>
              <a:ahLst/>
              <a:cxnLst/>
              <a:rect l="0" t="0" r="r" b="b"/>
              <a:pathLst>
                <a:path w="84" h="168">
                  <a:moveTo>
                    <a:pt x="69" y="168"/>
                  </a:moveTo>
                  <a:lnTo>
                    <a:pt x="0" y="6"/>
                  </a:lnTo>
                  <a:lnTo>
                    <a:pt x="12" y="0"/>
                  </a:lnTo>
                  <a:lnTo>
                    <a:pt x="84" y="162"/>
                  </a:lnTo>
                  <a:lnTo>
                    <a:pt x="69" y="16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3" name="Freeform 26"/>
            <p:cNvSpPr>
              <a:spLocks noEditPoints="1"/>
            </p:cNvSpPr>
            <p:nvPr/>
          </p:nvSpPr>
          <p:spPr bwMode="auto">
            <a:xfrm>
              <a:off x="66675" y="414972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4" name="Freeform 27"/>
            <p:cNvSpPr/>
            <p:nvPr/>
          </p:nvSpPr>
          <p:spPr bwMode="auto">
            <a:xfrm>
              <a:off x="0" y="1644650"/>
              <a:ext cx="133350" cy="269875"/>
            </a:xfrm>
            <a:custGeom>
              <a:avLst/>
              <a:gdLst/>
              <a:ahLst/>
              <a:cxnLst/>
              <a:rect l="0" t="0" r="r" b="b"/>
              <a:pathLst>
                <a:path w="84" h="170">
                  <a:moveTo>
                    <a:pt x="12" y="170"/>
                  </a:moveTo>
                  <a:lnTo>
                    <a:pt x="0" y="164"/>
                  </a:lnTo>
                  <a:lnTo>
                    <a:pt x="69" y="0"/>
                  </a:lnTo>
                  <a:lnTo>
                    <a:pt x="84" y="6"/>
                  </a:lnTo>
                  <a:lnTo>
                    <a:pt x="12" y="17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5" name="Freeform 28"/>
            <p:cNvSpPr>
              <a:spLocks noEditPoints="1"/>
            </p:cNvSpPr>
            <p:nvPr/>
          </p:nvSpPr>
          <p:spPr bwMode="auto">
            <a:xfrm>
              <a:off x="66675" y="146843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6" name="Freeform 29"/>
            <p:cNvSpPr/>
            <p:nvPr/>
          </p:nvSpPr>
          <p:spPr bwMode="auto">
            <a:xfrm>
              <a:off x="695325" y="4763"/>
              <a:ext cx="309563" cy="1558925"/>
            </a:xfrm>
            <a:custGeom>
              <a:avLst/>
              <a:gdLst/>
              <a:ahLst/>
              <a:cxnLst/>
              <a:rect l="0" t="0" r="r" b="b"/>
              <a:pathLst>
                <a:path w="195" h="982">
                  <a:moveTo>
                    <a:pt x="195" y="982"/>
                  </a:moveTo>
                  <a:lnTo>
                    <a:pt x="177" y="982"/>
                  </a:lnTo>
                  <a:lnTo>
                    <a:pt x="177" y="805"/>
                  </a:lnTo>
                  <a:lnTo>
                    <a:pt x="0" y="629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623"/>
                  </a:lnTo>
                  <a:lnTo>
                    <a:pt x="195" y="796"/>
                  </a:lnTo>
                  <a:lnTo>
                    <a:pt x="195" y="98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7" name="Freeform 30"/>
            <p:cNvSpPr>
              <a:spLocks noEditPoints="1"/>
            </p:cNvSpPr>
            <p:nvPr/>
          </p:nvSpPr>
          <p:spPr bwMode="auto">
            <a:xfrm>
              <a:off x="57150" y="48815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8" name="Freeform 31"/>
            <p:cNvSpPr/>
            <p:nvPr/>
          </p:nvSpPr>
          <p:spPr bwMode="auto">
            <a:xfrm>
              <a:off x="138113" y="5060950"/>
              <a:ext cx="304800" cy="1778000"/>
            </a:xfrm>
            <a:custGeom>
              <a:avLst/>
              <a:gdLst/>
              <a:ahLst/>
              <a:cxnLst/>
              <a:rect l="0" t="0" r="r" b="b"/>
              <a:pathLst>
                <a:path w="192" h="1120">
                  <a:moveTo>
                    <a:pt x="192" y="1120"/>
                  </a:moveTo>
                  <a:lnTo>
                    <a:pt x="177" y="1120"/>
                  </a:lnTo>
                  <a:lnTo>
                    <a:pt x="177" y="360"/>
                  </a:lnTo>
                  <a:lnTo>
                    <a:pt x="0" y="183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77"/>
                  </a:lnTo>
                  <a:lnTo>
                    <a:pt x="192" y="354"/>
                  </a:lnTo>
                  <a:lnTo>
                    <a:pt x="192" y="112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9" name="Freeform 32"/>
            <p:cNvSpPr>
              <a:spLocks noEditPoints="1"/>
            </p:cNvSpPr>
            <p:nvPr/>
          </p:nvSpPr>
          <p:spPr bwMode="auto">
            <a:xfrm>
              <a:off x="561975" y="64309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0" name="Rectangle 33"/>
            <p:cNvSpPr>
              <a:spLocks noChangeArrowheads="1"/>
            </p:cNvSpPr>
            <p:nvPr/>
          </p:nvSpPr>
          <p:spPr bwMode="auto">
            <a:xfrm>
              <a:off x="642938" y="6610350"/>
              <a:ext cx="23813" cy="242888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41" name="Freeform 34"/>
            <p:cNvSpPr>
              <a:spLocks noEditPoints="1"/>
            </p:cNvSpPr>
            <p:nvPr/>
          </p:nvSpPr>
          <p:spPr bwMode="auto">
            <a:xfrm>
              <a:off x="76200" y="64309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2" y="0"/>
                    <a:pt x="40" y="9"/>
                    <a:pt x="40" y="20"/>
                  </a:cubicBezTo>
                  <a:cubicBezTo>
                    <a:pt x="40" y="31"/>
                    <a:pt x="32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2" name="Freeform 35"/>
            <p:cNvSpPr/>
            <p:nvPr/>
          </p:nvSpPr>
          <p:spPr bwMode="auto">
            <a:xfrm>
              <a:off x="0" y="5978525"/>
              <a:ext cx="190500" cy="461963"/>
            </a:xfrm>
            <a:custGeom>
              <a:avLst/>
              <a:gdLst/>
              <a:ahLst/>
              <a:cxnLst/>
              <a:rect l="0" t="0" r="r" b="b"/>
              <a:pathLst>
                <a:path w="120" h="291">
                  <a:moveTo>
                    <a:pt x="120" y="291"/>
                  </a:moveTo>
                  <a:lnTo>
                    <a:pt x="105" y="291"/>
                  </a:lnTo>
                  <a:lnTo>
                    <a:pt x="105" y="114"/>
                  </a:lnTo>
                  <a:lnTo>
                    <a:pt x="0" y="9"/>
                  </a:lnTo>
                  <a:lnTo>
                    <a:pt x="12" y="0"/>
                  </a:lnTo>
                  <a:lnTo>
                    <a:pt x="120" y="108"/>
                  </a:lnTo>
                  <a:lnTo>
                    <a:pt x="120" y="29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3" name="Freeform 36"/>
            <p:cNvSpPr/>
            <p:nvPr/>
          </p:nvSpPr>
          <p:spPr bwMode="auto">
            <a:xfrm>
              <a:off x="1014413" y="1801813"/>
              <a:ext cx="214313" cy="755650"/>
            </a:xfrm>
            <a:custGeom>
              <a:avLst/>
              <a:gdLst/>
              <a:ahLst/>
              <a:cxnLst/>
              <a:rect l="0" t="0" r="r" b="b"/>
              <a:pathLst>
                <a:path w="135" h="476">
                  <a:moveTo>
                    <a:pt x="12" y="476"/>
                  </a:moveTo>
                  <a:lnTo>
                    <a:pt x="0" y="476"/>
                  </a:lnTo>
                  <a:lnTo>
                    <a:pt x="0" y="128"/>
                  </a:lnTo>
                  <a:lnTo>
                    <a:pt x="126" y="0"/>
                  </a:lnTo>
                  <a:lnTo>
                    <a:pt x="135" y="9"/>
                  </a:lnTo>
                  <a:lnTo>
                    <a:pt x="12" y="131"/>
                  </a:lnTo>
                  <a:lnTo>
                    <a:pt x="12" y="47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4" name="Freeform 37"/>
            <p:cNvSpPr>
              <a:spLocks noEditPoints="1"/>
            </p:cNvSpPr>
            <p:nvPr/>
          </p:nvSpPr>
          <p:spPr bwMode="auto">
            <a:xfrm>
              <a:off x="938213" y="2547938"/>
              <a:ext cx="166688" cy="160338"/>
            </a:xfrm>
            <a:custGeom>
              <a:avLst/>
              <a:gdLst/>
              <a:ahLst/>
              <a:cxnLst/>
              <a:rect l="0" t="0" r="r" b="b"/>
              <a:pathLst>
                <a:path w="35" h="34">
                  <a:moveTo>
                    <a:pt x="18" y="34"/>
                  </a:moveTo>
                  <a:cubicBezTo>
                    <a:pt x="8" y="34"/>
                    <a:pt x="0" y="26"/>
                    <a:pt x="0" y="17"/>
                  </a:cubicBezTo>
                  <a:cubicBezTo>
                    <a:pt x="0" y="7"/>
                    <a:pt x="8" y="0"/>
                    <a:pt x="18" y="0"/>
                  </a:cubicBezTo>
                  <a:cubicBezTo>
                    <a:pt x="27" y="0"/>
                    <a:pt x="35" y="7"/>
                    <a:pt x="35" y="17"/>
                  </a:cubicBezTo>
                  <a:cubicBezTo>
                    <a:pt x="35" y="26"/>
                    <a:pt x="27" y="34"/>
                    <a:pt x="18" y="34"/>
                  </a:cubicBezTo>
                  <a:close/>
                  <a:moveTo>
                    <a:pt x="18" y="4"/>
                  </a:moveTo>
                  <a:cubicBezTo>
                    <a:pt x="10" y="4"/>
                    <a:pt x="4" y="10"/>
                    <a:pt x="4" y="17"/>
                  </a:cubicBezTo>
                  <a:cubicBezTo>
                    <a:pt x="4" y="24"/>
                    <a:pt x="10" y="30"/>
                    <a:pt x="18" y="30"/>
                  </a:cubicBezTo>
                  <a:cubicBezTo>
                    <a:pt x="25" y="30"/>
                    <a:pt x="31" y="24"/>
                    <a:pt x="31" y="17"/>
                  </a:cubicBezTo>
                  <a:cubicBezTo>
                    <a:pt x="31" y="10"/>
                    <a:pt x="25" y="4"/>
                    <a:pt x="18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5" name="Freeform 38"/>
            <p:cNvSpPr/>
            <p:nvPr/>
          </p:nvSpPr>
          <p:spPr bwMode="auto">
            <a:xfrm>
              <a:off x="595313" y="4763"/>
              <a:ext cx="638175" cy="4025900"/>
            </a:xfrm>
            <a:custGeom>
              <a:avLst/>
              <a:gdLst/>
              <a:ahLst/>
              <a:cxnLst/>
              <a:rect l="0" t="0" r="r" b="b"/>
              <a:pathLst>
                <a:path w="402" h="2536">
                  <a:moveTo>
                    <a:pt x="402" y="2536"/>
                  </a:moveTo>
                  <a:lnTo>
                    <a:pt x="387" y="2536"/>
                  </a:lnTo>
                  <a:lnTo>
                    <a:pt x="387" y="2311"/>
                  </a:lnTo>
                  <a:lnTo>
                    <a:pt x="0" y="1925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916"/>
                  </a:lnTo>
                  <a:lnTo>
                    <a:pt x="402" y="2302"/>
                  </a:lnTo>
                  <a:lnTo>
                    <a:pt x="402" y="253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6" name="Freeform 39"/>
            <p:cNvSpPr/>
            <p:nvPr/>
          </p:nvSpPr>
          <p:spPr bwMode="auto">
            <a:xfrm>
              <a:off x="1223963" y="1382713"/>
              <a:ext cx="142875" cy="476250"/>
            </a:xfrm>
            <a:custGeom>
              <a:avLst/>
              <a:gdLst/>
              <a:ahLst/>
              <a:cxnLst/>
              <a:rect l="0" t="0" r="r" b="b"/>
              <a:pathLst>
                <a:path w="90" h="300">
                  <a:moveTo>
                    <a:pt x="90" y="300"/>
                  </a:moveTo>
                  <a:lnTo>
                    <a:pt x="78" y="300"/>
                  </a:lnTo>
                  <a:lnTo>
                    <a:pt x="78" y="84"/>
                  </a:lnTo>
                  <a:lnTo>
                    <a:pt x="0" y="9"/>
                  </a:lnTo>
                  <a:lnTo>
                    <a:pt x="9" y="0"/>
                  </a:lnTo>
                  <a:lnTo>
                    <a:pt x="90" y="81"/>
                  </a:lnTo>
                  <a:lnTo>
                    <a:pt x="90" y="30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7" name="Freeform 40"/>
            <p:cNvSpPr>
              <a:spLocks noEditPoints="1"/>
            </p:cNvSpPr>
            <p:nvPr/>
          </p:nvSpPr>
          <p:spPr bwMode="auto">
            <a:xfrm>
              <a:off x="1300163" y="1849438"/>
              <a:ext cx="109538" cy="107950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2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2" y="0"/>
                  </a:cubicBezTo>
                  <a:cubicBezTo>
                    <a:pt x="18" y="0"/>
                    <a:pt x="23" y="5"/>
                    <a:pt x="23" y="12"/>
                  </a:cubicBezTo>
                  <a:cubicBezTo>
                    <a:pt x="23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19" y="16"/>
                    <a:pt x="19" y="12"/>
                  </a:cubicBezTo>
                  <a:cubicBezTo>
                    <a:pt x="19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8" name="Freeform 41"/>
            <p:cNvSpPr/>
            <p:nvPr/>
          </p:nvSpPr>
          <p:spPr bwMode="auto">
            <a:xfrm>
              <a:off x="280988" y="3417888"/>
              <a:ext cx="142875" cy="474663"/>
            </a:xfrm>
            <a:custGeom>
              <a:avLst/>
              <a:gdLst/>
              <a:ahLst/>
              <a:cxnLst/>
              <a:rect l="0" t="0" r="r" b="b"/>
              <a:pathLst>
                <a:path w="90" h="299">
                  <a:moveTo>
                    <a:pt x="12" y="299"/>
                  </a:moveTo>
                  <a:lnTo>
                    <a:pt x="0" y="299"/>
                  </a:lnTo>
                  <a:lnTo>
                    <a:pt x="0" y="80"/>
                  </a:lnTo>
                  <a:lnTo>
                    <a:pt x="81" y="0"/>
                  </a:lnTo>
                  <a:lnTo>
                    <a:pt x="90" y="8"/>
                  </a:lnTo>
                  <a:lnTo>
                    <a:pt x="12" y="83"/>
                  </a:lnTo>
                  <a:lnTo>
                    <a:pt x="12" y="29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9" name="Freeform 42"/>
            <p:cNvSpPr>
              <a:spLocks noEditPoints="1"/>
            </p:cNvSpPr>
            <p:nvPr/>
          </p:nvSpPr>
          <p:spPr bwMode="auto">
            <a:xfrm>
              <a:off x="238125" y="3883025"/>
              <a:ext cx="109538" cy="109538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1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1" y="0"/>
                  </a:cubicBezTo>
                  <a:cubicBezTo>
                    <a:pt x="17" y="0"/>
                    <a:pt x="23" y="5"/>
                    <a:pt x="23" y="12"/>
                  </a:cubicBezTo>
                  <a:cubicBezTo>
                    <a:pt x="23" y="18"/>
                    <a:pt x="17" y="23"/>
                    <a:pt x="11" y="23"/>
                  </a:cubicBezTo>
                  <a:close/>
                  <a:moveTo>
                    <a:pt x="11" y="4"/>
                  </a:moveTo>
                  <a:cubicBezTo>
                    <a:pt x="7" y="4"/>
                    <a:pt x="4" y="8"/>
                    <a:pt x="4" y="12"/>
                  </a:cubicBezTo>
                  <a:cubicBezTo>
                    <a:pt x="4" y="16"/>
                    <a:pt x="7" y="19"/>
                    <a:pt x="11" y="19"/>
                  </a:cubicBezTo>
                  <a:cubicBezTo>
                    <a:pt x="15" y="19"/>
                    <a:pt x="19" y="16"/>
                    <a:pt x="19" y="12"/>
                  </a:cubicBezTo>
                  <a:cubicBezTo>
                    <a:pt x="19" y="8"/>
                    <a:pt x="15" y="4"/>
                    <a:pt x="11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0" name="Freeform 43"/>
            <p:cNvSpPr/>
            <p:nvPr/>
          </p:nvSpPr>
          <p:spPr bwMode="auto">
            <a:xfrm>
              <a:off x="4763" y="2166938"/>
              <a:ext cx="114300" cy="452438"/>
            </a:xfrm>
            <a:custGeom>
              <a:avLst/>
              <a:gdLst/>
              <a:ahLst/>
              <a:cxnLst/>
              <a:rect l="0" t="0" r="r" b="b"/>
              <a:pathLst>
                <a:path w="72" h="285">
                  <a:moveTo>
                    <a:pt x="6" y="285"/>
                  </a:moveTo>
                  <a:lnTo>
                    <a:pt x="0" y="276"/>
                  </a:lnTo>
                  <a:lnTo>
                    <a:pt x="60" y="216"/>
                  </a:lnTo>
                  <a:lnTo>
                    <a:pt x="60" y="0"/>
                  </a:lnTo>
                  <a:lnTo>
                    <a:pt x="72" y="0"/>
                  </a:lnTo>
                  <a:lnTo>
                    <a:pt x="72" y="222"/>
                  </a:lnTo>
                  <a:lnTo>
                    <a:pt x="6" y="28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1" name="Freeform 44"/>
            <p:cNvSpPr>
              <a:spLocks noEditPoints="1"/>
            </p:cNvSpPr>
            <p:nvPr/>
          </p:nvSpPr>
          <p:spPr bwMode="auto">
            <a:xfrm>
              <a:off x="52388" y="2066925"/>
              <a:ext cx="109538" cy="109538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2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2" y="0"/>
                  </a:cubicBezTo>
                  <a:cubicBezTo>
                    <a:pt x="18" y="0"/>
                    <a:pt x="23" y="5"/>
                    <a:pt x="23" y="12"/>
                  </a:cubicBezTo>
                  <a:cubicBezTo>
                    <a:pt x="23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19" y="16"/>
                    <a:pt x="19" y="12"/>
                  </a:cubicBezTo>
                  <a:cubicBezTo>
                    <a:pt x="19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2" name="Rectangle 45"/>
            <p:cNvSpPr>
              <a:spLocks noChangeArrowheads="1"/>
            </p:cNvSpPr>
            <p:nvPr/>
          </p:nvSpPr>
          <p:spPr bwMode="auto">
            <a:xfrm>
              <a:off x="1228725" y="4662488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53" name="Freeform 46"/>
            <p:cNvSpPr/>
            <p:nvPr/>
          </p:nvSpPr>
          <p:spPr bwMode="auto">
            <a:xfrm>
              <a:off x="1319213" y="5041900"/>
              <a:ext cx="371475" cy="1801813"/>
            </a:xfrm>
            <a:custGeom>
              <a:avLst/>
              <a:gdLst/>
              <a:ahLst/>
              <a:cxnLst/>
              <a:rect l="0" t="0" r="r" b="b"/>
              <a:pathLst>
                <a:path w="234" h="1135">
                  <a:moveTo>
                    <a:pt x="15" y="1135"/>
                  </a:moveTo>
                  <a:lnTo>
                    <a:pt x="0" y="1135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19" y="0"/>
                  </a:lnTo>
                  <a:lnTo>
                    <a:pt x="234" y="6"/>
                  </a:lnTo>
                  <a:lnTo>
                    <a:pt x="15" y="518"/>
                  </a:lnTo>
                  <a:lnTo>
                    <a:pt x="15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4" name="Freeform 47"/>
            <p:cNvSpPr>
              <a:spLocks noEditPoints="1"/>
            </p:cNvSpPr>
            <p:nvPr/>
          </p:nvSpPr>
          <p:spPr bwMode="auto">
            <a:xfrm>
              <a:off x="1147763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5" name="Freeform 48"/>
            <p:cNvSpPr/>
            <p:nvPr/>
          </p:nvSpPr>
          <p:spPr bwMode="auto">
            <a:xfrm>
              <a:off x="819150" y="3983038"/>
              <a:ext cx="347663" cy="2860675"/>
            </a:xfrm>
            <a:custGeom>
              <a:avLst/>
              <a:gdLst/>
              <a:ahLst/>
              <a:cxnLst/>
              <a:rect l="0" t="0" r="r" b="b"/>
              <a:pathLst>
                <a:path w="219" h="1802">
                  <a:moveTo>
                    <a:pt x="219" y="1802"/>
                  </a:moveTo>
                  <a:lnTo>
                    <a:pt x="201" y="1802"/>
                  </a:lnTo>
                  <a:lnTo>
                    <a:pt x="201" y="1185"/>
                  </a:lnTo>
                  <a:lnTo>
                    <a:pt x="0" y="3"/>
                  </a:lnTo>
                  <a:lnTo>
                    <a:pt x="15" y="0"/>
                  </a:lnTo>
                  <a:lnTo>
                    <a:pt x="219" y="1185"/>
                  </a:lnTo>
                  <a:lnTo>
                    <a:pt x="219" y="180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6" name="Freeform 49"/>
            <p:cNvSpPr>
              <a:spLocks noEditPoints="1"/>
            </p:cNvSpPr>
            <p:nvPr/>
          </p:nvSpPr>
          <p:spPr bwMode="auto">
            <a:xfrm>
              <a:off x="728663" y="3806825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7" name="Freeform 50"/>
            <p:cNvSpPr>
              <a:spLocks noEditPoints="1"/>
            </p:cNvSpPr>
            <p:nvPr/>
          </p:nvSpPr>
          <p:spPr bwMode="auto">
            <a:xfrm>
              <a:off x="1624013" y="486727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8" name="Freeform 51"/>
            <p:cNvSpPr/>
            <p:nvPr/>
          </p:nvSpPr>
          <p:spPr bwMode="auto">
            <a:xfrm>
              <a:off x="1404938" y="5422900"/>
              <a:ext cx="371475" cy="1425575"/>
            </a:xfrm>
            <a:custGeom>
              <a:avLst/>
              <a:gdLst/>
              <a:ahLst/>
              <a:cxnLst/>
              <a:rect l="0" t="0" r="r" b="b"/>
              <a:pathLst>
                <a:path w="234" h="898">
                  <a:moveTo>
                    <a:pt x="18" y="898"/>
                  </a:moveTo>
                  <a:lnTo>
                    <a:pt x="0" y="898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22" y="0"/>
                  </a:lnTo>
                  <a:lnTo>
                    <a:pt x="234" y="6"/>
                  </a:lnTo>
                  <a:lnTo>
                    <a:pt x="18" y="518"/>
                  </a:lnTo>
                  <a:lnTo>
                    <a:pt x="18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9" name="Freeform 52"/>
            <p:cNvSpPr/>
            <p:nvPr/>
          </p:nvSpPr>
          <p:spPr bwMode="auto">
            <a:xfrm>
              <a:off x="1666875" y="5945188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15" y="575"/>
                  </a:moveTo>
                  <a:lnTo>
                    <a:pt x="0" y="569"/>
                  </a:lnTo>
                  <a:lnTo>
                    <a:pt x="81" y="383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6"/>
                  </a:lnTo>
                  <a:lnTo>
                    <a:pt x="15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0" name="Freeform 53"/>
            <p:cNvSpPr>
              <a:spLocks noEditPoints="1"/>
            </p:cNvSpPr>
            <p:nvPr/>
          </p:nvSpPr>
          <p:spPr bwMode="auto">
            <a:xfrm>
              <a:off x="1709738" y="52466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1" name="Freeform 54"/>
            <p:cNvSpPr>
              <a:spLocks noEditPoints="1"/>
            </p:cNvSpPr>
            <p:nvPr/>
          </p:nvSpPr>
          <p:spPr bwMode="auto">
            <a:xfrm>
              <a:off x="1709738" y="57642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2" name="Freeform 55"/>
            <p:cNvSpPr/>
            <p:nvPr/>
          </p:nvSpPr>
          <p:spPr bwMode="auto">
            <a:xfrm>
              <a:off x="1766888" y="6330950"/>
              <a:ext cx="419100" cy="527050"/>
            </a:xfrm>
            <a:custGeom>
              <a:avLst/>
              <a:gdLst/>
              <a:ahLst/>
              <a:cxnLst/>
              <a:rect l="0" t="0" r="r" b="b"/>
              <a:pathLst>
                <a:path w="264" h="332">
                  <a:moveTo>
                    <a:pt x="12" y="332"/>
                  </a:moveTo>
                  <a:lnTo>
                    <a:pt x="0" y="326"/>
                  </a:lnTo>
                  <a:lnTo>
                    <a:pt x="45" y="206"/>
                  </a:lnTo>
                  <a:lnTo>
                    <a:pt x="255" y="0"/>
                  </a:lnTo>
                  <a:lnTo>
                    <a:pt x="264" y="12"/>
                  </a:lnTo>
                  <a:lnTo>
                    <a:pt x="60" y="215"/>
                  </a:lnTo>
                  <a:lnTo>
                    <a:pt x="12" y="33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3" name="Freeform 56"/>
            <p:cNvSpPr>
              <a:spLocks noEditPoints="1"/>
            </p:cNvSpPr>
            <p:nvPr/>
          </p:nvSpPr>
          <p:spPr bwMode="auto">
            <a:xfrm>
              <a:off x="2147888" y="6221413"/>
              <a:ext cx="157163" cy="147638"/>
            </a:xfrm>
            <a:custGeom>
              <a:avLst/>
              <a:gdLst/>
              <a:ahLst/>
              <a:cxnLst/>
              <a:rect l="0" t="0" r="r" b="b"/>
              <a:pathLst>
                <a:path w="33" h="31">
                  <a:moveTo>
                    <a:pt x="16" y="31"/>
                  </a:moveTo>
                  <a:cubicBezTo>
                    <a:pt x="12" y="31"/>
                    <a:pt x="8" y="29"/>
                    <a:pt x="5" y="26"/>
                  </a:cubicBezTo>
                  <a:cubicBezTo>
                    <a:pt x="2" y="24"/>
                    <a:pt x="0" y="20"/>
                    <a:pt x="0" y="15"/>
                  </a:cubicBezTo>
                  <a:cubicBezTo>
                    <a:pt x="0" y="11"/>
                    <a:pt x="2" y="7"/>
                    <a:pt x="5" y="4"/>
                  </a:cubicBezTo>
                  <a:cubicBezTo>
                    <a:pt x="8" y="1"/>
                    <a:pt x="12" y="0"/>
                    <a:pt x="16" y="0"/>
                  </a:cubicBezTo>
                  <a:cubicBezTo>
                    <a:pt x="20" y="0"/>
                    <a:pt x="24" y="1"/>
                    <a:pt x="27" y="4"/>
                  </a:cubicBezTo>
                  <a:cubicBezTo>
                    <a:pt x="33" y="10"/>
                    <a:pt x="33" y="20"/>
                    <a:pt x="27" y="26"/>
                  </a:cubicBezTo>
                  <a:cubicBezTo>
                    <a:pt x="24" y="29"/>
                    <a:pt x="20" y="31"/>
                    <a:pt x="16" y="31"/>
                  </a:cubicBezTo>
                  <a:close/>
                  <a:moveTo>
                    <a:pt x="16" y="4"/>
                  </a:moveTo>
                  <a:cubicBezTo>
                    <a:pt x="13" y="4"/>
                    <a:pt x="10" y="5"/>
                    <a:pt x="8" y="7"/>
                  </a:cubicBezTo>
                  <a:cubicBezTo>
                    <a:pt x="6" y="9"/>
                    <a:pt x="4" y="12"/>
                    <a:pt x="4" y="15"/>
                  </a:cubicBezTo>
                  <a:cubicBezTo>
                    <a:pt x="4" y="19"/>
                    <a:pt x="6" y="21"/>
                    <a:pt x="8" y="24"/>
                  </a:cubicBezTo>
                  <a:cubicBezTo>
                    <a:pt x="10" y="26"/>
                    <a:pt x="13" y="27"/>
                    <a:pt x="16" y="27"/>
                  </a:cubicBezTo>
                  <a:cubicBezTo>
                    <a:pt x="19" y="27"/>
                    <a:pt x="22" y="26"/>
                    <a:pt x="24" y="24"/>
                  </a:cubicBezTo>
                  <a:cubicBezTo>
                    <a:pt x="29" y="19"/>
                    <a:pt x="29" y="12"/>
                    <a:pt x="24" y="7"/>
                  </a:cubicBezTo>
                  <a:cubicBezTo>
                    <a:pt x="22" y="5"/>
                    <a:pt x="19" y="4"/>
                    <a:pt x="16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4" name="Freeform 57"/>
            <p:cNvSpPr/>
            <p:nvPr/>
          </p:nvSpPr>
          <p:spPr bwMode="auto">
            <a:xfrm>
              <a:off x="504825" y="9525"/>
              <a:ext cx="233363" cy="5103813"/>
            </a:xfrm>
            <a:custGeom>
              <a:avLst/>
              <a:gdLst/>
              <a:ahLst/>
              <a:cxnLst/>
              <a:rect l="0" t="0" r="r" b="b"/>
              <a:pathLst>
                <a:path w="147" h="3215">
                  <a:moveTo>
                    <a:pt x="132" y="3215"/>
                  </a:moveTo>
                  <a:lnTo>
                    <a:pt x="129" y="2754"/>
                  </a:lnTo>
                  <a:lnTo>
                    <a:pt x="0" y="1901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898"/>
                  </a:lnTo>
                  <a:lnTo>
                    <a:pt x="144" y="2754"/>
                  </a:lnTo>
                  <a:lnTo>
                    <a:pt x="147" y="3215"/>
                  </a:lnTo>
                  <a:lnTo>
                    <a:pt x="132" y="321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5" name="Freeform 58"/>
            <p:cNvSpPr>
              <a:spLocks noEditPoints="1"/>
            </p:cNvSpPr>
            <p:nvPr/>
          </p:nvSpPr>
          <p:spPr bwMode="auto">
            <a:xfrm>
              <a:off x="633413" y="5103813"/>
              <a:ext cx="185738" cy="185738"/>
            </a:xfrm>
            <a:custGeom>
              <a:avLst/>
              <a:gdLst/>
              <a:ahLst/>
              <a:cxnLst/>
              <a:rect l="0" t="0" r="r" b="b"/>
              <a:pathLst>
                <a:path w="39" h="39">
                  <a:moveTo>
                    <a:pt x="20" y="39"/>
                  </a:moveTo>
                  <a:cubicBezTo>
                    <a:pt x="9" y="39"/>
                    <a:pt x="0" y="30"/>
                    <a:pt x="0" y="19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0" y="0"/>
                    <a:pt x="39" y="9"/>
                    <a:pt x="39" y="19"/>
                  </a:cubicBezTo>
                  <a:cubicBezTo>
                    <a:pt x="39" y="30"/>
                    <a:pt x="30" y="39"/>
                    <a:pt x="20" y="39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19"/>
                  </a:cubicBezTo>
                  <a:cubicBezTo>
                    <a:pt x="4" y="28"/>
                    <a:pt x="11" y="35"/>
                    <a:pt x="20" y="35"/>
                  </a:cubicBezTo>
                  <a:cubicBezTo>
                    <a:pt x="28" y="35"/>
                    <a:pt x="35" y="28"/>
                    <a:pt x="35" y="19"/>
                  </a:cubicBezTo>
                  <a:cubicBezTo>
                    <a:pt x="35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876424" y="1122363"/>
            <a:ext cx="8791575" cy="2387600"/>
          </a:xfrm>
        </p:spPr>
        <p:txBody>
          <a:bodyPr anchor="b">
            <a:normAutofit/>
          </a:bodyPr>
          <a:lstStyle>
            <a:lvl1pPr algn="l">
              <a:defRPr sz="480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76424" y="3602038"/>
            <a:ext cx="8791575" cy="1655762"/>
          </a:xfrm>
        </p:spPr>
        <p:txBody>
          <a:bodyPr>
            <a:normAutofit/>
          </a:bodyPr>
          <a:lstStyle>
            <a:lvl1pPr marL="0" indent="0" algn="l">
              <a:buNone/>
              <a:defRPr sz="2000" cap="all" baseline="0">
                <a:solidFill>
                  <a:schemeClr val="tx2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077511" y="5410201"/>
            <a:ext cx="2743200" cy="365125"/>
          </a:xfrm>
        </p:spPr>
        <p:txBody>
          <a:bodyPr/>
          <a:lstStyle/>
          <a:p>
            <a:fld id="{48A87A34-81AB-432B-8DAE-1953F412C126}" type="datetimeFigureOut">
              <a:rPr lang="en-US" dirty="0"/>
              <a:t>9/6/2023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876424" y="5410201"/>
            <a:ext cx="5124886" cy="3651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896911" y="5410199"/>
            <a:ext cx="771089" cy="365125"/>
          </a:xfrm>
        </p:spPr>
        <p:txBody>
          <a:bodyPr/>
          <a:lstStyle/>
          <a:p>
            <a:fld id="{6D22F896-40B5-4ADD-8801-0D06FADFA095}" type="slidenum">
              <a:rPr lang="en-US" dirty="0"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9/6/2023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1" y="1419226"/>
            <a:ext cx="9906000" cy="2852737"/>
          </a:xfrm>
        </p:spPr>
        <p:txBody>
          <a:bodyPr anchor="b">
            <a:normAutofit/>
          </a:bodyPr>
          <a:lstStyle>
            <a:lvl1pPr>
              <a:defRPr sz="360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1" y="4424362"/>
            <a:ext cx="9906000" cy="1374776"/>
          </a:xfrm>
        </p:spPr>
        <p:txBody>
          <a:bodyPr>
            <a:normAutofit/>
          </a:bodyPr>
          <a:lstStyle>
            <a:lvl1pPr marL="0" indent="0">
              <a:buNone/>
              <a:defRPr sz="1800" cap="all" baseline="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9/6/2023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41410" y="2249486"/>
            <a:ext cx="4878389" cy="3541714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2249486"/>
            <a:ext cx="4875211" cy="3541714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9/6/2023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1" y="619126"/>
            <a:ext cx="9906000" cy="1477961"/>
          </a:xfrm>
        </p:spPr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70019" y="2249486"/>
            <a:ext cx="4649783" cy="823912"/>
          </a:xfrm>
        </p:spPr>
        <p:txBody>
          <a:bodyPr anchor="b"/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41410" y="3073397"/>
            <a:ext cx="4878391" cy="2717801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00808" y="2249485"/>
            <a:ext cx="4646602" cy="823912"/>
          </a:xfrm>
        </p:spPr>
        <p:txBody>
          <a:bodyPr anchor="b"/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3073397"/>
            <a:ext cx="4875210" cy="2717801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9/6/2023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9/6/2023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9/6/2023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6705" y="609601"/>
            <a:ext cx="3856037" cy="1639884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56200" y="592666"/>
            <a:ext cx="5891209" cy="5198534"/>
          </a:xfrm>
        </p:spPr>
        <p:txBody>
          <a:bodyPr anchor="ctr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6705" y="2249486"/>
            <a:ext cx="3856037" cy="3541714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9/6/2023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3" y="609600"/>
            <a:ext cx="5934508" cy="1639886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380721" y="609601"/>
            <a:ext cx="3666690" cy="5181599"/>
          </a:xfrm>
          <a:prstGeom prst="round2DiagRect">
            <a:avLst>
              <a:gd name="adj1" fmla="val 5608"/>
              <a:gd name="adj2" fmla="val 0"/>
            </a:avLst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pt-BR"/>
              <a:t>Clique no ícone para adicionar uma imagem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0" y="2249486"/>
            <a:ext cx="5934511" cy="3541714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9/6/2023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Foto Panorâmica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0" y="4304664"/>
            <a:ext cx="9912355" cy="819355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41411" y="606426"/>
            <a:ext cx="9912354" cy="3299778"/>
          </a:xfrm>
          <a:prstGeom prst="round2DiagRect">
            <a:avLst>
              <a:gd name="adj1" fmla="val 4860"/>
              <a:gd name="adj2" fmla="val 0"/>
            </a:avLst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3200"/>
            </a:lvl1pPr>
          </a:lstStyle>
          <a:p>
            <a:pPr marL="0" lvl="0" indent="0">
              <a:buNone/>
            </a:pPr>
            <a:r>
              <a:rPr lang="pt-BR"/>
              <a:t>Clique no ícone para adicionar uma imagem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364" y="5124020"/>
            <a:ext cx="9910859" cy="682472"/>
          </a:xfrm>
        </p:spPr>
        <p:txBody>
          <a:bodyPr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9/6/2023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ítulo e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56" y="609600"/>
            <a:ext cx="9905955" cy="3429000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0" y="4419599"/>
            <a:ext cx="9904459" cy="1371599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9/6/2023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itaçã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2" y="609599"/>
            <a:ext cx="9302752" cy="2748429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720644" y="3365557"/>
            <a:ext cx="8752299" cy="54896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1" y="4309919"/>
            <a:ext cx="9906002" cy="1489496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9/6/2023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‹nº›</a:t>
            </a:fld>
            <a:endParaRPr lang="en-US" dirty="0"/>
          </a:p>
        </p:txBody>
      </p:sp>
      <p:sp>
        <p:nvSpPr>
          <p:cNvPr id="60" name="TextBox 59"/>
          <p:cNvSpPr txBox="1"/>
          <p:nvPr/>
        </p:nvSpPr>
        <p:spPr>
          <a:xfrm>
            <a:off x="903512" y="732394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Trebuchet MS"/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10537370" y="2764972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Trebuchet MS"/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artão de Nom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0" y="2134041"/>
            <a:ext cx="9906001" cy="2511835"/>
          </a:xfrm>
        </p:spPr>
        <p:txBody>
          <a:bodyPr anchor="b">
            <a:normAutofit/>
          </a:bodyPr>
          <a:lstStyle>
            <a:lvl1pPr>
              <a:defRPr sz="360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364" y="4657655"/>
            <a:ext cx="9904505" cy="1140644"/>
          </a:xfrm>
        </p:spPr>
        <p:txBody>
          <a:bodyPr anchor="t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9/6/2023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na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1141413" y="609600"/>
            <a:ext cx="9905998" cy="1905000"/>
          </a:xfrm>
        </p:spPr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1141410" y="2674463"/>
            <a:ext cx="3196899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1127918" y="3360263"/>
            <a:ext cx="3208735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14766" y="2677635"/>
            <a:ext cx="3184385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504213" y="3363435"/>
            <a:ext cx="3195830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52442" y="2674463"/>
            <a:ext cx="3194968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7852442" y="3360263"/>
            <a:ext cx="3194968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9/6/2023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nas de 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1141411" y="609600"/>
            <a:ext cx="9905999" cy="1905000"/>
          </a:xfrm>
        </p:spPr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1141413" y="4404596"/>
            <a:ext cx="3195240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141413" y="2666998"/>
            <a:ext cx="3195240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>
              <a:buNone/>
            </a:pPr>
            <a:r>
              <a:rPr lang="pt-BR"/>
              <a:t>Clique no ícone para adicionar uma imagem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1141413" y="4980858"/>
            <a:ext cx="3195240" cy="81784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89053" y="4404596"/>
            <a:ext cx="3200400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489053" y="2666998"/>
            <a:ext cx="3198940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>
              <a:buNone/>
            </a:pPr>
            <a:r>
              <a:rPr lang="pt-BR"/>
              <a:t>Clique no ícone para adicionar uma imagem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487593" y="4980857"/>
            <a:ext cx="3200400" cy="81034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52567" y="4404595"/>
            <a:ext cx="3190741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852442" y="2666998"/>
            <a:ext cx="3194969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>
              <a:buNone/>
            </a:pPr>
            <a:r>
              <a:rPr lang="pt-BR"/>
              <a:t>Clique no ícone para adicionar uma imagem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7852442" y="4980854"/>
            <a:ext cx="3194968" cy="810345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9/6/2023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9/6/2023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042400" y="609599"/>
            <a:ext cx="2005011" cy="5181601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41410" y="609599"/>
            <a:ext cx="7748590" cy="5181601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9/6/2023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2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2" descr="\\DROBO-FS\QuickDrops\JB\PPTX NG\Droplets\LightingOverlay.png"/>
          <p:cNvPicPr>
            <a:picLocks noChangeAspect="1" noChangeArrowheads="1"/>
          </p:cNvPicPr>
          <p:nvPr/>
        </p:nvPicPr>
        <p:blipFill>
          <a:blip r:embed="rId19">
            <a:alphaModFix amt="3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1"/>
            <a:ext cx="12192003" cy="6858001"/>
          </a:xfrm>
          <a:prstGeom prst="rect">
            <a:avLst/>
          </a:prstGeom>
          <a:noFill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8" name="Group 7"/>
          <p:cNvGrpSpPr/>
          <p:nvPr/>
        </p:nvGrpSpPr>
        <p:grpSpPr>
          <a:xfrm>
            <a:off x="-14288" y="0"/>
            <a:ext cx="12053888" cy="6858001"/>
            <a:chOff x="-14288" y="0"/>
            <a:chExt cx="12053888" cy="6858001"/>
          </a:xfrm>
        </p:grpSpPr>
        <p:grpSp>
          <p:nvGrpSpPr>
            <p:cNvPr id="9" name="Group 8"/>
            <p:cNvGrpSpPr/>
            <p:nvPr/>
          </p:nvGrpSpPr>
          <p:grpSpPr>
            <a:xfrm>
              <a:off x="-14288" y="0"/>
              <a:ext cx="1220788" cy="6858001"/>
              <a:chOff x="-14288" y="0"/>
              <a:chExt cx="1220788" cy="6858001"/>
            </a:xfrm>
            <a:gradFill flip="none" rotWithShape="1">
              <a:gsLst>
                <a:gs pos="0">
                  <a:schemeClr val="tx2"/>
                </a:gs>
                <a:gs pos="100000">
                  <a:schemeClr val="bg2">
                    <a:lumMod val="60000"/>
                    <a:lumOff val="40000"/>
                  </a:schemeClr>
                </a:gs>
              </a:gsLst>
              <a:lin ang="5400000" scaled="0"/>
              <a:tileRect/>
            </a:gradFill>
          </p:grpSpPr>
          <p:sp>
            <p:nvSpPr>
              <p:cNvPr id="21" name="Rectangle 5"/>
              <p:cNvSpPr>
                <a:spLocks noChangeArrowheads="1"/>
              </p:cNvSpPr>
              <p:nvPr/>
            </p:nvSpPr>
            <p:spPr bwMode="auto">
              <a:xfrm>
                <a:off x="114300" y="4763"/>
                <a:ext cx="23813" cy="2181225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sp>
          <p:sp>
            <p:nvSpPr>
              <p:cNvPr id="22" name="Freeform 6"/>
              <p:cNvSpPr>
                <a:spLocks noEditPoints="1"/>
              </p:cNvSpPr>
              <p:nvPr/>
            </p:nvSpPr>
            <p:spPr bwMode="auto">
              <a:xfrm>
                <a:off x="33337" y="217646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11"/>
                      <a:pt x="28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3" name="Freeform 7"/>
              <p:cNvSpPr>
                <a:spLocks noEditPoints="1"/>
              </p:cNvSpPr>
              <p:nvPr/>
            </p:nvSpPr>
            <p:spPr bwMode="auto">
              <a:xfrm>
                <a:off x="28575" y="4021138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4" name="Freeform 8"/>
              <p:cNvSpPr/>
              <p:nvPr/>
            </p:nvSpPr>
            <p:spPr bwMode="auto">
              <a:xfrm>
                <a:off x="200025" y="4763"/>
                <a:ext cx="369888" cy="1811338"/>
              </a:xfrm>
              <a:custGeom>
                <a:avLst/>
                <a:gdLst/>
                <a:ahLst/>
                <a:cxnLst/>
                <a:rect l="0" t="0" r="r" b="b"/>
                <a:pathLst>
                  <a:path w="233" h="1141">
                    <a:moveTo>
                      <a:pt x="218" y="1141"/>
                    </a:moveTo>
                    <a:lnTo>
                      <a:pt x="0" y="626"/>
                    </a:lnTo>
                    <a:lnTo>
                      <a:pt x="0" y="0"/>
                    </a:lnTo>
                    <a:lnTo>
                      <a:pt x="15" y="0"/>
                    </a:lnTo>
                    <a:lnTo>
                      <a:pt x="15" y="623"/>
                    </a:lnTo>
                    <a:lnTo>
                      <a:pt x="233" y="1135"/>
                    </a:lnTo>
                    <a:lnTo>
                      <a:pt x="218" y="114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5" name="Freeform 9"/>
              <p:cNvSpPr>
                <a:spLocks noEditPoints="1"/>
              </p:cNvSpPr>
              <p:nvPr/>
            </p:nvSpPr>
            <p:spPr bwMode="auto">
              <a:xfrm>
                <a:off x="503237" y="1801813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3" y="0"/>
                      <a:pt x="40" y="6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9"/>
                      <a:pt x="31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6" name="Freeform 10"/>
              <p:cNvSpPr/>
              <p:nvPr/>
            </p:nvSpPr>
            <p:spPr bwMode="auto">
              <a:xfrm>
                <a:off x="285750" y="4763"/>
                <a:ext cx="369888" cy="1430338"/>
              </a:xfrm>
              <a:custGeom>
                <a:avLst/>
                <a:gdLst/>
                <a:ahLst/>
                <a:cxnLst/>
                <a:rect l="0" t="0" r="r" b="b"/>
                <a:pathLst>
                  <a:path w="233" h="901">
                    <a:moveTo>
                      <a:pt x="221" y="901"/>
                    </a:moveTo>
                    <a:lnTo>
                      <a:pt x="0" y="383"/>
                    </a:lnTo>
                    <a:lnTo>
                      <a:pt x="0" y="0"/>
                    </a:lnTo>
                    <a:lnTo>
                      <a:pt x="18" y="0"/>
                    </a:lnTo>
                    <a:lnTo>
                      <a:pt x="18" y="380"/>
                    </a:lnTo>
                    <a:lnTo>
                      <a:pt x="233" y="895"/>
                    </a:lnTo>
                    <a:lnTo>
                      <a:pt x="221" y="90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7" name="Freeform 11"/>
              <p:cNvSpPr/>
              <p:nvPr/>
            </p:nvSpPr>
            <p:spPr bwMode="auto">
              <a:xfrm>
                <a:off x="546100" y="0"/>
                <a:ext cx="152400" cy="912813"/>
              </a:xfrm>
              <a:custGeom>
                <a:avLst/>
                <a:gdLst/>
                <a:ahLst/>
                <a:cxnLst/>
                <a:rect l="0" t="0" r="r" b="b"/>
                <a:pathLst>
                  <a:path w="96" h="575">
                    <a:moveTo>
                      <a:pt x="96" y="575"/>
                    </a:moveTo>
                    <a:lnTo>
                      <a:pt x="78" y="575"/>
                    </a:lnTo>
                    <a:lnTo>
                      <a:pt x="78" y="192"/>
                    </a:lnTo>
                    <a:lnTo>
                      <a:pt x="0" y="6"/>
                    </a:lnTo>
                    <a:lnTo>
                      <a:pt x="15" y="0"/>
                    </a:lnTo>
                    <a:lnTo>
                      <a:pt x="96" y="189"/>
                    </a:lnTo>
                    <a:lnTo>
                      <a:pt x="96" y="57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8" name="Freeform 12"/>
              <p:cNvSpPr>
                <a:spLocks noEditPoints="1"/>
              </p:cNvSpPr>
              <p:nvPr/>
            </p:nvSpPr>
            <p:spPr bwMode="auto">
              <a:xfrm>
                <a:off x="588962" y="14208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3" y="0"/>
                      <a:pt x="40" y="7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9"/>
                      <a:pt x="31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9" name="Freeform 13"/>
              <p:cNvSpPr>
                <a:spLocks noEditPoints="1"/>
              </p:cNvSpPr>
              <p:nvPr/>
            </p:nvSpPr>
            <p:spPr bwMode="auto">
              <a:xfrm>
                <a:off x="588962" y="903288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0" name="Freeform 14"/>
              <p:cNvSpPr/>
              <p:nvPr/>
            </p:nvSpPr>
            <p:spPr bwMode="auto">
              <a:xfrm>
                <a:off x="641350" y="0"/>
                <a:ext cx="422275" cy="527050"/>
              </a:xfrm>
              <a:custGeom>
                <a:avLst/>
                <a:gdLst/>
                <a:ahLst/>
                <a:cxnLst/>
                <a:rect l="0" t="0" r="r" b="b"/>
                <a:pathLst>
                  <a:path w="266" h="332">
                    <a:moveTo>
                      <a:pt x="257" y="332"/>
                    </a:moveTo>
                    <a:lnTo>
                      <a:pt x="48" y="123"/>
                    </a:lnTo>
                    <a:lnTo>
                      <a:pt x="0" y="6"/>
                    </a:lnTo>
                    <a:lnTo>
                      <a:pt x="15" y="0"/>
                    </a:lnTo>
                    <a:lnTo>
                      <a:pt x="63" y="114"/>
                    </a:lnTo>
                    <a:lnTo>
                      <a:pt x="266" y="320"/>
                    </a:lnTo>
                    <a:lnTo>
                      <a:pt x="257" y="332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1" name="Freeform 15"/>
              <p:cNvSpPr>
                <a:spLocks noEditPoints="1"/>
              </p:cNvSpPr>
              <p:nvPr/>
            </p:nvSpPr>
            <p:spPr bwMode="auto">
              <a:xfrm>
                <a:off x="1020762" y="488950"/>
                <a:ext cx="161925" cy="147638"/>
              </a:xfrm>
              <a:custGeom>
                <a:avLst/>
                <a:gdLst/>
                <a:ahLst/>
                <a:cxnLst/>
                <a:rect l="0" t="0" r="r" b="b"/>
                <a:pathLst>
                  <a:path w="34" h="31">
                    <a:moveTo>
                      <a:pt x="17" y="31"/>
                    </a:moveTo>
                    <a:cubicBezTo>
                      <a:pt x="13" y="31"/>
                      <a:pt x="9" y="30"/>
                      <a:pt x="6" y="27"/>
                    </a:cubicBezTo>
                    <a:cubicBezTo>
                      <a:pt x="0" y="20"/>
                      <a:pt x="0" y="10"/>
                      <a:pt x="6" y="4"/>
                    </a:cubicBezTo>
                    <a:cubicBezTo>
                      <a:pt x="9" y="1"/>
                      <a:pt x="13" y="0"/>
                      <a:pt x="17" y="0"/>
                    </a:cubicBezTo>
                    <a:cubicBezTo>
                      <a:pt x="21" y="0"/>
                      <a:pt x="25" y="1"/>
                      <a:pt x="28" y="4"/>
                    </a:cubicBezTo>
                    <a:cubicBezTo>
                      <a:pt x="34" y="10"/>
                      <a:pt x="34" y="20"/>
                      <a:pt x="28" y="27"/>
                    </a:cubicBezTo>
                    <a:cubicBezTo>
                      <a:pt x="25" y="30"/>
                      <a:pt x="21" y="31"/>
                      <a:pt x="17" y="31"/>
                    </a:cubicBezTo>
                    <a:close/>
                    <a:moveTo>
                      <a:pt x="17" y="4"/>
                    </a:moveTo>
                    <a:cubicBezTo>
                      <a:pt x="14" y="4"/>
                      <a:pt x="11" y="5"/>
                      <a:pt x="9" y="7"/>
                    </a:cubicBezTo>
                    <a:cubicBezTo>
                      <a:pt x="4" y="12"/>
                      <a:pt x="4" y="19"/>
                      <a:pt x="9" y="24"/>
                    </a:cubicBezTo>
                    <a:cubicBezTo>
                      <a:pt x="11" y="26"/>
                      <a:pt x="14" y="27"/>
                      <a:pt x="17" y="27"/>
                    </a:cubicBezTo>
                    <a:cubicBezTo>
                      <a:pt x="20" y="27"/>
                      <a:pt x="23" y="26"/>
                      <a:pt x="25" y="24"/>
                    </a:cubicBezTo>
                    <a:cubicBezTo>
                      <a:pt x="30" y="19"/>
                      <a:pt x="30" y="12"/>
                      <a:pt x="25" y="7"/>
                    </a:cubicBezTo>
                    <a:cubicBezTo>
                      <a:pt x="23" y="5"/>
                      <a:pt x="20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2" name="Line 16"/>
              <p:cNvSpPr>
                <a:spLocks noChangeShapeType="1"/>
              </p:cNvSpPr>
              <p:nvPr/>
            </p:nvSpPr>
            <p:spPr bwMode="auto">
              <a:xfrm>
                <a:off x="-4763" y="9525"/>
                <a:ext cx="0" cy="0"/>
              </a:xfrm>
              <a:prstGeom prst="line">
                <a:avLst/>
              </a:prstGeom>
              <a:grpFill/>
              <a:ln w="15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</p:sp>
          <p:sp>
            <p:nvSpPr>
              <p:cNvPr id="33" name="Freeform 17"/>
              <p:cNvSpPr/>
              <p:nvPr/>
            </p:nvSpPr>
            <p:spPr bwMode="auto">
              <a:xfrm>
                <a:off x="9525" y="1801813"/>
                <a:ext cx="123825" cy="127000"/>
              </a:xfrm>
              <a:custGeom>
                <a:avLst/>
                <a:gdLst/>
                <a:ahLst/>
                <a:cxnLst/>
                <a:rect l="0" t="0" r="r" b="b"/>
                <a:pathLst>
                  <a:path w="78" h="80">
                    <a:moveTo>
                      <a:pt x="6" y="80"/>
                    </a:moveTo>
                    <a:lnTo>
                      <a:pt x="0" y="71"/>
                    </a:lnTo>
                    <a:lnTo>
                      <a:pt x="69" y="0"/>
                    </a:lnTo>
                    <a:lnTo>
                      <a:pt x="78" y="9"/>
                    </a:lnTo>
                    <a:lnTo>
                      <a:pt x="6" y="8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4" name="Freeform 18"/>
              <p:cNvSpPr/>
              <p:nvPr/>
            </p:nvSpPr>
            <p:spPr bwMode="auto">
              <a:xfrm>
                <a:off x="-9525" y="3549650"/>
                <a:ext cx="147638" cy="481013"/>
              </a:xfrm>
              <a:custGeom>
                <a:avLst/>
                <a:gdLst/>
                <a:ahLst/>
                <a:cxnLst/>
                <a:rect l="0" t="0" r="r" b="b"/>
                <a:pathLst>
                  <a:path w="93" h="303">
                    <a:moveTo>
                      <a:pt x="93" y="303"/>
                    </a:moveTo>
                    <a:lnTo>
                      <a:pt x="78" y="303"/>
                    </a:lnTo>
                    <a:lnTo>
                      <a:pt x="78" y="78"/>
                    </a:lnTo>
                    <a:lnTo>
                      <a:pt x="0" y="12"/>
                    </a:lnTo>
                    <a:lnTo>
                      <a:pt x="12" y="0"/>
                    </a:lnTo>
                    <a:lnTo>
                      <a:pt x="93" y="69"/>
                    </a:lnTo>
                    <a:lnTo>
                      <a:pt x="93" y="30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5" name="Freeform 19"/>
              <p:cNvSpPr/>
              <p:nvPr/>
            </p:nvSpPr>
            <p:spPr bwMode="auto">
              <a:xfrm>
                <a:off x="128587" y="1382713"/>
                <a:ext cx="142875" cy="476250"/>
              </a:xfrm>
              <a:custGeom>
                <a:avLst/>
                <a:gdLst/>
                <a:ahLst/>
                <a:cxnLst/>
                <a:rect l="0" t="0" r="r" b="b"/>
                <a:pathLst>
                  <a:path w="90" h="300">
                    <a:moveTo>
                      <a:pt x="90" y="300"/>
                    </a:moveTo>
                    <a:lnTo>
                      <a:pt x="78" y="300"/>
                    </a:lnTo>
                    <a:lnTo>
                      <a:pt x="78" y="84"/>
                    </a:lnTo>
                    <a:lnTo>
                      <a:pt x="0" y="9"/>
                    </a:lnTo>
                    <a:lnTo>
                      <a:pt x="9" y="0"/>
                    </a:lnTo>
                    <a:lnTo>
                      <a:pt x="90" y="81"/>
                    </a:lnTo>
                    <a:lnTo>
                      <a:pt x="90" y="30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6" name="Freeform 20"/>
              <p:cNvSpPr>
                <a:spLocks noEditPoints="1"/>
              </p:cNvSpPr>
              <p:nvPr/>
            </p:nvSpPr>
            <p:spPr bwMode="auto">
              <a:xfrm>
                <a:off x="204787" y="1849438"/>
                <a:ext cx="114300" cy="107950"/>
              </a:xfrm>
              <a:custGeom>
                <a:avLst/>
                <a:gdLst/>
                <a:ahLst/>
                <a:cxnLst/>
                <a:rect l="0" t="0" r="r" b="b"/>
                <a:pathLst>
                  <a:path w="24" h="23">
                    <a:moveTo>
                      <a:pt x="12" y="23"/>
                    </a:moveTo>
                    <a:cubicBezTo>
                      <a:pt x="6" y="23"/>
                      <a:pt x="0" y="18"/>
                      <a:pt x="0" y="12"/>
                    </a:cubicBezTo>
                    <a:cubicBezTo>
                      <a:pt x="0" y="5"/>
                      <a:pt x="6" y="0"/>
                      <a:pt x="12" y="0"/>
                    </a:cubicBezTo>
                    <a:cubicBezTo>
                      <a:pt x="18" y="0"/>
                      <a:pt x="24" y="5"/>
                      <a:pt x="24" y="12"/>
                    </a:cubicBezTo>
                    <a:cubicBezTo>
                      <a:pt x="24" y="18"/>
                      <a:pt x="18" y="23"/>
                      <a:pt x="12" y="23"/>
                    </a:cubicBezTo>
                    <a:close/>
                    <a:moveTo>
                      <a:pt x="12" y="4"/>
                    </a:moveTo>
                    <a:cubicBezTo>
                      <a:pt x="8" y="4"/>
                      <a:pt x="4" y="8"/>
                      <a:pt x="4" y="12"/>
                    </a:cubicBezTo>
                    <a:cubicBezTo>
                      <a:pt x="4" y="16"/>
                      <a:pt x="8" y="19"/>
                      <a:pt x="12" y="19"/>
                    </a:cubicBezTo>
                    <a:cubicBezTo>
                      <a:pt x="16" y="19"/>
                      <a:pt x="20" y="16"/>
                      <a:pt x="20" y="12"/>
                    </a:cubicBezTo>
                    <a:cubicBezTo>
                      <a:pt x="20" y="8"/>
                      <a:pt x="16" y="4"/>
                      <a:pt x="12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7" name="Rectangle 21"/>
              <p:cNvSpPr>
                <a:spLocks noChangeArrowheads="1"/>
              </p:cNvSpPr>
              <p:nvPr/>
            </p:nvSpPr>
            <p:spPr bwMode="auto">
              <a:xfrm>
                <a:off x="133350" y="4662488"/>
                <a:ext cx="23813" cy="2181225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sp>
          <p:sp>
            <p:nvSpPr>
              <p:cNvPr id="38" name="Freeform 22"/>
              <p:cNvSpPr/>
              <p:nvPr/>
            </p:nvSpPr>
            <p:spPr bwMode="auto">
              <a:xfrm>
                <a:off x="223837" y="5041900"/>
                <a:ext cx="369888" cy="1801813"/>
              </a:xfrm>
              <a:custGeom>
                <a:avLst/>
                <a:gdLst/>
                <a:ahLst/>
                <a:cxnLst/>
                <a:rect l="0" t="0" r="r" b="b"/>
                <a:pathLst>
                  <a:path w="233" h="1135">
                    <a:moveTo>
                      <a:pt x="15" y="1135"/>
                    </a:moveTo>
                    <a:lnTo>
                      <a:pt x="0" y="1135"/>
                    </a:lnTo>
                    <a:lnTo>
                      <a:pt x="0" y="515"/>
                    </a:lnTo>
                    <a:lnTo>
                      <a:pt x="0" y="512"/>
                    </a:lnTo>
                    <a:lnTo>
                      <a:pt x="218" y="0"/>
                    </a:lnTo>
                    <a:lnTo>
                      <a:pt x="233" y="6"/>
                    </a:lnTo>
                    <a:lnTo>
                      <a:pt x="15" y="518"/>
                    </a:lnTo>
                    <a:lnTo>
                      <a:pt x="15" y="113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9" name="Freeform 23"/>
              <p:cNvSpPr>
                <a:spLocks noEditPoints="1"/>
              </p:cNvSpPr>
              <p:nvPr/>
            </p:nvSpPr>
            <p:spPr bwMode="auto">
              <a:xfrm>
                <a:off x="52387" y="44815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11"/>
                      <a:pt x="28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0" name="Freeform 24"/>
              <p:cNvSpPr/>
              <p:nvPr/>
            </p:nvSpPr>
            <p:spPr bwMode="auto">
              <a:xfrm>
                <a:off x="-14288" y="5627688"/>
                <a:ext cx="85725" cy="1216025"/>
              </a:xfrm>
              <a:custGeom>
                <a:avLst/>
                <a:gdLst/>
                <a:ahLst/>
                <a:cxnLst/>
                <a:rect l="0" t="0" r="r" b="b"/>
                <a:pathLst>
                  <a:path w="54" h="766">
                    <a:moveTo>
                      <a:pt x="54" y="766"/>
                    </a:moveTo>
                    <a:lnTo>
                      <a:pt x="36" y="766"/>
                    </a:lnTo>
                    <a:lnTo>
                      <a:pt x="36" y="149"/>
                    </a:lnTo>
                    <a:lnTo>
                      <a:pt x="0" y="3"/>
                    </a:lnTo>
                    <a:lnTo>
                      <a:pt x="18" y="0"/>
                    </a:lnTo>
                    <a:lnTo>
                      <a:pt x="54" y="146"/>
                    </a:lnTo>
                    <a:lnTo>
                      <a:pt x="54" y="76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1" name="Freeform 25"/>
              <p:cNvSpPr>
                <a:spLocks noEditPoints="1"/>
              </p:cNvSpPr>
              <p:nvPr/>
            </p:nvSpPr>
            <p:spPr bwMode="auto">
              <a:xfrm>
                <a:off x="527050" y="4867275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2" name="Freeform 26"/>
              <p:cNvSpPr/>
              <p:nvPr/>
            </p:nvSpPr>
            <p:spPr bwMode="auto">
              <a:xfrm>
                <a:off x="309562" y="5422900"/>
                <a:ext cx="374650" cy="1425575"/>
              </a:xfrm>
              <a:custGeom>
                <a:avLst/>
                <a:gdLst/>
                <a:ahLst/>
                <a:cxnLst/>
                <a:rect l="0" t="0" r="r" b="b"/>
                <a:pathLst>
                  <a:path w="236" h="898">
                    <a:moveTo>
                      <a:pt x="18" y="898"/>
                    </a:moveTo>
                    <a:lnTo>
                      <a:pt x="0" y="898"/>
                    </a:lnTo>
                    <a:lnTo>
                      <a:pt x="0" y="515"/>
                    </a:lnTo>
                    <a:lnTo>
                      <a:pt x="3" y="512"/>
                    </a:lnTo>
                    <a:lnTo>
                      <a:pt x="221" y="0"/>
                    </a:lnTo>
                    <a:lnTo>
                      <a:pt x="236" y="6"/>
                    </a:lnTo>
                    <a:lnTo>
                      <a:pt x="18" y="518"/>
                    </a:lnTo>
                    <a:lnTo>
                      <a:pt x="18" y="898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3" name="Freeform 27"/>
              <p:cNvSpPr/>
              <p:nvPr/>
            </p:nvSpPr>
            <p:spPr bwMode="auto">
              <a:xfrm>
                <a:off x="569912" y="5945188"/>
                <a:ext cx="152400" cy="912813"/>
              </a:xfrm>
              <a:custGeom>
                <a:avLst/>
                <a:gdLst/>
                <a:ahLst/>
                <a:cxnLst/>
                <a:rect l="0" t="0" r="r" b="b"/>
                <a:pathLst>
                  <a:path w="96" h="575">
                    <a:moveTo>
                      <a:pt x="15" y="575"/>
                    </a:moveTo>
                    <a:lnTo>
                      <a:pt x="0" y="569"/>
                    </a:lnTo>
                    <a:lnTo>
                      <a:pt x="81" y="383"/>
                    </a:lnTo>
                    <a:lnTo>
                      <a:pt x="81" y="0"/>
                    </a:lnTo>
                    <a:lnTo>
                      <a:pt x="96" y="0"/>
                    </a:lnTo>
                    <a:lnTo>
                      <a:pt x="96" y="386"/>
                    </a:lnTo>
                    <a:lnTo>
                      <a:pt x="15" y="57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4" name="Freeform 28"/>
              <p:cNvSpPr>
                <a:spLocks noEditPoints="1"/>
              </p:cNvSpPr>
              <p:nvPr/>
            </p:nvSpPr>
            <p:spPr bwMode="auto">
              <a:xfrm>
                <a:off x="612775" y="5246688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5" name="Freeform 29"/>
              <p:cNvSpPr>
                <a:spLocks noEditPoints="1"/>
              </p:cNvSpPr>
              <p:nvPr/>
            </p:nvSpPr>
            <p:spPr bwMode="auto">
              <a:xfrm>
                <a:off x="612775" y="57642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6" name="Freeform 30"/>
              <p:cNvSpPr/>
              <p:nvPr/>
            </p:nvSpPr>
            <p:spPr bwMode="auto">
              <a:xfrm>
                <a:off x="669925" y="6330950"/>
                <a:ext cx="417513" cy="517525"/>
              </a:xfrm>
              <a:custGeom>
                <a:avLst/>
                <a:gdLst/>
                <a:ahLst/>
                <a:cxnLst/>
                <a:rect l="0" t="0" r="r" b="b"/>
                <a:pathLst>
                  <a:path w="263" h="326">
                    <a:moveTo>
                      <a:pt x="15" y="326"/>
                    </a:moveTo>
                    <a:lnTo>
                      <a:pt x="0" y="320"/>
                    </a:lnTo>
                    <a:lnTo>
                      <a:pt x="45" y="206"/>
                    </a:lnTo>
                    <a:lnTo>
                      <a:pt x="48" y="206"/>
                    </a:lnTo>
                    <a:lnTo>
                      <a:pt x="254" y="0"/>
                    </a:lnTo>
                    <a:lnTo>
                      <a:pt x="263" y="12"/>
                    </a:lnTo>
                    <a:lnTo>
                      <a:pt x="60" y="215"/>
                    </a:lnTo>
                    <a:lnTo>
                      <a:pt x="15" y="32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7" name="Freeform 31"/>
              <p:cNvSpPr>
                <a:spLocks noEditPoints="1"/>
              </p:cNvSpPr>
              <p:nvPr/>
            </p:nvSpPr>
            <p:spPr bwMode="auto">
              <a:xfrm>
                <a:off x="1049337" y="6221413"/>
                <a:ext cx="157163" cy="147638"/>
              </a:xfrm>
              <a:custGeom>
                <a:avLst/>
                <a:gdLst/>
                <a:ahLst/>
                <a:cxnLst/>
                <a:rect l="0" t="0" r="r" b="b"/>
                <a:pathLst>
                  <a:path w="33" h="31">
                    <a:moveTo>
                      <a:pt x="16" y="31"/>
                    </a:moveTo>
                    <a:cubicBezTo>
                      <a:pt x="12" y="31"/>
                      <a:pt x="8" y="29"/>
                      <a:pt x="5" y="26"/>
                    </a:cubicBezTo>
                    <a:cubicBezTo>
                      <a:pt x="2" y="24"/>
                      <a:pt x="0" y="20"/>
                      <a:pt x="0" y="15"/>
                    </a:cubicBezTo>
                    <a:cubicBezTo>
                      <a:pt x="0" y="11"/>
                      <a:pt x="2" y="7"/>
                      <a:pt x="5" y="4"/>
                    </a:cubicBezTo>
                    <a:cubicBezTo>
                      <a:pt x="8" y="1"/>
                      <a:pt x="12" y="0"/>
                      <a:pt x="16" y="0"/>
                    </a:cubicBezTo>
                    <a:cubicBezTo>
                      <a:pt x="20" y="0"/>
                      <a:pt x="24" y="1"/>
                      <a:pt x="27" y="4"/>
                    </a:cubicBezTo>
                    <a:cubicBezTo>
                      <a:pt x="33" y="10"/>
                      <a:pt x="33" y="20"/>
                      <a:pt x="27" y="26"/>
                    </a:cubicBezTo>
                    <a:cubicBezTo>
                      <a:pt x="24" y="29"/>
                      <a:pt x="20" y="31"/>
                      <a:pt x="16" y="31"/>
                    </a:cubicBezTo>
                    <a:close/>
                    <a:moveTo>
                      <a:pt x="16" y="4"/>
                    </a:moveTo>
                    <a:cubicBezTo>
                      <a:pt x="13" y="4"/>
                      <a:pt x="10" y="5"/>
                      <a:pt x="8" y="7"/>
                    </a:cubicBezTo>
                    <a:cubicBezTo>
                      <a:pt x="6" y="9"/>
                      <a:pt x="4" y="12"/>
                      <a:pt x="4" y="15"/>
                    </a:cubicBezTo>
                    <a:cubicBezTo>
                      <a:pt x="4" y="19"/>
                      <a:pt x="6" y="21"/>
                      <a:pt x="8" y="24"/>
                    </a:cubicBezTo>
                    <a:cubicBezTo>
                      <a:pt x="10" y="26"/>
                      <a:pt x="13" y="27"/>
                      <a:pt x="16" y="27"/>
                    </a:cubicBezTo>
                    <a:cubicBezTo>
                      <a:pt x="19" y="27"/>
                      <a:pt x="22" y="26"/>
                      <a:pt x="24" y="24"/>
                    </a:cubicBezTo>
                    <a:cubicBezTo>
                      <a:pt x="29" y="19"/>
                      <a:pt x="29" y="12"/>
                      <a:pt x="24" y="7"/>
                    </a:cubicBezTo>
                    <a:cubicBezTo>
                      <a:pt x="22" y="5"/>
                      <a:pt x="19" y="4"/>
                      <a:pt x="16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</p:grpSp>
        <p:grpSp>
          <p:nvGrpSpPr>
            <p:cNvPr id="10" name="Group 9"/>
            <p:cNvGrpSpPr/>
            <p:nvPr/>
          </p:nvGrpSpPr>
          <p:grpSpPr>
            <a:xfrm>
              <a:off x="11364912" y="0"/>
              <a:ext cx="674688" cy="6848476"/>
              <a:chOff x="11364912" y="0"/>
              <a:chExt cx="674688" cy="6848476"/>
            </a:xfrm>
            <a:gradFill flip="none" rotWithShape="1">
              <a:gsLst>
                <a:gs pos="0">
                  <a:schemeClr val="tx2">
                    <a:alpha val="80000"/>
                  </a:schemeClr>
                </a:gs>
                <a:gs pos="100000">
                  <a:schemeClr val="bg2">
                    <a:lumMod val="60000"/>
                    <a:lumOff val="40000"/>
                    <a:alpha val="60000"/>
                  </a:schemeClr>
                </a:gs>
              </a:gsLst>
              <a:lin ang="5400000" scaled="0"/>
              <a:tileRect/>
            </a:gradFill>
          </p:grpSpPr>
          <p:sp>
            <p:nvSpPr>
              <p:cNvPr id="11" name="Freeform 32"/>
              <p:cNvSpPr/>
              <p:nvPr/>
            </p:nvSpPr>
            <p:spPr bwMode="auto">
              <a:xfrm>
                <a:off x="11483975" y="0"/>
                <a:ext cx="417513" cy="512763"/>
              </a:xfrm>
              <a:custGeom>
                <a:avLst/>
                <a:gdLst/>
                <a:ahLst/>
                <a:cxnLst/>
                <a:rect l="0" t="0" r="r" b="b"/>
                <a:pathLst>
                  <a:path w="263" h="323">
                    <a:moveTo>
                      <a:pt x="12" y="323"/>
                    </a:moveTo>
                    <a:lnTo>
                      <a:pt x="0" y="314"/>
                    </a:lnTo>
                    <a:lnTo>
                      <a:pt x="203" y="108"/>
                    </a:lnTo>
                    <a:lnTo>
                      <a:pt x="248" y="0"/>
                    </a:lnTo>
                    <a:lnTo>
                      <a:pt x="263" y="6"/>
                    </a:lnTo>
                    <a:lnTo>
                      <a:pt x="218" y="117"/>
                    </a:lnTo>
                    <a:lnTo>
                      <a:pt x="218" y="117"/>
                    </a:lnTo>
                    <a:lnTo>
                      <a:pt x="12" y="32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2" name="Freeform 33"/>
              <p:cNvSpPr>
                <a:spLocks noEditPoints="1"/>
              </p:cNvSpPr>
              <p:nvPr/>
            </p:nvSpPr>
            <p:spPr bwMode="auto">
              <a:xfrm>
                <a:off x="11364912" y="474663"/>
                <a:ext cx="157163" cy="152400"/>
              </a:xfrm>
              <a:custGeom>
                <a:avLst/>
                <a:gdLst/>
                <a:ahLst/>
                <a:cxnLst/>
                <a:rect l="0" t="0" r="r" b="b"/>
                <a:pathLst>
                  <a:path w="33" h="32">
                    <a:moveTo>
                      <a:pt x="17" y="32"/>
                    </a:moveTo>
                    <a:cubicBezTo>
                      <a:pt x="13" y="32"/>
                      <a:pt x="9" y="30"/>
                      <a:pt x="6" y="27"/>
                    </a:cubicBezTo>
                    <a:cubicBezTo>
                      <a:pt x="0" y="21"/>
                      <a:pt x="0" y="11"/>
                      <a:pt x="6" y="5"/>
                    </a:cubicBezTo>
                    <a:cubicBezTo>
                      <a:pt x="9" y="2"/>
                      <a:pt x="13" y="0"/>
                      <a:pt x="17" y="0"/>
                    </a:cubicBezTo>
                    <a:cubicBezTo>
                      <a:pt x="21" y="0"/>
                      <a:pt x="25" y="2"/>
                      <a:pt x="28" y="5"/>
                    </a:cubicBezTo>
                    <a:cubicBezTo>
                      <a:pt x="31" y="8"/>
                      <a:pt x="33" y="12"/>
                      <a:pt x="33" y="16"/>
                    </a:cubicBezTo>
                    <a:cubicBezTo>
                      <a:pt x="33" y="20"/>
                      <a:pt x="31" y="24"/>
                      <a:pt x="28" y="27"/>
                    </a:cubicBezTo>
                    <a:cubicBezTo>
                      <a:pt x="25" y="30"/>
                      <a:pt x="21" y="32"/>
                      <a:pt x="17" y="32"/>
                    </a:cubicBezTo>
                    <a:close/>
                    <a:moveTo>
                      <a:pt x="17" y="4"/>
                    </a:moveTo>
                    <a:cubicBezTo>
                      <a:pt x="14" y="4"/>
                      <a:pt x="11" y="6"/>
                      <a:pt x="9" y="8"/>
                    </a:cubicBezTo>
                    <a:cubicBezTo>
                      <a:pt x="4" y="12"/>
                      <a:pt x="4" y="20"/>
                      <a:pt x="9" y="24"/>
                    </a:cubicBezTo>
                    <a:cubicBezTo>
                      <a:pt x="11" y="27"/>
                      <a:pt x="14" y="28"/>
                      <a:pt x="17" y="28"/>
                    </a:cubicBezTo>
                    <a:cubicBezTo>
                      <a:pt x="20" y="28"/>
                      <a:pt x="23" y="27"/>
                      <a:pt x="26" y="24"/>
                    </a:cubicBezTo>
                    <a:cubicBezTo>
                      <a:pt x="30" y="20"/>
                      <a:pt x="30" y="12"/>
                      <a:pt x="26" y="8"/>
                    </a:cubicBezTo>
                    <a:cubicBezTo>
                      <a:pt x="23" y="6"/>
                      <a:pt x="20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3" name="Freeform 34"/>
              <p:cNvSpPr>
                <a:spLocks noEditPoints="1"/>
              </p:cNvSpPr>
              <p:nvPr/>
            </p:nvSpPr>
            <p:spPr bwMode="auto">
              <a:xfrm>
                <a:off x="11631612" y="1539875"/>
                <a:ext cx="188913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4" name="Freeform 35"/>
              <p:cNvSpPr/>
              <p:nvPr/>
            </p:nvSpPr>
            <p:spPr bwMode="auto">
              <a:xfrm>
                <a:off x="11531600" y="5694363"/>
                <a:ext cx="298450" cy="1154113"/>
              </a:xfrm>
              <a:custGeom>
                <a:avLst/>
                <a:gdLst/>
                <a:ahLst/>
                <a:cxnLst/>
                <a:rect l="0" t="0" r="r" b="b"/>
                <a:pathLst>
                  <a:path w="188" h="727">
                    <a:moveTo>
                      <a:pt x="15" y="727"/>
                    </a:moveTo>
                    <a:lnTo>
                      <a:pt x="0" y="727"/>
                    </a:lnTo>
                    <a:lnTo>
                      <a:pt x="0" y="407"/>
                    </a:lnTo>
                    <a:lnTo>
                      <a:pt x="0" y="407"/>
                    </a:lnTo>
                    <a:lnTo>
                      <a:pt x="176" y="0"/>
                    </a:lnTo>
                    <a:lnTo>
                      <a:pt x="188" y="6"/>
                    </a:lnTo>
                    <a:lnTo>
                      <a:pt x="15" y="410"/>
                    </a:lnTo>
                    <a:lnTo>
                      <a:pt x="15" y="727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5" name="Freeform 36"/>
              <p:cNvSpPr>
                <a:spLocks noEditPoints="1"/>
              </p:cNvSpPr>
              <p:nvPr/>
            </p:nvSpPr>
            <p:spPr bwMode="auto">
              <a:xfrm>
                <a:off x="11772900" y="5551488"/>
                <a:ext cx="157163" cy="155575"/>
              </a:xfrm>
              <a:custGeom>
                <a:avLst/>
                <a:gdLst/>
                <a:ahLst/>
                <a:cxnLst/>
                <a:rect l="0" t="0" r="r" b="b"/>
                <a:pathLst>
                  <a:path w="33" h="33">
                    <a:moveTo>
                      <a:pt x="17" y="33"/>
                    </a:moveTo>
                    <a:cubicBezTo>
                      <a:pt x="8" y="33"/>
                      <a:pt x="0" y="25"/>
                      <a:pt x="0" y="16"/>
                    </a:cubicBezTo>
                    <a:cubicBezTo>
                      <a:pt x="0" y="7"/>
                      <a:pt x="8" y="0"/>
                      <a:pt x="17" y="0"/>
                    </a:cubicBezTo>
                    <a:cubicBezTo>
                      <a:pt x="26" y="0"/>
                      <a:pt x="33" y="7"/>
                      <a:pt x="33" y="16"/>
                    </a:cubicBezTo>
                    <a:cubicBezTo>
                      <a:pt x="33" y="25"/>
                      <a:pt x="26" y="33"/>
                      <a:pt x="17" y="33"/>
                    </a:cubicBezTo>
                    <a:close/>
                    <a:moveTo>
                      <a:pt x="17" y="4"/>
                    </a:moveTo>
                    <a:cubicBezTo>
                      <a:pt x="10" y="4"/>
                      <a:pt x="4" y="9"/>
                      <a:pt x="4" y="16"/>
                    </a:cubicBezTo>
                    <a:cubicBezTo>
                      <a:pt x="4" y="23"/>
                      <a:pt x="10" y="29"/>
                      <a:pt x="17" y="29"/>
                    </a:cubicBezTo>
                    <a:cubicBezTo>
                      <a:pt x="23" y="29"/>
                      <a:pt x="29" y="23"/>
                      <a:pt x="29" y="16"/>
                    </a:cubicBezTo>
                    <a:cubicBezTo>
                      <a:pt x="29" y="9"/>
                      <a:pt x="23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6" name="Freeform 37"/>
              <p:cNvSpPr/>
              <p:nvPr/>
            </p:nvSpPr>
            <p:spPr bwMode="auto">
              <a:xfrm>
                <a:off x="11710987" y="4763"/>
                <a:ext cx="304800" cy="1544638"/>
              </a:xfrm>
              <a:custGeom>
                <a:avLst/>
                <a:gdLst/>
                <a:ahLst/>
                <a:cxnLst/>
                <a:rect l="0" t="0" r="r" b="b"/>
                <a:pathLst>
                  <a:path w="192" h="973">
                    <a:moveTo>
                      <a:pt x="15" y="973"/>
                    </a:moveTo>
                    <a:lnTo>
                      <a:pt x="0" y="973"/>
                    </a:lnTo>
                    <a:lnTo>
                      <a:pt x="0" y="790"/>
                    </a:lnTo>
                    <a:lnTo>
                      <a:pt x="174" y="614"/>
                    </a:lnTo>
                    <a:lnTo>
                      <a:pt x="174" y="0"/>
                    </a:lnTo>
                    <a:lnTo>
                      <a:pt x="192" y="0"/>
                    </a:lnTo>
                    <a:lnTo>
                      <a:pt x="192" y="620"/>
                    </a:lnTo>
                    <a:lnTo>
                      <a:pt x="15" y="796"/>
                    </a:lnTo>
                    <a:lnTo>
                      <a:pt x="15" y="97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7" name="Freeform 38"/>
              <p:cNvSpPr>
                <a:spLocks noEditPoints="1"/>
              </p:cNvSpPr>
              <p:nvPr/>
            </p:nvSpPr>
            <p:spPr bwMode="auto">
              <a:xfrm>
                <a:off x="11636375" y="4867275"/>
                <a:ext cx="188913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8" name="Freeform 39"/>
              <p:cNvSpPr/>
              <p:nvPr/>
            </p:nvSpPr>
            <p:spPr bwMode="auto">
              <a:xfrm>
                <a:off x="11441112" y="5046663"/>
                <a:ext cx="307975" cy="1801813"/>
              </a:xfrm>
              <a:custGeom>
                <a:avLst/>
                <a:gdLst/>
                <a:ahLst/>
                <a:cxnLst/>
                <a:rect l="0" t="0" r="r" b="b"/>
                <a:pathLst>
                  <a:path w="194" h="1135">
                    <a:moveTo>
                      <a:pt x="18" y="1135"/>
                    </a:moveTo>
                    <a:lnTo>
                      <a:pt x="0" y="1135"/>
                    </a:lnTo>
                    <a:lnTo>
                      <a:pt x="0" y="354"/>
                    </a:lnTo>
                    <a:lnTo>
                      <a:pt x="176" y="177"/>
                    </a:lnTo>
                    <a:lnTo>
                      <a:pt x="176" y="0"/>
                    </a:lnTo>
                    <a:lnTo>
                      <a:pt x="194" y="0"/>
                    </a:lnTo>
                    <a:lnTo>
                      <a:pt x="194" y="183"/>
                    </a:lnTo>
                    <a:lnTo>
                      <a:pt x="18" y="360"/>
                    </a:lnTo>
                    <a:lnTo>
                      <a:pt x="18" y="113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9" name="Freeform 40"/>
              <p:cNvSpPr>
                <a:spLocks noEditPoints="1"/>
              </p:cNvSpPr>
              <p:nvPr/>
            </p:nvSpPr>
            <p:spPr bwMode="auto">
              <a:xfrm>
                <a:off x="11849100" y="6416675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0" name="Rectangle 41"/>
              <p:cNvSpPr>
                <a:spLocks noChangeArrowheads="1"/>
              </p:cNvSpPr>
              <p:nvPr/>
            </p:nvSpPr>
            <p:spPr bwMode="auto">
              <a:xfrm>
                <a:off x="11939587" y="6596063"/>
                <a:ext cx="23813" cy="252413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sp>
        </p:grp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141413" y="618518"/>
            <a:ext cx="9905998" cy="147857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2" y="2249487"/>
            <a:ext cx="9905999" cy="354171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456921" y="5883276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8A87A34-81AB-432B-8DAE-1953F412C126}" type="datetimeFigureOut">
              <a:rPr lang="en-US" dirty="0"/>
              <a:pPr/>
              <a:t>9/6/2023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141411" y="5883275"/>
            <a:ext cx="623930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 cap="all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276321" y="5883274"/>
            <a:ext cx="77108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D22F896-40B5-4ADD-8801-0D06FADFA095}" type="slidenum">
              <a:rPr lang="en-US" dirty="0"/>
              <a:pPr/>
              <a:t>‹nº›</a:t>
            </a:fld>
            <a:endParaRPr lang="en-US" dirty="0"/>
          </a:p>
        </p:txBody>
      </p:sp>
    </p:spTree>
  </p:cSld>
  <p:clrMap bg1="dk1" tx1="lt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60" r:id="rId10"/>
    <p:sldLayoutId id="2147483661" r:id="rId11"/>
    <p:sldLayoutId id="2147483666" r:id="rId12"/>
    <p:sldLayoutId id="2147483663" r:id="rId13"/>
    <p:sldLayoutId id="2147483667" r:id="rId14"/>
    <p:sldLayoutId id="2147483668" r:id="rId15"/>
    <p:sldLayoutId id="2147483658" r:id="rId16"/>
    <p:sldLayoutId id="2147483659" r:id="rId17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kern="1200" cap="all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SzPct val="125000"/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6" Type="http://schemas.openxmlformats.org/officeDocument/2006/relationships/image" Target="../media/image15.png"/><Relationship Id="rId21" Type="http://schemas.openxmlformats.org/officeDocument/2006/relationships/customXml" Target="../ink/ink10.xml"/><Relationship Id="rId42" Type="http://schemas.openxmlformats.org/officeDocument/2006/relationships/image" Target="../media/image23.png"/><Relationship Id="rId47" Type="http://schemas.openxmlformats.org/officeDocument/2006/relationships/customXml" Target="../ink/ink23.xml"/><Relationship Id="rId63" Type="http://schemas.openxmlformats.org/officeDocument/2006/relationships/customXml" Target="../ink/ink31.xml"/><Relationship Id="rId68" Type="http://schemas.openxmlformats.org/officeDocument/2006/relationships/image" Target="../media/image36.png"/><Relationship Id="rId84" Type="http://schemas.openxmlformats.org/officeDocument/2006/relationships/image" Target="../media/image44.png"/><Relationship Id="rId89" Type="http://schemas.openxmlformats.org/officeDocument/2006/relationships/customXml" Target="../ink/ink44.xml"/><Relationship Id="rId16" Type="http://schemas.openxmlformats.org/officeDocument/2006/relationships/image" Target="../media/image10.png"/><Relationship Id="rId11" Type="http://schemas.openxmlformats.org/officeDocument/2006/relationships/customXml" Target="../ink/ink5.xml"/><Relationship Id="rId32" Type="http://schemas.openxmlformats.org/officeDocument/2006/relationships/image" Target="../media/image18.png"/><Relationship Id="rId37" Type="http://schemas.openxmlformats.org/officeDocument/2006/relationships/customXml" Target="../ink/ink18.xml"/><Relationship Id="rId53" Type="http://schemas.openxmlformats.org/officeDocument/2006/relationships/customXml" Target="../ink/ink26.xml"/><Relationship Id="rId58" Type="http://schemas.openxmlformats.org/officeDocument/2006/relationships/image" Target="../media/image31.png"/><Relationship Id="rId74" Type="http://schemas.openxmlformats.org/officeDocument/2006/relationships/image" Target="../media/image39.png"/><Relationship Id="rId79" Type="http://schemas.openxmlformats.org/officeDocument/2006/relationships/customXml" Target="../ink/ink39.xml"/><Relationship Id="rId102" Type="http://schemas.openxmlformats.org/officeDocument/2006/relationships/image" Target="../media/image53.png"/><Relationship Id="rId5" Type="http://schemas.openxmlformats.org/officeDocument/2006/relationships/customXml" Target="../ink/ink2.xml"/><Relationship Id="rId90" Type="http://schemas.openxmlformats.org/officeDocument/2006/relationships/image" Target="../media/image47.png"/><Relationship Id="rId95" Type="http://schemas.openxmlformats.org/officeDocument/2006/relationships/customXml" Target="../ink/ink47.xml"/><Relationship Id="rId22" Type="http://schemas.openxmlformats.org/officeDocument/2006/relationships/image" Target="../media/image13.png"/><Relationship Id="rId27" Type="http://schemas.openxmlformats.org/officeDocument/2006/relationships/customXml" Target="../ink/ink13.xml"/><Relationship Id="rId43" Type="http://schemas.openxmlformats.org/officeDocument/2006/relationships/customXml" Target="../ink/ink21.xml"/><Relationship Id="rId48" Type="http://schemas.openxmlformats.org/officeDocument/2006/relationships/image" Target="../media/image26.png"/><Relationship Id="rId64" Type="http://schemas.openxmlformats.org/officeDocument/2006/relationships/image" Target="../media/image34.png"/><Relationship Id="rId69" Type="http://schemas.openxmlformats.org/officeDocument/2006/relationships/customXml" Target="../ink/ink34.xml"/><Relationship Id="rId80" Type="http://schemas.openxmlformats.org/officeDocument/2006/relationships/image" Target="../media/image42.png"/><Relationship Id="rId85" Type="http://schemas.openxmlformats.org/officeDocument/2006/relationships/customXml" Target="../ink/ink42.xml"/><Relationship Id="rId12" Type="http://schemas.openxmlformats.org/officeDocument/2006/relationships/image" Target="../media/image8.png"/><Relationship Id="rId17" Type="http://schemas.openxmlformats.org/officeDocument/2006/relationships/customXml" Target="../ink/ink8.xml"/><Relationship Id="rId25" Type="http://schemas.openxmlformats.org/officeDocument/2006/relationships/customXml" Target="../ink/ink12.xml"/><Relationship Id="rId33" Type="http://schemas.openxmlformats.org/officeDocument/2006/relationships/customXml" Target="../ink/ink16.xml"/><Relationship Id="rId38" Type="http://schemas.openxmlformats.org/officeDocument/2006/relationships/image" Target="../media/image21.png"/><Relationship Id="rId46" Type="http://schemas.openxmlformats.org/officeDocument/2006/relationships/image" Target="../media/image25.png"/><Relationship Id="rId59" Type="http://schemas.openxmlformats.org/officeDocument/2006/relationships/customXml" Target="../ink/ink29.xml"/><Relationship Id="rId67" Type="http://schemas.openxmlformats.org/officeDocument/2006/relationships/customXml" Target="../ink/ink33.xml"/><Relationship Id="rId20" Type="http://schemas.openxmlformats.org/officeDocument/2006/relationships/image" Target="../media/image12.png"/><Relationship Id="rId41" Type="http://schemas.openxmlformats.org/officeDocument/2006/relationships/customXml" Target="../ink/ink20.xml"/><Relationship Id="rId54" Type="http://schemas.openxmlformats.org/officeDocument/2006/relationships/image" Target="../media/image29.png"/><Relationship Id="rId62" Type="http://schemas.openxmlformats.org/officeDocument/2006/relationships/image" Target="../media/image33.png"/><Relationship Id="rId70" Type="http://schemas.openxmlformats.org/officeDocument/2006/relationships/image" Target="../media/image37.png"/><Relationship Id="rId75" Type="http://schemas.openxmlformats.org/officeDocument/2006/relationships/customXml" Target="../ink/ink37.xml"/><Relationship Id="rId83" Type="http://schemas.openxmlformats.org/officeDocument/2006/relationships/customXml" Target="../ink/ink41.xml"/><Relationship Id="rId88" Type="http://schemas.openxmlformats.org/officeDocument/2006/relationships/image" Target="../media/image46.png"/><Relationship Id="rId91" Type="http://schemas.openxmlformats.org/officeDocument/2006/relationships/customXml" Target="../ink/ink45.xml"/><Relationship Id="rId96" Type="http://schemas.openxmlformats.org/officeDocument/2006/relationships/image" Target="../media/image50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15" Type="http://schemas.openxmlformats.org/officeDocument/2006/relationships/customXml" Target="../ink/ink7.xml"/><Relationship Id="rId23" Type="http://schemas.openxmlformats.org/officeDocument/2006/relationships/customXml" Target="../ink/ink11.xml"/><Relationship Id="rId28" Type="http://schemas.openxmlformats.org/officeDocument/2006/relationships/image" Target="../media/image16.png"/><Relationship Id="rId36" Type="http://schemas.openxmlformats.org/officeDocument/2006/relationships/image" Target="../media/image20.png"/><Relationship Id="rId49" Type="http://schemas.openxmlformats.org/officeDocument/2006/relationships/customXml" Target="../ink/ink24.xml"/><Relationship Id="rId57" Type="http://schemas.openxmlformats.org/officeDocument/2006/relationships/customXml" Target="../ink/ink28.xml"/><Relationship Id="rId10" Type="http://schemas.openxmlformats.org/officeDocument/2006/relationships/image" Target="../media/image7.png"/><Relationship Id="rId31" Type="http://schemas.openxmlformats.org/officeDocument/2006/relationships/customXml" Target="../ink/ink15.xml"/><Relationship Id="rId44" Type="http://schemas.openxmlformats.org/officeDocument/2006/relationships/image" Target="../media/image24.png"/><Relationship Id="rId52" Type="http://schemas.openxmlformats.org/officeDocument/2006/relationships/image" Target="../media/image28.png"/><Relationship Id="rId60" Type="http://schemas.openxmlformats.org/officeDocument/2006/relationships/image" Target="../media/image32.png"/><Relationship Id="rId65" Type="http://schemas.openxmlformats.org/officeDocument/2006/relationships/customXml" Target="../ink/ink32.xml"/><Relationship Id="rId73" Type="http://schemas.openxmlformats.org/officeDocument/2006/relationships/customXml" Target="../ink/ink36.xml"/><Relationship Id="rId78" Type="http://schemas.openxmlformats.org/officeDocument/2006/relationships/image" Target="../media/image41.png"/><Relationship Id="rId81" Type="http://schemas.openxmlformats.org/officeDocument/2006/relationships/customXml" Target="../ink/ink40.xml"/><Relationship Id="rId86" Type="http://schemas.openxmlformats.org/officeDocument/2006/relationships/image" Target="../media/image45.png"/><Relationship Id="rId94" Type="http://schemas.openxmlformats.org/officeDocument/2006/relationships/image" Target="../media/image49.png"/><Relationship Id="rId99" Type="http://schemas.openxmlformats.org/officeDocument/2006/relationships/customXml" Target="../ink/ink49.xml"/><Relationship Id="rId101" Type="http://schemas.openxmlformats.org/officeDocument/2006/relationships/customXml" Target="../ink/ink50.xml"/><Relationship Id="rId4" Type="http://schemas.openxmlformats.org/officeDocument/2006/relationships/image" Target="../media/image4.png"/><Relationship Id="rId9" Type="http://schemas.openxmlformats.org/officeDocument/2006/relationships/customXml" Target="../ink/ink4.xml"/><Relationship Id="rId13" Type="http://schemas.openxmlformats.org/officeDocument/2006/relationships/customXml" Target="../ink/ink6.xml"/><Relationship Id="rId18" Type="http://schemas.openxmlformats.org/officeDocument/2006/relationships/image" Target="../media/image11.png"/><Relationship Id="rId39" Type="http://schemas.openxmlformats.org/officeDocument/2006/relationships/customXml" Target="../ink/ink19.xml"/><Relationship Id="rId34" Type="http://schemas.openxmlformats.org/officeDocument/2006/relationships/image" Target="../media/image19.png"/><Relationship Id="rId50" Type="http://schemas.openxmlformats.org/officeDocument/2006/relationships/image" Target="../media/image27.png"/><Relationship Id="rId55" Type="http://schemas.openxmlformats.org/officeDocument/2006/relationships/customXml" Target="../ink/ink27.xml"/><Relationship Id="rId76" Type="http://schemas.openxmlformats.org/officeDocument/2006/relationships/image" Target="../media/image40.png"/><Relationship Id="rId97" Type="http://schemas.openxmlformats.org/officeDocument/2006/relationships/customXml" Target="../ink/ink48.xml"/><Relationship Id="rId7" Type="http://schemas.openxmlformats.org/officeDocument/2006/relationships/customXml" Target="../ink/ink3.xml"/><Relationship Id="rId71" Type="http://schemas.openxmlformats.org/officeDocument/2006/relationships/customXml" Target="../ink/ink35.xml"/><Relationship Id="rId92" Type="http://schemas.openxmlformats.org/officeDocument/2006/relationships/image" Target="../media/image48.png"/><Relationship Id="rId2" Type="http://schemas.openxmlformats.org/officeDocument/2006/relationships/image" Target="../media/image3.png"/><Relationship Id="rId29" Type="http://schemas.openxmlformats.org/officeDocument/2006/relationships/customXml" Target="../ink/ink14.xml"/><Relationship Id="rId24" Type="http://schemas.openxmlformats.org/officeDocument/2006/relationships/image" Target="../media/image14.png"/><Relationship Id="rId40" Type="http://schemas.openxmlformats.org/officeDocument/2006/relationships/image" Target="../media/image22.png"/><Relationship Id="rId45" Type="http://schemas.openxmlformats.org/officeDocument/2006/relationships/customXml" Target="../ink/ink22.xml"/><Relationship Id="rId66" Type="http://schemas.openxmlformats.org/officeDocument/2006/relationships/image" Target="../media/image35.png"/><Relationship Id="rId87" Type="http://schemas.openxmlformats.org/officeDocument/2006/relationships/customXml" Target="../ink/ink43.xml"/><Relationship Id="rId61" Type="http://schemas.openxmlformats.org/officeDocument/2006/relationships/customXml" Target="../ink/ink30.xml"/><Relationship Id="rId82" Type="http://schemas.openxmlformats.org/officeDocument/2006/relationships/image" Target="../media/image43.png"/><Relationship Id="rId19" Type="http://schemas.openxmlformats.org/officeDocument/2006/relationships/customXml" Target="../ink/ink9.xml"/><Relationship Id="rId14" Type="http://schemas.openxmlformats.org/officeDocument/2006/relationships/image" Target="../media/image9.png"/><Relationship Id="rId30" Type="http://schemas.openxmlformats.org/officeDocument/2006/relationships/image" Target="../media/image17.png"/><Relationship Id="rId35" Type="http://schemas.openxmlformats.org/officeDocument/2006/relationships/customXml" Target="../ink/ink17.xml"/><Relationship Id="rId56" Type="http://schemas.openxmlformats.org/officeDocument/2006/relationships/image" Target="../media/image30.png"/><Relationship Id="rId77" Type="http://schemas.openxmlformats.org/officeDocument/2006/relationships/customXml" Target="../ink/ink38.xml"/><Relationship Id="rId100" Type="http://schemas.openxmlformats.org/officeDocument/2006/relationships/image" Target="../media/image52.png"/><Relationship Id="rId8" Type="http://schemas.openxmlformats.org/officeDocument/2006/relationships/image" Target="../media/image6.png"/><Relationship Id="rId51" Type="http://schemas.openxmlformats.org/officeDocument/2006/relationships/customXml" Target="../ink/ink25.xml"/><Relationship Id="rId72" Type="http://schemas.openxmlformats.org/officeDocument/2006/relationships/image" Target="../media/image38.png"/><Relationship Id="rId93" Type="http://schemas.openxmlformats.org/officeDocument/2006/relationships/customXml" Target="../ink/ink46.xml"/><Relationship Id="rId98" Type="http://schemas.openxmlformats.org/officeDocument/2006/relationships/image" Target="../media/image51.png"/><Relationship Id="rId3" Type="http://schemas.openxmlformats.org/officeDocument/2006/relationships/customXml" Target="../ink/ink1.xml"/></Relationships>
</file>

<file path=ppt/slides/_rels/slide3.xml.rels><?xml version="1.0" encoding="UTF-8" standalone="yes"?>
<Relationships xmlns="http://schemas.openxmlformats.org/package/2006/relationships"><Relationship Id="rId26" Type="http://schemas.openxmlformats.org/officeDocument/2006/relationships/image" Target="../media/image66.png"/><Relationship Id="rId21" Type="http://schemas.openxmlformats.org/officeDocument/2006/relationships/customXml" Target="../ink/ink60.xml"/><Relationship Id="rId42" Type="http://schemas.openxmlformats.org/officeDocument/2006/relationships/image" Target="../media/image74.png"/><Relationship Id="rId47" Type="http://schemas.openxmlformats.org/officeDocument/2006/relationships/customXml" Target="../ink/ink73.xml"/><Relationship Id="rId63" Type="http://schemas.openxmlformats.org/officeDocument/2006/relationships/customXml" Target="../ink/ink81.xml"/><Relationship Id="rId68" Type="http://schemas.openxmlformats.org/officeDocument/2006/relationships/image" Target="../media/image87.png"/><Relationship Id="rId7" Type="http://schemas.openxmlformats.org/officeDocument/2006/relationships/customXml" Target="../ink/ink53.xml"/><Relationship Id="rId2" Type="http://schemas.openxmlformats.org/officeDocument/2006/relationships/image" Target="../media/image54.png"/><Relationship Id="rId16" Type="http://schemas.openxmlformats.org/officeDocument/2006/relationships/image" Target="../media/image61.png"/><Relationship Id="rId29" Type="http://schemas.openxmlformats.org/officeDocument/2006/relationships/customXml" Target="../ink/ink64.xml"/><Relationship Id="rId11" Type="http://schemas.openxmlformats.org/officeDocument/2006/relationships/customXml" Target="../ink/ink55.xml"/><Relationship Id="rId24" Type="http://schemas.openxmlformats.org/officeDocument/2006/relationships/image" Target="../media/image65.png"/><Relationship Id="rId32" Type="http://schemas.openxmlformats.org/officeDocument/2006/relationships/image" Target="../media/image69.png"/><Relationship Id="rId37" Type="http://schemas.openxmlformats.org/officeDocument/2006/relationships/customXml" Target="../ink/ink68.xml"/><Relationship Id="rId40" Type="http://schemas.openxmlformats.org/officeDocument/2006/relationships/image" Target="../media/image73.png"/><Relationship Id="rId45" Type="http://schemas.openxmlformats.org/officeDocument/2006/relationships/customXml" Target="../ink/ink72.xml"/><Relationship Id="rId53" Type="http://schemas.openxmlformats.org/officeDocument/2006/relationships/customXml" Target="../ink/ink76.xml"/><Relationship Id="rId58" Type="http://schemas.openxmlformats.org/officeDocument/2006/relationships/image" Target="../media/image82.png"/><Relationship Id="rId66" Type="http://schemas.openxmlformats.org/officeDocument/2006/relationships/image" Target="../media/image86.png"/><Relationship Id="rId5" Type="http://schemas.openxmlformats.org/officeDocument/2006/relationships/customXml" Target="../ink/ink52.xml"/><Relationship Id="rId61" Type="http://schemas.openxmlformats.org/officeDocument/2006/relationships/customXml" Target="../ink/ink80.xml"/><Relationship Id="rId19" Type="http://schemas.openxmlformats.org/officeDocument/2006/relationships/customXml" Target="../ink/ink59.xml"/><Relationship Id="rId14" Type="http://schemas.openxmlformats.org/officeDocument/2006/relationships/image" Target="../media/image60.png"/><Relationship Id="rId22" Type="http://schemas.openxmlformats.org/officeDocument/2006/relationships/image" Target="../media/image64.png"/><Relationship Id="rId27" Type="http://schemas.openxmlformats.org/officeDocument/2006/relationships/customXml" Target="../ink/ink63.xml"/><Relationship Id="rId30" Type="http://schemas.openxmlformats.org/officeDocument/2006/relationships/image" Target="../media/image68.png"/><Relationship Id="rId35" Type="http://schemas.openxmlformats.org/officeDocument/2006/relationships/customXml" Target="../ink/ink67.xml"/><Relationship Id="rId43" Type="http://schemas.openxmlformats.org/officeDocument/2006/relationships/customXml" Target="../ink/ink71.xml"/><Relationship Id="rId48" Type="http://schemas.openxmlformats.org/officeDocument/2006/relationships/image" Target="../media/image77.png"/><Relationship Id="rId56" Type="http://schemas.openxmlformats.org/officeDocument/2006/relationships/image" Target="../media/image81.png"/><Relationship Id="rId64" Type="http://schemas.openxmlformats.org/officeDocument/2006/relationships/image" Target="../media/image85.png"/><Relationship Id="rId69" Type="http://schemas.openxmlformats.org/officeDocument/2006/relationships/customXml" Target="../ink/ink84.xml"/><Relationship Id="rId8" Type="http://schemas.openxmlformats.org/officeDocument/2006/relationships/image" Target="../media/image57.png"/><Relationship Id="rId51" Type="http://schemas.openxmlformats.org/officeDocument/2006/relationships/customXml" Target="../ink/ink75.xml"/><Relationship Id="rId3" Type="http://schemas.openxmlformats.org/officeDocument/2006/relationships/customXml" Target="../ink/ink51.xml"/><Relationship Id="rId12" Type="http://schemas.openxmlformats.org/officeDocument/2006/relationships/image" Target="../media/image59.png"/><Relationship Id="rId17" Type="http://schemas.openxmlformats.org/officeDocument/2006/relationships/customXml" Target="../ink/ink58.xml"/><Relationship Id="rId25" Type="http://schemas.openxmlformats.org/officeDocument/2006/relationships/customXml" Target="../ink/ink62.xml"/><Relationship Id="rId33" Type="http://schemas.openxmlformats.org/officeDocument/2006/relationships/customXml" Target="../ink/ink66.xml"/><Relationship Id="rId38" Type="http://schemas.openxmlformats.org/officeDocument/2006/relationships/image" Target="../media/image72.png"/><Relationship Id="rId46" Type="http://schemas.openxmlformats.org/officeDocument/2006/relationships/image" Target="../media/image76.png"/><Relationship Id="rId59" Type="http://schemas.openxmlformats.org/officeDocument/2006/relationships/customXml" Target="../ink/ink79.xml"/><Relationship Id="rId67" Type="http://schemas.openxmlformats.org/officeDocument/2006/relationships/customXml" Target="../ink/ink83.xml"/><Relationship Id="rId20" Type="http://schemas.openxmlformats.org/officeDocument/2006/relationships/image" Target="../media/image63.png"/><Relationship Id="rId41" Type="http://schemas.openxmlformats.org/officeDocument/2006/relationships/customXml" Target="../ink/ink70.xml"/><Relationship Id="rId54" Type="http://schemas.openxmlformats.org/officeDocument/2006/relationships/image" Target="../media/image80.png"/><Relationship Id="rId62" Type="http://schemas.openxmlformats.org/officeDocument/2006/relationships/image" Target="../media/image84.png"/><Relationship Id="rId70" Type="http://schemas.openxmlformats.org/officeDocument/2006/relationships/image" Target="../media/image88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6.png"/><Relationship Id="rId15" Type="http://schemas.openxmlformats.org/officeDocument/2006/relationships/customXml" Target="../ink/ink57.xml"/><Relationship Id="rId23" Type="http://schemas.openxmlformats.org/officeDocument/2006/relationships/customXml" Target="../ink/ink61.xml"/><Relationship Id="rId28" Type="http://schemas.openxmlformats.org/officeDocument/2006/relationships/image" Target="../media/image67.png"/><Relationship Id="rId36" Type="http://schemas.openxmlformats.org/officeDocument/2006/relationships/image" Target="../media/image71.png"/><Relationship Id="rId49" Type="http://schemas.openxmlformats.org/officeDocument/2006/relationships/customXml" Target="../ink/ink74.xml"/><Relationship Id="rId57" Type="http://schemas.openxmlformats.org/officeDocument/2006/relationships/customXml" Target="../ink/ink78.xml"/><Relationship Id="rId10" Type="http://schemas.openxmlformats.org/officeDocument/2006/relationships/image" Target="../media/image58.png"/><Relationship Id="rId31" Type="http://schemas.openxmlformats.org/officeDocument/2006/relationships/customXml" Target="../ink/ink65.xml"/><Relationship Id="rId44" Type="http://schemas.openxmlformats.org/officeDocument/2006/relationships/image" Target="../media/image75.png"/><Relationship Id="rId52" Type="http://schemas.openxmlformats.org/officeDocument/2006/relationships/image" Target="../media/image79.png"/><Relationship Id="rId60" Type="http://schemas.openxmlformats.org/officeDocument/2006/relationships/image" Target="../media/image83.png"/><Relationship Id="rId65" Type="http://schemas.openxmlformats.org/officeDocument/2006/relationships/customXml" Target="../ink/ink82.xml"/><Relationship Id="rId4" Type="http://schemas.openxmlformats.org/officeDocument/2006/relationships/image" Target="../media/image55.png"/><Relationship Id="rId9" Type="http://schemas.openxmlformats.org/officeDocument/2006/relationships/customXml" Target="../ink/ink54.xml"/><Relationship Id="rId13" Type="http://schemas.openxmlformats.org/officeDocument/2006/relationships/customXml" Target="../ink/ink56.xml"/><Relationship Id="rId18" Type="http://schemas.openxmlformats.org/officeDocument/2006/relationships/image" Target="../media/image62.png"/><Relationship Id="rId39" Type="http://schemas.openxmlformats.org/officeDocument/2006/relationships/customXml" Target="../ink/ink69.xml"/><Relationship Id="rId34" Type="http://schemas.openxmlformats.org/officeDocument/2006/relationships/image" Target="../media/image70.png"/><Relationship Id="rId50" Type="http://schemas.openxmlformats.org/officeDocument/2006/relationships/image" Target="../media/image78.png"/><Relationship Id="rId55" Type="http://schemas.openxmlformats.org/officeDocument/2006/relationships/customXml" Target="../ink/ink77.xml"/></Relationships>
</file>

<file path=ppt/slides/_rels/slide4.xml.rels><?xml version="1.0" encoding="UTF-8" standalone="yes"?>
<Relationships xmlns="http://schemas.openxmlformats.org/package/2006/relationships"><Relationship Id="rId26" Type="http://schemas.openxmlformats.org/officeDocument/2006/relationships/image" Target="../media/image100.png"/><Relationship Id="rId117" Type="http://schemas.openxmlformats.org/officeDocument/2006/relationships/customXml" Target="../ink/ink142.xml"/><Relationship Id="rId21" Type="http://schemas.openxmlformats.org/officeDocument/2006/relationships/customXml" Target="../ink/ink94.xml"/><Relationship Id="rId42" Type="http://schemas.openxmlformats.org/officeDocument/2006/relationships/image" Target="../media/image108.png"/><Relationship Id="rId47" Type="http://schemas.openxmlformats.org/officeDocument/2006/relationships/customXml" Target="../ink/ink107.xml"/><Relationship Id="rId63" Type="http://schemas.openxmlformats.org/officeDocument/2006/relationships/customXml" Target="../ink/ink115.xml"/><Relationship Id="rId68" Type="http://schemas.openxmlformats.org/officeDocument/2006/relationships/image" Target="../media/image121.png"/><Relationship Id="rId84" Type="http://schemas.openxmlformats.org/officeDocument/2006/relationships/image" Target="../media/image129.png"/><Relationship Id="rId89" Type="http://schemas.openxmlformats.org/officeDocument/2006/relationships/customXml" Target="../ink/ink128.xml"/><Relationship Id="rId112" Type="http://schemas.openxmlformats.org/officeDocument/2006/relationships/image" Target="../media/image143.png"/><Relationship Id="rId16" Type="http://schemas.openxmlformats.org/officeDocument/2006/relationships/image" Target="../media/image95.png"/><Relationship Id="rId107" Type="http://schemas.openxmlformats.org/officeDocument/2006/relationships/customXml" Target="../ink/ink137.xml"/><Relationship Id="rId11" Type="http://schemas.openxmlformats.org/officeDocument/2006/relationships/customXml" Target="../ink/ink89.xml"/><Relationship Id="rId32" Type="http://schemas.openxmlformats.org/officeDocument/2006/relationships/image" Target="../media/image103.png"/><Relationship Id="rId37" Type="http://schemas.openxmlformats.org/officeDocument/2006/relationships/customXml" Target="../ink/ink102.xml"/><Relationship Id="rId53" Type="http://schemas.openxmlformats.org/officeDocument/2006/relationships/customXml" Target="../ink/ink110.xml"/><Relationship Id="rId58" Type="http://schemas.openxmlformats.org/officeDocument/2006/relationships/image" Target="../media/image116.png"/><Relationship Id="rId74" Type="http://schemas.openxmlformats.org/officeDocument/2006/relationships/image" Target="../media/image124.png"/><Relationship Id="rId79" Type="http://schemas.openxmlformats.org/officeDocument/2006/relationships/customXml" Target="../ink/ink123.xml"/><Relationship Id="rId102" Type="http://schemas.openxmlformats.org/officeDocument/2006/relationships/image" Target="../media/image138.png"/><Relationship Id="rId5" Type="http://schemas.openxmlformats.org/officeDocument/2006/relationships/customXml" Target="../ink/ink86.xml"/><Relationship Id="rId90" Type="http://schemas.openxmlformats.org/officeDocument/2006/relationships/image" Target="../media/image132.png"/><Relationship Id="rId95" Type="http://schemas.openxmlformats.org/officeDocument/2006/relationships/customXml" Target="../ink/ink131.xml"/><Relationship Id="rId22" Type="http://schemas.openxmlformats.org/officeDocument/2006/relationships/image" Target="../media/image98.png"/><Relationship Id="rId27" Type="http://schemas.openxmlformats.org/officeDocument/2006/relationships/customXml" Target="../ink/ink97.xml"/><Relationship Id="rId43" Type="http://schemas.openxmlformats.org/officeDocument/2006/relationships/customXml" Target="../ink/ink105.xml"/><Relationship Id="rId48" Type="http://schemas.openxmlformats.org/officeDocument/2006/relationships/image" Target="../media/image111.png"/><Relationship Id="rId64" Type="http://schemas.openxmlformats.org/officeDocument/2006/relationships/image" Target="../media/image119.png"/><Relationship Id="rId69" Type="http://schemas.openxmlformats.org/officeDocument/2006/relationships/customXml" Target="../ink/ink118.xml"/><Relationship Id="rId113" Type="http://schemas.openxmlformats.org/officeDocument/2006/relationships/customXml" Target="../ink/ink140.xml"/><Relationship Id="rId118" Type="http://schemas.openxmlformats.org/officeDocument/2006/relationships/image" Target="../media/image146.png"/><Relationship Id="rId80" Type="http://schemas.openxmlformats.org/officeDocument/2006/relationships/image" Target="../media/image127.png"/><Relationship Id="rId85" Type="http://schemas.openxmlformats.org/officeDocument/2006/relationships/customXml" Target="../ink/ink126.xml"/><Relationship Id="rId12" Type="http://schemas.openxmlformats.org/officeDocument/2006/relationships/image" Target="../media/image93.png"/><Relationship Id="rId17" Type="http://schemas.openxmlformats.org/officeDocument/2006/relationships/customXml" Target="../ink/ink92.xml"/><Relationship Id="rId33" Type="http://schemas.openxmlformats.org/officeDocument/2006/relationships/customXml" Target="../ink/ink100.xml"/><Relationship Id="rId38" Type="http://schemas.openxmlformats.org/officeDocument/2006/relationships/image" Target="../media/image106.png"/><Relationship Id="rId59" Type="http://schemas.openxmlformats.org/officeDocument/2006/relationships/customXml" Target="../ink/ink113.xml"/><Relationship Id="rId103" Type="http://schemas.openxmlformats.org/officeDocument/2006/relationships/customXml" Target="../ink/ink135.xml"/><Relationship Id="rId108" Type="http://schemas.openxmlformats.org/officeDocument/2006/relationships/image" Target="../media/image141.png"/><Relationship Id="rId54" Type="http://schemas.openxmlformats.org/officeDocument/2006/relationships/image" Target="../media/image114.png"/><Relationship Id="rId70" Type="http://schemas.openxmlformats.org/officeDocument/2006/relationships/image" Target="../media/image122.png"/><Relationship Id="rId75" Type="http://schemas.openxmlformats.org/officeDocument/2006/relationships/customXml" Target="../ink/ink121.xml"/><Relationship Id="rId91" Type="http://schemas.openxmlformats.org/officeDocument/2006/relationships/customXml" Target="../ink/ink129.xml"/><Relationship Id="rId96" Type="http://schemas.openxmlformats.org/officeDocument/2006/relationships/image" Target="../media/image135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90.png"/><Relationship Id="rId23" Type="http://schemas.openxmlformats.org/officeDocument/2006/relationships/customXml" Target="../ink/ink95.xml"/><Relationship Id="rId28" Type="http://schemas.openxmlformats.org/officeDocument/2006/relationships/image" Target="../media/image101.png"/><Relationship Id="rId49" Type="http://schemas.openxmlformats.org/officeDocument/2006/relationships/customXml" Target="../ink/ink108.xml"/><Relationship Id="rId114" Type="http://schemas.openxmlformats.org/officeDocument/2006/relationships/image" Target="../media/image144.png"/><Relationship Id="rId10" Type="http://schemas.openxmlformats.org/officeDocument/2006/relationships/image" Target="../media/image92.png"/><Relationship Id="rId31" Type="http://schemas.openxmlformats.org/officeDocument/2006/relationships/customXml" Target="../ink/ink99.xml"/><Relationship Id="rId44" Type="http://schemas.openxmlformats.org/officeDocument/2006/relationships/image" Target="../media/image109.png"/><Relationship Id="rId52" Type="http://schemas.openxmlformats.org/officeDocument/2006/relationships/image" Target="../media/image113.png"/><Relationship Id="rId60" Type="http://schemas.openxmlformats.org/officeDocument/2006/relationships/image" Target="../media/image117.png"/><Relationship Id="rId65" Type="http://schemas.openxmlformats.org/officeDocument/2006/relationships/customXml" Target="../ink/ink116.xml"/><Relationship Id="rId73" Type="http://schemas.openxmlformats.org/officeDocument/2006/relationships/customXml" Target="../ink/ink120.xml"/><Relationship Id="rId78" Type="http://schemas.openxmlformats.org/officeDocument/2006/relationships/image" Target="../media/image126.png"/><Relationship Id="rId81" Type="http://schemas.openxmlformats.org/officeDocument/2006/relationships/customXml" Target="../ink/ink124.xml"/><Relationship Id="rId86" Type="http://schemas.openxmlformats.org/officeDocument/2006/relationships/image" Target="../media/image130.png"/><Relationship Id="rId94" Type="http://schemas.openxmlformats.org/officeDocument/2006/relationships/image" Target="../media/image134.png"/><Relationship Id="rId99" Type="http://schemas.openxmlformats.org/officeDocument/2006/relationships/customXml" Target="../ink/ink133.xml"/><Relationship Id="rId101" Type="http://schemas.openxmlformats.org/officeDocument/2006/relationships/customXml" Target="../ink/ink134.xml"/><Relationship Id="rId4" Type="http://schemas.openxmlformats.org/officeDocument/2006/relationships/image" Target="../media/image89.png"/><Relationship Id="rId9" Type="http://schemas.openxmlformats.org/officeDocument/2006/relationships/customXml" Target="../ink/ink88.xml"/><Relationship Id="rId13" Type="http://schemas.openxmlformats.org/officeDocument/2006/relationships/customXml" Target="../ink/ink90.xml"/><Relationship Id="rId18" Type="http://schemas.openxmlformats.org/officeDocument/2006/relationships/image" Target="../media/image96.png"/><Relationship Id="rId39" Type="http://schemas.openxmlformats.org/officeDocument/2006/relationships/customXml" Target="../ink/ink103.xml"/><Relationship Id="rId109" Type="http://schemas.openxmlformats.org/officeDocument/2006/relationships/customXml" Target="../ink/ink138.xml"/><Relationship Id="rId34" Type="http://schemas.openxmlformats.org/officeDocument/2006/relationships/image" Target="../media/image104.png"/><Relationship Id="rId50" Type="http://schemas.openxmlformats.org/officeDocument/2006/relationships/image" Target="../media/image112.png"/><Relationship Id="rId55" Type="http://schemas.openxmlformats.org/officeDocument/2006/relationships/customXml" Target="../ink/ink111.xml"/><Relationship Id="rId76" Type="http://schemas.openxmlformats.org/officeDocument/2006/relationships/image" Target="../media/image125.png"/><Relationship Id="rId97" Type="http://schemas.openxmlformats.org/officeDocument/2006/relationships/customXml" Target="../ink/ink132.xml"/><Relationship Id="rId104" Type="http://schemas.openxmlformats.org/officeDocument/2006/relationships/image" Target="../media/image139.png"/><Relationship Id="rId7" Type="http://schemas.openxmlformats.org/officeDocument/2006/relationships/customXml" Target="../ink/ink87.xml"/><Relationship Id="rId71" Type="http://schemas.openxmlformats.org/officeDocument/2006/relationships/customXml" Target="../ink/ink119.xml"/><Relationship Id="rId92" Type="http://schemas.openxmlformats.org/officeDocument/2006/relationships/image" Target="../media/image133.png"/><Relationship Id="rId2" Type="http://schemas.openxmlformats.org/officeDocument/2006/relationships/image" Target="../media/image54.png"/><Relationship Id="rId29" Type="http://schemas.openxmlformats.org/officeDocument/2006/relationships/customXml" Target="../ink/ink98.xml"/><Relationship Id="rId24" Type="http://schemas.openxmlformats.org/officeDocument/2006/relationships/image" Target="../media/image99.png"/><Relationship Id="rId40" Type="http://schemas.openxmlformats.org/officeDocument/2006/relationships/image" Target="../media/image107.png"/><Relationship Id="rId45" Type="http://schemas.openxmlformats.org/officeDocument/2006/relationships/customXml" Target="../ink/ink106.xml"/><Relationship Id="rId66" Type="http://schemas.openxmlformats.org/officeDocument/2006/relationships/image" Target="../media/image120.png"/><Relationship Id="rId87" Type="http://schemas.openxmlformats.org/officeDocument/2006/relationships/customXml" Target="../ink/ink127.xml"/><Relationship Id="rId110" Type="http://schemas.openxmlformats.org/officeDocument/2006/relationships/image" Target="../media/image142.png"/><Relationship Id="rId115" Type="http://schemas.openxmlformats.org/officeDocument/2006/relationships/customXml" Target="../ink/ink141.xml"/><Relationship Id="rId61" Type="http://schemas.openxmlformats.org/officeDocument/2006/relationships/customXml" Target="../ink/ink114.xml"/><Relationship Id="rId82" Type="http://schemas.openxmlformats.org/officeDocument/2006/relationships/image" Target="../media/image128.png"/><Relationship Id="rId19" Type="http://schemas.openxmlformats.org/officeDocument/2006/relationships/customXml" Target="../ink/ink93.xml"/><Relationship Id="rId14" Type="http://schemas.openxmlformats.org/officeDocument/2006/relationships/image" Target="../media/image94.png"/><Relationship Id="rId30" Type="http://schemas.openxmlformats.org/officeDocument/2006/relationships/image" Target="../media/image102.png"/><Relationship Id="rId35" Type="http://schemas.openxmlformats.org/officeDocument/2006/relationships/customXml" Target="../ink/ink101.xml"/><Relationship Id="rId56" Type="http://schemas.openxmlformats.org/officeDocument/2006/relationships/image" Target="../media/image115.png"/><Relationship Id="rId77" Type="http://schemas.openxmlformats.org/officeDocument/2006/relationships/customXml" Target="../ink/ink122.xml"/><Relationship Id="rId100" Type="http://schemas.openxmlformats.org/officeDocument/2006/relationships/image" Target="../media/image137.png"/><Relationship Id="rId105" Type="http://schemas.openxmlformats.org/officeDocument/2006/relationships/customXml" Target="../ink/ink136.xml"/><Relationship Id="rId8" Type="http://schemas.openxmlformats.org/officeDocument/2006/relationships/image" Target="../media/image91.png"/><Relationship Id="rId51" Type="http://schemas.openxmlformats.org/officeDocument/2006/relationships/customXml" Target="../ink/ink109.xml"/><Relationship Id="rId72" Type="http://schemas.openxmlformats.org/officeDocument/2006/relationships/image" Target="../media/image123.png"/><Relationship Id="rId93" Type="http://schemas.openxmlformats.org/officeDocument/2006/relationships/customXml" Target="../ink/ink130.xml"/><Relationship Id="rId98" Type="http://schemas.openxmlformats.org/officeDocument/2006/relationships/image" Target="../media/image136.png"/><Relationship Id="rId3" Type="http://schemas.openxmlformats.org/officeDocument/2006/relationships/customXml" Target="../ink/ink85.xml"/><Relationship Id="rId25" Type="http://schemas.openxmlformats.org/officeDocument/2006/relationships/customXml" Target="../ink/ink96.xml"/><Relationship Id="rId46" Type="http://schemas.openxmlformats.org/officeDocument/2006/relationships/image" Target="../media/image110.png"/><Relationship Id="rId67" Type="http://schemas.openxmlformats.org/officeDocument/2006/relationships/customXml" Target="../ink/ink117.xml"/><Relationship Id="rId116" Type="http://schemas.openxmlformats.org/officeDocument/2006/relationships/image" Target="../media/image145.png"/><Relationship Id="rId20" Type="http://schemas.openxmlformats.org/officeDocument/2006/relationships/image" Target="../media/image97.png"/><Relationship Id="rId41" Type="http://schemas.openxmlformats.org/officeDocument/2006/relationships/customXml" Target="../ink/ink104.xml"/><Relationship Id="rId62" Type="http://schemas.openxmlformats.org/officeDocument/2006/relationships/image" Target="../media/image118.png"/><Relationship Id="rId83" Type="http://schemas.openxmlformats.org/officeDocument/2006/relationships/customXml" Target="../ink/ink125.xml"/><Relationship Id="rId88" Type="http://schemas.openxmlformats.org/officeDocument/2006/relationships/image" Target="../media/image131.png"/><Relationship Id="rId111" Type="http://schemas.openxmlformats.org/officeDocument/2006/relationships/customXml" Target="../ink/ink139.xml"/><Relationship Id="rId15" Type="http://schemas.openxmlformats.org/officeDocument/2006/relationships/customXml" Target="../ink/ink91.xml"/><Relationship Id="rId36" Type="http://schemas.openxmlformats.org/officeDocument/2006/relationships/image" Target="../media/image105.png"/><Relationship Id="rId57" Type="http://schemas.openxmlformats.org/officeDocument/2006/relationships/customXml" Target="../ink/ink112.xml"/><Relationship Id="rId106" Type="http://schemas.openxmlformats.org/officeDocument/2006/relationships/image" Target="../media/image140.png"/></Relationships>
</file>

<file path=ppt/slides/_rels/slide5.xml.rels><?xml version="1.0" encoding="UTF-8" standalone="yes"?>
<Relationships xmlns="http://schemas.openxmlformats.org/package/2006/relationships"><Relationship Id="rId26" Type="http://schemas.openxmlformats.org/officeDocument/2006/relationships/image" Target="../media/image158.png"/><Relationship Id="rId21" Type="http://schemas.openxmlformats.org/officeDocument/2006/relationships/customXml" Target="../ink/ink152.xml"/><Relationship Id="rId42" Type="http://schemas.openxmlformats.org/officeDocument/2006/relationships/image" Target="../media/image166.png"/><Relationship Id="rId47" Type="http://schemas.openxmlformats.org/officeDocument/2006/relationships/customXml" Target="../ink/ink165.xml"/><Relationship Id="rId63" Type="http://schemas.openxmlformats.org/officeDocument/2006/relationships/customXml" Target="../ink/ink173.xml"/><Relationship Id="rId68" Type="http://schemas.openxmlformats.org/officeDocument/2006/relationships/image" Target="../media/image179.png"/><Relationship Id="rId7" Type="http://schemas.openxmlformats.org/officeDocument/2006/relationships/customXml" Target="../ink/ink145.xml"/><Relationship Id="rId71" Type="http://schemas.openxmlformats.org/officeDocument/2006/relationships/customXml" Target="../ink/ink177.xml"/><Relationship Id="rId2" Type="http://schemas.openxmlformats.org/officeDocument/2006/relationships/image" Target="../media/image54.png"/><Relationship Id="rId16" Type="http://schemas.openxmlformats.org/officeDocument/2006/relationships/image" Target="../media/image153.png"/><Relationship Id="rId29" Type="http://schemas.openxmlformats.org/officeDocument/2006/relationships/customXml" Target="../ink/ink156.xml"/><Relationship Id="rId11" Type="http://schemas.openxmlformats.org/officeDocument/2006/relationships/customXml" Target="../ink/ink147.xml"/><Relationship Id="rId24" Type="http://schemas.openxmlformats.org/officeDocument/2006/relationships/image" Target="../media/image157.png"/><Relationship Id="rId32" Type="http://schemas.openxmlformats.org/officeDocument/2006/relationships/image" Target="../media/image161.png"/><Relationship Id="rId37" Type="http://schemas.openxmlformats.org/officeDocument/2006/relationships/customXml" Target="../ink/ink160.xml"/><Relationship Id="rId40" Type="http://schemas.openxmlformats.org/officeDocument/2006/relationships/image" Target="../media/image165.png"/><Relationship Id="rId45" Type="http://schemas.openxmlformats.org/officeDocument/2006/relationships/customXml" Target="../ink/ink164.xml"/><Relationship Id="rId53" Type="http://schemas.openxmlformats.org/officeDocument/2006/relationships/customXml" Target="../ink/ink168.xml"/><Relationship Id="rId58" Type="http://schemas.openxmlformats.org/officeDocument/2006/relationships/image" Target="../media/image174.png"/><Relationship Id="rId66" Type="http://schemas.openxmlformats.org/officeDocument/2006/relationships/image" Target="../media/image178.png"/><Relationship Id="rId5" Type="http://schemas.openxmlformats.org/officeDocument/2006/relationships/customXml" Target="../ink/ink144.xml"/><Relationship Id="rId61" Type="http://schemas.openxmlformats.org/officeDocument/2006/relationships/customXml" Target="../ink/ink172.xml"/><Relationship Id="rId19" Type="http://schemas.openxmlformats.org/officeDocument/2006/relationships/customXml" Target="../ink/ink151.xml"/><Relationship Id="rId14" Type="http://schemas.openxmlformats.org/officeDocument/2006/relationships/image" Target="../media/image152.png"/><Relationship Id="rId22" Type="http://schemas.openxmlformats.org/officeDocument/2006/relationships/image" Target="../media/image156.png"/><Relationship Id="rId27" Type="http://schemas.openxmlformats.org/officeDocument/2006/relationships/customXml" Target="../ink/ink155.xml"/><Relationship Id="rId30" Type="http://schemas.openxmlformats.org/officeDocument/2006/relationships/image" Target="../media/image160.png"/><Relationship Id="rId35" Type="http://schemas.openxmlformats.org/officeDocument/2006/relationships/customXml" Target="../ink/ink159.xml"/><Relationship Id="rId43" Type="http://schemas.openxmlformats.org/officeDocument/2006/relationships/customXml" Target="../ink/ink163.xml"/><Relationship Id="rId48" Type="http://schemas.openxmlformats.org/officeDocument/2006/relationships/image" Target="../media/image169.png"/><Relationship Id="rId56" Type="http://schemas.openxmlformats.org/officeDocument/2006/relationships/image" Target="../media/image173.png"/><Relationship Id="rId64" Type="http://schemas.openxmlformats.org/officeDocument/2006/relationships/image" Target="../media/image177.png"/><Relationship Id="rId69" Type="http://schemas.openxmlformats.org/officeDocument/2006/relationships/customXml" Target="../ink/ink176.xml"/><Relationship Id="rId8" Type="http://schemas.openxmlformats.org/officeDocument/2006/relationships/image" Target="../media/image149.png"/><Relationship Id="rId51" Type="http://schemas.openxmlformats.org/officeDocument/2006/relationships/customXml" Target="../ink/ink167.xml"/><Relationship Id="rId72" Type="http://schemas.openxmlformats.org/officeDocument/2006/relationships/image" Target="../media/image181.png"/><Relationship Id="rId3" Type="http://schemas.openxmlformats.org/officeDocument/2006/relationships/customXml" Target="../ink/ink143.xml"/><Relationship Id="rId12" Type="http://schemas.openxmlformats.org/officeDocument/2006/relationships/image" Target="../media/image151.png"/><Relationship Id="rId17" Type="http://schemas.openxmlformats.org/officeDocument/2006/relationships/customXml" Target="../ink/ink150.xml"/><Relationship Id="rId25" Type="http://schemas.openxmlformats.org/officeDocument/2006/relationships/customXml" Target="../ink/ink154.xml"/><Relationship Id="rId33" Type="http://schemas.openxmlformats.org/officeDocument/2006/relationships/customXml" Target="../ink/ink158.xml"/><Relationship Id="rId38" Type="http://schemas.openxmlformats.org/officeDocument/2006/relationships/image" Target="../media/image164.png"/><Relationship Id="rId46" Type="http://schemas.openxmlformats.org/officeDocument/2006/relationships/image" Target="../media/image168.png"/><Relationship Id="rId59" Type="http://schemas.openxmlformats.org/officeDocument/2006/relationships/customXml" Target="../ink/ink171.xml"/><Relationship Id="rId67" Type="http://schemas.openxmlformats.org/officeDocument/2006/relationships/customXml" Target="../ink/ink175.xml"/><Relationship Id="rId20" Type="http://schemas.openxmlformats.org/officeDocument/2006/relationships/image" Target="../media/image155.png"/><Relationship Id="rId41" Type="http://schemas.openxmlformats.org/officeDocument/2006/relationships/customXml" Target="../ink/ink162.xml"/><Relationship Id="rId54" Type="http://schemas.openxmlformats.org/officeDocument/2006/relationships/image" Target="../media/image172.png"/><Relationship Id="rId62" Type="http://schemas.openxmlformats.org/officeDocument/2006/relationships/image" Target="../media/image176.png"/><Relationship Id="rId70" Type="http://schemas.openxmlformats.org/officeDocument/2006/relationships/image" Target="../media/image18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48.png"/><Relationship Id="rId15" Type="http://schemas.openxmlformats.org/officeDocument/2006/relationships/customXml" Target="../ink/ink149.xml"/><Relationship Id="rId23" Type="http://schemas.openxmlformats.org/officeDocument/2006/relationships/customXml" Target="../ink/ink153.xml"/><Relationship Id="rId28" Type="http://schemas.openxmlformats.org/officeDocument/2006/relationships/image" Target="../media/image159.png"/><Relationship Id="rId36" Type="http://schemas.openxmlformats.org/officeDocument/2006/relationships/image" Target="../media/image163.png"/><Relationship Id="rId49" Type="http://schemas.openxmlformats.org/officeDocument/2006/relationships/customXml" Target="../ink/ink166.xml"/><Relationship Id="rId57" Type="http://schemas.openxmlformats.org/officeDocument/2006/relationships/customXml" Target="../ink/ink170.xml"/><Relationship Id="rId10" Type="http://schemas.openxmlformats.org/officeDocument/2006/relationships/image" Target="../media/image150.png"/><Relationship Id="rId31" Type="http://schemas.openxmlformats.org/officeDocument/2006/relationships/customXml" Target="../ink/ink157.xml"/><Relationship Id="rId44" Type="http://schemas.openxmlformats.org/officeDocument/2006/relationships/image" Target="../media/image167.png"/><Relationship Id="rId52" Type="http://schemas.openxmlformats.org/officeDocument/2006/relationships/image" Target="../media/image171.png"/><Relationship Id="rId60" Type="http://schemas.openxmlformats.org/officeDocument/2006/relationships/image" Target="../media/image175.png"/><Relationship Id="rId65" Type="http://schemas.openxmlformats.org/officeDocument/2006/relationships/customXml" Target="../ink/ink174.xml"/><Relationship Id="rId4" Type="http://schemas.openxmlformats.org/officeDocument/2006/relationships/image" Target="../media/image147.png"/><Relationship Id="rId9" Type="http://schemas.openxmlformats.org/officeDocument/2006/relationships/customXml" Target="../ink/ink146.xml"/><Relationship Id="rId13" Type="http://schemas.openxmlformats.org/officeDocument/2006/relationships/customXml" Target="../ink/ink148.xml"/><Relationship Id="rId18" Type="http://schemas.openxmlformats.org/officeDocument/2006/relationships/image" Target="../media/image154.png"/><Relationship Id="rId39" Type="http://schemas.openxmlformats.org/officeDocument/2006/relationships/customXml" Target="../ink/ink161.xml"/><Relationship Id="rId34" Type="http://schemas.openxmlformats.org/officeDocument/2006/relationships/image" Target="../media/image162.png"/><Relationship Id="rId50" Type="http://schemas.openxmlformats.org/officeDocument/2006/relationships/image" Target="../media/image170.png"/><Relationship Id="rId55" Type="http://schemas.openxmlformats.org/officeDocument/2006/relationships/customXml" Target="../ink/ink169.xml"/></Relationships>
</file>

<file path=ppt/slides/_rels/slide6.xml.rels><?xml version="1.0" encoding="UTF-8" standalone="yes"?>
<Relationships xmlns="http://schemas.openxmlformats.org/package/2006/relationships"><Relationship Id="rId117" Type="http://schemas.openxmlformats.org/officeDocument/2006/relationships/customXml" Target="../ink/ink235.xml"/><Relationship Id="rId21" Type="http://schemas.openxmlformats.org/officeDocument/2006/relationships/customXml" Target="../ink/ink187.xml"/><Relationship Id="rId42" Type="http://schemas.openxmlformats.org/officeDocument/2006/relationships/image" Target="../media/image201.png"/><Relationship Id="rId63" Type="http://schemas.openxmlformats.org/officeDocument/2006/relationships/customXml" Target="../ink/ink208.xml"/><Relationship Id="rId84" Type="http://schemas.openxmlformats.org/officeDocument/2006/relationships/image" Target="../media/image222.png"/><Relationship Id="rId138" Type="http://schemas.openxmlformats.org/officeDocument/2006/relationships/image" Target="../media/image249.png"/><Relationship Id="rId159" Type="http://schemas.openxmlformats.org/officeDocument/2006/relationships/customXml" Target="../ink/ink256.xml"/><Relationship Id="rId170" Type="http://schemas.openxmlformats.org/officeDocument/2006/relationships/image" Target="../media/image265.png"/><Relationship Id="rId107" Type="http://schemas.openxmlformats.org/officeDocument/2006/relationships/customXml" Target="../ink/ink230.xml"/><Relationship Id="rId11" Type="http://schemas.openxmlformats.org/officeDocument/2006/relationships/customXml" Target="../ink/ink182.xml"/><Relationship Id="rId32" Type="http://schemas.openxmlformats.org/officeDocument/2006/relationships/image" Target="../media/image196.png"/><Relationship Id="rId53" Type="http://schemas.openxmlformats.org/officeDocument/2006/relationships/customXml" Target="../ink/ink203.xml"/><Relationship Id="rId74" Type="http://schemas.openxmlformats.org/officeDocument/2006/relationships/image" Target="../media/image217.png"/><Relationship Id="rId128" Type="http://schemas.openxmlformats.org/officeDocument/2006/relationships/image" Target="../media/image244.png"/><Relationship Id="rId149" Type="http://schemas.openxmlformats.org/officeDocument/2006/relationships/customXml" Target="../ink/ink251.xml"/><Relationship Id="rId5" Type="http://schemas.openxmlformats.org/officeDocument/2006/relationships/customXml" Target="../ink/ink179.xml"/><Relationship Id="rId95" Type="http://schemas.openxmlformats.org/officeDocument/2006/relationships/customXml" Target="../ink/ink224.xml"/><Relationship Id="rId160" Type="http://schemas.openxmlformats.org/officeDocument/2006/relationships/image" Target="../media/image260.png"/><Relationship Id="rId181" Type="http://schemas.openxmlformats.org/officeDocument/2006/relationships/customXml" Target="../ink/ink267.xml"/><Relationship Id="rId22" Type="http://schemas.openxmlformats.org/officeDocument/2006/relationships/image" Target="../media/image191.png"/><Relationship Id="rId43" Type="http://schemas.openxmlformats.org/officeDocument/2006/relationships/customXml" Target="../ink/ink198.xml"/><Relationship Id="rId64" Type="http://schemas.openxmlformats.org/officeDocument/2006/relationships/image" Target="../media/image212.png"/><Relationship Id="rId118" Type="http://schemas.openxmlformats.org/officeDocument/2006/relationships/image" Target="../media/image239.png"/><Relationship Id="rId139" Type="http://schemas.openxmlformats.org/officeDocument/2006/relationships/customXml" Target="../ink/ink246.xml"/><Relationship Id="rId85" Type="http://schemas.openxmlformats.org/officeDocument/2006/relationships/customXml" Target="../ink/ink219.xml"/><Relationship Id="rId150" Type="http://schemas.openxmlformats.org/officeDocument/2006/relationships/image" Target="../media/image255.png"/><Relationship Id="rId171" Type="http://schemas.openxmlformats.org/officeDocument/2006/relationships/customXml" Target="../ink/ink262.xml"/><Relationship Id="rId12" Type="http://schemas.openxmlformats.org/officeDocument/2006/relationships/image" Target="../media/image186.png"/><Relationship Id="rId33" Type="http://schemas.openxmlformats.org/officeDocument/2006/relationships/customXml" Target="../ink/ink193.xml"/><Relationship Id="rId108" Type="http://schemas.openxmlformats.org/officeDocument/2006/relationships/image" Target="../media/image234.png"/><Relationship Id="rId129" Type="http://schemas.openxmlformats.org/officeDocument/2006/relationships/customXml" Target="../ink/ink241.xml"/><Relationship Id="rId54" Type="http://schemas.openxmlformats.org/officeDocument/2006/relationships/image" Target="../media/image207.png"/><Relationship Id="rId75" Type="http://schemas.openxmlformats.org/officeDocument/2006/relationships/customXml" Target="../ink/ink214.xml"/><Relationship Id="rId96" Type="http://schemas.openxmlformats.org/officeDocument/2006/relationships/image" Target="../media/image228.png"/><Relationship Id="rId140" Type="http://schemas.openxmlformats.org/officeDocument/2006/relationships/image" Target="../media/image250.png"/><Relationship Id="rId161" Type="http://schemas.openxmlformats.org/officeDocument/2006/relationships/customXml" Target="../ink/ink257.xml"/><Relationship Id="rId182" Type="http://schemas.openxmlformats.org/officeDocument/2006/relationships/image" Target="../media/image271.png"/><Relationship Id="rId6" Type="http://schemas.openxmlformats.org/officeDocument/2006/relationships/image" Target="../media/image183.png"/><Relationship Id="rId23" Type="http://schemas.openxmlformats.org/officeDocument/2006/relationships/customXml" Target="../ink/ink188.xml"/><Relationship Id="rId119" Type="http://schemas.openxmlformats.org/officeDocument/2006/relationships/customXml" Target="../ink/ink236.xml"/><Relationship Id="rId44" Type="http://schemas.openxmlformats.org/officeDocument/2006/relationships/image" Target="../media/image202.png"/><Relationship Id="rId60" Type="http://schemas.openxmlformats.org/officeDocument/2006/relationships/image" Target="../media/image210.png"/><Relationship Id="rId65" Type="http://schemas.openxmlformats.org/officeDocument/2006/relationships/customXml" Target="../ink/ink209.xml"/><Relationship Id="rId81" Type="http://schemas.openxmlformats.org/officeDocument/2006/relationships/customXml" Target="../ink/ink217.xml"/><Relationship Id="rId86" Type="http://schemas.openxmlformats.org/officeDocument/2006/relationships/image" Target="../media/image223.png"/><Relationship Id="rId130" Type="http://schemas.openxmlformats.org/officeDocument/2006/relationships/image" Target="../media/image245.png"/><Relationship Id="rId135" Type="http://schemas.openxmlformats.org/officeDocument/2006/relationships/customXml" Target="../ink/ink244.xml"/><Relationship Id="rId151" Type="http://schemas.openxmlformats.org/officeDocument/2006/relationships/customXml" Target="../ink/ink252.xml"/><Relationship Id="rId156" Type="http://schemas.openxmlformats.org/officeDocument/2006/relationships/image" Target="../media/image258.png"/><Relationship Id="rId177" Type="http://schemas.openxmlformats.org/officeDocument/2006/relationships/customXml" Target="../ink/ink265.xml"/><Relationship Id="rId172" Type="http://schemas.openxmlformats.org/officeDocument/2006/relationships/image" Target="../media/image266.png"/><Relationship Id="rId13" Type="http://schemas.openxmlformats.org/officeDocument/2006/relationships/customXml" Target="../ink/ink183.xml"/><Relationship Id="rId18" Type="http://schemas.openxmlformats.org/officeDocument/2006/relationships/image" Target="../media/image189.png"/><Relationship Id="rId39" Type="http://schemas.openxmlformats.org/officeDocument/2006/relationships/customXml" Target="../ink/ink196.xml"/><Relationship Id="rId109" Type="http://schemas.openxmlformats.org/officeDocument/2006/relationships/customXml" Target="../ink/ink231.xml"/><Relationship Id="rId34" Type="http://schemas.openxmlformats.org/officeDocument/2006/relationships/image" Target="../media/image197.png"/><Relationship Id="rId50" Type="http://schemas.openxmlformats.org/officeDocument/2006/relationships/image" Target="../media/image205.png"/><Relationship Id="rId55" Type="http://schemas.openxmlformats.org/officeDocument/2006/relationships/customXml" Target="../ink/ink204.xml"/><Relationship Id="rId76" Type="http://schemas.openxmlformats.org/officeDocument/2006/relationships/image" Target="../media/image218.png"/><Relationship Id="rId97" Type="http://schemas.openxmlformats.org/officeDocument/2006/relationships/customXml" Target="../ink/ink225.xml"/><Relationship Id="rId104" Type="http://schemas.openxmlformats.org/officeDocument/2006/relationships/image" Target="../media/image232.png"/><Relationship Id="rId120" Type="http://schemas.openxmlformats.org/officeDocument/2006/relationships/image" Target="../media/image240.png"/><Relationship Id="rId125" Type="http://schemas.openxmlformats.org/officeDocument/2006/relationships/customXml" Target="../ink/ink239.xml"/><Relationship Id="rId141" Type="http://schemas.openxmlformats.org/officeDocument/2006/relationships/customXml" Target="../ink/ink247.xml"/><Relationship Id="rId146" Type="http://schemas.openxmlformats.org/officeDocument/2006/relationships/image" Target="../media/image253.png"/><Relationship Id="rId167" Type="http://schemas.openxmlformats.org/officeDocument/2006/relationships/customXml" Target="../ink/ink260.xml"/><Relationship Id="rId7" Type="http://schemas.openxmlformats.org/officeDocument/2006/relationships/customXml" Target="../ink/ink180.xml"/><Relationship Id="rId71" Type="http://schemas.openxmlformats.org/officeDocument/2006/relationships/customXml" Target="../ink/ink212.xml"/><Relationship Id="rId92" Type="http://schemas.openxmlformats.org/officeDocument/2006/relationships/image" Target="../media/image226.png"/><Relationship Id="rId162" Type="http://schemas.openxmlformats.org/officeDocument/2006/relationships/image" Target="../media/image261.png"/><Relationship Id="rId183" Type="http://schemas.openxmlformats.org/officeDocument/2006/relationships/customXml" Target="../ink/ink268.xml"/><Relationship Id="rId2" Type="http://schemas.openxmlformats.org/officeDocument/2006/relationships/image" Target="../media/image54.png"/><Relationship Id="rId29" Type="http://schemas.openxmlformats.org/officeDocument/2006/relationships/customXml" Target="../ink/ink191.xml"/><Relationship Id="rId24" Type="http://schemas.openxmlformats.org/officeDocument/2006/relationships/image" Target="../media/image192.png"/><Relationship Id="rId40" Type="http://schemas.openxmlformats.org/officeDocument/2006/relationships/image" Target="../media/image200.png"/><Relationship Id="rId45" Type="http://schemas.openxmlformats.org/officeDocument/2006/relationships/customXml" Target="../ink/ink199.xml"/><Relationship Id="rId66" Type="http://schemas.openxmlformats.org/officeDocument/2006/relationships/image" Target="../media/image213.png"/><Relationship Id="rId87" Type="http://schemas.openxmlformats.org/officeDocument/2006/relationships/customXml" Target="../ink/ink220.xml"/><Relationship Id="rId110" Type="http://schemas.openxmlformats.org/officeDocument/2006/relationships/image" Target="../media/image235.png"/><Relationship Id="rId115" Type="http://schemas.openxmlformats.org/officeDocument/2006/relationships/customXml" Target="../ink/ink234.xml"/><Relationship Id="rId131" Type="http://schemas.openxmlformats.org/officeDocument/2006/relationships/customXml" Target="../ink/ink242.xml"/><Relationship Id="rId136" Type="http://schemas.openxmlformats.org/officeDocument/2006/relationships/image" Target="../media/image248.png"/><Relationship Id="rId157" Type="http://schemas.openxmlformats.org/officeDocument/2006/relationships/customXml" Target="../ink/ink255.xml"/><Relationship Id="rId178" Type="http://schemas.openxmlformats.org/officeDocument/2006/relationships/image" Target="../media/image269.png"/><Relationship Id="rId61" Type="http://schemas.openxmlformats.org/officeDocument/2006/relationships/customXml" Target="../ink/ink207.xml"/><Relationship Id="rId82" Type="http://schemas.openxmlformats.org/officeDocument/2006/relationships/image" Target="../media/image221.png"/><Relationship Id="rId152" Type="http://schemas.openxmlformats.org/officeDocument/2006/relationships/image" Target="../media/image256.png"/><Relationship Id="rId173" Type="http://schemas.openxmlformats.org/officeDocument/2006/relationships/customXml" Target="../ink/ink263.xml"/><Relationship Id="rId19" Type="http://schemas.openxmlformats.org/officeDocument/2006/relationships/customXml" Target="../ink/ink186.xml"/><Relationship Id="rId14" Type="http://schemas.openxmlformats.org/officeDocument/2006/relationships/image" Target="../media/image187.png"/><Relationship Id="rId30" Type="http://schemas.openxmlformats.org/officeDocument/2006/relationships/image" Target="../media/image195.png"/><Relationship Id="rId35" Type="http://schemas.openxmlformats.org/officeDocument/2006/relationships/customXml" Target="../ink/ink194.xml"/><Relationship Id="rId56" Type="http://schemas.openxmlformats.org/officeDocument/2006/relationships/image" Target="../media/image208.png"/><Relationship Id="rId77" Type="http://schemas.openxmlformats.org/officeDocument/2006/relationships/customXml" Target="../ink/ink215.xml"/><Relationship Id="rId100" Type="http://schemas.openxmlformats.org/officeDocument/2006/relationships/image" Target="../media/image230.png"/><Relationship Id="rId105" Type="http://schemas.openxmlformats.org/officeDocument/2006/relationships/customXml" Target="../ink/ink229.xml"/><Relationship Id="rId126" Type="http://schemas.openxmlformats.org/officeDocument/2006/relationships/image" Target="../media/image243.png"/><Relationship Id="rId147" Type="http://schemas.openxmlformats.org/officeDocument/2006/relationships/customXml" Target="../ink/ink250.xml"/><Relationship Id="rId168" Type="http://schemas.openxmlformats.org/officeDocument/2006/relationships/image" Target="../media/image264.png"/><Relationship Id="rId8" Type="http://schemas.openxmlformats.org/officeDocument/2006/relationships/image" Target="../media/image184.png"/><Relationship Id="rId51" Type="http://schemas.openxmlformats.org/officeDocument/2006/relationships/customXml" Target="../ink/ink202.xml"/><Relationship Id="rId72" Type="http://schemas.openxmlformats.org/officeDocument/2006/relationships/image" Target="../media/image216.png"/><Relationship Id="rId93" Type="http://schemas.openxmlformats.org/officeDocument/2006/relationships/customXml" Target="../ink/ink223.xml"/><Relationship Id="rId98" Type="http://schemas.openxmlformats.org/officeDocument/2006/relationships/image" Target="../media/image229.png"/><Relationship Id="rId121" Type="http://schemas.openxmlformats.org/officeDocument/2006/relationships/customXml" Target="../ink/ink237.xml"/><Relationship Id="rId142" Type="http://schemas.openxmlformats.org/officeDocument/2006/relationships/image" Target="../media/image251.png"/><Relationship Id="rId163" Type="http://schemas.openxmlformats.org/officeDocument/2006/relationships/customXml" Target="../ink/ink258.xml"/><Relationship Id="rId184" Type="http://schemas.openxmlformats.org/officeDocument/2006/relationships/image" Target="../media/image272.png"/><Relationship Id="rId3" Type="http://schemas.openxmlformats.org/officeDocument/2006/relationships/customXml" Target="../ink/ink178.xml"/><Relationship Id="rId25" Type="http://schemas.openxmlformats.org/officeDocument/2006/relationships/customXml" Target="../ink/ink189.xml"/><Relationship Id="rId46" Type="http://schemas.openxmlformats.org/officeDocument/2006/relationships/image" Target="../media/image203.png"/><Relationship Id="rId67" Type="http://schemas.openxmlformats.org/officeDocument/2006/relationships/customXml" Target="../ink/ink210.xml"/><Relationship Id="rId116" Type="http://schemas.openxmlformats.org/officeDocument/2006/relationships/image" Target="../media/image238.png"/><Relationship Id="rId137" Type="http://schemas.openxmlformats.org/officeDocument/2006/relationships/customXml" Target="../ink/ink245.xml"/><Relationship Id="rId158" Type="http://schemas.openxmlformats.org/officeDocument/2006/relationships/image" Target="../media/image259.png"/><Relationship Id="rId20" Type="http://schemas.openxmlformats.org/officeDocument/2006/relationships/image" Target="../media/image190.png"/><Relationship Id="rId41" Type="http://schemas.openxmlformats.org/officeDocument/2006/relationships/customXml" Target="../ink/ink197.xml"/><Relationship Id="rId62" Type="http://schemas.openxmlformats.org/officeDocument/2006/relationships/image" Target="../media/image211.png"/><Relationship Id="rId83" Type="http://schemas.openxmlformats.org/officeDocument/2006/relationships/customXml" Target="../ink/ink218.xml"/><Relationship Id="rId88" Type="http://schemas.openxmlformats.org/officeDocument/2006/relationships/image" Target="../media/image224.png"/><Relationship Id="rId111" Type="http://schemas.openxmlformats.org/officeDocument/2006/relationships/customXml" Target="../ink/ink232.xml"/><Relationship Id="rId132" Type="http://schemas.openxmlformats.org/officeDocument/2006/relationships/image" Target="../media/image246.png"/><Relationship Id="rId153" Type="http://schemas.openxmlformats.org/officeDocument/2006/relationships/customXml" Target="../ink/ink253.xml"/><Relationship Id="rId174" Type="http://schemas.openxmlformats.org/officeDocument/2006/relationships/image" Target="../media/image267.png"/><Relationship Id="rId179" Type="http://schemas.openxmlformats.org/officeDocument/2006/relationships/customXml" Target="../ink/ink266.xml"/><Relationship Id="rId15" Type="http://schemas.openxmlformats.org/officeDocument/2006/relationships/customXml" Target="../ink/ink184.xml"/><Relationship Id="rId36" Type="http://schemas.openxmlformats.org/officeDocument/2006/relationships/image" Target="../media/image198.png"/><Relationship Id="rId57" Type="http://schemas.openxmlformats.org/officeDocument/2006/relationships/customXml" Target="../ink/ink205.xml"/><Relationship Id="rId106" Type="http://schemas.openxmlformats.org/officeDocument/2006/relationships/image" Target="../media/image233.png"/><Relationship Id="rId127" Type="http://schemas.openxmlformats.org/officeDocument/2006/relationships/customXml" Target="../ink/ink240.xml"/><Relationship Id="rId10" Type="http://schemas.openxmlformats.org/officeDocument/2006/relationships/image" Target="../media/image185.png"/><Relationship Id="rId31" Type="http://schemas.openxmlformats.org/officeDocument/2006/relationships/customXml" Target="../ink/ink192.xml"/><Relationship Id="rId52" Type="http://schemas.openxmlformats.org/officeDocument/2006/relationships/image" Target="../media/image206.png"/><Relationship Id="rId73" Type="http://schemas.openxmlformats.org/officeDocument/2006/relationships/customXml" Target="../ink/ink213.xml"/><Relationship Id="rId78" Type="http://schemas.openxmlformats.org/officeDocument/2006/relationships/image" Target="../media/image219.png"/><Relationship Id="rId94" Type="http://schemas.openxmlformats.org/officeDocument/2006/relationships/image" Target="../media/image227.png"/><Relationship Id="rId99" Type="http://schemas.openxmlformats.org/officeDocument/2006/relationships/customXml" Target="../ink/ink226.xml"/><Relationship Id="rId101" Type="http://schemas.openxmlformats.org/officeDocument/2006/relationships/customXml" Target="../ink/ink227.xml"/><Relationship Id="rId122" Type="http://schemas.openxmlformats.org/officeDocument/2006/relationships/image" Target="../media/image241.png"/><Relationship Id="rId143" Type="http://schemas.openxmlformats.org/officeDocument/2006/relationships/customXml" Target="../ink/ink248.xml"/><Relationship Id="rId148" Type="http://schemas.openxmlformats.org/officeDocument/2006/relationships/image" Target="../media/image254.png"/><Relationship Id="rId164" Type="http://schemas.openxmlformats.org/officeDocument/2006/relationships/image" Target="../media/image262.png"/><Relationship Id="rId169" Type="http://schemas.openxmlformats.org/officeDocument/2006/relationships/customXml" Target="../ink/ink261.xml"/><Relationship Id="rId4" Type="http://schemas.openxmlformats.org/officeDocument/2006/relationships/image" Target="../media/image182.png"/><Relationship Id="rId9" Type="http://schemas.openxmlformats.org/officeDocument/2006/relationships/customXml" Target="../ink/ink181.xml"/><Relationship Id="rId180" Type="http://schemas.openxmlformats.org/officeDocument/2006/relationships/image" Target="../media/image270.png"/><Relationship Id="rId26" Type="http://schemas.openxmlformats.org/officeDocument/2006/relationships/image" Target="../media/image193.png"/><Relationship Id="rId47" Type="http://schemas.openxmlformats.org/officeDocument/2006/relationships/customXml" Target="../ink/ink200.xml"/><Relationship Id="rId68" Type="http://schemas.openxmlformats.org/officeDocument/2006/relationships/image" Target="../media/image214.png"/><Relationship Id="rId89" Type="http://schemas.openxmlformats.org/officeDocument/2006/relationships/customXml" Target="../ink/ink221.xml"/><Relationship Id="rId112" Type="http://schemas.openxmlformats.org/officeDocument/2006/relationships/image" Target="../media/image236.png"/><Relationship Id="rId133" Type="http://schemas.openxmlformats.org/officeDocument/2006/relationships/customXml" Target="../ink/ink243.xml"/><Relationship Id="rId154" Type="http://schemas.openxmlformats.org/officeDocument/2006/relationships/image" Target="../media/image257.png"/><Relationship Id="rId175" Type="http://schemas.openxmlformats.org/officeDocument/2006/relationships/customXml" Target="../ink/ink264.xml"/><Relationship Id="rId16" Type="http://schemas.openxmlformats.org/officeDocument/2006/relationships/image" Target="../media/image188.png"/><Relationship Id="rId37" Type="http://schemas.openxmlformats.org/officeDocument/2006/relationships/customXml" Target="../ink/ink195.xml"/><Relationship Id="rId58" Type="http://schemas.openxmlformats.org/officeDocument/2006/relationships/image" Target="../media/image209.png"/><Relationship Id="rId79" Type="http://schemas.openxmlformats.org/officeDocument/2006/relationships/customXml" Target="../ink/ink216.xml"/><Relationship Id="rId102" Type="http://schemas.openxmlformats.org/officeDocument/2006/relationships/image" Target="../media/image231.png"/><Relationship Id="rId123" Type="http://schemas.openxmlformats.org/officeDocument/2006/relationships/customXml" Target="../ink/ink238.xml"/><Relationship Id="rId144" Type="http://schemas.openxmlformats.org/officeDocument/2006/relationships/image" Target="../media/image252.png"/><Relationship Id="rId90" Type="http://schemas.openxmlformats.org/officeDocument/2006/relationships/image" Target="../media/image225.png"/><Relationship Id="rId165" Type="http://schemas.openxmlformats.org/officeDocument/2006/relationships/customXml" Target="../ink/ink259.xml"/><Relationship Id="rId27" Type="http://schemas.openxmlformats.org/officeDocument/2006/relationships/customXml" Target="../ink/ink190.xml"/><Relationship Id="rId48" Type="http://schemas.openxmlformats.org/officeDocument/2006/relationships/image" Target="../media/image204.png"/><Relationship Id="rId69" Type="http://schemas.openxmlformats.org/officeDocument/2006/relationships/customXml" Target="../ink/ink211.xml"/><Relationship Id="rId113" Type="http://schemas.openxmlformats.org/officeDocument/2006/relationships/customXml" Target="../ink/ink233.xml"/><Relationship Id="rId134" Type="http://schemas.openxmlformats.org/officeDocument/2006/relationships/image" Target="../media/image247.png"/><Relationship Id="rId80" Type="http://schemas.openxmlformats.org/officeDocument/2006/relationships/image" Target="../media/image220.png"/><Relationship Id="rId155" Type="http://schemas.openxmlformats.org/officeDocument/2006/relationships/customXml" Target="../ink/ink254.xml"/><Relationship Id="rId176" Type="http://schemas.openxmlformats.org/officeDocument/2006/relationships/image" Target="../media/image268.png"/><Relationship Id="rId17" Type="http://schemas.openxmlformats.org/officeDocument/2006/relationships/customXml" Target="../ink/ink185.xml"/><Relationship Id="rId38" Type="http://schemas.openxmlformats.org/officeDocument/2006/relationships/image" Target="../media/image199.png"/><Relationship Id="rId59" Type="http://schemas.openxmlformats.org/officeDocument/2006/relationships/customXml" Target="../ink/ink206.xml"/><Relationship Id="rId103" Type="http://schemas.openxmlformats.org/officeDocument/2006/relationships/customXml" Target="../ink/ink228.xml"/><Relationship Id="rId124" Type="http://schemas.openxmlformats.org/officeDocument/2006/relationships/image" Target="../media/image242.png"/><Relationship Id="rId70" Type="http://schemas.openxmlformats.org/officeDocument/2006/relationships/image" Target="../media/image215.png"/><Relationship Id="rId91" Type="http://schemas.openxmlformats.org/officeDocument/2006/relationships/customXml" Target="../ink/ink222.xml"/><Relationship Id="rId145" Type="http://schemas.openxmlformats.org/officeDocument/2006/relationships/customXml" Target="../ink/ink249.xml"/><Relationship Id="rId166" Type="http://schemas.openxmlformats.org/officeDocument/2006/relationships/image" Target="../media/image263.png"/><Relationship Id="rId1" Type="http://schemas.openxmlformats.org/officeDocument/2006/relationships/slideLayout" Target="../slideLayouts/slideLayout2.xml"/><Relationship Id="rId28" Type="http://schemas.openxmlformats.org/officeDocument/2006/relationships/image" Target="../media/image194.png"/><Relationship Id="rId49" Type="http://schemas.openxmlformats.org/officeDocument/2006/relationships/customXml" Target="../ink/ink201.xml"/><Relationship Id="rId114" Type="http://schemas.openxmlformats.org/officeDocument/2006/relationships/image" Target="../media/image237.png"/></Relationships>
</file>

<file path=ppt/slides/_rels/slide7.xml.rels><?xml version="1.0" encoding="UTF-8" standalone="yes"?>
<Relationships xmlns="http://schemas.openxmlformats.org/package/2006/relationships"><Relationship Id="rId117" Type="http://schemas.openxmlformats.org/officeDocument/2006/relationships/customXml" Target="../ink/ink326.xml"/><Relationship Id="rId21" Type="http://schemas.openxmlformats.org/officeDocument/2006/relationships/customXml" Target="../ink/ink278.xml"/><Relationship Id="rId42" Type="http://schemas.openxmlformats.org/officeDocument/2006/relationships/image" Target="../media/image292.png"/><Relationship Id="rId63" Type="http://schemas.openxmlformats.org/officeDocument/2006/relationships/customXml" Target="../ink/ink299.xml"/><Relationship Id="rId84" Type="http://schemas.openxmlformats.org/officeDocument/2006/relationships/image" Target="../media/image313.png"/><Relationship Id="rId138" Type="http://schemas.openxmlformats.org/officeDocument/2006/relationships/image" Target="../media/image340.png"/><Relationship Id="rId159" Type="http://schemas.openxmlformats.org/officeDocument/2006/relationships/customXml" Target="../ink/ink347.xml"/><Relationship Id="rId170" Type="http://schemas.openxmlformats.org/officeDocument/2006/relationships/image" Target="../media/image356.png"/><Relationship Id="rId191" Type="http://schemas.openxmlformats.org/officeDocument/2006/relationships/customXml" Target="../ink/ink363.xml"/><Relationship Id="rId205" Type="http://schemas.openxmlformats.org/officeDocument/2006/relationships/customXml" Target="../ink/ink370.xml"/><Relationship Id="rId226" Type="http://schemas.openxmlformats.org/officeDocument/2006/relationships/image" Target="../media/image384.png"/><Relationship Id="rId107" Type="http://schemas.openxmlformats.org/officeDocument/2006/relationships/customXml" Target="../ink/ink321.xml"/><Relationship Id="rId11" Type="http://schemas.openxmlformats.org/officeDocument/2006/relationships/customXml" Target="../ink/ink273.xml"/><Relationship Id="rId32" Type="http://schemas.openxmlformats.org/officeDocument/2006/relationships/image" Target="../media/image287.png"/><Relationship Id="rId53" Type="http://schemas.openxmlformats.org/officeDocument/2006/relationships/customXml" Target="../ink/ink294.xml"/><Relationship Id="rId74" Type="http://schemas.openxmlformats.org/officeDocument/2006/relationships/image" Target="../media/image308.png"/><Relationship Id="rId128" Type="http://schemas.openxmlformats.org/officeDocument/2006/relationships/image" Target="../media/image335.png"/><Relationship Id="rId149" Type="http://schemas.openxmlformats.org/officeDocument/2006/relationships/customXml" Target="../ink/ink342.xml"/><Relationship Id="rId5" Type="http://schemas.openxmlformats.org/officeDocument/2006/relationships/customXml" Target="../ink/ink270.xml"/><Relationship Id="rId95" Type="http://schemas.openxmlformats.org/officeDocument/2006/relationships/customXml" Target="../ink/ink315.xml"/><Relationship Id="rId160" Type="http://schemas.openxmlformats.org/officeDocument/2006/relationships/image" Target="../media/image351.png"/><Relationship Id="rId181" Type="http://schemas.openxmlformats.org/officeDocument/2006/relationships/customXml" Target="../ink/ink358.xml"/><Relationship Id="rId216" Type="http://schemas.openxmlformats.org/officeDocument/2006/relationships/image" Target="../media/image379.png"/><Relationship Id="rId22" Type="http://schemas.openxmlformats.org/officeDocument/2006/relationships/image" Target="../media/image282.png"/><Relationship Id="rId43" Type="http://schemas.openxmlformats.org/officeDocument/2006/relationships/customXml" Target="../ink/ink289.xml"/><Relationship Id="rId64" Type="http://schemas.openxmlformats.org/officeDocument/2006/relationships/image" Target="../media/image303.png"/><Relationship Id="rId118" Type="http://schemas.openxmlformats.org/officeDocument/2006/relationships/image" Target="../media/image330.png"/><Relationship Id="rId139" Type="http://schemas.openxmlformats.org/officeDocument/2006/relationships/customXml" Target="../ink/ink337.xml"/><Relationship Id="rId85" Type="http://schemas.openxmlformats.org/officeDocument/2006/relationships/customXml" Target="../ink/ink310.xml"/><Relationship Id="rId150" Type="http://schemas.openxmlformats.org/officeDocument/2006/relationships/image" Target="../media/image346.png"/><Relationship Id="rId171" Type="http://schemas.openxmlformats.org/officeDocument/2006/relationships/customXml" Target="../ink/ink353.xml"/><Relationship Id="rId192" Type="http://schemas.openxmlformats.org/officeDocument/2006/relationships/image" Target="../media/image367.png"/><Relationship Id="rId206" Type="http://schemas.openxmlformats.org/officeDocument/2006/relationships/image" Target="../media/image374.png"/><Relationship Id="rId227" Type="http://schemas.openxmlformats.org/officeDocument/2006/relationships/customXml" Target="../ink/ink381.xml"/><Relationship Id="rId12" Type="http://schemas.openxmlformats.org/officeDocument/2006/relationships/image" Target="../media/image277.png"/><Relationship Id="rId33" Type="http://schemas.openxmlformats.org/officeDocument/2006/relationships/customXml" Target="../ink/ink284.xml"/><Relationship Id="rId108" Type="http://schemas.openxmlformats.org/officeDocument/2006/relationships/image" Target="../media/image325.png"/><Relationship Id="rId129" Type="http://schemas.openxmlformats.org/officeDocument/2006/relationships/customXml" Target="../ink/ink332.xml"/><Relationship Id="rId54" Type="http://schemas.openxmlformats.org/officeDocument/2006/relationships/image" Target="../media/image298.png"/><Relationship Id="rId75" Type="http://schemas.openxmlformats.org/officeDocument/2006/relationships/customXml" Target="../ink/ink305.xml"/><Relationship Id="rId96" Type="http://schemas.openxmlformats.org/officeDocument/2006/relationships/image" Target="../media/image319.png"/><Relationship Id="rId140" Type="http://schemas.openxmlformats.org/officeDocument/2006/relationships/image" Target="../media/image341.png"/><Relationship Id="rId161" Type="http://schemas.openxmlformats.org/officeDocument/2006/relationships/customXml" Target="../ink/ink348.xml"/><Relationship Id="rId182" Type="http://schemas.openxmlformats.org/officeDocument/2006/relationships/image" Target="../media/image362.png"/><Relationship Id="rId217" Type="http://schemas.openxmlformats.org/officeDocument/2006/relationships/customXml" Target="../ink/ink376.xml"/><Relationship Id="rId6" Type="http://schemas.openxmlformats.org/officeDocument/2006/relationships/image" Target="../media/image274.png"/><Relationship Id="rId23" Type="http://schemas.openxmlformats.org/officeDocument/2006/relationships/customXml" Target="../ink/ink279.xml"/><Relationship Id="rId119" Type="http://schemas.openxmlformats.org/officeDocument/2006/relationships/customXml" Target="../ink/ink327.xml"/><Relationship Id="rId44" Type="http://schemas.openxmlformats.org/officeDocument/2006/relationships/image" Target="../media/image293.png"/><Relationship Id="rId65" Type="http://schemas.openxmlformats.org/officeDocument/2006/relationships/customXml" Target="../ink/ink300.xml"/><Relationship Id="rId86" Type="http://schemas.openxmlformats.org/officeDocument/2006/relationships/image" Target="../media/image314.png"/><Relationship Id="rId130" Type="http://schemas.openxmlformats.org/officeDocument/2006/relationships/image" Target="../media/image336.png"/><Relationship Id="rId151" Type="http://schemas.openxmlformats.org/officeDocument/2006/relationships/customXml" Target="../ink/ink343.xml"/><Relationship Id="rId172" Type="http://schemas.openxmlformats.org/officeDocument/2006/relationships/image" Target="../media/image357.png"/><Relationship Id="rId193" Type="http://schemas.openxmlformats.org/officeDocument/2006/relationships/customXml" Target="../ink/ink364.xml"/><Relationship Id="rId207" Type="http://schemas.openxmlformats.org/officeDocument/2006/relationships/customXml" Target="../ink/ink371.xml"/><Relationship Id="rId228" Type="http://schemas.openxmlformats.org/officeDocument/2006/relationships/image" Target="../media/image385.png"/><Relationship Id="rId13" Type="http://schemas.openxmlformats.org/officeDocument/2006/relationships/customXml" Target="../ink/ink274.xml"/><Relationship Id="rId109" Type="http://schemas.openxmlformats.org/officeDocument/2006/relationships/customXml" Target="../ink/ink322.xml"/><Relationship Id="rId34" Type="http://schemas.openxmlformats.org/officeDocument/2006/relationships/image" Target="../media/image288.png"/><Relationship Id="rId55" Type="http://schemas.openxmlformats.org/officeDocument/2006/relationships/customXml" Target="../ink/ink295.xml"/><Relationship Id="rId76" Type="http://schemas.openxmlformats.org/officeDocument/2006/relationships/image" Target="../media/image309.png"/><Relationship Id="rId97" Type="http://schemas.openxmlformats.org/officeDocument/2006/relationships/customXml" Target="../ink/ink316.xml"/><Relationship Id="rId120" Type="http://schemas.openxmlformats.org/officeDocument/2006/relationships/image" Target="../media/image331.png"/><Relationship Id="rId141" Type="http://schemas.openxmlformats.org/officeDocument/2006/relationships/customXml" Target="../ink/ink338.xml"/><Relationship Id="rId7" Type="http://schemas.openxmlformats.org/officeDocument/2006/relationships/customXml" Target="../ink/ink271.xml"/><Relationship Id="rId162" Type="http://schemas.openxmlformats.org/officeDocument/2006/relationships/image" Target="../media/image352.png"/><Relationship Id="rId183" Type="http://schemas.openxmlformats.org/officeDocument/2006/relationships/customXml" Target="../ink/ink359.xml"/><Relationship Id="rId218" Type="http://schemas.openxmlformats.org/officeDocument/2006/relationships/image" Target="../media/image380.png"/><Relationship Id="rId24" Type="http://schemas.openxmlformats.org/officeDocument/2006/relationships/image" Target="../media/image283.png"/><Relationship Id="rId45" Type="http://schemas.openxmlformats.org/officeDocument/2006/relationships/customXml" Target="../ink/ink290.xml"/><Relationship Id="rId66" Type="http://schemas.openxmlformats.org/officeDocument/2006/relationships/image" Target="../media/image304.png"/><Relationship Id="rId87" Type="http://schemas.openxmlformats.org/officeDocument/2006/relationships/customXml" Target="../ink/ink311.xml"/><Relationship Id="rId110" Type="http://schemas.openxmlformats.org/officeDocument/2006/relationships/image" Target="../media/image326.png"/><Relationship Id="rId131" Type="http://schemas.openxmlformats.org/officeDocument/2006/relationships/customXml" Target="../ink/ink333.xml"/><Relationship Id="rId152" Type="http://schemas.openxmlformats.org/officeDocument/2006/relationships/image" Target="../media/image347.png"/><Relationship Id="rId173" Type="http://schemas.openxmlformats.org/officeDocument/2006/relationships/customXml" Target="../ink/ink354.xml"/><Relationship Id="rId194" Type="http://schemas.openxmlformats.org/officeDocument/2006/relationships/image" Target="../media/image368.png"/><Relationship Id="rId208" Type="http://schemas.openxmlformats.org/officeDocument/2006/relationships/image" Target="../media/image375.png"/><Relationship Id="rId229" Type="http://schemas.openxmlformats.org/officeDocument/2006/relationships/customXml" Target="../ink/ink382.xml"/><Relationship Id="rId14" Type="http://schemas.openxmlformats.org/officeDocument/2006/relationships/image" Target="../media/image278.png"/><Relationship Id="rId35" Type="http://schemas.openxmlformats.org/officeDocument/2006/relationships/customXml" Target="../ink/ink285.xml"/><Relationship Id="rId56" Type="http://schemas.openxmlformats.org/officeDocument/2006/relationships/image" Target="../media/image299.png"/><Relationship Id="rId77" Type="http://schemas.openxmlformats.org/officeDocument/2006/relationships/customXml" Target="../ink/ink306.xml"/><Relationship Id="rId100" Type="http://schemas.openxmlformats.org/officeDocument/2006/relationships/image" Target="../media/image321.png"/><Relationship Id="rId8" Type="http://schemas.openxmlformats.org/officeDocument/2006/relationships/image" Target="../media/image275.png"/><Relationship Id="rId98" Type="http://schemas.openxmlformats.org/officeDocument/2006/relationships/image" Target="../media/image320.png"/><Relationship Id="rId121" Type="http://schemas.openxmlformats.org/officeDocument/2006/relationships/customXml" Target="../ink/ink328.xml"/><Relationship Id="rId142" Type="http://schemas.openxmlformats.org/officeDocument/2006/relationships/image" Target="../media/image342.png"/><Relationship Id="rId163" Type="http://schemas.openxmlformats.org/officeDocument/2006/relationships/customXml" Target="../ink/ink349.xml"/><Relationship Id="rId184" Type="http://schemas.openxmlformats.org/officeDocument/2006/relationships/image" Target="../media/image363.png"/><Relationship Id="rId219" Type="http://schemas.openxmlformats.org/officeDocument/2006/relationships/customXml" Target="../ink/ink377.xml"/><Relationship Id="rId230" Type="http://schemas.openxmlformats.org/officeDocument/2006/relationships/image" Target="../media/image386.png"/><Relationship Id="rId25" Type="http://schemas.openxmlformats.org/officeDocument/2006/relationships/customXml" Target="../ink/ink280.xml"/><Relationship Id="rId46" Type="http://schemas.openxmlformats.org/officeDocument/2006/relationships/image" Target="../media/image294.png"/><Relationship Id="rId67" Type="http://schemas.openxmlformats.org/officeDocument/2006/relationships/customXml" Target="../ink/ink301.xml"/><Relationship Id="rId20" Type="http://schemas.openxmlformats.org/officeDocument/2006/relationships/image" Target="../media/image281.png"/><Relationship Id="rId41" Type="http://schemas.openxmlformats.org/officeDocument/2006/relationships/customXml" Target="../ink/ink288.xml"/><Relationship Id="rId62" Type="http://schemas.openxmlformats.org/officeDocument/2006/relationships/image" Target="../media/image302.png"/><Relationship Id="rId83" Type="http://schemas.openxmlformats.org/officeDocument/2006/relationships/customXml" Target="../ink/ink309.xml"/><Relationship Id="rId88" Type="http://schemas.openxmlformats.org/officeDocument/2006/relationships/image" Target="../media/image315.png"/><Relationship Id="rId111" Type="http://schemas.openxmlformats.org/officeDocument/2006/relationships/customXml" Target="../ink/ink323.xml"/><Relationship Id="rId132" Type="http://schemas.openxmlformats.org/officeDocument/2006/relationships/image" Target="../media/image337.png"/><Relationship Id="rId153" Type="http://schemas.openxmlformats.org/officeDocument/2006/relationships/customXml" Target="../ink/ink344.xml"/><Relationship Id="rId174" Type="http://schemas.openxmlformats.org/officeDocument/2006/relationships/image" Target="../media/image358.png"/><Relationship Id="rId179" Type="http://schemas.openxmlformats.org/officeDocument/2006/relationships/customXml" Target="../ink/ink357.xml"/><Relationship Id="rId195" Type="http://schemas.openxmlformats.org/officeDocument/2006/relationships/customXml" Target="../ink/ink365.xml"/><Relationship Id="rId209" Type="http://schemas.openxmlformats.org/officeDocument/2006/relationships/customXml" Target="../ink/ink372.xml"/><Relationship Id="rId190" Type="http://schemas.openxmlformats.org/officeDocument/2006/relationships/image" Target="../media/image366.png"/><Relationship Id="rId204" Type="http://schemas.openxmlformats.org/officeDocument/2006/relationships/image" Target="../media/image373.png"/><Relationship Id="rId220" Type="http://schemas.openxmlformats.org/officeDocument/2006/relationships/image" Target="../media/image381.png"/><Relationship Id="rId225" Type="http://schemas.openxmlformats.org/officeDocument/2006/relationships/customXml" Target="../ink/ink380.xml"/><Relationship Id="rId15" Type="http://schemas.openxmlformats.org/officeDocument/2006/relationships/customXml" Target="../ink/ink275.xml"/><Relationship Id="rId36" Type="http://schemas.openxmlformats.org/officeDocument/2006/relationships/image" Target="../media/image289.png"/><Relationship Id="rId57" Type="http://schemas.openxmlformats.org/officeDocument/2006/relationships/customXml" Target="../ink/ink296.xml"/><Relationship Id="rId106" Type="http://schemas.openxmlformats.org/officeDocument/2006/relationships/image" Target="../media/image324.png"/><Relationship Id="rId127" Type="http://schemas.openxmlformats.org/officeDocument/2006/relationships/customXml" Target="../ink/ink331.xml"/><Relationship Id="rId10" Type="http://schemas.openxmlformats.org/officeDocument/2006/relationships/image" Target="../media/image276.png"/><Relationship Id="rId31" Type="http://schemas.openxmlformats.org/officeDocument/2006/relationships/customXml" Target="../ink/ink283.xml"/><Relationship Id="rId52" Type="http://schemas.openxmlformats.org/officeDocument/2006/relationships/image" Target="../media/image297.png"/><Relationship Id="rId73" Type="http://schemas.openxmlformats.org/officeDocument/2006/relationships/customXml" Target="../ink/ink304.xml"/><Relationship Id="rId78" Type="http://schemas.openxmlformats.org/officeDocument/2006/relationships/image" Target="../media/image310.png"/><Relationship Id="rId94" Type="http://schemas.openxmlformats.org/officeDocument/2006/relationships/image" Target="../media/image318.png"/><Relationship Id="rId99" Type="http://schemas.openxmlformats.org/officeDocument/2006/relationships/customXml" Target="../ink/ink317.xml"/><Relationship Id="rId101" Type="http://schemas.openxmlformats.org/officeDocument/2006/relationships/customXml" Target="../ink/ink318.xml"/><Relationship Id="rId122" Type="http://schemas.openxmlformats.org/officeDocument/2006/relationships/image" Target="../media/image332.png"/><Relationship Id="rId143" Type="http://schemas.openxmlformats.org/officeDocument/2006/relationships/customXml" Target="../ink/ink339.xml"/><Relationship Id="rId148" Type="http://schemas.openxmlformats.org/officeDocument/2006/relationships/image" Target="../media/image345.png"/><Relationship Id="rId164" Type="http://schemas.openxmlformats.org/officeDocument/2006/relationships/image" Target="../media/image353.png"/><Relationship Id="rId169" Type="http://schemas.openxmlformats.org/officeDocument/2006/relationships/customXml" Target="../ink/ink352.xml"/><Relationship Id="rId185" Type="http://schemas.openxmlformats.org/officeDocument/2006/relationships/customXml" Target="../ink/ink360.xml"/><Relationship Id="rId4" Type="http://schemas.openxmlformats.org/officeDocument/2006/relationships/image" Target="../media/image273.png"/><Relationship Id="rId9" Type="http://schemas.openxmlformats.org/officeDocument/2006/relationships/customXml" Target="../ink/ink272.xml"/><Relationship Id="rId180" Type="http://schemas.openxmlformats.org/officeDocument/2006/relationships/image" Target="../media/image361.png"/><Relationship Id="rId210" Type="http://schemas.openxmlformats.org/officeDocument/2006/relationships/image" Target="../media/image376.png"/><Relationship Id="rId215" Type="http://schemas.openxmlformats.org/officeDocument/2006/relationships/customXml" Target="../ink/ink375.xml"/><Relationship Id="rId26" Type="http://schemas.openxmlformats.org/officeDocument/2006/relationships/image" Target="../media/image284.png"/><Relationship Id="rId231" Type="http://schemas.openxmlformats.org/officeDocument/2006/relationships/customXml" Target="../ink/ink383.xml"/><Relationship Id="rId47" Type="http://schemas.openxmlformats.org/officeDocument/2006/relationships/customXml" Target="../ink/ink291.xml"/><Relationship Id="rId68" Type="http://schemas.openxmlformats.org/officeDocument/2006/relationships/image" Target="../media/image305.png"/><Relationship Id="rId89" Type="http://schemas.openxmlformats.org/officeDocument/2006/relationships/customXml" Target="../ink/ink312.xml"/><Relationship Id="rId112" Type="http://schemas.openxmlformats.org/officeDocument/2006/relationships/image" Target="../media/image327.png"/><Relationship Id="rId133" Type="http://schemas.openxmlformats.org/officeDocument/2006/relationships/customXml" Target="../ink/ink334.xml"/><Relationship Id="rId154" Type="http://schemas.openxmlformats.org/officeDocument/2006/relationships/image" Target="../media/image348.png"/><Relationship Id="rId175" Type="http://schemas.openxmlformats.org/officeDocument/2006/relationships/customXml" Target="../ink/ink355.xml"/><Relationship Id="rId196" Type="http://schemas.openxmlformats.org/officeDocument/2006/relationships/image" Target="../media/image369.png"/><Relationship Id="rId200" Type="http://schemas.openxmlformats.org/officeDocument/2006/relationships/image" Target="../media/image371.png"/><Relationship Id="rId16" Type="http://schemas.openxmlformats.org/officeDocument/2006/relationships/image" Target="../media/image279.png"/><Relationship Id="rId221" Type="http://schemas.openxmlformats.org/officeDocument/2006/relationships/customXml" Target="../ink/ink378.xml"/><Relationship Id="rId37" Type="http://schemas.openxmlformats.org/officeDocument/2006/relationships/customXml" Target="../ink/ink286.xml"/><Relationship Id="rId58" Type="http://schemas.openxmlformats.org/officeDocument/2006/relationships/image" Target="../media/image300.png"/><Relationship Id="rId79" Type="http://schemas.openxmlformats.org/officeDocument/2006/relationships/customXml" Target="../ink/ink307.xml"/><Relationship Id="rId102" Type="http://schemas.openxmlformats.org/officeDocument/2006/relationships/image" Target="../media/image322.png"/><Relationship Id="rId123" Type="http://schemas.openxmlformats.org/officeDocument/2006/relationships/customXml" Target="../ink/ink329.xml"/><Relationship Id="rId144" Type="http://schemas.openxmlformats.org/officeDocument/2006/relationships/image" Target="../media/image343.png"/><Relationship Id="rId90" Type="http://schemas.openxmlformats.org/officeDocument/2006/relationships/image" Target="../media/image316.png"/><Relationship Id="rId165" Type="http://schemas.openxmlformats.org/officeDocument/2006/relationships/customXml" Target="../ink/ink350.xml"/><Relationship Id="rId186" Type="http://schemas.openxmlformats.org/officeDocument/2006/relationships/image" Target="../media/image364.png"/><Relationship Id="rId211" Type="http://schemas.openxmlformats.org/officeDocument/2006/relationships/customXml" Target="../ink/ink373.xml"/><Relationship Id="rId232" Type="http://schemas.openxmlformats.org/officeDocument/2006/relationships/image" Target="../media/image387.png"/><Relationship Id="rId27" Type="http://schemas.openxmlformats.org/officeDocument/2006/relationships/customXml" Target="../ink/ink281.xml"/><Relationship Id="rId48" Type="http://schemas.openxmlformats.org/officeDocument/2006/relationships/image" Target="../media/image295.png"/><Relationship Id="rId69" Type="http://schemas.openxmlformats.org/officeDocument/2006/relationships/customXml" Target="../ink/ink302.xml"/><Relationship Id="rId113" Type="http://schemas.openxmlformats.org/officeDocument/2006/relationships/customXml" Target="../ink/ink324.xml"/><Relationship Id="rId134" Type="http://schemas.openxmlformats.org/officeDocument/2006/relationships/image" Target="../media/image338.png"/><Relationship Id="rId80" Type="http://schemas.openxmlformats.org/officeDocument/2006/relationships/image" Target="../media/image311.png"/><Relationship Id="rId155" Type="http://schemas.openxmlformats.org/officeDocument/2006/relationships/customXml" Target="../ink/ink345.xml"/><Relationship Id="rId176" Type="http://schemas.openxmlformats.org/officeDocument/2006/relationships/image" Target="../media/image359.png"/><Relationship Id="rId197" Type="http://schemas.openxmlformats.org/officeDocument/2006/relationships/customXml" Target="../ink/ink366.xml"/><Relationship Id="rId201" Type="http://schemas.openxmlformats.org/officeDocument/2006/relationships/customXml" Target="../ink/ink368.xml"/><Relationship Id="rId222" Type="http://schemas.openxmlformats.org/officeDocument/2006/relationships/image" Target="../media/image382.png"/><Relationship Id="rId17" Type="http://schemas.openxmlformats.org/officeDocument/2006/relationships/customXml" Target="../ink/ink276.xml"/><Relationship Id="rId38" Type="http://schemas.openxmlformats.org/officeDocument/2006/relationships/image" Target="../media/image290.png"/><Relationship Id="rId59" Type="http://schemas.openxmlformats.org/officeDocument/2006/relationships/customXml" Target="../ink/ink297.xml"/><Relationship Id="rId103" Type="http://schemas.openxmlformats.org/officeDocument/2006/relationships/customXml" Target="../ink/ink319.xml"/><Relationship Id="rId124" Type="http://schemas.openxmlformats.org/officeDocument/2006/relationships/image" Target="../media/image333.png"/><Relationship Id="rId70" Type="http://schemas.openxmlformats.org/officeDocument/2006/relationships/image" Target="../media/image306.png"/><Relationship Id="rId91" Type="http://schemas.openxmlformats.org/officeDocument/2006/relationships/customXml" Target="../ink/ink313.xml"/><Relationship Id="rId145" Type="http://schemas.openxmlformats.org/officeDocument/2006/relationships/customXml" Target="../ink/ink340.xml"/><Relationship Id="rId166" Type="http://schemas.openxmlformats.org/officeDocument/2006/relationships/image" Target="../media/image354.png"/><Relationship Id="rId187" Type="http://schemas.openxmlformats.org/officeDocument/2006/relationships/customXml" Target="../ink/ink361.xml"/><Relationship Id="rId1" Type="http://schemas.openxmlformats.org/officeDocument/2006/relationships/slideLayout" Target="../slideLayouts/slideLayout2.xml"/><Relationship Id="rId212" Type="http://schemas.openxmlformats.org/officeDocument/2006/relationships/image" Target="../media/image377.png"/><Relationship Id="rId233" Type="http://schemas.openxmlformats.org/officeDocument/2006/relationships/customXml" Target="../ink/ink384.xml"/><Relationship Id="rId28" Type="http://schemas.openxmlformats.org/officeDocument/2006/relationships/image" Target="../media/image285.png"/><Relationship Id="rId49" Type="http://schemas.openxmlformats.org/officeDocument/2006/relationships/customXml" Target="../ink/ink292.xml"/><Relationship Id="rId114" Type="http://schemas.openxmlformats.org/officeDocument/2006/relationships/image" Target="../media/image328.png"/><Relationship Id="rId60" Type="http://schemas.openxmlformats.org/officeDocument/2006/relationships/image" Target="../media/image301.png"/><Relationship Id="rId81" Type="http://schemas.openxmlformats.org/officeDocument/2006/relationships/customXml" Target="../ink/ink308.xml"/><Relationship Id="rId135" Type="http://schemas.openxmlformats.org/officeDocument/2006/relationships/customXml" Target="../ink/ink335.xml"/><Relationship Id="rId156" Type="http://schemas.openxmlformats.org/officeDocument/2006/relationships/image" Target="../media/image349.png"/><Relationship Id="rId177" Type="http://schemas.openxmlformats.org/officeDocument/2006/relationships/customXml" Target="../ink/ink356.xml"/><Relationship Id="rId198" Type="http://schemas.openxmlformats.org/officeDocument/2006/relationships/image" Target="../media/image370.png"/><Relationship Id="rId202" Type="http://schemas.openxmlformats.org/officeDocument/2006/relationships/image" Target="../media/image372.png"/><Relationship Id="rId223" Type="http://schemas.openxmlformats.org/officeDocument/2006/relationships/customXml" Target="../ink/ink379.xml"/><Relationship Id="rId18" Type="http://schemas.openxmlformats.org/officeDocument/2006/relationships/image" Target="../media/image280.png"/><Relationship Id="rId39" Type="http://schemas.openxmlformats.org/officeDocument/2006/relationships/customXml" Target="../ink/ink287.xml"/><Relationship Id="rId50" Type="http://schemas.openxmlformats.org/officeDocument/2006/relationships/image" Target="../media/image296.png"/><Relationship Id="rId104" Type="http://schemas.openxmlformats.org/officeDocument/2006/relationships/image" Target="../media/image323.png"/><Relationship Id="rId125" Type="http://schemas.openxmlformats.org/officeDocument/2006/relationships/customXml" Target="../ink/ink330.xml"/><Relationship Id="rId146" Type="http://schemas.openxmlformats.org/officeDocument/2006/relationships/image" Target="../media/image344.png"/><Relationship Id="rId167" Type="http://schemas.openxmlformats.org/officeDocument/2006/relationships/customXml" Target="../ink/ink351.xml"/><Relationship Id="rId188" Type="http://schemas.openxmlformats.org/officeDocument/2006/relationships/image" Target="../media/image365.png"/><Relationship Id="rId71" Type="http://schemas.openxmlformats.org/officeDocument/2006/relationships/customXml" Target="../ink/ink303.xml"/><Relationship Id="rId92" Type="http://schemas.openxmlformats.org/officeDocument/2006/relationships/image" Target="../media/image317.png"/><Relationship Id="rId213" Type="http://schemas.openxmlformats.org/officeDocument/2006/relationships/customXml" Target="../ink/ink374.xml"/><Relationship Id="rId234" Type="http://schemas.openxmlformats.org/officeDocument/2006/relationships/image" Target="../media/image388.png"/><Relationship Id="rId2" Type="http://schemas.openxmlformats.org/officeDocument/2006/relationships/image" Target="../media/image54.png"/><Relationship Id="rId29" Type="http://schemas.openxmlformats.org/officeDocument/2006/relationships/customXml" Target="../ink/ink282.xml"/><Relationship Id="rId40" Type="http://schemas.openxmlformats.org/officeDocument/2006/relationships/image" Target="../media/image291.png"/><Relationship Id="rId115" Type="http://schemas.openxmlformats.org/officeDocument/2006/relationships/customXml" Target="../ink/ink325.xml"/><Relationship Id="rId136" Type="http://schemas.openxmlformats.org/officeDocument/2006/relationships/image" Target="../media/image339.png"/><Relationship Id="rId157" Type="http://schemas.openxmlformats.org/officeDocument/2006/relationships/customXml" Target="../ink/ink346.xml"/><Relationship Id="rId178" Type="http://schemas.openxmlformats.org/officeDocument/2006/relationships/image" Target="../media/image360.png"/><Relationship Id="rId61" Type="http://schemas.openxmlformats.org/officeDocument/2006/relationships/customXml" Target="../ink/ink298.xml"/><Relationship Id="rId82" Type="http://schemas.openxmlformats.org/officeDocument/2006/relationships/image" Target="../media/image312.png"/><Relationship Id="rId199" Type="http://schemas.openxmlformats.org/officeDocument/2006/relationships/customXml" Target="../ink/ink367.xml"/><Relationship Id="rId203" Type="http://schemas.openxmlformats.org/officeDocument/2006/relationships/customXml" Target="../ink/ink369.xml"/><Relationship Id="rId19" Type="http://schemas.openxmlformats.org/officeDocument/2006/relationships/customXml" Target="../ink/ink277.xml"/><Relationship Id="rId224" Type="http://schemas.openxmlformats.org/officeDocument/2006/relationships/image" Target="../media/image383.png"/><Relationship Id="rId30" Type="http://schemas.openxmlformats.org/officeDocument/2006/relationships/image" Target="../media/image286.png"/><Relationship Id="rId105" Type="http://schemas.openxmlformats.org/officeDocument/2006/relationships/customXml" Target="../ink/ink320.xml"/><Relationship Id="rId126" Type="http://schemas.openxmlformats.org/officeDocument/2006/relationships/image" Target="../media/image334.png"/><Relationship Id="rId147" Type="http://schemas.openxmlformats.org/officeDocument/2006/relationships/customXml" Target="../ink/ink341.xml"/><Relationship Id="rId168" Type="http://schemas.openxmlformats.org/officeDocument/2006/relationships/image" Target="../media/image355.png"/><Relationship Id="rId51" Type="http://schemas.openxmlformats.org/officeDocument/2006/relationships/customXml" Target="../ink/ink293.xml"/><Relationship Id="rId72" Type="http://schemas.openxmlformats.org/officeDocument/2006/relationships/image" Target="../media/image307.png"/><Relationship Id="rId93" Type="http://schemas.openxmlformats.org/officeDocument/2006/relationships/customXml" Target="../ink/ink314.xml"/><Relationship Id="rId189" Type="http://schemas.openxmlformats.org/officeDocument/2006/relationships/customXml" Target="../ink/ink362.xml"/><Relationship Id="rId3" Type="http://schemas.openxmlformats.org/officeDocument/2006/relationships/customXml" Target="../ink/ink269.xml"/><Relationship Id="rId214" Type="http://schemas.openxmlformats.org/officeDocument/2006/relationships/image" Target="../media/image378.png"/><Relationship Id="rId116" Type="http://schemas.openxmlformats.org/officeDocument/2006/relationships/image" Target="../media/image329.png"/><Relationship Id="rId137" Type="http://schemas.openxmlformats.org/officeDocument/2006/relationships/customXml" Target="../ink/ink336.xml"/><Relationship Id="rId158" Type="http://schemas.openxmlformats.org/officeDocument/2006/relationships/image" Target="../media/image350.png"/></Relationships>
</file>

<file path=ppt/slides/_rels/slide8.xml.rels><?xml version="1.0" encoding="UTF-8" standalone="yes"?>
<Relationships xmlns="http://schemas.openxmlformats.org/package/2006/relationships"><Relationship Id="rId117" Type="http://schemas.openxmlformats.org/officeDocument/2006/relationships/customXml" Target="../ink/ink442.xml"/><Relationship Id="rId21" Type="http://schemas.openxmlformats.org/officeDocument/2006/relationships/customXml" Target="../ink/ink394.xml"/><Relationship Id="rId42" Type="http://schemas.openxmlformats.org/officeDocument/2006/relationships/image" Target="../media/image408.png"/><Relationship Id="rId63" Type="http://schemas.openxmlformats.org/officeDocument/2006/relationships/customXml" Target="../ink/ink415.xml"/><Relationship Id="rId84" Type="http://schemas.openxmlformats.org/officeDocument/2006/relationships/image" Target="../media/image429.png"/><Relationship Id="rId138" Type="http://schemas.openxmlformats.org/officeDocument/2006/relationships/image" Target="../media/image456.png"/><Relationship Id="rId159" Type="http://schemas.openxmlformats.org/officeDocument/2006/relationships/customXml" Target="../ink/ink463.xml"/><Relationship Id="rId170" Type="http://schemas.openxmlformats.org/officeDocument/2006/relationships/customXml" Target="../ink/ink469.xml"/><Relationship Id="rId107" Type="http://schemas.openxmlformats.org/officeDocument/2006/relationships/customXml" Target="../ink/ink437.xml"/><Relationship Id="rId11" Type="http://schemas.openxmlformats.org/officeDocument/2006/relationships/customXml" Target="../ink/ink389.xml"/><Relationship Id="rId32" Type="http://schemas.openxmlformats.org/officeDocument/2006/relationships/image" Target="../media/image403.png"/><Relationship Id="rId53" Type="http://schemas.openxmlformats.org/officeDocument/2006/relationships/customXml" Target="../ink/ink410.xml"/><Relationship Id="rId74" Type="http://schemas.openxmlformats.org/officeDocument/2006/relationships/image" Target="../media/image424.png"/><Relationship Id="rId128" Type="http://schemas.openxmlformats.org/officeDocument/2006/relationships/image" Target="../media/image451.png"/><Relationship Id="rId149" Type="http://schemas.openxmlformats.org/officeDocument/2006/relationships/customXml" Target="../ink/ink458.xml"/><Relationship Id="rId5" Type="http://schemas.openxmlformats.org/officeDocument/2006/relationships/customXml" Target="../ink/ink386.xml"/><Relationship Id="rId95" Type="http://schemas.openxmlformats.org/officeDocument/2006/relationships/customXml" Target="../ink/ink431.xml"/><Relationship Id="rId160" Type="http://schemas.openxmlformats.org/officeDocument/2006/relationships/image" Target="../media/image467.png"/><Relationship Id="rId22" Type="http://schemas.openxmlformats.org/officeDocument/2006/relationships/image" Target="../media/image398.png"/><Relationship Id="rId43" Type="http://schemas.openxmlformats.org/officeDocument/2006/relationships/customXml" Target="../ink/ink405.xml"/><Relationship Id="rId64" Type="http://schemas.openxmlformats.org/officeDocument/2006/relationships/image" Target="../media/image419.png"/><Relationship Id="rId118" Type="http://schemas.openxmlformats.org/officeDocument/2006/relationships/image" Target="../media/image446.png"/><Relationship Id="rId139" Type="http://schemas.openxmlformats.org/officeDocument/2006/relationships/customXml" Target="../ink/ink453.xml"/><Relationship Id="rId85" Type="http://schemas.openxmlformats.org/officeDocument/2006/relationships/customXml" Target="../ink/ink426.xml"/><Relationship Id="rId150" Type="http://schemas.openxmlformats.org/officeDocument/2006/relationships/image" Target="../media/image462.png"/><Relationship Id="rId171" Type="http://schemas.openxmlformats.org/officeDocument/2006/relationships/image" Target="../media/image472.png"/><Relationship Id="rId12" Type="http://schemas.openxmlformats.org/officeDocument/2006/relationships/image" Target="../media/image393.png"/><Relationship Id="rId33" Type="http://schemas.openxmlformats.org/officeDocument/2006/relationships/customXml" Target="../ink/ink400.xml"/><Relationship Id="rId108" Type="http://schemas.openxmlformats.org/officeDocument/2006/relationships/image" Target="../media/image441.png"/><Relationship Id="rId129" Type="http://schemas.openxmlformats.org/officeDocument/2006/relationships/customXml" Target="../ink/ink448.xml"/><Relationship Id="rId54" Type="http://schemas.openxmlformats.org/officeDocument/2006/relationships/image" Target="../media/image414.png"/><Relationship Id="rId70" Type="http://schemas.openxmlformats.org/officeDocument/2006/relationships/image" Target="../media/image422.png"/><Relationship Id="rId75" Type="http://schemas.openxmlformats.org/officeDocument/2006/relationships/customXml" Target="../ink/ink421.xml"/><Relationship Id="rId91" Type="http://schemas.openxmlformats.org/officeDocument/2006/relationships/customXml" Target="../ink/ink429.xml"/><Relationship Id="rId96" Type="http://schemas.openxmlformats.org/officeDocument/2006/relationships/image" Target="../media/image435.png"/><Relationship Id="rId140" Type="http://schemas.openxmlformats.org/officeDocument/2006/relationships/image" Target="../media/image457.png"/><Relationship Id="rId145" Type="http://schemas.openxmlformats.org/officeDocument/2006/relationships/customXml" Target="../ink/ink456.xml"/><Relationship Id="rId161" Type="http://schemas.openxmlformats.org/officeDocument/2006/relationships/customXml" Target="../ink/ink464.xml"/><Relationship Id="rId166" Type="http://schemas.openxmlformats.org/officeDocument/2006/relationships/image" Target="../media/image47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90.png"/><Relationship Id="rId23" Type="http://schemas.openxmlformats.org/officeDocument/2006/relationships/customXml" Target="../ink/ink395.xml"/><Relationship Id="rId28" Type="http://schemas.openxmlformats.org/officeDocument/2006/relationships/image" Target="../media/image401.png"/><Relationship Id="rId49" Type="http://schemas.openxmlformats.org/officeDocument/2006/relationships/customXml" Target="../ink/ink408.xml"/><Relationship Id="rId114" Type="http://schemas.openxmlformats.org/officeDocument/2006/relationships/image" Target="../media/image444.png"/><Relationship Id="rId119" Type="http://schemas.openxmlformats.org/officeDocument/2006/relationships/customXml" Target="../ink/ink443.xml"/><Relationship Id="rId44" Type="http://schemas.openxmlformats.org/officeDocument/2006/relationships/image" Target="../media/image409.png"/><Relationship Id="rId60" Type="http://schemas.openxmlformats.org/officeDocument/2006/relationships/image" Target="../media/image417.png"/><Relationship Id="rId65" Type="http://schemas.openxmlformats.org/officeDocument/2006/relationships/customXml" Target="../ink/ink416.xml"/><Relationship Id="rId81" Type="http://schemas.openxmlformats.org/officeDocument/2006/relationships/customXml" Target="../ink/ink424.xml"/><Relationship Id="rId86" Type="http://schemas.openxmlformats.org/officeDocument/2006/relationships/image" Target="../media/image430.png"/><Relationship Id="rId130" Type="http://schemas.openxmlformats.org/officeDocument/2006/relationships/image" Target="../media/image452.png"/><Relationship Id="rId135" Type="http://schemas.openxmlformats.org/officeDocument/2006/relationships/customXml" Target="../ink/ink451.xml"/><Relationship Id="rId151" Type="http://schemas.openxmlformats.org/officeDocument/2006/relationships/customXml" Target="../ink/ink459.xml"/><Relationship Id="rId156" Type="http://schemas.openxmlformats.org/officeDocument/2006/relationships/image" Target="../media/image465.png"/><Relationship Id="rId13" Type="http://schemas.openxmlformats.org/officeDocument/2006/relationships/customXml" Target="../ink/ink390.xml"/><Relationship Id="rId18" Type="http://schemas.openxmlformats.org/officeDocument/2006/relationships/image" Target="../media/image396.png"/><Relationship Id="rId39" Type="http://schemas.openxmlformats.org/officeDocument/2006/relationships/customXml" Target="../ink/ink403.xml"/><Relationship Id="rId109" Type="http://schemas.openxmlformats.org/officeDocument/2006/relationships/customXml" Target="../ink/ink438.xml"/><Relationship Id="rId34" Type="http://schemas.openxmlformats.org/officeDocument/2006/relationships/image" Target="../media/image404.png"/><Relationship Id="rId50" Type="http://schemas.openxmlformats.org/officeDocument/2006/relationships/image" Target="../media/image412.png"/><Relationship Id="rId55" Type="http://schemas.openxmlformats.org/officeDocument/2006/relationships/customXml" Target="../ink/ink411.xml"/><Relationship Id="rId76" Type="http://schemas.openxmlformats.org/officeDocument/2006/relationships/image" Target="../media/image425.png"/><Relationship Id="rId97" Type="http://schemas.openxmlformats.org/officeDocument/2006/relationships/customXml" Target="../ink/ink432.xml"/><Relationship Id="rId104" Type="http://schemas.openxmlformats.org/officeDocument/2006/relationships/image" Target="../media/image439.png"/><Relationship Id="rId120" Type="http://schemas.openxmlformats.org/officeDocument/2006/relationships/image" Target="../media/image447.png"/><Relationship Id="rId125" Type="http://schemas.openxmlformats.org/officeDocument/2006/relationships/customXml" Target="../ink/ink446.xml"/><Relationship Id="rId141" Type="http://schemas.openxmlformats.org/officeDocument/2006/relationships/customXml" Target="../ink/ink454.xml"/><Relationship Id="rId146" Type="http://schemas.openxmlformats.org/officeDocument/2006/relationships/image" Target="../media/image460.png"/><Relationship Id="rId167" Type="http://schemas.openxmlformats.org/officeDocument/2006/relationships/customXml" Target="../ink/ink467.xml"/><Relationship Id="rId7" Type="http://schemas.openxmlformats.org/officeDocument/2006/relationships/customXml" Target="../ink/ink387.xml"/><Relationship Id="rId71" Type="http://schemas.openxmlformats.org/officeDocument/2006/relationships/customXml" Target="../ink/ink419.xml"/><Relationship Id="rId92" Type="http://schemas.openxmlformats.org/officeDocument/2006/relationships/image" Target="../media/image433.png"/><Relationship Id="rId162" Type="http://schemas.openxmlformats.org/officeDocument/2006/relationships/image" Target="../media/image468.png"/><Relationship Id="rId2" Type="http://schemas.openxmlformats.org/officeDocument/2006/relationships/image" Target="../media/image54.png"/><Relationship Id="rId29" Type="http://schemas.openxmlformats.org/officeDocument/2006/relationships/customXml" Target="../ink/ink398.xml"/><Relationship Id="rId24" Type="http://schemas.openxmlformats.org/officeDocument/2006/relationships/image" Target="../media/image399.png"/><Relationship Id="rId40" Type="http://schemas.openxmlformats.org/officeDocument/2006/relationships/image" Target="../media/image407.png"/><Relationship Id="rId45" Type="http://schemas.openxmlformats.org/officeDocument/2006/relationships/customXml" Target="../ink/ink406.xml"/><Relationship Id="rId66" Type="http://schemas.openxmlformats.org/officeDocument/2006/relationships/image" Target="../media/image420.png"/><Relationship Id="rId87" Type="http://schemas.openxmlformats.org/officeDocument/2006/relationships/customXml" Target="../ink/ink427.xml"/><Relationship Id="rId110" Type="http://schemas.openxmlformats.org/officeDocument/2006/relationships/image" Target="../media/image442.png"/><Relationship Id="rId115" Type="http://schemas.openxmlformats.org/officeDocument/2006/relationships/customXml" Target="../ink/ink441.xml"/><Relationship Id="rId131" Type="http://schemas.openxmlformats.org/officeDocument/2006/relationships/customXml" Target="../ink/ink449.xml"/><Relationship Id="rId136" Type="http://schemas.openxmlformats.org/officeDocument/2006/relationships/image" Target="../media/image455.png"/><Relationship Id="rId157" Type="http://schemas.openxmlformats.org/officeDocument/2006/relationships/customXml" Target="../ink/ink462.xml"/><Relationship Id="rId61" Type="http://schemas.openxmlformats.org/officeDocument/2006/relationships/customXml" Target="../ink/ink414.xml"/><Relationship Id="rId82" Type="http://schemas.openxmlformats.org/officeDocument/2006/relationships/image" Target="../media/image428.png"/><Relationship Id="rId152" Type="http://schemas.openxmlformats.org/officeDocument/2006/relationships/image" Target="../media/image463.png"/><Relationship Id="rId19" Type="http://schemas.openxmlformats.org/officeDocument/2006/relationships/customXml" Target="../ink/ink393.xml"/><Relationship Id="rId14" Type="http://schemas.openxmlformats.org/officeDocument/2006/relationships/image" Target="../media/image394.png"/><Relationship Id="rId30" Type="http://schemas.openxmlformats.org/officeDocument/2006/relationships/image" Target="../media/image402.png"/><Relationship Id="rId35" Type="http://schemas.openxmlformats.org/officeDocument/2006/relationships/customXml" Target="../ink/ink401.xml"/><Relationship Id="rId56" Type="http://schemas.openxmlformats.org/officeDocument/2006/relationships/image" Target="../media/image415.png"/><Relationship Id="rId77" Type="http://schemas.openxmlformats.org/officeDocument/2006/relationships/customXml" Target="../ink/ink422.xml"/><Relationship Id="rId100" Type="http://schemas.openxmlformats.org/officeDocument/2006/relationships/image" Target="../media/image437.png"/><Relationship Id="rId105" Type="http://schemas.openxmlformats.org/officeDocument/2006/relationships/customXml" Target="../ink/ink436.xml"/><Relationship Id="rId126" Type="http://schemas.openxmlformats.org/officeDocument/2006/relationships/image" Target="../media/image450.png"/><Relationship Id="rId147" Type="http://schemas.openxmlformats.org/officeDocument/2006/relationships/customXml" Target="../ink/ink457.xml"/><Relationship Id="rId168" Type="http://schemas.openxmlformats.org/officeDocument/2006/relationships/image" Target="../media/image471.png"/><Relationship Id="rId8" Type="http://schemas.openxmlformats.org/officeDocument/2006/relationships/image" Target="../media/image391.png"/><Relationship Id="rId51" Type="http://schemas.openxmlformats.org/officeDocument/2006/relationships/customXml" Target="../ink/ink409.xml"/><Relationship Id="rId72" Type="http://schemas.openxmlformats.org/officeDocument/2006/relationships/image" Target="../media/image423.png"/><Relationship Id="rId93" Type="http://schemas.openxmlformats.org/officeDocument/2006/relationships/customXml" Target="../ink/ink430.xml"/><Relationship Id="rId98" Type="http://schemas.openxmlformats.org/officeDocument/2006/relationships/image" Target="../media/image436.png"/><Relationship Id="rId121" Type="http://schemas.openxmlformats.org/officeDocument/2006/relationships/customXml" Target="../ink/ink444.xml"/><Relationship Id="rId142" Type="http://schemas.openxmlformats.org/officeDocument/2006/relationships/image" Target="../media/image458.png"/><Relationship Id="rId163" Type="http://schemas.openxmlformats.org/officeDocument/2006/relationships/customXml" Target="../ink/ink465.xml"/><Relationship Id="rId3" Type="http://schemas.openxmlformats.org/officeDocument/2006/relationships/customXml" Target="../ink/ink385.xml"/><Relationship Id="rId25" Type="http://schemas.openxmlformats.org/officeDocument/2006/relationships/customXml" Target="../ink/ink396.xml"/><Relationship Id="rId46" Type="http://schemas.openxmlformats.org/officeDocument/2006/relationships/image" Target="../media/image410.png"/><Relationship Id="rId67" Type="http://schemas.openxmlformats.org/officeDocument/2006/relationships/customXml" Target="../ink/ink417.xml"/><Relationship Id="rId116" Type="http://schemas.openxmlformats.org/officeDocument/2006/relationships/image" Target="../media/image445.png"/><Relationship Id="rId137" Type="http://schemas.openxmlformats.org/officeDocument/2006/relationships/customXml" Target="../ink/ink452.xml"/><Relationship Id="rId158" Type="http://schemas.openxmlformats.org/officeDocument/2006/relationships/image" Target="../media/image466.png"/><Relationship Id="rId20" Type="http://schemas.openxmlformats.org/officeDocument/2006/relationships/image" Target="../media/image397.png"/><Relationship Id="rId41" Type="http://schemas.openxmlformats.org/officeDocument/2006/relationships/customXml" Target="../ink/ink404.xml"/><Relationship Id="rId62" Type="http://schemas.openxmlformats.org/officeDocument/2006/relationships/image" Target="../media/image418.png"/><Relationship Id="rId83" Type="http://schemas.openxmlformats.org/officeDocument/2006/relationships/customXml" Target="../ink/ink425.xml"/><Relationship Id="rId88" Type="http://schemas.openxmlformats.org/officeDocument/2006/relationships/image" Target="../media/image431.png"/><Relationship Id="rId111" Type="http://schemas.openxmlformats.org/officeDocument/2006/relationships/customXml" Target="../ink/ink439.xml"/><Relationship Id="rId132" Type="http://schemas.openxmlformats.org/officeDocument/2006/relationships/image" Target="../media/image453.png"/><Relationship Id="rId153" Type="http://schemas.openxmlformats.org/officeDocument/2006/relationships/customXml" Target="../ink/ink460.xml"/><Relationship Id="rId15" Type="http://schemas.openxmlformats.org/officeDocument/2006/relationships/customXml" Target="../ink/ink391.xml"/><Relationship Id="rId36" Type="http://schemas.openxmlformats.org/officeDocument/2006/relationships/image" Target="../media/image405.png"/><Relationship Id="rId57" Type="http://schemas.openxmlformats.org/officeDocument/2006/relationships/customXml" Target="../ink/ink412.xml"/><Relationship Id="rId106" Type="http://schemas.openxmlformats.org/officeDocument/2006/relationships/image" Target="../media/image440.png"/><Relationship Id="rId127" Type="http://schemas.openxmlformats.org/officeDocument/2006/relationships/customXml" Target="../ink/ink447.xml"/><Relationship Id="rId10" Type="http://schemas.openxmlformats.org/officeDocument/2006/relationships/image" Target="../media/image392.png"/><Relationship Id="rId31" Type="http://schemas.openxmlformats.org/officeDocument/2006/relationships/customXml" Target="../ink/ink399.xml"/><Relationship Id="rId52" Type="http://schemas.openxmlformats.org/officeDocument/2006/relationships/image" Target="../media/image413.png"/><Relationship Id="rId73" Type="http://schemas.openxmlformats.org/officeDocument/2006/relationships/customXml" Target="../ink/ink420.xml"/><Relationship Id="rId78" Type="http://schemas.openxmlformats.org/officeDocument/2006/relationships/image" Target="../media/image426.png"/><Relationship Id="rId94" Type="http://schemas.openxmlformats.org/officeDocument/2006/relationships/image" Target="../media/image434.png"/><Relationship Id="rId99" Type="http://schemas.openxmlformats.org/officeDocument/2006/relationships/customXml" Target="../ink/ink433.xml"/><Relationship Id="rId101" Type="http://schemas.openxmlformats.org/officeDocument/2006/relationships/customXml" Target="../ink/ink434.xml"/><Relationship Id="rId122" Type="http://schemas.openxmlformats.org/officeDocument/2006/relationships/image" Target="../media/image448.png"/><Relationship Id="rId143" Type="http://schemas.openxmlformats.org/officeDocument/2006/relationships/customXml" Target="../ink/ink455.xml"/><Relationship Id="rId148" Type="http://schemas.openxmlformats.org/officeDocument/2006/relationships/image" Target="../media/image461.png"/><Relationship Id="rId164" Type="http://schemas.openxmlformats.org/officeDocument/2006/relationships/image" Target="../media/image469.png"/><Relationship Id="rId169" Type="http://schemas.openxmlformats.org/officeDocument/2006/relationships/customXml" Target="../ink/ink468.xml"/><Relationship Id="rId4" Type="http://schemas.openxmlformats.org/officeDocument/2006/relationships/image" Target="../media/image389.png"/><Relationship Id="rId9" Type="http://schemas.openxmlformats.org/officeDocument/2006/relationships/customXml" Target="../ink/ink388.xml"/><Relationship Id="rId26" Type="http://schemas.openxmlformats.org/officeDocument/2006/relationships/image" Target="../media/image400.png"/><Relationship Id="rId47" Type="http://schemas.openxmlformats.org/officeDocument/2006/relationships/customXml" Target="../ink/ink407.xml"/><Relationship Id="rId68" Type="http://schemas.openxmlformats.org/officeDocument/2006/relationships/image" Target="../media/image421.png"/><Relationship Id="rId89" Type="http://schemas.openxmlformats.org/officeDocument/2006/relationships/customXml" Target="../ink/ink428.xml"/><Relationship Id="rId112" Type="http://schemas.openxmlformats.org/officeDocument/2006/relationships/image" Target="../media/image443.png"/><Relationship Id="rId133" Type="http://schemas.openxmlformats.org/officeDocument/2006/relationships/customXml" Target="../ink/ink450.xml"/><Relationship Id="rId154" Type="http://schemas.openxmlformats.org/officeDocument/2006/relationships/image" Target="../media/image464.png"/><Relationship Id="rId16" Type="http://schemas.openxmlformats.org/officeDocument/2006/relationships/image" Target="../media/image395.png"/><Relationship Id="rId37" Type="http://schemas.openxmlformats.org/officeDocument/2006/relationships/customXml" Target="../ink/ink402.xml"/><Relationship Id="rId58" Type="http://schemas.openxmlformats.org/officeDocument/2006/relationships/image" Target="../media/image416.png"/><Relationship Id="rId79" Type="http://schemas.openxmlformats.org/officeDocument/2006/relationships/customXml" Target="../ink/ink423.xml"/><Relationship Id="rId102" Type="http://schemas.openxmlformats.org/officeDocument/2006/relationships/image" Target="../media/image438.png"/><Relationship Id="rId123" Type="http://schemas.openxmlformats.org/officeDocument/2006/relationships/customXml" Target="../ink/ink445.xml"/><Relationship Id="rId144" Type="http://schemas.openxmlformats.org/officeDocument/2006/relationships/image" Target="../media/image459.png"/><Relationship Id="rId90" Type="http://schemas.openxmlformats.org/officeDocument/2006/relationships/image" Target="../media/image432.png"/><Relationship Id="rId165" Type="http://schemas.openxmlformats.org/officeDocument/2006/relationships/customXml" Target="../ink/ink466.xml"/><Relationship Id="rId27" Type="http://schemas.openxmlformats.org/officeDocument/2006/relationships/customXml" Target="../ink/ink397.xml"/><Relationship Id="rId48" Type="http://schemas.openxmlformats.org/officeDocument/2006/relationships/image" Target="../media/image411.png"/><Relationship Id="rId69" Type="http://schemas.openxmlformats.org/officeDocument/2006/relationships/customXml" Target="../ink/ink418.xml"/><Relationship Id="rId113" Type="http://schemas.openxmlformats.org/officeDocument/2006/relationships/customXml" Target="../ink/ink440.xml"/><Relationship Id="rId134" Type="http://schemas.openxmlformats.org/officeDocument/2006/relationships/image" Target="../media/image454.png"/><Relationship Id="rId80" Type="http://schemas.openxmlformats.org/officeDocument/2006/relationships/image" Target="../media/image427.png"/><Relationship Id="rId155" Type="http://schemas.openxmlformats.org/officeDocument/2006/relationships/customXml" Target="../ink/ink461.xml"/><Relationship Id="rId17" Type="http://schemas.openxmlformats.org/officeDocument/2006/relationships/customXml" Target="../ink/ink392.xml"/><Relationship Id="rId38" Type="http://schemas.openxmlformats.org/officeDocument/2006/relationships/image" Target="../media/image406.png"/><Relationship Id="rId59" Type="http://schemas.openxmlformats.org/officeDocument/2006/relationships/customXml" Target="../ink/ink413.xml"/><Relationship Id="rId103" Type="http://schemas.openxmlformats.org/officeDocument/2006/relationships/customXml" Target="../ink/ink435.xml"/><Relationship Id="rId124" Type="http://schemas.openxmlformats.org/officeDocument/2006/relationships/image" Target="../media/image449.png"/></Relationships>
</file>

<file path=ppt/slides/_rels/slide9.xml.rels><?xml version="1.0" encoding="UTF-8" standalone="yes"?>
<Relationships xmlns="http://schemas.openxmlformats.org/package/2006/relationships"><Relationship Id="rId26" Type="http://schemas.openxmlformats.org/officeDocument/2006/relationships/image" Target="../media/image484.png"/><Relationship Id="rId21" Type="http://schemas.openxmlformats.org/officeDocument/2006/relationships/customXml" Target="../ink/ink479.xml"/><Relationship Id="rId42" Type="http://schemas.openxmlformats.org/officeDocument/2006/relationships/image" Target="../media/image492.png"/><Relationship Id="rId47" Type="http://schemas.openxmlformats.org/officeDocument/2006/relationships/customXml" Target="../ink/ink492.xml"/><Relationship Id="rId63" Type="http://schemas.openxmlformats.org/officeDocument/2006/relationships/customXml" Target="../ink/ink500.xml"/><Relationship Id="rId68" Type="http://schemas.openxmlformats.org/officeDocument/2006/relationships/image" Target="../media/image505.png"/><Relationship Id="rId84" Type="http://schemas.openxmlformats.org/officeDocument/2006/relationships/image" Target="../media/image513.png"/><Relationship Id="rId16" Type="http://schemas.openxmlformats.org/officeDocument/2006/relationships/image" Target="../media/image479.png"/><Relationship Id="rId11" Type="http://schemas.openxmlformats.org/officeDocument/2006/relationships/customXml" Target="../ink/ink474.xml"/><Relationship Id="rId32" Type="http://schemas.openxmlformats.org/officeDocument/2006/relationships/image" Target="../media/image487.png"/><Relationship Id="rId37" Type="http://schemas.openxmlformats.org/officeDocument/2006/relationships/customXml" Target="../ink/ink487.xml"/><Relationship Id="rId53" Type="http://schemas.openxmlformats.org/officeDocument/2006/relationships/customXml" Target="../ink/ink495.xml"/><Relationship Id="rId58" Type="http://schemas.openxmlformats.org/officeDocument/2006/relationships/image" Target="../media/image500.png"/><Relationship Id="rId74" Type="http://schemas.openxmlformats.org/officeDocument/2006/relationships/image" Target="../media/image508.png"/><Relationship Id="rId79" Type="http://schemas.openxmlformats.org/officeDocument/2006/relationships/customXml" Target="../ink/ink508.xml"/><Relationship Id="rId5" Type="http://schemas.openxmlformats.org/officeDocument/2006/relationships/customXml" Target="../ink/ink471.xml"/><Relationship Id="rId19" Type="http://schemas.openxmlformats.org/officeDocument/2006/relationships/customXml" Target="../ink/ink478.xml"/><Relationship Id="rId14" Type="http://schemas.openxmlformats.org/officeDocument/2006/relationships/image" Target="../media/image478.png"/><Relationship Id="rId22" Type="http://schemas.openxmlformats.org/officeDocument/2006/relationships/image" Target="../media/image482.png"/><Relationship Id="rId27" Type="http://schemas.openxmlformats.org/officeDocument/2006/relationships/customXml" Target="../ink/ink482.xml"/><Relationship Id="rId30" Type="http://schemas.openxmlformats.org/officeDocument/2006/relationships/image" Target="../media/image486.png"/><Relationship Id="rId35" Type="http://schemas.openxmlformats.org/officeDocument/2006/relationships/customXml" Target="../ink/ink486.xml"/><Relationship Id="rId43" Type="http://schemas.openxmlformats.org/officeDocument/2006/relationships/customXml" Target="../ink/ink490.xml"/><Relationship Id="rId48" Type="http://schemas.openxmlformats.org/officeDocument/2006/relationships/image" Target="../media/image495.png"/><Relationship Id="rId56" Type="http://schemas.openxmlformats.org/officeDocument/2006/relationships/image" Target="../media/image499.png"/><Relationship Id="rId64" Type="http://schemas.openxmlformats.org/officeDocument/2006/relationships/image" Target="../media/image503.png"/><Relationship Id="rId69" Type="http://schemas.openxmlformats.org/officeDocument/2006/relationships/customXml" Target="../ink/ink503.xml"/><Relationship Id="rId77" Type="http://schemas.openxmlformats.org/officeDocument/2006/relationships/customXml" Target="../ink/ink507.xml"/><Relationship Id="rId8" Type="http://schemas.openxmlformats.org/officeDocument/2006/relationships/image" Target="../media/image475.png"/><Relationship Id="rId51" Type="http://schemas.openxmlformats.org/officeDocument/2006/relationships/customXml" Target="../ink/ink494.xml"/><Relationship Id="rId72" Type="http://schemas.openxmlformats.org/officeDocument/2006/relationships/image" Target="../media/image507.png"/><Relationship Id="rId80" Type="http://schemas.openxmlformats.org/officeDocument/2006/relationships/image" Target="../media/image511.png"/><Relationship Id="rId85" Type="http://schemas.openxmlformats.org/officeDocument/2006/relationships/customXml" Target="../ink/ink511.xml"/><Relationship Id="rId3" Type="http://schemas.openxmlformats.org/officeDocument/2006/relationships/customXml" Target="../ink/ink470.xml"/><Relationship Id="rId12" Type="http://schemas.openxmlformats.org/officeDocument/2006/relationships/image" Target="../media/image477.png"/><Relationship Id="rId17" Type="http://schemas.openxmlformats.org/officeDocument/2006/relationships/customXml" Target="../ink/ink477.xml"/><Relationship Id="rId25" Type="http://schemas.openxmlformats.org/officeDocument/2006/relationships/customXml" Target="../ink/ink481.xml"/><Relationship Id="rId33" Type="http://schemas.openxmlformats.org/officeDocument/2006/relationships/customXml" Target="../ink/ink485.xml"/><Relationship Id="rId38" Type="http://schemas.openxmlformats.org/officeDocument/2006/relationships/image" Target="../media/image490.png"/><Relationship Id="rId46" Type="http://schemas.openxmlformats.org/officeDocument/2006/relationships/image" Target="../media/image494.png"/><Relationship Id="rId59" Type="http://schemas.openxmlformats.org/officeDocument/2006/relationships/customXml" Target="../ink/ink498.xml"/><Relationship Id="rId67" Type="http://schemas.openxmlformats.org/officeDocument/2006/relationships/customXml" Target="../ink/ink502.xml"/><Relationship Id="rId20" Type="http://schemas.openxmlformats.org/officeDocument/2006/relationships/image" Target="../media/image481.png"/><Relationship Id="rId41" Type="http://schemas.openxmlformats.org/officeDocument/2006/relationships/customXml" Target="../ink/ink489.xml"/><Relationship Id="rId54" Type="http://schemas.openxmlformats.org/officeDocument/2006/relationships/image" Target="../media/image498.png"/><Relationship Id="rId62" Type="http://schemas.openxmlformats.org/officeDocument/2006/relationships/image" Target="../media/image502.png"/><Relationship Id="rId70" Type="http://schemas.openxmlformats.org/officeDocument/2006/relationships/image" Target="../media/image506.png"/><Relationship Id="rId75" Type="http://schemas.openxmlformats.org/officeDocument/2006/relationships/customXml" Target="../ink/ink506.xml"/><Relationship Id="rId83" Type="http://schemas.openxmlformats.org/officeDocument/2006/relationships/customXml" Target="../ink/ink510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74.png"/><Relationship Id="rId15" Type="http://schemas.openxmlformats.org/officeDocument/2006/relationships/customXml" Target="../ink/ink476.xml"/><Relationship Id="rId23" Type="http://schemas.openxmlformats.org/officeDocument/2006/relationships/customXml" Target="../ink/ink480.xml"/><Relationship Id="rId28" Type="http://schemas.openxmlformats.org/officeDocument/2006/relationships/image" Target="../media/image485.png"/><Relationship Id="rId36" Type="http://schemas.openxmlformats.org/officeDocument/2006/relationships/image" Target="../media/image489.png"/><Relationship Id="rId49" Type="http://schemas.openxmlformats.org/officeDocument/2006/relationships/customXml" Target="../ink/ink493.xml"/><Relationship Id="rId57" Type="http://schemas.openxmlformats.org/officeDocument/2006/relationships/customXml" Target="../ink/ink497.xml"/><Relationship Id="rId10" Type="http://schemas.openxmlformats.org/officeDocument/2006/relationships/image" Target="../media/image476.png"/><Relationship Id="rId31" Type="http://schemas.openxmlformats.org/officeDocument/2006/relationships/customXml" Target="../ink/ink484.xml"/><Relationship Id="rId44" Type="http://schemas.openxmlformats.org/officeDocument/2006/relationships/image" Target="../media/image493.png"/><Relationship Id="rId52" Type="http://schemas.openxmlformats.org/officeDocument/2006/relationships/image" Target="../media/image497.png"/><Relationship Id="rId60" Type="http://schemas.openxmlformats.org/officeDocument/2006/relationships/image" Target="../media/image501.png"/><Relationship Id="rId65" Type="http://schemas.openxmlformats.org/officeDocument/2006/relationships/customXml" Target="../ink/ink501.xml"/><Relationship Id="rId73" Type="http://schemas.openxmlformats.org/officeDocument/2006/relationships/customXml" Target="../ink/ink505.xml"/><Relationship Id="rId78" Type="http://schemas.openxmlformats.org/officeDocument/2006/relationships/image" Target="../media/image510.png"/><Relationship Id="rId81" Type="http://schemas.openxmlformats.org/officeDocument/2006/relationships/customXml" Target="../ink/ink509.xml"/><Relationship Id="rId86" Type="http://schemas.openxmlformats.org/officeDocument/2006/relationships/image" Target="../media/image514.png"/><Relationship Id="rId4" Type="http://schemas.openxmlformats.org/officeDocument/2006/relationships/image" Target="../media/image473.png"/><Relationship Id="rId9" Type="http://schemas.openxmlformats.org/officeDocument/2006/relationships/customXml" Target="../ink/ink473.xml"/><Relationship Id="rId13" Type="http://schemas.openxmlformats.org/officeDocument/2006/relationships/customXml" Target="../ink/ink475.xml"/><Relationship Id="rId18" Type="http://schemas.openxmlformats.org/officeDocument/2006/relationships/image" Target="../media/image480.png"/><Relationship Id="rId39" Type="http://schemas.openxmlformats.org/officeDocument/2006/relationships/customXml" Target="../ink/ink488.xml"/><Relationship Id="rId34" Type="http://schemas.openxmlformats.org/officeDocument/2006/relationships/image" Target="../media/image488.png"/><Relationship Id="rId50" Type="http://schemas.openxmlformats.org/officeDocument/2006/relationships/image" Target="../media/image496.png"/><Relationship Id="rId55" Type="http://schemas.openxmlformats.org/officeDocument/2006/relationships/customXml" Target="../ink/ink496.xml"/><Relationship Id="rId76" Type="http://schemas.openxmlformats.org/officeDocument/2006/relationships/image" Target="../media/image509.png"/><Relationship Id="rId7" Type="http://schemas.openxmlformats.org/officeDocument/2006/relationships/customXml" Target="../ink/ink472.xml"/><Relationship Id="rId71" Type="http://schemas.openxmlformats.org/officeDocument/2006/relationships/customXml" Target="../ink/ink504.xml"/><Relationship Id="rId2" Type="http://schemas.openxmlformats.org/officeDocument/2006/relationships/image" Target="../media/image54.png"/><Relationship Id="rId29" Type="http://schemas.openxmlformats.org/officeDocument/2006/relationships/customXml" Target="../ink/ink483.xml"/><Relationship Id="rId24" Type="http://schemas.openxmlformats.org/officeDocument/2006/relationships/image" Target="../media/image483.png"/><Relationship Id="rId40" Type="http://schemas.openxmlformats.org/officeDocument/2006/relationships/image" Target="../media/image491.png"/><Relationship Id="rId45" Type="http://schemas.openxmlformats.org/officeDocument/2006/relationships/customXml" Target="../ink/ink491.xml"/><Relationship Id="rId66" Type="http://schemas.openxmlformats.org/officeDocument/2006/relationships/image" Target="../media/image504.png"/><Relationship Id="rId61" Type="http://schemas.openxmlformats.org/officeDocument/2006/relationships/customXml" Target="../ink/ink499.xml"/><Relationship Id="rId82" Type="http://schemas.openxmlformats.org/officeDocument/2006/relationships/image" Target="../media/image512.png"/></Relationships>
</file>

<file path=ppt/slides/_rels/slide10.xml.rels><?xml version="1.0" encoding="UTF-8" standalone="yes"?>
<Relationships xmlns="http://schemas.openxmlformats.org/package/2006/relationships"><Relationship Id="rId117" Type="http://schemas.openxmlformats.org/officeDocument/2006/relationships/customXml" Target="../ink/ink569.xml"/><Relationship Id="rId21" Type="http://schemas.openxmlformats.org/officeDocument/2006/relationships/customXml" Target="../ink/ink521.xml"/><Relationship Id="rId42" Type="http://schemas.openxmlformats.org/officeDocument/2006/relationships/image" Target="../media/image534.png"/><Relationship Id="rId63" Type="http://schemas.openxmlformats.org/officeDocument/2006/relationships/customXml" Target="../ink/ink542.xml"/><Relationship Id="rId84" Type="http://schemas.openxmlformats.org/officeDocument/2006/relationships/image" Target="../media/image555.png"/><Relationship Id="rId138" Type="http://schemas.openxmlformats.org/officeDocument/2006/relationships/image" Target="../media/image582.png"/><Relationship Id="rId107" Type="http://schemas.openxmlformats.org/officeDocument/2006/relationships/customXml" Target="../ink/ink564.xml"/><Relationship Id="rId11" Type="http://schemas.openxmlformats.org/officeDocument/2006/relationships/customXml" Target="../ink/ink516.xml"/><Relationship Id="rId32" Type="http://schemas.openxmlformats.org/officeDocument/2006/relationships/image" Target="../media/image529.png"/><Relationship Id="rId37" Type="http://schemas.openxmlformats.org/officeDocument/2006/relationships/customXml" Target="../ink/ink529.xml"/><Relationship Id="rId53" Type="http://schemas.openxmlformats.org/officeDocument/2006/relationships/customXml" Target="../ink/ink537.xml"/><Relationship Id="rId58" Type="http://schemas.openxmlformats.org/officeDocument/2006/relationships/image" Target="../media/image542.png"/><Relationship Id="rId74" Type="http://schemas.openxmlformats.org/officeDocument/2006/relationships/image" Target="../media/image550.png"/><Relationship Id="rId79" Type="http://schemas.openxmlformats.org/officeDocument/2006/relationships/customXml" Target="../ink/ink550.xml"/><Relationship Id="rId102" Type="http://schemas.openxmlformats.org/officeDocument/2006/relationships/image" Target="../media/image564.png"/><Relationship Id="rId123" Type="http://schemas.openxmlformats.org/officeDocument/2006/relationships/customXml" Target="../ink/ink572.xml"/><Relationship Id="rId128" Type="http://schemas.openxmlformats.org/officeDocument/2006/relationships/image" Target="../media/image577.png"/><Relationship Id="rId5" Type="http://schemas.openxmlformats.org/officeDocument/2006/relationships/customXml" Target="../ink/ink513.xml"/><Relationship Id="rId90" Type="http://schemas.openxmlformats.org/officeDocument/2006/relationships/image" Target="../media/image558.png"/><Relationship Id="rId95" Type="http://schemas.openxmlformats.org/officeDocument/2006/relationships/customXml" Target="../ink/ink558.xml"/><Relationship Id="rId22" Type="http://schemas.openxmlformats.org/officeDocument/2006/relationships/image" Target="../media/image524.png"/><Relationship Id="rId27" Type="http://schemas.openxmlformats.org/officeDocument/2006/relationships/customXml" Target="../ink/ink524.xml"/><Relationship Id="rId43" Type="http://schemas.openxmlformats.org/officeDocument/2006/relationships/customXml" Target="../ink/ink532.xml"/><Relationship Id="rId48" Type="http://schemas.openxmlformats.org/officeDocument/2006/relationships/image" Target="../media/image537.png"/><Relationship Id="rId64" Type="http://schemas.openxmlformats.org/officeDocument/2006/relationships/image" Target="../media/image545.png"/><Relationship Id="rId69" Type="http://schemas.openxmlformats.org/officeDocument/2006/relationships/customXml" Target="../ink/ink545.xml"/><Relationship Id="rId113" Type="http://schemas.openxmlformats.org/officeDocument/2006/relationships/customXml" Target="../ink/ink567.xml"/><Relationship Id="rId118" Type="http://schemas.openxmlformats.org/officeDocument/2006/relationships/image" Target="../media/image572.png"/><Relationship Id="rId134" Type="http://schemas.openxmlformats.org/officeDocument/2006/relationships/image" Target="../media/image580.png"/><Relationship Id="rId139" Type="http://schemas.openxmlformats.org/officeDocument/2006/relationships/customXml" Target="../ink/ink580.xml"/><Relationship Id="rId80" Type="http://schemas.openxmlformats.org/officeDocument/2006/relationships/image" Target="../media/image553.png"/><Relationship Id="rId85" Type="http://schemas.openxmlformats.org/officeDocument/2006/relationships/customXml" Target="../ink/ink553.xml"/><Relationship Id="rId12" Type="http://schemas.openxmlformats.org/officeDocument/2006/relationships/image" Target="../media/image519.png"/><Relationship Id="rId17" Type="http://schemas.openxmlformats.org/officeDocument/2006/relationships/customXml" Target="../ink/ink519.xml"/><Relationship Id="rId33" Type="http://schemas.openxmlformats.org/officeDocument/2006/relationships/customXml" Target="../ink/ink527.xml"/><Relationship Id="rId38" Type="http://schemas.openxmlformats.org/officeDocument/2006/relationships/image" Target="../media/image532.png"/><Relationship Id="rId59" Type="http://schemas.openxmlformats.org/officeDocument/2006/relationships/customXml" Target="../ink/ink540.xml"/><Relationship Id="rId103" Type="http://schemas.openxmlformats.org/officeDocument/2006/relationships/customXml" Target="../ink/ink562.xml"/><Relationship Id="rId108" Type="http://schemas.openxmlformats.org/officeDocument/2006/relationships/image" Target="../media/image567.png"/><Relationship Id="rId124" Type="http://schemas.openxmlformats.org/officeDocument/2006/relationships/image" Target="../media/image575.png"/><Relationship Id="rId129" Type="http://schemas.openxmlformats.org/officeDocument/2006/relationships/customXml" Target="../ink/ink575.xml"/><Relationship Id="rId54" Type="http://schemas.openxmlformats.org/officeDocument/2006/relationships/image" Target="../media/image540.png"/><Relationship Id="rId70" Type="http://schemas.openxmlformats.org/officeDocument/2006/relationships/image" Target="../media/image548.png"/><Relationship Id="rId75" Type="http://schemas.openxmlformats.org/officeDocument/2006/relationships/customXml" Target="../ink/ink548.xml"/><Relationship Id="rId91" Type="http://schemas.openxmlformats.org/officeDocument/2006/relationships/customXml" Target="../ink/ink556.xml"/><Relationship Id="rId96" Type="http://schemas.openxmlformats.org/officeDocument/2006/relationships/image" Target="../media/image561.png"/><Relationship Id="rId140" Type="http://schemas.openxmlformats.org/officeDocument/2006/relationships/image" Target="../media/image58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16.png"/><Relationship Id="rId23" Type="http://schemas.openxmlformats.org/officeDocument/2006/relationships/customXml" Target="../ink/ink522.xml"/><Relationship Id="rId28" Type="http://schemas.openxmlformats.org/officeDocument/2006/relationships/image" Target="../media/image527.png"/><Relationship Id="rId49" Type="http://schemas.openxmlformats.org/officeDocument/2006/relationships/customXml" Target="../ink/ink535.xml"/><Relationship Id="rId114" Type="http://schemas.openxmlformats.org/officeDocument/2006/relationships/image" Target="../media/image570.png"/><Relationship Id="rId119" Type="http://schemas.openxmlformats.org/officeDocument/2006/relationships/customXml" Target="../ink/ink570.xml"/><Relationship Id="rId44" Type="http://schemas.openxmlformats.org/officeDocument/2006/relationships/image" Target="../media/image535.png"/><Relationship Id="rId60" Type="http://schemas.openxmlformats.org/officeDocument/2006/relationships/image" Target="../media/image543.png"/><Relationship Id="rId65" Type="http://schemas.openxmlformats.org/officeDocument/2006/relationships/customXml" Target="../ink/ink543.xml"/><Relationship Id="rId81" Type="http://schemas.openxmlformats.org/officeDocument/2006/relationships/customXml" Target="../ink/ink551.xml"/><Relationship Id="rId86" Type="http://schemas.openxmlformats.org/officeDocument/2006/relationships/image" Target="../media/image556.png"/><Relationship Id="rId130" Type="http://schemas.openxmlformats.org/officeDocument/2006/relationships/image" Target="../media/image578.png"/><Relationship Id="rId135" Type="http://schemas.openxmlformats.org/officeDocument/2006/relationships/customXml" Target="../ink/ink578.xml"/><Relationship Id="rId13" Type="http://schemas.openxmlformats.org/officeDocument/2006/relationships/customXml" Target="../ink/ink517.xml"/><Relationship Id="rId18" Type="http://schemas.openxmlformats.org/officeDocument/2006/relationships/image" Target="../media/image522.png"/><Relationship Id="rId39" Type="http://schemas.openxmlformats.org/officeDocument/2006/relationships/customXml" Target="../ink/ink530.xml"/><Relationship Id="rId109" Type="http://schemas.openxmlformats.org/officeDocument/2006/relationships/customXml" Target="../ink/ink565.xml"/><Relationship Id="rId34" Type="http://schemas.openxmlformats.org/officeDocument/2006/relationships/image" Target="../media/image530.png"/><Relationship Id="rId50" Type="http://schemas.openxmlformats.org/officeDocument/2006/relationships/image" Target="../media/image538.png"/><Relationship Id="rId55" Type="http://schemas.openxmlformats.org/officeDocument/2006/relationships/customXml" Target="../ink/ink538.xml"/><Relationship Id="rId76" Type="http://schemas.openxmlformats.org/officeDocument/2006/relationships/image" Target="../media/image551.png"/><Relationship Id="rId97" Type="http://schemas.openxmlformats.org/officeDocument/2006/relationships/customXml" Target="../ink/ink559.xml"/><Relationship Id="rId104" Type="http://schemas.openxmlformats.org/officeDocument/2006/relationships/image" Target="../media/image565.png"/><Relationship Id="rId120" Type="http://schemas.openxmlformats.org/officeDocument/2006/relationships/image" Target="../media/image573.png"/><Relationship Id="rId125" Type="http://schemas.openxmlformats.org/officeDocument/2006/relationships/customXml" Target="../ink/ink573.xml"/><Relationship Id="rId141" Type="http://schemas.openxmlformats.org/officeDocument/2006/relationships/customXml" Target="../ink/ink581.xml"/><Relationship Id="rId7" Type="http://schemas.openxmlformats.org/officeDocument/2006/relationships/customXml" Target="../ink/ink514.xml"/><Relationship Id="rId71" Type="http://schemas.openxmlformats.org/officeDocument/2006/relationships/customXml" Target="../ink/ink546.xml"/><Relationship Id="rId92" Type="http://schemas.openxmlformats.org/officeDocument/2006/relationships/image" Target="../media/image559.png"/><Relationship Id="rId2" Type="http://schemas.openxmlformats.org/officeDocument/2006/relationships/image" Target="../media/image54.png"/><Relationship Id="rId29" Type="http://schemas.openxmlformats.org/officeDocument/2006/relationships/customXml" Target="../ink/ink525.xml"/><Relationship Id="rId24" Type="http://schemas.openxmlformats.org/officeDocument/2006/relationships/image" Target="../media/image525.png"/><Relationship Id="rId40" Type="http://schemas.openxmlformats.org/officeDocument/2006/relationships/image" Target="../media/image533.png"/><Relationship Id="rId45" Type="http://schemas.openxmlformats.org/officeDocument/2006/relationships/customXml" Target="../ink/ink533.xml"/><Relationship Id="rId66" Type="http://schemas.openxmlformats.org/officeDocument/2006/relationships/image" Target="../media/image546.png"/><Relationship Id="rId87" Type="http://schemas.openxmlformats.org/officeDocument/2006/relationships/customXml" Target="../ink/ink554.xml"/><Relationship Id="rId110" Type="http://schemas.openxmlformats.org/officeDocument/2006/relationships/image" Target="../media/image568.png"/><Relationship Id="rId115" Type="http://schemas.openxmlformats.org/officeDocument/2006/relationships/customXml" Target="../ink/ink568.xml"/><Relationship Id="rId131" Type="http://schemas.openxmlformats.org/officeDocument/2006/relationships/customXml" Target="../ink/ink576.xml"/><Relationship Id="rId136" Type="http://schemas.openxmlformats.org/officeDocument/2006/relationships/image" Target="../media/image581.png"/><Relationship Id="rId61" Type="http://schemas.openxmlformats.org/officeDocument/2006/relationships/customXml" Target="../ink/ink541.xml"/><Relationship Id="rId82" Type="http://schemas.openxmlformats.org/officeDocument/2006/relationships/image" Target="../media/image554.png"/><Relationship Id="rId19" Type="http://schemas.openxmlformats.org/officeDocument/2006/relationships/customXml" Target="../ink/ink520.xml"/><Relationship Id="rId14" Type="http://schemas.openxmlformats.org/officeDocument/2006/relationships/image" Target="../media/image520.png"/><Relationship Id="rId30" Type="http://schemas.openxmlformats.org/officeDocument/2006/relationships/image" Target="../media/image528.png"/><Relationship Id="rId35" Type="http://schemas.openxmlformats.org/officeDocument/2006/relationships/customXml" Target="../ink/ink528.xml"/><Relationship Id="rId56" Type="http://schemas.openxmlformats.org/officeDocument/2006/relationships/image" Target="../media/image541.png"/><Relationship Id="rId77" Type="http://schemas.openxmlformats.org/officeDocument/2006/relationships/customXml" Target="../ink/ink549.xml"/><Relationship Id="rId100" Type="http://schemas.openxmlformats.org/officeDocument/2006/relationships/image" Target="../media/image563.png"/><Relationship Id="rId105" Type="http://schemas.openxmlformats.org/officeDocument/2006/relationships/customXml" Target="../ink/ink563.xml"/><Relationship Id="rId126" Type="http://schemas.openxmlformats.org/officeDocument/2006/relationships/image" Target="../media/image576.png"/><Relationship Id="rId8" Type="http://schemas.openxmlformats.org/officeDocument/2006/relationships/image" Target="../media/image517.png"/><Relationship Id="rId51" Type="http://schemas.openxmlformats.org/officeDocument/2006/relationships/customXml" Target="../ink/ink536.xml"/><Relationship Id="rId72" Type="http://schemas.openxmlformats.org/officeDocument/2006/relationships/image" Target="../media/image549.png"/><Relationship Id="rId93" Type="http://schemas.openxmlformats.org/officeDocument/2006/relationships/customXml" Target="../ink/ink557.xml"/><Relationship Id="rId98" Type="http://schemas.openxmlformats.org/officeDocument/2006/relationships/image" Target="../media/image562.png"/><Relationship Id="rId121" Type="http://schemas.openxmlformats.org/officeDocument/2006/relationships/customXml" Target="../ink/ink571.xml"/><Relationship Id="rId142" Type="http://schemas.openxmlformats.org/officeDocument/2006/relationships/image" Target="../media/image584.png"/><Relationship Id="rId3" Type="http://schemas.openxmlformats.org/officeDocument/2006/relationships/customXml" Target="../ink/ink512.xml"/><Relationship Id="rId25" Type="http://schemas.openxmlformats.org/officeDocument/2006/relationships/customXml" Target="../ink/ink523.xml"/><Relationship Id="rId46" Type="http://schemas.openxmlformats.org/officeDocument/2006/relationships/image" Target="../media/image536.png"/><Relationship Id="rId67" Type="http://schemas.openxmlformats.org/officeDocument/2006/relationships/customXml" Target="../ink/ink544.xml"/><Relationship Id="rId116" Type="http://schemas.openxmlformats.org/officeDocument/2006/relationships/image" Target="../media/image571.png"/><Relationship Id="rId137" Type="http://schemas.openxmlformats.org/officeDocument/2006/relationships/customXml" Target="../ink/ink579.xml"/><Relationship Id="rId20" Type="http://schemas.openxmlformats.org/officeDocument/2006/relationships/image" Target="../media/image523.png"/><Relationship Id="rId41" Type="http://schemas.openxmlformats.org/officeDocument/2006/relationships/customXml" Target="../ink/ink531.xml"/><Relationship Id="rId62" Type="http://schemas.openxmlformats.org/officeDocument/2006/relationships/image" Target="../media/image544.png"/><Relationship Id="rId83" Type="http://schemas.openxmlformats.org/officeDocument/2006/relationships/customXml" Target="../ink/ink552.xml"/><Relationship Id="rId88" Type="http://schemas.openxmlformats.org/officeDocument/2006/relationships/image" Target="../media/image557.png"/><Relationship Id="rId111" Type="http://schemas.openxmlformats.org/officeDocument/2006/relationships/customXml" Target="../ink/ink566.xml"/><Relationship Id="rId132" Type="http://schemas.openxmlformats.org/officeDocument/2006/relationships/image" Target="../media/image579.png"/><Relationship Id="rId15" Type="http://schemas.openxmlformats.org/officeDocument/2006/relationships/customXml" Target="../ink/ink518.xml"/><Relationship Id="rId36" Type="http://schemas.openxmlformats.org/officeDocument/2006/relationships/image" Target="../media/image531.png"/><Relationship Id="rId57" Type="http://schemas.openxmlformats.org/officeDocument/2006/relationships/customXml" Target="../ink/ink539.xml"/><Relationship Id="rId106" Type="http://schemas.openxmlformats.org/officeDocument/2006/relationships/image" Target="../media/image566.png"/><Relationship Id="rId127" Type="http://schemas.openxmlformats.org/officeDocument/2006/relationships/customXml" Target="../ink/ink574.xml"/><Relationship Id="rId10" Type="http://schemas.openxmlformats.org/officeDocument/2006/relationships/image" Target="../media/image518.png"/><Relationship Id="rId31" Type="http://schemas.openxmlformats.org/officeDocument/2006/relationships/customXml" Target="../ink/ink526.xml"/><Relationship Id="rId52" Type="http://schemas.openxmlformats.org/officeDocument/2006/relationships/image" Target="../media/image539.png"/><Relationship Id="rId73" Type="http://schemas.openxmlformats.org/officeDocument/2006/relationships/customXml" Target="../ink/ink547.xml"/><Relationship Id="rId78" Type="http://schemas.openxmlformats.org/officeDocument/2006/relationships/image" Target="../media/image552.png"/><Relationship Id="rId94" Type="http://schemas.openxmlformats.org/officeDocument/2006/relationships/image" Target="../media/image560.png"/><Relationship Id="rId99" Type="http://schemas.openxmlformats.org/officeDocument/2006/relationships/customXml" Target="../ink/ink560.xml"/><Relationship Id="rId101" Type="http://schemas.openxmlformats.org/officeDocument/2006/relationships/customXml" Target="../ink/ink561.xml"/><Relationship Id="rId122" Type="http://schemas.openxmlformats.org/officeDocument/2006/relationships/image" Target="../media/image574.png"/><Relationship Id="rId4" Type="http://schemas.openxmlformats.org/officeDocument/2006/relationships/image" Target="../media/image515.png"/><Relationship Id="rId9" Type="http://schemas.openxmlformats.org/officeDocument/2006/relationships/customXml" Target="../ink/ink515.xml"/><Relationship Id="rId26" Type="http://schemas.openxmlformats.org/officeDocument/2006/relationships/image" Target="../media/image526.png"/><Relationship Id="rId47" Type="http://schemas.openxmlformats.org/officeDocument/2006/relationships/customXml" Target="../ink/ink534.xml"/><Relationship Id="rId68" Type="http://schemas.openxmlformats.org/officeDocument/2006/relationships/image" Target="../media/image547.png"/><Relationship Id="rId89" Type="http://schemas.openxmlformats.org/officeDocument/2006/relationships/customXml" Target="../ink/ink555.xml"/><Relationship Id="rId112" Type="http://schemas.openxmlformats.org/officeDocument/2006/relationships/image" Target="../media/image569.png"/><Relationship Id="rId133" Type="http://schemas.openxmlformats.org/officeDocument/2006/relationships/customXml" Target="../ink/ink577.xml"/><Relationship Id="rId16" Type="http://schemas.openxmlformats.org/officeDocument/2006/relationships/image" Target="../media/image521.png"/></Relationships>
</file>

<file path=ppt/slides/_rels/slide11.xml.rels><?xml version="1.0" encoding="UTF-8" standalone="yes"?>
<Relationships xmlns="http://schemas.openxmlformats.org/package/2006/relationships"><Relationship Id="rId26" Type="http://schemas.openxmlformats.org/officeDocument/2006/relationships/image" Target="../media/image597.png"/><Relationship Id="rId117" Type="http://schemas.openxmlformats.org/officeDocument/2006/relationships/customXml" Target="../ink/ink639.xml"/><Relationship Id="rId21" Type="http://schemas.openxmlformats.org/officeDocument/2006/relationships/customXml" Target="../ink/ink591.xml"/><Relationship Id="rId42" Type="http://schemas.openxmlformats.org/officeDocument/2006/relationships/image" Target="../media/image605.png"/><Relationship Id="rId47" Type="http://schemas.openxmlformats.org/officeDocument/2006/relationships/customXml" Target="../ink/ink604.xml"/><Relationship Id="rId63" Type="http://schemas.openxmlformats.org/officeDocument/2006/relationships/customXml" Target="../ink/ink612.xml"/><Relationship Id="rId68" Type="http://schemas.openxmlformats.org/officeDocument/2006/relationships/image" Target="../media/image618.png"/><Relationship Id="rId84" Type="http://schemas.openxmlformats.org/officeDocument/2006/relationships/image" Target="../media/image626.png"/><Relationship Id="rId89" Type="http://schemas.openxmlformats.org/officeDocument/2006/relationships/customXml" Target="../ink/ink625.xml"/><Relationship Id="rId112" Type="http://schemas.openxmlformats.org/officeDocument/2006/relationships/image" Target="../media/image640.png"/><Relationship Id="rId16" Type="http://schemas.openxmlformats.org/officeDocument/2006/relationships/image" Target="../media/image592.png"/><Relationship Id="rId107" Type="http://schemas.openxmlformats.org/officeDocument/2006/relationships/customXml" Target="../ink/ink634.xml"/><Relationship Id="rId11" Type="http://schemas.openxmlformats.org/officeDocument/2006/relationships/customXml" Target="../ink/ink586.xml"/><Relationship Id="rId32" Type="http://schemas.openxmlformats.org/officeDocument/2006/relationships/image" Target="../media/image600.png"/><Relationship Id="rId37" Type="http://schemas.openxmlformats.org/officeDocument/2006/relationships/customXml" Target="../ink/ink599.xml"/><Relationship Id="rId53" Type="http://schemas.openxmlformats.org/officeDocument/2006/relationships/customXml" Target="../ink/ink607.xml"/><Relationship Id="rId58" Type="http://schemas.openxmlformats.org/officeDocument/2006/relationships/image" Target="../media/image613.png"/><Relationship Id="rId74" Type="http://schemas.openxmlformats.org/officeDocument/2006/relationships/image" Target="../media/image621.png"/><Relationship Id="rId79" Type="http://schemas.openxmlformats.org/officeDocument/2006/relationships/customXml" Target="../ink/ink620.xml"/><Relationship Id="rId102" Type="http://schemas.openxmlformats.org/officeDocument/2006/relationships/image" Target="../media/image635.png"/><Relationship Id="rId123" Type="http://schemas.openxmlformats.org/officeDocument/2006/relationships/customXml" Target="../ink/ink642.xml"/><Relationship Id="rId5" Type="http://schemas.openxmlformats.org/officeDocument/2006/relationships/customXml" Target="../ink/ink583.xml"/><Relationship Id="rId90" Type="http://schemas.openxmlformats.org/officeDocument/2006/relationships/image" Target="../media/image629.png"/><Relationship Id="rId95" Type="http://schemas.openxmlformats.org/officeDocument/2006/relationships/customXml" Target="../ink/ink628.xml"/><Relationship Id="rId22" Type="http://schemas.openxmlformats.org/officeDocument/2006/relationships/image" Target="../media/image595.png"/><Relationship Id="rId27" Type="http://schemas.openxmlformats.org/officeDocument/2006/relationships/customXml" Target="../ink/ink594.xml"/><Relationship Id="rId43" Type="http://schemas.openxmlformats.org/officeDocument/2006/relationships/customXml" Target="../ink/ink602.xml"/><Relationship Id="rId48" Type="http://schemas.openxmlformats.org/officeDocument/2006/relationships/image" Target="../media/image608.png"/><Relationship Id="rId64" Type="http://schemas.openxmlformats.org/officeDocument/2006/relationships/image" Target="../media/image616.png"/><Relationship Id="rId69" Type="http://schemas.openxmlformats.org/officeDocument/2006/relationships/customXml" Target="../ink/ink615.xml"/><Relationship Id="rId113" Type="http://schemas.openxmlformats.org/officeDocument/2006/relationships/customXml" Target="../ink/ink637.xml"/><Relationship Id="rId118" Type="http://schemas.openxmlformats.org/officeDocument/2006/relationships/image" Target="../media/image643.png"/><Relationship Id="rId80" Type="http://schemas.openxmlformats.org/officeDocument/2006/relationships/image" Target="../media/image624.png"/><Relationship Id="rId85" Type="http://schemas.openxmlformats.org/officeDocument/2006/relationships/customXml" Target="../ink/ink623.xml"/><Relationship Id="rId12" Type="http://schemas.openxmlformats.org/officeDocument/2006/relationships/image" Target="../media/image590.png"/><Relationship Id="rId17" Type="http://schemas.openxmlformats.org/officeDocument/2006/relationships/customXml" Target="../ink/ink589.xml"/><Relationship Id="rId33" Type="http://schemas.openxmlformats.org/officeDocument/2006/relationships/customXml" Target="../ink/ink597.xml"/><Relationship Id="rId38" Type="http://schemas.openxmlformats.org/officeDocument/2006/relationships/image" Target="../media/image603.png"/><Relationship Id="rId59" Type="http://schemas.openxmlformats.org/officeDocument/2006/relationships/customXml" Target="../ink/ink610.xml"/><Relationship Id="rId103" Type="http://schemas.openxmlformats.org/officeDocument/2006/relationships/customXml" Target="../ink/ink632.xml"/><Relationship Id="rId108" Type="http://schemas.openxmlformats.org/officeDocument/2006/relationships/image" Target="../media/image638.png"/><Relationship Id="rId124" Type="http://schemas.openxmlformats.org/officeDocument/2006/relationships/image" Target="../media/image646.png"/><Relationship Id="rId54" Type="http://schemas.openxmlformats.org/officeDocument/2006/relationships/image" Target="../media/image611.png"/><Relationship Id="rId70" Type="http://schemas.openxmlformats.org/officeDocument/2006/relationships/image" Target="../media/image619.png"/><Relationship Id="rId75" Type="http://schemas.openxmlformats.org/officeDocument/2006/relationships/customXml" Target="../ink/ink618.xml"/><Relationship Id="rId91" Type="http://schemas.openxmlformats.org/officeDocument/2006/relationships/customXml" Target="../ink/ink626.xml"/><Relationship Id="rId96" Type="http://schemas.openxmlformats.org/officeDocument/2006/relationships/image" Target="../media/image63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87.png"/><Relationship Id="rId23" Type="http://schemas.openxmlformats.org/officeDocument/2006/relationships/customXml" Target="../ink/ink592.xml"/><Relationship Id="rId28" Type="http://schemas.openxmlformats.org/officeDocument/2006/relationships/image" Target="../media/image598.png"/><Relationship Id="rId49" Type="http://schemas.openxmlformats.org/officeDocument/2006/relationships/customXml" Target="../ink/ink605.xml"/><Relationship Id="rId114" Type="http://schemas.openxmlformats.org/officeDocument/2006/relationships/image" Target="../media/image641.png"/><Relationship Id="rId119" Type="http://schemas.openxmlformats.org/officeDocument/2006/relationships/customXml" Target="../ink/ink640.xml"/><Relationship Id="rId44" Type="http://schemas.openxmlformats.org/officeDocument/2006/relationships/image" Target="../media/image606.png"/><Relationship Id="rId60" Type="http://schemas.openxmlformats.org/officeDocument/2006/relationships/image" Target="../media/image614.png"/><Relationship Id="rId65" Type="http://schemas.openxmlformats.org/officeDocument/2006/relationships/customXml" Target="../ink/ink613.xml"/><Relationship Id="rId81" Type="http://schemas.openxmlformats.org/officeDocument/2006/relationships/customXml" Target="../ink/ink621.xml"/><Relationship Id="rId86" Type="http://schemas.openxmlformats.org/officeDocument/2006/relationships/image" Target="../media/image627.png"/><Relationship Id="rId4" Type="http://schemas.openxmlformats.org/officeDocument/2006/relationships/image" Target="../media/image586.png"/><Relationship Id="rId9" Type="http://schemas.openxmlformats.org/officeDocument/2006/relationships/customXml" Target="../ink/ink585.xml"/><Relationship Id="rId13" Type="http://schemas.openxmlformats.org/officeDocument/2006/relationships/customXml" Target="../ink/ink587.xml"/><Relationship Id="rId18" Type="http://schemas.openxmlformats.org/officeDocument/2006/relationships/image" Target="../media/image593.png"/><Relationship Id="rId39" Type="http://schemas.openxmlformats.org/officeDocument/2006/relationships/customXml" Target="../ink/ink600.xml"/><Relationship Id="rId109" Type="http://schemas.openxmlformats.org/officeDocument/2006/relationships/customXml" Target="../ink/ink635.xml"/><Relationship Id="rId34" Type="http://schemas.openxmlformats.org/officeDocument/2006/relationships/image" Target="../media/image601.png"/><Relationship Id="rId50" Type="http://schemas.openxmlformats.org/officeDocument/2006/relationships/image" Target="../media/image609.png"/><Relationship Id="rId55" Type="http://schemas.openxmlformats.org/officeDocument/2006/relationships/customXml" Target="../ink/ink608.xml"/><Relationship Id="rId76" Type="http://schemas.openxmlformats.org/officeDocument/2006/relationships/image" Target="../media/image622.png"/><Relationship Id="rId97" Type="http://schemas.openxmlformats.org/officeDocument/2006/relationships/customXml" Target="../ink/ink629.xml"/><Relationship Id="rId104" Type="http://schemas.openxmlformats.org/officeDocument/2006/relationships/image" Target="../media/image636.png"/><Relationship Id="rId120" Type="http://schemas.openxmlformats.org/officeDocument/2006/relationships/image" Target="../media/image644.png"/><Relationship Id="rId7" Type="http://schemas.openxmlformats.org/officeDocument/2006/relationships/customXml" Target="../ink/ink584.xml"/><Relationship Id="rId71" Type="http://schemas.openxmlformats.org/officeDocument/2006/relationships/customXml" Target="../ink/ink616.xml"/><Relationship Id="rId92" Type="http://schemas.openxmlformats.org/officeDocument/2006/relationships/image" Target="../media/image630.png"/><Relationship Id="rId2" Type="http://schemas.openxmlformats.org/officeDocument/2006/relationships/image" Target="../media/image585.png"/><Relationship Id="rId29" Type="http://schemas.openxmlformats.org/officeDocument/2006/relationships/customXml" Target="../ink/ink595.xml"/><Relationship Id="rId24" Type="http://schemas.openxmlformats.org/officeDocument/2006/relationships/image" Target="../media/image596.png"/><Relationship Id="rId40" Type="http://schemas.openxmlformats.org/officeDocument/2006/relationships/image" Target="../media/image604.png"/><Relationship Id="rId45" Type="http://schemas.openxmlformats.org/officeDocument/2006/relationships/customXml" Target="../ink/ink603.xml"/><Relationship Id="rId66" Type="http://schemas.openxmlformats.org/officeDocument/2006/relationships/image" Target="../media/image617.png"/><Relationship Id="rId87" Type="http://schemas.openxmlformats.org/officeDocument/2006/relationships/customXml" Target="../ink/ink624.xml"/><Relationship Id="rId110" Type="http://schemas.openxmlformats.org/officeDocument/2006/relationships/image" Target="../media/image639.png"/><Relationship Id="rId115" Type="http://schemas.openxmlformats.org/officeDocument/2006/relationships/customXml" Target="../ink/ink638.xml"/><Relationship Id="rId61" Type="http://schemas.openxmlformats.org/officeDocument/2006/relationships/customXml" Target="../ink/ink611.xml"/><Relationship Id="rId82" Type="http://schemas.openxmlformats.org/officeDocument/2006/relationships/image" Target="../media/image625.png"/><Relationship Id="rId19" Type="http://schemas.openxmlformats.org/officeDocument/2006/relationships/customXml" Target="../ink/ink590.xml"/><Relationship Id="rId14" Type="http://schemas.openxmlformats.org/officeDocument/2006/relationships/image" Target="../media/image591.png"/><Relationship Id="rId30" Type="http://schemas.openxmlformats.org/officeDocument/2006/relationships/image" Target="../media/image599.png"/><Relationship Id="rId35" Type="http://schemas.openxmlformats.org/officeDocument/2006/relationships/customXml" Target="../ink/ink598.xml"/><Relationship Id="rId56" Type="http://schemas.openxmlformats.org/officeDocument/2006/relationships/image" Target="../media/image612.png"/><Relationship Id="rId77" Type="http://schemas.openxmlformats.org/officeDocument/2006/relationships/customXml" Target="../ink/ink619.xml"/><Relationship Id="rId100" Type="http://schemas.openxmlformats.org/officeDocument/2006/relationships/image" Target="../media/image634.png"/><Relationship Id="rId105" Type="http://schemas.openxmlformats.org/officeDocument/2006/relationships/customXml" Target="../ink/ink633.xml"/><Relationship Id="rId8" Type="http://schemas.openxmlformats.org/officeDocument/2006/relationships/image" Target="../media/image588.png"/><Relationship Id="rId51" Type="http://schemas.openxmlformats.org/officeDocument/2006/relationships/customXml" Target="../ink/ink606.xml"/><Relationship Id="rId72" Type="http://schemas.openxmlformats.org/officeDocument/2006/relationships/image" Target="../media/image620.png"/><Relationship Id="rId93" Type="http://schemas.openxmlformats.org/officeDocument/2006/relationships/customXml" Target="../ink/ink627.xml"/><Relationship Id="rId98" Type="http://schemas.openxmlformats.org/officeDocument/2006/relationships/image" Target="../media/image633.png"/><Relationship Id="rId121" Type="http://schemas.openxmlformats.org/officeDocument/2006/relationships/customXml" Target="../ink/ink641.xml"/><Relationship Id="rId3" Type="http://schemas.openxmlformats.org/officeDocument/2006/relationships/customXml" Target="../ink/ink582.xml"/><Relationship Id="rId25" Type="http://schemas.openxmlformats.org/officeDocument/2006/relationships/customXml" Target="../ink/ink593.xml"/><Relationship Id="rId46" Type="http://schemas.openxmlformats.org/officeDocument/2006/relationships/image" Target="../media/image607.png"/><Relationship Id="rId67" Type="http://schemas.openxmlformats.org/officeDocument/2006/relationships/customXml" Target="../ink/ink614.xml"/><Relationship Id="rId116" Type="http://schemas.openxmlformats.org/officeDocument/2006/relationships/image" Target="../media/image642.png"/><Relationship Id="rId20" Type="http://schemas.openxmlformats.org/officeDocument/2006/relationships/image" Target="../media/image594.png"/><Relationship Id="rId41" Type="http://schemas.openxmlformats.org/officeDocument/2006/relationships/customXml" Target="../ink/ink601.xml"/><Relationship Id="rId62" Type="http://schemas.openxmlformats.org/officeDocument/2006/relationships/image" Target="../media/image615.png"/><Relationship Id="rId83" Type="http://schemas.openxmlformats.org/officeDocument/2006/relationships/customXml" Target="../ink/ink622.xml"/><Relationship Id="rId88" Type="http://schemas.openxmlformats.org/officeDocument/2006/relationships/image" Target="../media/image628.png"/><Relationship Id="rId111" Type="http://schemas.openxmlformats.org/officeDocument/2006/relationships/customXml" Target="../ink/ink636.xml"/><Relationship Id="rId15" Type="http://schemas.openxmlformats.org/officeDocument/2006/relationships/customXml" Target="../ink/ink588.xml"/><Relationship Id="rId36" Type="http://schemas.openxmlformats.org/officeDocument/2006/relationships/image" Target="../media/image602.png"/><Relationship Id="rId57" Type="http://schemas.openxmlformats.org/officeDocument/2006/relationships/customXml" Target="../ink/ink609.xml"/><Relationship Id="rId106" Type="http://schemas.openxmlformats.org/officeDocument/2006/relationships/image" Target="../media/image637.png"/><Relationship Id="rId10" Type="http://schemas.openxmlformats.org/officeDocument/2006/relationships/image" Target="../media/image589.png"/><Relationship Id="rId31" Type="http://schemas.openxmlformats.org/officeDocument/2006/relationships/customXml" Target="../ink/ink596.xml"/><Relationship Id="rId52" Type="http://schemas.openxmlformats.org/officeDocument/2006/relationships/image" Target="../media/image610.png"/><Relationship Id="rId73" Type="http://schemas.openxmlformats.org/officeDocument/2006/relationships/customXml" Target="../ink/ink617.xml"/><Relationship Id="rId78" Type="http://schemas.openxmlformats.org/officeDocument/2006/relationships/image" Target="../media/image623.png"/><Relationship Id="rId94" Type="http://schemas.openxmlformats.org/officeDocument/2006/relationships/image" Target="../media/image631.png"/><Relationship Id="rId99" Type="http://schemas.openxmlformats.org/officeDocument/2006/relationships/customXml" Target="../ink/ink630.xml"/><Relationship Id="rId101" Type="http://schemas.openxmlformats.org/officeDocument/2006/relationships/customXml" Target="../ink/ink631.xml"/><Relationship Id="rId122" Type="http://schemas.openxmlformats.org/officeDocument/2006/relationships/image" Target="../media/image645.png"/></Relationships>
</file>

<file path=ppt/slides/_rels/slide12.xml.rels><?xml version="1.0" encoding="UTF-8" standalone="yes"?>
<Relationships xmlns="http://schemas.openxmlformats.org/package/2006/relationships"><Relationship Id="rId117" Type="http://schemas.openxmlformats.org/officeDocument/2006/relationships/customXml" Target="../ink/ink700.xml"/><Relationship Id="rId21" Type="http://schemas.openxmlformats.org/officeDocument/2006/relationships/customXml" Target="../ink/ink652.xml"/><Relationship Id="rId42" Type="http://schemas.openxmlformats.org/officeDocument/2006/relationships/image" Target="../media/image666.png"/><Relationship Id="rId63" Type="http://schemas.openxmlformats.org/officeDocument/2006/relationships/customXml" Target="../ink/ink673.xml"/><Relationship Id="rId84" Type="http://schemas.openxmlformats.org/officeDocument/2006/relationships/image" Target="../media/image687.png"/><Relationship Id="rId138" Type="http://schemas.openxmlformats.org/officeDocument/2006/relationships/image" Target="../media/image714.png"/><Relationship Id="rId159" Type="http://schemas.openxmlformats.org/officeDocument/2006/relationships/customXml" Target="../ink/ink721.xml"/><Relationship Id="rId170" Type="http://schemas.openxmlformats.org/officeDocument/2006/relationships/image" Target="../media/image730.png"/><Relationship Id="rId107" Type="http://schemas.openxmlformats.org/officeDocument/2006/relationships/customXml" Target="../ink/ink695.xml"/><Relationship Id="rId11" Type="http://schemas.openxmlformats.org/officeDocument/2006/relationships/customXml" Target="../ink/ink647.xml"/><Relationship Id="rId32" Type="http://schemas.openxmlformats.org/officeDocument/2006/relationships/image" Target="../media/image661.png"/><Relationship Id="rId53" Type="http://schemas.openxmlformats.org/officeDocument/2006/relationships/customXml" Target="../ink/ink668.xml"/><Relationship Id="rId74" Type="http://schemas.openxmlformats.org/officeDocument/2006/relationships/image" Target="../media/image682.png"/><Relationship Id="rId128" Type="http://schemas.openxmlformats.org/officeDocument/2006/relationships/image" Target="../media/image709.png"/><Relationship Id="rId149" Type="http://schemas.openxmlformats.org/officeDocument/2006/relationships/customXml" Target="../ink/ink716.xml"/><Relationship Id="rId5" Type="http://schemas.openxmlformats.org/officeDocument/2006/relationships/customXml" Target="../ink/ink644.xml"/><Relationship Id="rId95" Type="http://schemas.openxmlformats.org/officeDocument/2006/relationships/customXml" Target="../ink/ink689.xml"/><Relationship Id="rId160" Type="http://schemas.openxmlformats.org/officeDocument/2006/relationships/image" Target="../media/image725.png"/><Relationship Id="rId22" Type="http://schemas.openxmlformats.org/officeDocument/2006/relationships/image" Target="../media/image657.png"/><Relationship Id="rId43" Type="http://schemas.openxmlformats.org/officeDocument/2006/relationships/customXml" Target="../ink/ink663.xml"/><Relationship Id="rId64" Type="http://schemas.openxmlformats.org/officeDocument/2006/relationships/image" Target="../media/image677.png"/><Relationship Id="rId118" Type="http://schemas.openxmlformats.org/officeDocument/2006/relationships/image" Target="../media/image704.png"/><Relationship Id="rId139" Type="http://schemas.openxmlformats.org/officeDocument/2006/relationships/customXml" Target="../ink/ink711.xml"/><Relationship Id="rId85" Type="http://schemas.openxmlformats.org/officeDocument/2006/relationships/customXml" Target="../ink/ink684.xml"/><Relationship Id="rId150" Type="http://schemas.openxmlformats.org/officeDocument/2006/relationships/image" Target="../media/image720.png"/><Relationship Id="rId171" Type="http://schemas.openxmlformats.org/officeDocument/2006/relationships/customXml" Target="../ink/ink727.xml"/><Relationship Id="rId12" Type="http://schemas.openxmlformats.org/officeDocument/2006/relationships/image" Target="../media/image652.png"/><Relationship Id="rId33" Type="http://schemas.openxmlformats.org/officeDocument/2006/relationships/customXml" Target="../ink/ink658.xml"/><Relationship Id="rId108" Type="http://schemas.openxmlformats.org/officeDocument/2006/relationships/image" Target="../media/image699.png"/><Relationship Id="rId129" Type="http://schemas.openxmlformats.org/officeDocument/2006/relationships/customXml" Target="../ink/ink706.xml"/><Relationship Id="rId54" Type="http://schemas.openxmlformats.org/officeDocument/2006/relationships/image" Target="../media/image672.png"/><Relationship Id="rId75" Type="http://schemas.openxmlformats.org/officeDocument/2006/relationships/customXml" Target="../ink/ink679.xml"/><Relationship Id="rId96" Type="http://schemas.openxmlformats.org/officeDocument/2006/relationships/image" Target="../media/image693.png"/><Relationship Id="rId140" Type="http://schemas.openxmlformats.org/officeDocument/2006/relationships/image" Target="../media/image715.png"/><Relationship Id="rId161" Type="http://schemas.openxmlformats.org/officeDocument/2006/relationships/customXml" Target="../ink/ink722.xml"/><Relationship Id="rId6" Type="http://schemas.openxmlformats.org/officeDocument/2006/relationships/image" Target="../media/image649.png"/><Relationship Id="rId23" Type="http://schemas.openxmlformats.org/officeDocument/2006/relationships/customXml" Target="../ink/ink653.xml"/><Relationship Id="rId28" Type="http://schemas.openxmlformats.org/officeDocument/2006/relationships/image" Target="../media/image659.png"/><Relationship Id="rId49" Type="http://schemas.openxmlformats.org/officeDocument/2006/relationships/customXml" Target="../ink/ink666.xml"/><Relationship Id="rId114" Type="http://schemas.openxmlformats.org/officeDocument/2006/relationships/image" Target="../media/image702.png"/><Relationship Id="rId119" Type="http://schemas.openxmlformats.org/officeDocument/2006/relationships/customXml" Target="../ink/ink701.xml"/><Relationship Id="rId44" Type="http://schemas.openxmlformats.org/officeDocument/2006/relationships/image" Target="../media/image667.png"/><Relationship Id="rId60" Type="http://schemas.openxmlformats.org/officeDocument/2006/relationships/image" Target="../media/image675.png"/><Relationship Id="rId65" Type="http://schemas.openxmlformats.org/officeDocument/2006/relationships/customXml" Target="../ink/ink674.xml"/><Relationship Id="rId81" Type="http://schemas.openxmlformats.org/officeDocument/2006/relationships/customXml" Target="../ink/ink682.xml"/><Relationship Id="rId86" Type="http://schemas.openxmlformats.org/officeDocument/2006/relationships/image" Target="../media/image688.png"/><Relationship Id="rId130" Type="http://schemas.openxmlformats.org/officeDocument/2006/relationships/image" Target="../media/image710.png"/><Relationship Id="rId135" Type="http://schemas.openxmlformats.org/officeDocument/2006/relationships/customXml" Target="../ink/ink709.xml"/><Relationship Id="rId151" Type="http://schemas.openxmlformats.org/officeDocument/2006/relationships/customXml" Target="../ink/ink717.xml"/><Relationship Id="rId156" Type="http://schemas.openxmlformats.org/officeDocument/2006/relationships/image" Target="../media/image723.png"/><Relationship Id="rId177" Type="http://schemas.openxmlformats.org/officeDocument/2006/relationships/customXml" Target="../ink/ink730.xml"/><Relationship Id="rId172" Type="http://schemas.openxmlformats.org/officeDocument/2006/relationships/image" Target="../media/image731.png"/><Relationship Id="rId13" Type="http://schemas.openxmlformats.org/officeDocument/2006/relationships/customXml" Target="../ink/ink648.xml"/><Relationship Id="rId18" Type="http://schemas.openxmlformats.org/officeDocument/2006/relationships/image" Target="../media/image655.png"/><Relationship Id="rId39" Type="http://schemas.openxmlformats.org/officeDocument/2006/relationships/customXml" Target="../ink/ink661.xml"/><Relationship Id="rId109" Type="http://schemas.openxmlformats.org/officeDocument/2006/relationships/customXml" Target="../ink/ink696.xml"/><Relationship Id="rId34" Type="http://schemas.openxmlformats.org/officeDocument/2006/relationships/image" Target="../media/image662.png"/><Relationship Id="rId50" Type="http://schemas.openxmlformats.org/officeDocument/2006/relationships/image" Target="../media/image670.png"/><Relationship Id="rId55" Type="http://schemas.openxmlformats.org/officeDocument/2006/relationships/customXml" Target="../ink/ink669.xml"/><Relationship Id="rId76" Type="http://schemas.openxmlformats.org/officeDocument/2006/relationships/image" Target="../media/image683.png"/><Relationship Id="rId97" Type="http://schemas.openxmlformats.org/officeDocument/2006/relationships/customXml" Target="../ink/ink690.xml"/><Relationship Id="rId104" Type="http://schemas.openxmlformats.org/officeDocument/2006/relationships/image" Target="../media/image697.png"/><Relationship Id="rId120" Type="http://schemas.openxmlformats.org/officeDocument/2006/relationships/image" Target="../media/image705.png"/><Relationship Id="rId125" Type="http://schemas.openxmlformats.org/officeDocument/2006/relationships/customXml" Target="../ink/ink704.xml"/><Relationship Id="rId141" Type="http://schemas.openxmlformats.org/officeDocument/2006/relationships/customXml" Target="../ink/ink712.xml"/><Relationship Id="rId146" Type="http://schemas.openxmlformats.org/officeDocument/2006/relationships/image" Target="../media/image718.png"/><Relationship Id="rId167" Type="http://schemas.openxmlformats.org/officeDocument/2006/relationships/customXml" Target="../ink/ink725.xml"/><Relationship Id="rId7" Type="http://schemas.openxmlformats.org/officeDocument/2006/relationships/customXml" Target="../ink/ink645.xml"/><Relationship Id="rId71" Type="http://schemas.openxmlformats.org/officeDocument/2006/relationships/customXml" Target="../ink/ink677.xml"/><Relationship Id="rId92" Type="http://schemas.openxmlformats.org/officeDocument/2006/relationships/image" Target="../media/image691.png"/><Relationship Id="rId162" Type="http://schemas.openxmlformats.org/officeDocument/2006/relationships/image" Target="../media/image726.png"/><Relationship Id="rId2" Type="http://schemas.openxmlformats.org/officeDocument/2006/relationships/image" Target="../media/image647.png"/><Relationship Id="rId29" Type="http://schemas.openxmlformats.org/officeDocument/2006/relationships/customXml" Target="../ink/ink656.xml"/><Relationship Id="rId24" Type="http://schemas.openxmlformats.org/officeDocument/2006/relationships/image" Target="../media/image400.png"/><Relationship Id="rId40" Type="http://schemas.openxmlformats.org/officeDocument/2006/relationships/image" Target="../media/image665.png"/><Relationship Id="rId45" Type="http://schemas.openxmlformats.org/officeDocument/2006/relationships/customXml" Target="../ink/ink664.xml"/><Relationship Id="rId66" Type="http://schemas.openxmlformats.org/officeDocument/2006/relationships/image" Target="../media/image678.png"/><Relationship Id="rId87" Type="http://schemas.openxmlformats.org/officeDocument/2006/relationships/customXml" Target="../ink/ink685.xml"/><Relationship Id="rId110" Type="http://schemas.openxmlformats.org/officeDocument/2006/relationships/image" Target="../media/image700.png"/><Relationship Id="rId115" Type="http://schemas.openxmlformats.org/officeDocument/2006/relationships/customXml" Target="../ink/ink699.xml"/><Relationship Id="rId131" Type="http://schemas.openxmlformats.org/officeDocument/2006/relationships/customXml" Target="../ink/ink707.xml"/><Relationship Id="rId136" Type="http://schemas.openxmlformats.org/officeDocument/2006/relationships/image" Target="../media/image713.png"/><Relationship Id="rId157" Type="http://schemas.openxmlformats.org/officeDocument/2006/relationships/customXml" Target="../ink/ink720.xml"/><Relationship Id="rId178" Type="http://schemas.openxmlformats.org/officeDocument/2006/relationships/image" Target="../media/image734.png"/><Relationship Id="rId61" Type="http://schemas.openxmlformats.org/officeDocument/2006/relationships/customXml" Target="../ink/ink672.xml"/><Relationship Id="rId82" Type="http://schemas.openxmlformats.org/officeDocument/2006/relationships/image" Target="../media/image686.png"/><Relationship Id="rId152" Type="http://schemas.openxmlformats.org/officeDocument/2006/relationships/image" Target="../media/image721.png"/><Relationship Id="rId173" Type="http://schemas.openxmlformats.org/officeDocument/2006/relationships/customXml" Target="../ink/ink728.xml"/><Relationship Id="rId19" Type="http://schemas.openxmlformats.org/officeDocument/2006/relationships/customXml" Target="../ink/ink651.xml"/><Relationship Id="rId14" Type="http://schemas.openxmlformats.org/officeDocument/2006/relationships/image" Target="../media/image653.png"/><Relationship Id="rId30" Type="http://schemas.openxmlformats.org/officeDocument/2006/relationships/image" Target="../media/image660.png"/><Relationship Id="rId35" Type="http://schemas.openxmlformats.org/officeDocument/2006/relationships/customXml" Target="../ink/ink659.xml"/><Relationship Id="rId56" Type="http://schemas.openxmlformats.org/officeDocument/2006/relationships/image" Target="../media/image673.png"/><Relationship Id="rId77" Type="http://schemas.openxmlformats.org/officeDocument/2006/relationships/customXml" Target="../ink/ink680.xml"/><Relationship Id="rId100" Type="http://schemas.openxmlformats.org/officeDocument/2006/relationships/image" Target="../media/image695.png"/><Relationship Id="rId105" Type="http://schemas.openxmlformats.org/officeDocument/2006/relationships/customXml" Target="../ink/ink694.xml"/><Relationship Id="rId126" Type="http://schemas.openxmlformats.org/officeDocument/2006/relationships/image" Target="../media/image708.png"/><Relationship Id="rId147" Type="http://schemas.openxmlformats.org/officeDocument/2006/relationships/customXml" Target="../ink/ink715.xml"/><Relationship Id="rId168" Type="http://schemas.openxmlformats.org/officeDocument/2006/relationships/image" Target="../media/image729.png"/><Relationship Id="rId8" Type="http://schemas.openxmlformats.org/officeDocument/2006/relationships/image" Target="../media/image650.png"/><Relationship Id="rId51" Type="http://schemas.openxmlformats.org/officeDocument/2006/relationships/customXml" Target="../ink/ink667.xml"/><Relationship Id="rId72" Type="http://schemas.openxmlformats.org/officeDocument/2006/relationships/image" Target="../media/image681.png"/><Relationship Id="rId93" Type="http://schemas.openxmlformats.org/officeDocument/2006/relationships/customXml" Target="../ink/ink688.xml"/><Relationship Id="rId98" Type="http://schemas.openxmlformats.org/officeDocument/2006/relationships/image" Target="../media/image694.png"/><Relationship Id="rId121" Type="http://schemas.openxmlformats.org/officeDocument/2006/relationships/customXml" Target="../ink/ink702.xml"/><Relationship Id="rId142" Type="http://schemas.openxmlformats.org/officeDocument/2006/relationships/image" Target="../media/image716.png"/><Relationship Id="rId163" Type="http://schemas.openxmlformats.org/officeDocument/2006/relationships/customXml" Target="../ink/ink723.xml"/><Relationship Id="rId3" Type="http://schemas.openxmlformats.org/officeDocument/2006/relationships/customXml" Target="../ink/ink643.xml"/><Relationship Id="rId25" Type="http://schemas.openxmlformats.org/officeDocument/2006/relationships/customXml" Target="../ink/ink654.xml"/><Relationship Id="rId46" Type="http://schemas.openxmlformats.org/officeDocument/2006/relationships/image" Target="../media/image668.png"/><Relationship Id="rId67" Type="http://schemas.openxmlformats.org/officeDocument/2006/relationships/customXml" Target="../ink/ink675.xml"/><Relationship Id="rId116" Type="http://schemas.openxmlformats.org/officeDocument/2006/relationships/image" Target="../media/image703.png"/><Relationship Id="rId137" Type="http://schemas.openxmlformats.org/officeDocument/2006/relationships/customXml" Target="../ink/ink710.xml"/><Relationship Id="rId158" Type="http://schemas.openxmlformats.org/officeDocument/2006/relationships/image" Target="../media/image724.png"/><Relationship Id="rId20" Type="http://schemas.openxmlformats.org/officeDocument/2006/relationships/image" Target="../media/image656.png"/><Relationship Id="rId41" Type="http://schemas.openxmlformats.org/officeDocument/2006/relationships/customXml" Target="../ink/ink662.xml"/><Relationship Id="rId62" Type="http://schemas.openxmlformats.org/officeDocument/2006/relationships/image" Target="../media/image676.png"/><Relationship Id="rId83" Type="http://schemas.openxmlformats.org/officeDocument/2006/relationships/customXml" Target="../ink/ink683.xml"/><Relationship Id="rId88" Type="http://schemas.openxmlformats.org/officeDocument/2006/relationships/image" Target="../media/image689.png"/><Relationship Id="rId111" Type="http://schemas.openxmlformats.org/officeDocument/2006/relationships/customXml" Target="../ink/ink697.xml"/><Relationship Id="rId132" Type="http://schemas.openxmlformats.org/officeDocument/2006/relationships/image" Target="../media/image711.png"/><Relationship Id="rId153" Type="http://schemas.openxmlformats.org/officeDocument/2006/relationships/customXml" Target="../ink/ink718.xml"/><Relationship Id="rId174" Type="http://schemas.openxmlformats.org/officeDocument/2006/relationships/image" Target="../media/image732.png"/><Relationship Id="rId15" Type="http://schemas.openxmlformats.org/officeDocument/2006/relationships/customXml" Target="../ink/ink649.xml"/><Relationship Id="rId36" Type="http://schemas.openxmlformats.org/officeDocument/2006/relationships/image" Target="../media/image663.png"/><Relationship Id="rId57" Type="http://schemas.openxmlformats.org/officeDocument/2006/relationships/customXml" Target="../ink/ink670.xml"/><Relationship Id="rId106" Type="http://schemas.openxmlformats.org/officeDocument/2006/relationships/image" Target="../media/image698.png"/><Relationship Id="rId127" Type="http://schemas.openxmlformats.org/officeDocument/2006/relationships/customXml" Target="../ink/ink705.xml"/><Relationship Id="rId10" Type="http://schemas.openxmlformats.org/officeDocument/2006/relationships/image" Target="../media/image651.png"/><Relationship Id="rId31" Type="http://schemas.openxmlformats.org/officeDocument/2006/relationships/customXml" Target="../ink/ink657.xml"/><Relationship Id="rId52" Type="http://schemas.openxmlformats.org/officeDocument/2006/relationships/image" Target="../media/image671.png"/><Relationship Id="rId73" Type="http://schemas.openxmlformats.org/officeDocument/2006/relationships/customXml" Target="../ink/ink678.xml"/><Relationship Id="rId78" Type="http://schemas.openxmlformats.org/officeDocument/2006/relationships/image" Target="../media/image684.png"/><Relationship Id="rId94" Type="http://schemas.openxmlformats.org/officeDocument/2006/relationships/image" Target="../media/image692.png"/><Relationship Id="rId99" Type="http://schemas.openxmlformats.org/officeDocument/2006/relationships/customXml" Target="../ink/ink691.xml"/><Relationship Id="rId101" Type="http://schemas.openxmlformats.org/officeDocument/2006/relationships/customXml" Target="../ink/ink692.xml"/><Relationship Id="rId122" Type="http://schemas.openxmlformats.org/officeDocument/2006/relationships/image" Target="../media/image706.png"/><Relationship Id="rId143" Type="http://schemas.openxmlformats.org/officeDocument/2006/relationships/customXml" Target="../ink/ink713.xml"/><Relationship Id="rId148" Type="http://schemas.openxmlformats.org/officeDocument/2006/relationships/image" Target="../media/image719.png"/><Relationship Id="rId164" Type="http://schemas.openxmlformats.org/officeDocument/2006/relationships/image" Target="../media/image727.png"/><Relationship Id="rId169" Type="http://schemas.openxmlformats.org/officeDocument/2006/relationships/customXml" Target="../ink/ink726.xml"/><Relationship Id="rId4" Type="http://schemas.openxmlformats.org/officeDocument/2006/relationships/image" Target="../media/image648.png"/><Relationship Id="rId9" Type="http://schemas.openxmlformats.org/officeDocument/2006/relationships/customXml" Target="../ink/ink646.xml"/><Relationship Id="rId26" Type="http://schemas.openxmlformats.org/officeDocument/2006/relationships/image" Target="../media/image658.png"/><Relationship Id="rId47" Type="http://schemas.openxmlformats.org/officeDocument/2006/relationships/customXml" Target="../ink/ink665.xml"/><Relationship Id="rId68" Type="http://schemas.openxmlformats.org/officeDocument/2006/relationships/image" Target="../media/image679.png"/><Relationship Id="rId89" Type="http://schemas.openxmlformats.org/officeDocument/2006/relationships/customXml" Target="../ink/ink686.xml"/><Relationship Id="rId112" Type="http://schemas.openxmlformats.org/officeDocument/2006/relationships/image" Target="../media/image701.png"/><Relationship Id="rId133" Type="http://schemas.openxmlformats.org/officeDocument/2006/relationships/customXml" Target="../ink/ink708.xml"/><Relationship Id="rId154" Type="http://schemas.openxmlformats.org/officeDocument/2006/relationships/image" Target="../media/image722.png"/><Relationship Id="rId175" Type="http://schemas.openxmlformats.org/officeDocument/2006/relationships/customXml" Target="../ink/ink729.xml"/><Relationship Id="rId16" Type="http://schemas.openxmlformats.org/officeDocument/2006/relationships/image" Target="../media/image654.png"/><Relationship Id="rId37" Type="http://schemas.openxmlformats.org/officeDocument/2006/relationships/customXml" Target="../ink/ink660.xml"/><Relationship Id="rId58" Type="http://schemas.openxmlformats.org/officeDocument/2006/relationships/image" Target="../media/image674.png"/><Relationship Id="rId79" Type="http://schemas.openxmlformats.org/officeDocument/2006/relationships/customXml" Target="../ink/ink681.xml"/><Relationship Id="rId102" Type="http://schemas.openxmlformats.org/officeDocument/2006/relationships/image" Target="../media/image696.png"/><Relationship Id="rId123" Type="http://schemas.openxmlformats.org/officeDocument/2006/relationships/customXml" Target="../ink/ink703.xml"/><Relationship Id="rId144" Type="http://schemas.openxmlformats.org/officeDocument/2006/relationships/image" Target="../media/image717.png"/><Relationship Id="rId90" Type="http://schemas.openxmlformats.org/officeDocument/2006/relationships/image" Target="../media/image690.png"/><Relationship Id="rId165" Type="http://schemas.openxmlformats.org/officeDocument/2006/relationships/customXml" Target="../ink/ink724.xml"/><Relationship Id="rId27" Type="http://schemas.openxmlformats.org/officeDocument/2006/relationships/customXml" Target="../ink/ink655.xml"/><Relationship Id="rId48" Type="http://schemas.openxmlformats.org/officeDocument/2006/relationships/image" Target="../media/image669.png"/><Relationship Id="rId69" Type="http://schemas.openxmlformats.org/officeDocument/2006/relationships/customXml" Target="../ink/ink676.xml"/><Relationship Id="rId113" Type="http://schemas.openxmlformats.org/officeDocument/2006/relationships/customXml" Target="../ink/ink698.xml"/><Relationship Id="rId134" Type="http://schemas.openxmlformats.org/officeDocument/2006/relationships/image" Target="../media/image712.png"/><Relationship Id="rId80" Type="http://schemas.openxmlformats.org/officeDocument/2006/relationships/image" Target="../media/image685.png"/><Relationship Id="rId155" Type="http://schemas.openxmlformats.org/officeDocument/2006/relationships/customXml" Target="../ink/ink719.xml"/><Relationship Id="rId176" Type="http://schemas.openxmlformats.org/officeDocument/2006/relationships/image" Target="../media/image733.png"/><Relationship Id="rId17" Type="http://schemas.openxmlformats.org/officeDocument/2006/relationships/customXml" Target="../ink/ink650.xml"/><Relationship Id="rId38" Type="http://schemas.openxmlformats.org/officeDocument/2006/relationships/image" Target="../media/image664.png"/><Relationship Id="rId59" Type="http://schemas.openxmlformats.org/officeDocument/2006/relationships/customXml" Target="../ink/ink671.xml"/><Relationship Id="rId103" Type="http://schemas.openxmlformats.org/officeDocument/2006/relationships/customXml" Target="../ink/ink693.xml"/><Relationship Id="rId124" Type="http://schemas.openxmlformats.org/officeDocument/2006/relationships/image" Target="../media/image707.png"/><Relationship Id="rId70" Type="http://schemas.openxmlformats.org/officeDocument/2006/relationships/image" Target="../media/image680.png"/><Relationship Id="rId91" Type="http://schemas.openxmlformats.org/officeDocument/2006/relationships/customXml" Target="../ink/ink687.xml"/><Relationship Id="rId145" Type="http://schemas.openxmlformats.org/officeDocument/2006/relationships/customXml" Target="../ink/ink714.xml"/><Relationship Id="rId166" Type="http://schemas.openxmlformats.org/officeDocument/2006/relationships/image" Target="../media/image728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6" Type="http://schemas.openxmlformats.org/officeDocument/2006/relationships/image" Target="../media/image746.png"/><Relationship Id="rId117" Type="http://schemas.openxmlformats.org/officeDocument/2006/relationships/customXml" Target="../ink/ink788.xml"/><Relationship Id="rId21" Type="http://schemas.openxmlformats.org/officeDocument/2006/relationships/customXml" Target="../ink/ink740.xml"/><Relationship Id="rId42" Type="http://schemas.openxmlformats.org/officeDocument/2006/relationships/image" Target="../media/image753.png"/><Relationship Id="rId47" Type="http://schemas.openxmlformats.org/officeDocument/2006/relationships/customXml" Target="../ink/ink753.xml"/><Relationship Id="rId63" Type="http://schemas.openxmlformats.org/officeDocument/2006/relationships/customXml" Target="../ink/ink761.xml"/><Relationship Id="rId68" Type="http://schemas.openxmlformats.org/officeDocument/2006/relationships/image" Target="../media/image766.png"/><Relationship Id="rId84" Type="http://schemas.openxmlformats.org/officeDocument/2006/relationships/image" Target="../media/image774.png"/><Relationship Id="rId89" Type="http://schemas.openxmlformats.org/officeDocument/2006/relationships/customXml" Target="../ink/ink774.xml"/><Relationship Id="rId112" Type="http://schemas.openxmlformats.org/officeDocument/2006/relationships/image" Target="../media/image788.png"/><Relationship Id="rId16" Type="http://schemas.openxmlformats.org/officeDocument/2006/relationships/image" Target="../media/image741.png"/><Relationship Id="rId107" Type="http://schemas.openxmlformats.org/officeDocument/2006/relationships/customXml" Target="../ink/ink783.xml"/><Relationship Id="rId11" Type="http://schemas.openxmlformats.org/officeDocument/2006/relationships/customXml" Target="../ink/ink735.xml"/><Relationship Id="rId32" Type="http://schemas.openxmlformats.org/officeDocument/2006/relationships/image" Target="../media/image748.png"/><Relationship Id="rId37" Type="http://schemas.openxmlformats.org/officeDocument/2006/relationships/customXml" Target="../ink/ink748.xml"/><Relationship Id="rId53" Type="http://schemas.openxmlformats.org/officeDocument/2006/relationships/customXml" Target="../ink/ink756.xml"/><Relationship Id="rId58" Type="http://schemas.openxmlformats.org/officeDocument/2006/relationships/image" Target="../media/image761.png"/><Relationship Id="rId74" Type="http://schemas.openxmlformats.org/officeDocument/2006/relationships/image" Target="../media/image769.png"/><Relationship Id="rId79" Type="http://schemas.openxmlformats.org/officeDocument/2006/relationships/customXml" Target="../ink/ink769.xml"/><Relationship Id="rId102" Type="http://schemas.openxmlformats.org/officeDocument/2006/relationships/image" Target="../media/image783.png"/><Relationship Id="rId5" Type="http://schemas.openxmlformats.org/officeDocument/2006/relationships/customXml" Target="../ink/ink732.xml"/><Relationship Id="rId90" Type="http://schemas.openxmlformats.org/officeDocument/2006/relationships/image" Target="../media/image777.png"/><Relationship Id="rId95" Type="http://schemas.openxmlformats.org/officeDocument/2006/relationships/customXml" Target="../ink/ink777.xml"/><Relationship Id="rId22" Type="http://schemas.openxmlformats.org/officeDocument/2006/relationships/image" Target="../media/image744.png"/><Relationship Id="rId27" Type="http://schemas.openxmlformats.org/officeDocument/2006/relationships/customXml" Target="../ink/ink743.xml"/><Relationship Id="rId43" Type="http://schemas.openxmlformats.org/officeDocument/2006/relationships/customXml" Target="../ink/ink751.xml"/><Relationship Id="rId48" Type="http://schemas.openxmlformats.org/officeDocument/2006/relationships/image" Target="../media/image756.png"/><Relationship Id="rId64" Type="http://schemas.openxmlformats.org/officeDocument/2006/relationships/image" Target="../media/image764.png"/><Relationship Id="rId69" Type="http://schemas.openxmlformats.org/officeDocument/2006/relationships/customXml" Target="../ink/ink764.xml"/><Relationship Id="rId113" Type="http://schemas.openxmlformats.org/officeDocument/2006/relationships/customXml" Target="../ink/ink786.xml"/><Relationship Id="rId118" Type="http://schemas.openxmlformats.org/officeDocument/2006/relationships/image" Target="../media/image791.png"/><Relationship Id="rId80" Type="http://schemas.openxmlformats.org/officeDocument/2006/relationships/image" Target="../media/image772.png"/><Relationship Id="rId85" Type="http://schemas.openxmlformats.org/officeDocument/2006/relationships/customXml" Target="../ink/ink772.xml"/><Relationship Id="rId12" Type="http://schemas.openxmlformats.org/officeDocument/2006/relationships/image" Target="../media/image739.png"/><Relationship Id="rId17" Type="http://schemas.openxmlformats.org/officeDocument/2006/relationships/customXml" Target="../ink/ink738.xml"/><Relationship Id="rId33" Type="http://schemas.openxmlformats.org/officeDocument/2006/relationships/customXml" Target="../ink/ink746.xml"/><Relationship Id="rId38" Type="http://schemas.openxmlformats.org/officeDocument/2006/relationships/image" Target="../media/image751.png"/><Relationship Id="rId59" Type="http://schemas.openxmlformats.org/officeDocument/2006/relationships/customXml" Target="../ink/ink759.xml"/><Relationship Id="rId103" Type="http://schemas.openxmlformats.org/officeDocument/2006/relationships/customXml" Target="../ink/ink781.xml"/><Relationship Id="rId108" Type="http://schemas.openxmlformats.org/officeDocument/2006/relationships/image" Target="../media/image786.png"/><Relationship Id="rId54" Type="http://schemas.openxmlformats.org/officeDocument/2006/relationships/image" Target="../media/image759.png"/><Relationship Id="rId70" Type="http://schemas.openxmlformats.org/officeDocument/2006/relationships/image" Target="../media/image767.png"/><Relationship Id="rId75" Type="http://schemas.openxmlformats.org/officeDocument/2006/relationships/customXml" Target="../ink/ink767.xml"/><Relationship Id="rId91" Type="http://schemas.openxmlformats.org/officeDocument/2006/relationships/customXml" Target="../ink/ink775.xml"/><Relationship Id="rId96" Type="http://schemas.openxmlformats.org/officeDocument/2006/relationships/image" Target="../media/image78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36.png"/><Relationship Id="rId23" Type="http://schemas.openxmlformats.org/officeDocument/2006/relationships/customXml" Target="../ink/ink741.xml"/><Relationship Id="rId28" Type="http://schemas.openxmlformats.org/officeDocument/2006/relationships/image" Target="../media/image263.png"/><Relationship Id="rId49" Type="http://schemas.openxmlformats.org/officeDocument/2006/relationships/customXml" Target="../ink/ink754.xml"/><Relationship Id="rId114" Type="http://schemas.openxmlformats.org/officeDocument/2006/relationships/image" Target="../media/image789.png"/><Relationship Id="rId119" Type="http://schemas.openxmlformats.org/officeDocument/2006/relationships/customXml" Target="../ink/ink789.xml"/><Relationship Id="rId44" Type="http://schemas.openxmlformats.org/officeDocument/2006/relationships/image" Target="../media/image754.png"/><Relationship Id="rId60" Type="http://schemas.openxmlformats.org/officeDocument/2006/relationships/image" Target="../media/image762.png"/><Relationship Id="rId65" Type="http://schemas.openxmlformats.org/officeDocument/2006/relationships/customXml" Target="../ink/ink762.xml"/><Relationship Id="rId81" Type="http://schemas.openxmlformats.org/officeDocument/2006/relationships/customXml" Target="../ink/ink770.xml"/><Relationship Id="rId86" Type="http://schemas.openxmlformats.org/officeDocument/2006/relationships/image" Target="../media/image775.png"/><Relationship Id="rId4" Type="http://schemas.openxmlformats.org/officeDocument/2006/relationships/image" Target="../media/image735.png"/><Relationship Id="rId9" Type="http://schemas.openxmlformats.org/officeDocument/2006/relationships/customXml" Target="../ink/ink734.xml"/><Relationship Id="rId13" Type="http://schemas.openxmlformats.org/officeDocument/2006/relationships/customXml" Target="../ink/ink736.xml"/><Relationship Id="rId18" Type="http://schemas.openxmlformats.org/officeDocument/2006/relationships/image" Target="../media/image742.png"/><Relationship Id="rId39" Type="http://schemas.openxmlformats.org/officeDocument/2006/relationships/customXml" Target="../ink/ink749.xml"/><Relationship Id="rId109" Type="http://schemas.openxmlformats.org/officeDocument/2006/relationships/customXml" Target="../ink/ink784.xml"/><Relationship Id="rId34" Type="http://schemas.openxmlformats.org/officeDocument/2006/relationships/image" Target="../media/image749.png"/><Relationship Id="rId50" Type="http://schemas.openxmlformats.org/officeDocument/2006/relationships/image" Target="../media/image757.png"/><Relationship Id="rId55" Type="http://schemas.openxmlformats.org/officeDocument/2006/relationships/customXml" Target="../ink/ink757.xml"/><Relationship Id="rId76" Type="http://schemas.openxmlformats.org/officeDocument/2006/relationships/image" Target="../media/image770.png"/><Relationship Id="rId97" Type="http://schemas.openxmlformats.org/officeDocument/2006/relationships/customXml" Target="../ink/ink778.xml"/><Relationship Id="rId104" Type="http://schemas.openxmlformats.org/officeDocument/2006/relationships/image" Target="../media/image784.png"/><Relationship Id="rId120" Type="http://schemas.openxmlformats.org/officeDocument/2006/relationships/image" Target="../media/image792.png"/><Relationship Id="rId7" Type="http://schemas.openxmlformats.org/officeDocument/2006/relationships/customXml" Target="../ink/ink733.xml"/><Relationship Id="rId71" Type="http://schemas.openxmlformats.org/officeDocument/2006/relationships/customXml" Target="../ink/ink765.xml"/><Relationship Id="rId92" Type="http://schemas.openxmlformats.org/officeDocument/2006/relationships/image" Target="../media/image778.png"/><Relationship Id="rId2" Type="http://schemas.openxmlformats.org/officeDocument/2006/relationships/image" Target="../media/image647.png"/><Relationship Id="rId29" Type="http://schemas.openxmlformats.org/officeDocument/2006/relationships/customXml" Target="../ink/ink744.xml"/><Relationship Id="rId24" Type="http://schemas.openxmlformats.org/officeDocument/2006/relationships/image" Target="../media/image745.png"/><Relationship Id="rId40" Type="http://schemas.openxmlformats.org/officeDocument/2006/relationships/image" Target="../media/image752.png"/><Relationship Id="rId45" Type="http://schemas.openxmlformats.org/officeDocument/2006/relationships/customXml" Target="../ink/ink752.xml"/><Relationship Id="rId66" Type="http://schemas.openxmlformats.org/officeDocument/2006/relationships/image" Target="../media/image765.png"/><Relationship Id="rId87" Type="http://schemas.openxmlformats.org/officeDocument/2006/relationships/customXml" Target="../ink/ink773.xml"/><Relationship Id="rId110" Type="http://schemas.openxmlformats.org/officeDocument/2006/relationships/image" Target="../media/image787.png"/><Relationship Id="rId115" Type="http://schemas.openxmlformats.org/officeDocument/2006/relationships/customXml" Target="../ink/ink787.xml"/><Relationship Id="rId61" Type="http://schemas.openxmlformats.org/officeDocument/2006/relationships/customXml" Target="../ink/ink760.xml"/><Relationship Id="rId82" Type="http://schemas.openxmlformats.org/officeDocument/2006/relationships/image" Target="../media/image773.png"/><Relationship Id="rId19" Type="http://schemas.openxmlformats.org/officeDocument/2006/relationships/customXml" Target="../ink/ink739.xml"/><Relationship Id="rId14" Type="http://schemas.openxmlformats.org/officeDocument/2006/relationships/image" Target="../media/image740.png"/><Relationship Id="rId30" Type="http://schemas.openxmlformats.org/officeDocument/2006/relationships/image" Target="../media/image747.png"/><Relationship Id="rId35" Type="http://schemas.openxmlformats.org/officeDocument/2006/relationships/customXml" Target="../ink/ink747.xml"/><Relationship Id="rId56" Type="http://schemas.openxmlformats.org/officeDocument/2006/relationships/image" Target="../media/image760.png"/><Relationship Id="rId77" Type="http://schemas.openxmlformats.org/officeDocument/2006/relationships/customXml" Target="../ink/ink768.xml"/><Relationship Id="rId100" Type="http://schemas.openxmlformats.org/officeDocument/2006/relationships/image" Target="../media/image782.png"/><Relationship Id="rId105" Type="http://schemas.openxmlformats.org/officeDocument/2006/relationships/customXml" Target="../ink/ink782.xml"/><Relationship Id="rId8" Type="http://schemas.openxmlformats.org/officeDocument/2006/relationships/image" Target="../media/image737.png"/><Relationship Id="rId51" Type="http://schemas.openxmlformats.org/officeDocument/2006/relationships/customXml" Target="../ink/ink755.xml"/><Relationship Id="rId72" Type="http://schemas.openxmlformats.org/officeDocument/2006/relationships/image" Target="../media/image768.png"/><Relationship Id="rId93" Type="http://schemas.openxmlformats.org/officeDocument/2006/relationships/customXml" Target="../ink/ink776.xml"/><Relationship Id="rId98" Type="http://schemas.openxmlformats.org/officeDocument/2006/relationships/image" Target="../media/image781.png"/><Relationship Id="rId121" Type="http://schemas.openxmlformats.org/officeDocument/2006/relationships/customXml" Target="../ink/ink790.xml"/><Relationship Id="rId3" Type="http://schemas.openxmlformats.org/officeDocument/2006/relationships/customXml" Target="../ink/ink731.xml"/><Relationship Id="rId25" Type="http://schemas.openxmlformats.org/officeDocument/2006/relationships/customXml" Target="../ink/ink742.xml"/><Relationship Id="rId46" Type="http://schemas.openxmlformats.org/officeDocument/2006/relationships/image" Target="../media/image755.png"/><Relationship Id="rId67" Type="http://schemas.openxmlformats.org/officeDocument/2006/relationships/customXml" Target="../ink/ink763.xml"/><Relationship Id="rId116" Type="http://schemas.openxmlformats.org/officeDocument/2006/relationships/image" Target="../media/image790.png"/><Relationship Id="rId20" Type="http://schemas.openxmlformats.org/officeDocument/2006/relationships/image" Target="../media/image743.png"/><Relationship Id="rId41" Type="http://schemas.openxmlformats.org/officeDocument/2006/relationships/customXml" Target="../ink/ink750.xml"/><Relationship Id="rId62" Type="http://schemas.openxmlformats.org/officeDocument/2006/relationships/image" Target="../media/image763.png"/><Relationship Id="rId83" Type="http://schemas.openxmlformats.org/officeDocument/2006/relationships/customXml" Target="../ink/ink771.xml"/><Relationship Id="rId88" Type="http://schemas.openxmlformats.org/officeDocument/2006/relationships/image" Target="../media/image776.png"/><Relationship Id="rId111" Type="http://schemas.openxmlformats.org/officeDocument/2006/relationships/customXml" Target="../ink/ink785.xml"/><Relationship Id="rId15" Type="http://schemas.openxmlformats.org/officeDocument/2006/relationships/customXml" Target="../ink/ink737.xml"/><Relationship Id="rId36" Type="http://schemas.openxmlformats.org/officeDocument/2006/relationships/image" Target="../media/image750.png"/><Relationship Id="rId57" Type="http://schemas.openxmlformats.org/officeDocument/2006/relationships/customXml" Target="../ink/ink758.xml"/><Relationship Id="rId106" Type="http://schemas.openxmlformats.org/officeDocument/2006/relationships/image" Target="../media/image785.png"/><Relationship Id="rId10" Type="http://schemas.openxmlformats.org/officeDocument/2006/relationships/image" Target="../media/image738.png"/><Relationship Id="rId31" Type="http://schemas.openxmlformats.org/officeDocument/2006/relationships/customXml" Target="../ink/ink745.xml"/><Relationship Id="rId52" Type="http://schemas.openxmlformats.org/officeDocument/2006/relationships/image" Target="../media/image758.png"/><Relationship Id="rId73" Type="http://schemas.openxmlformats.org/officeDocument/2006/relationships/customXml" Target="../ink/ink766.xml"/><Relationship Id="rId78" Type="http://schemas.openxmlformats.org/officeDocument/2006/relationships/image" Target="../media/image771.png"/><Relationship Id="rId94" Type="http://schemas.openxmlformats.org/officeDocument/2006/relationships/image" Target="../media/image779.png"/><Relationship Id="rId99" Type="http://schemas.openxmlformats.org/officeDocument/2006/relationships/customXml" Target="../ink/ink779.xml"/><Relationship Id="rId101" Type="http://schemas.openxmlformats.org/officeDocument/2006/relationships/customXml" Target="../ink/ink780.xml"/><Relationship Id="rId122" Type="http://schemas.openxmlformats.org/officeDocument/2006/relationships/image" Target="../media/image793.png"/></Relationships>
</file>

<file path=ppt/slides/_rels/slide14.xml.rels><?xml version="1.0" encoding="UTF-8" standalone="yes"?>
<Relationships xmlns="http://schemas.openxmlformats.org/package/2006/relationships"><Relationship Id="rId117" Type="http://schemas.openxmlformats.org/officeDocument/2006/relationships/customXml" Target="../ink/ink848.xml"/><Relationship Id="rId21" Type="http://schemas.openxmlformats.org/officeDocument/2006/relationships/customXml" Target="../ink/ink800.xml"/><Relationship Id="rId42" Type="http://schemas.openxmlformats.org/officeDocument/2006/relationships/image" Target="../media/image813.png"/><Relationship Id="rId63" Type="http://schemas.openxmlformats.org/officeDocument/2006/relationships/customXml" Target="../ink/ink821.xml"/><Relationship Id="rId84" Type="http://schemas.openxmlformats.org/officeDocument/2006/relationships/image" Target="../media/image834.png"/><Relationship Id="rId138" Type="http://schemas.openxmlformats.org/officeDocument/2006/relationships/image" Target="../media/image861.png"/><Relationship Id="rId159" Type="http://schemas.openxmlformats.org/officeDocument/2006/relationships/customXml" Target="../ink/ink869.xml"/><Relationship Id="rId170" Type="http://schemas.openxmlformats.org/officeDocument/2006/relationships/image" Target="../media/image877.png"/><Relationship Id="rId191" Type="http://schemas.openxmlformats.org/officeDocument/2006/relationships/customXml" Target="../ink/ink885.xml"/><Relationship Id="rId205" Type="http://schemas.openxmlformats.org/officeDocument/2006/relationships/customXml" Target="../ink/ink892.xml"/><Relationship Id="rId226" Type="http://schemas.openxmlformats.org/officeDocument/2006/relationships/image" Target="../media/image905.png"/><Relationship Id="rId107" Type="http://schemas.openxmlformats.org/officeDocument/2006/relationships/customXml" Target="../ink/ink843.xml"/><Relationship Id="rId11" Type="http://schemas.openxmlformats.org/officeDocument/2006/relationships/customXml" Target="../ink/ink795.xml"/><Relationship Id="rId32" Type="http://schemas.openxmlformats.org/officeDocument/2006/relationships/image" Target="../media/image808.png"/><Relationship Id="rId53" Type="http://schemas.openxmlformats.org/officeDocument/2006/relationships/customXml" Target="../ink/ink816.xml"/><Relationship Id="rId74" Type="http://schemas.openxmlformats.org/officeDocument/2006/relationships/image" Target="../media/image829.png"/><Relationship Id="rId128" Type="http://schemas.openxmlformats.org/officeDocument/2006/relationships/image" Target="../media/image856.png"/><Relationship Id="rId149" Type="http://schemas.openxmlformats.org/officeDocument/2006/relationships/customXml" Target="../ink/ink864.xml"/><Relationship Id="rId5" Type="http://schemas.openxmlformats.org/officeDocument/2006/relationships/customXml" Target="../ink/ink792.xml"/><Relationship Id="rId95" Type="http://schemas.openxmlformats.org/officeDocument/2006/relationships/customXml" Target="../ink/ink837.xml"/><Relationship Id="rId160" Type="http://schemas.openxmlformats.org/officeDocument/2006/relationships/image" Target="../media/image872.png"/><Relationship Id="rId181" Type="http://schemas.openxmlformats.org/officeDocument/2006/relationships/customXml" Target="../ink/ink880.xml"/><Relationship Id="rId216" Type="http://schemas.openxmlformats.org/officeDocument/2006/relationships/image" Target="../media/image900.png"/><Relationship Id="rId237" Type="http://schemas.openxmlformats.org/officeDocument/2006/relationships/customXml" Target="../ink/ink908.xml"/><Relationship Id="rId22" Type="http://schemas.openxmlformats.org/officeDocument/2006/relationships/image" Target="../media/image803.png"/><Relationship Id="rId43" Type="http://schemas.openxmlformats.org/officeDocument/2006/relationships/customXml" Target="../ink/ink811.xml"/><Relationship Id="rId64" Type="http://schemas.openxmlformats.org/officeDocument/2006/relationships/image" Target="../media/image824.png"/><Relationship Id="rId118" Type="http://schemas.openxmlformats.org/officeDocument/2006/relationships/image" Target="../media/image851.png"/><Relationship Id="rId139" Type="http://schemas.openxmlformats.org/officeDocument/2006/relationships/customXml" Target="../ink/ink859.xml"/><Relationship Id="rId85" Type="http://schemas.openxmlformats.org/officeDocument/2006/relationships/customXml" Target="../ink/ink832.xml"/><Relationship Id="rId150" Type="http://schemas.openxmlformats.org/officeDocument/2006/relationships/image" Target="../media/image867.png"/><Relationship Id="rId171" Type="http://schemas.openxmlformats.org/officeDocument/2006/relationships/customXml" Target="../ink/ink875.xml"/><Relationship Id="rId192" Type="http://schemas.openxmlformats.org/officeDocument/2006/relationships/image" Target="../media/image888.png"/><Relationship Id="rId206" Type="http://schemas.openxmlformats.org/officeDocument/2006/relationships/image" Target="../media/image895.png"/><Relationship Id="rId227" Type="http://schemas.openxmlformats.org/officeDocument/2006/relationships/customXml" Target="../ink/ink903.xml"/><Relationship Id="rId12" Type="http://schemas.openxmlformats.org/officeDocument/2006/relationships/image" Target="../media/image798.png"/><Relationship Id="rId33" Type="http://schemas.openxmlformats.org/officeDocument/2006/relationships/customXml" Target="../ink/ink806.xml"/><Relationship Id="rId108" Type="http://schemas.openxmlformats.org/officeDocument/2006/relationships/image" Target="../media/image846.png"/><Relationship Id="rId129" Type="http://schemas.openxmlformats.org/officeDocument/2006/relationships/customXml" Target="../ink/ink854.xml"/><Relationship Id="rId54" Type="http://schemas.openxmlformats.org/officeDocument/2006/relationships/image" Target="../media/image819.png"/><Relationship Id="rId75" Type="http://schemas.openxmlformats.org/officeDocument/2006/relationships/customXml" Target="../ink/ink827.xml"/><Relationship Id="rId96" Type="http://schemas.openxmlformats.org/officeDocument/2006/relationships/image" Target="../media/image840.png"/><Relationship Id="rId140" Type="http://schemas.openxmlformats.org/officeDocument/2006/relationships/image" Target="../media/image862.png"/><Relationship Id="rId161" Type="http://schemas.openxmlformats.org/officeDocument/2006/relationships/customXml" Target="../ink/ink870.xml"/><Relationship Id="rId182" Type="http://schemas.openxmlformats.org/officeDocument/2006/relationships/image" Target="../media/image883.png"/><Relationship Id="rId217" Type="http://schemas.openxmlformats.org/officeDocument/2006/relationships/customXml" Target="../ink/ink898.xml"/><Relationship Id="rId6" Type="http://schemas.openxmlformats.org/officeDocument/2006/relationships/image" Target="../media/image795.png"/><Relationship Id="rId238" Type="http://schemas.openxmlformats.org/officeDocument/2006/relationships/image" Target="../media/image911.png"/><Relationship Id="rId23" Type="http://schemas.openxmlformats.org/officeDocument/2006/relationships/customXml" Target="../ink/ink801.xml"/><Relationship Id="rId119" Type="http://schemas.openxmlformats.org/officeDocument/2006/relationships/customXml" Target="../ink/ink849.xml"/><Relationship Id="rId44" Type="http://schemas.openxmlformats.org/officeDocument/2006/relationships/image" Target="../media/image814.png"/><Relationship Id="rId65" Type="http://schemas.openxmlformats.org/officeDocument/2006/relationships/customXml" Target="../ink/ink822.xml"/><Relationship Id="rId86" Type="http://schemas.openxmlformats.org/officeDocument/2006/relationships/image" Target="../media/image835.png"/><Relationship Id="rId130" Type="http://schemas.openxmlformats.org/officeDocument/2006/relationships/image" Target="../media/image857.png"/><Relationship Id="rId151" Type="http://schemas.openxmlformats.org/officeDocument/2006/relationships/customXml" Target="../ink/ink865.xml"/><Relationship Id="rId172" Type="http://schemas.openxmlformats.org/officeDocument/2006/relationships/image" Target="../media/image878.png"/><Relationship Id="rId193" Type="http://schemas.openxmlformats.org/officeDocument/2006/relationships/customXml" Target="../ink/ink886.xml"/><Relationship Id="rId207" Type="http://schemas.openxmlformats.org/officeDocument/2006/relationships/customXml" Target="../ink/ink893.xml"/><Relationship Id="rId228" Type="http://schemas.openxmlformats.org/officeDocument/2006/relationships/image" Target="../media/image906.png"/><Relationship Id="rId13" Type="http://schemas.openxmlformats.org/officeDocument/2006/relationships/customXml" Target="../ink/ink796.xml"/><Relationship Id="rId109" Type="http://schemas.openxmlformats.org/officeDocument/2006/relationships/customXml" Target="../ink/ink844.xml"/><Relationship Id="rId34" Type="http://schemas.openxmlformats.org/officeDocument/2006/relationships/image" Target="../media/image809.png"/><Relationship Id="rId55" Type="http://schemas.openxmlformats.org/officeDocument/2006/relationships/customXml" Target="../ink/ink817.xml"/><Relationship Id="rId76" Type="http://schemas.openxmlformats.org/officeDocument/2006/relationships/image" Target="../media/image830.png"/><Relationship Id="rId97" Type="http://schemas.openxmlformats.org/officeDocument/2006/relationships/customXml" Target="../ink/ink838.xml"/><Relationship Id="rId120" Type="http://schemas.openxmlformats.org/officeDocument/2006/relationships/image" Target="../media/image852.png"/><Relationship Id="rId141" Type="http://schemas.openxmlformats.org/officeDocument/2006/relationships/customXml" Target="../ink/ink860.xml"/><Relationship Id="rId7" Type="http://schemas.openxmlformats.org/officeDocument/2006/relationships/customXml" Target="../ink/ink793.xml"/><Relationship Id="rId162" Type="http://schemas.openxmlformats.org/officeDocument/2006/relationships/image" Target="../media/image873.png"/><Relationship Id="rId183" Type="http://schemas.openxmlformats.org/officeDocument/2006/relationships/customXml" Target="../ink/ink881.xml"/><Relationship Id="rId218" Type="http://schemas.openxmlformats.org/officeDocument/2006/relationships/image" Target="../media/image901.png"/><Relationship Id="rId239" Type="http://schemas.openxmlformats.org/officeDocument/2006/relationships/customXml" Target="../ink/ink909.xml"/><Relationship Id="rId24" Type="http://schemas.openxmlformats.org/officeDocument/2006/relationships/image" Target="../media/image804.png"/><Relationship Id="rId45" Type="http://schemas.openxmlformats.org/officeDocument/2006/relationships/customXml" Target="../ink/ink812.xml"/><Relationship Id="rId66" Type="http://schemas.openxmlformats.org/officeDocument/2006/relationships/image" Target="../media/image825.png"/><Relationship Id="rId87" Type="http://schemas.openxmlformats.org/officeDocument/2006/relationships/customXml" Target="../ink/ink833.xml"/><Relationship Id="rId110" Type="http://schemas.openxmlformats.org/officeDocument/2006/relationships/image" Target="../media/image847.png"/><Relationship Id="rId131" Type="http://schemas.openxmlformats.org/officeDocument/2006/relationships/customXml" Target="../ink/ink855.xml"/><Relationship Id="rId152" Type="http://schemas.openxmlformats.org/officeDocument/2006/relationships/image" Target="../media/image868.png"/><Relationship Id="rId173" Type="http://schemas.openxmlformats.org/officeDocument/2006/relationships/customXml" Target="../ink/ink876.xml"/><Relationship Id="rId194" Type="http://schemas.openxmlformats.org/officeDocument/2006/relationships/image" Target="../media/image889.png"/><Relationship Id="rId208" Type="http://schemas.openxmlformats.org/officeDocument/2006/relationships/image" Target="../media/image896.png"/><Relationship Id="rId229" Type="http://schemas.openxmlformats.org/officeDocument/2006/relationships/customXml" Target="../ink/ink904.xml"/><Relationship Id="rId240" Type="http://schemas.openxmlformats.org/officeDocument/2006/relationships/image" Target="../media/image912.png"/><Relationship Id="rId14" Type="http://schemas.openxmlformats.org/officeDocument/2006/relationships/image" Target="../media/image799.png"/><Relationship Id="rId35" Type="http://schemas.openxmlformats.org/officeDocument/2006/relationships/customXml" Target="../ink/ink807.xml"/><Relationship Id="rId56" Type="http://schemas.openxmlformats.org/officeDocument/2006/relationships/image" Target="../media/image820.png"/><Relationship Id="rId77" Type="http://schemas.openxmlformats.org/officeDocument/2006/relationships/customXml" Target="../ink/ink828.xml"/><Relationship Id="rId100" Type="http://schemas.openxmlformats.org/officeDocument/2006/relationships/image" Target="../media/image842.png"/><Relationship Id="rId8" Type="http://schemas.openxmlformats.org/officeDocument/2006/relationships/image" Target="../media/image796.png"/><Relationship Id="rId98" Type="http://schemas.openxmlformats.org/officeDocument/2006/relationships/image" Target="../media/image841.png"/><Relationship Id="rId121" Type="http://schemas.openxmlformats.org/officeDocument/2006/relationships/customXml" Target="../ink/ink850.xml"/><Relationship Id="rId142" Type="http://schemas.openxmlformats.org/officeDocument/2006/relationships/image" Target="../media/image863.png"/><Relationship Id="rId163" Type="http://schemas.openxmlformats.org/officeDocument/2006/relationships/customXml" Target="../ink/ink871.xml"/><Relationship Id="rId184" Type="http://schemas.openxmlformats.org/officeDocument/2006/relationships/image" Target="../media/image884.png"/><Relationship Id="rId219" Type="http://schemas.openxmlformats.org/officeDocument/2006/relationships/customXml" Target="../ink/ink899.xml"/><Relationship Id="rId230" Type="http://schemas.openxmlformats.org/officeDocument/2006/relationships/image" Target="../media/image907.png"/><Relationship Id="rId25" Type="http://schemas.openxmlformats.org/officeDocument/2006/relationships/customXml" Target="../ink/ink802.xml"/><Relationship Id="rId46" Type="http://schemas.openxmlformats.org/officeDocument/2006/relationships/image" Target="../media/image815.png"/><Relationship Id="rId67" Type="http://schemas.openxmlformats.org/officeDocument/2006/relationships/customXml" Target="../ink/ink823.xml"/><Relationship Id="rId88" Type="http://schemas.openxmlformats.org/officeDocument/2006/relationships/image" Target="../media/image836.png"/><Relationship Id="rId111" Type="http://schemas.openxmlformats.org/officeDocument/2006/relationships/customXml" Target="../ink/ink845.xml"/><Relationship Id="rId132" Type="http://schemas.openxmlformats.org/officeDocument/2006/relationships/image" Target="../media/image858.png"/><Relationship Id="rId153" Type="http://schemas.openxmlformats.org/officeDocument/2006/relationships/customXml" Target="../ink/ink866.xml"/><Relationship Id="rId174" Type="http://schemas.openxmlformats.org/officeDocument/2006/relationships/image" Target="../media/image879.png"/><Relationship Id="rId195" Type="http://schemas.openxmlformats.org/officeDocument/2006/relationships/customXml" Target="../ink/ink887.xml"/><Relationship Id="rId209" Type="http://schemas.openxmlformats.org/officeDocument/2006/relationships/customXml" Target="../ink/ink894.xml"/><Relationship Id="rId190" Type="http://schemas.openxmlformats.org/officeDocument/2006/relationships/image" Target="../media/image887.png"/><Relationship Id="rId204" Type="http://schemas.openxmlformats.org/officeDocument/2006/relationships/image" Target="../media/image894.png"/><Relationship Id="rId220" Type="http://schemas.openxmlformats.org/officeDocument/2006/relationships/image" Target="../media/image902.png"/><Relationship Id="rId225" Type="http://schemas.openxmlformats.org/officeDocument/2006/relationships/customXml" Target="../ink/ink902.xml"/><Relationship Id="rId15" Type="http://schemas.openxmlformats.org/officeDocument/2006/relationships/customXml" Target="../ink/ink797.xml"/><Relationship Id="rId36" Type="http://schemas.openxmlformats.org/officeDocument/2006/relationships/image" Target="../media/image810.png"/><Relationship Id="rId57" Type="http://schemas.openxmlformats.org/officeDocument/2006/relationships/customXml" Target="../ink/ink818.xml"/><Relationship Id="rId106" Type="http://schemas.openxmlformats.org/officeDocument/2006/relationships/image" Target="../media/image845.png"/><Relationship Id="rId127" Type="http://schemas.openxmlformats.org/officeDocument/2006/relationships/customXml" Target="../ink/ink853.xml"/><Relationship Id="rId10" Type="http://schemas.openxmlformats.org/officeDocument/2006/relationships/image" Target="../media/image797.png"/><Relationship Id="rId31" Type="http://schemas.openxmlformats.org/officeDocument/2006/relationships/customXml" Target="../ink/ink805.xml"/><Relationship Id="rId52" Type="http://schemas.openxmlformats.org/officeDocument/2006/relationships/image" Target="../media/image818.png"/><Relationship Id="rId73" Type="http://schemas.openxmlformats.org/officeDocument/2006/relationships/customXml" Target="../ink/ink826.xml"/><Relationship Id="rId78" Type="http://schemas.openxmlformats.org/officeDocument/2006/relationships/image" Target="../media/image831.png"/><Relationship Id="rId94" Type="http://schemas.openxmlformats.org/officeDocument/2006/relationships/image" Target="../media/image839.png"/><Relationship Id="rId99" Type="http://schemas.openxmlformats.org/officeDocument/2006/relationships/customXml" Target="../ink/ink839.xml"/><Relationship Id="rId101" Type="http://schemas.openxmlformats.org/officeDocument/2006/relationships/customXml" Target="../ink/ink840.xml"/><Relationship Id="rId122" Type="http://schemas.openxmlformats.org/officeDocument/2006/relationships/image" Target="../media/image853.png"/><Relationship Id="rId143" Type="http://schemas.openxmlformats.org/officeDocument/2006/relationships/customXml" Target="../ink/ink861.xml"/><Relationship Id="rId148" Type="http://schemas.openxmlformats.org/officeDocument/2006/relationships/image" Target="../media/image866.png"/><Relationship Id="rId164" Type="http://schemas.openxmlformats.org/officeDocument/2006/relationships/image" Target="../media/image874.png"/><Relationship Id="rId169" Type="http://schemas.openxmlformats.org/officeDocument/2006/relationships/customXml" Target="../ink/ink874.xml"/><Relationship Id="rId185" Type="http://schemas.openxmlformats.org/officeDocument/2006/relationships/customXml" Target="../ink/ink882.xml"/><Relationship Id="rId4" Type="http://schemas.openxmlformats.org/officeDocument/2006/relationships/image" Target="../media/image794.png"/><Relationship Id="rId9" Type="http://schemas.openxmlformats.org/officeDocument/2006/relationships/customXml" Target="../ink/ink794.xml"/><Relationship Id="rId180" Type="http://schemas.openxmlformats.org/officeDocument/2006/relationships/image" Target="../media/image882.png"/><Relationship Id="rId210" Type="http://schemas.openxmlformats.org/officeDocument/2006/relationships/image" Target="../media/image897.png"/><Relationship Id="rId215" Type="http://schemas.openxmlformats.org/officeDocument/2006/relationships/customXml" Target="../ink/ink897.xml"/><Relationship Id="rId236" Type="http://schemas.openxmlformats.org/officeDocument/2006/relationships/image" Target="../media/image910.png"/><Relationship Id="rId26" Type="http://schemas.openxmlformats.org/officeDocument/2006/relationships/image" Target="../media/image805.png"/><Relationship Id="rId231" Type="http://schemas.openxmlformats.org/officeDocument/2006/relationships/customXml" Target="../ink/ink905.xml"/><Relationship Id="rId47" Type="http://schemas.openxmlformats.org/officeDocument/2006/relationships/customXml" Target="../ink/ink813.xml"/><Relationship Id="rId68" Type="http://schemas.openxmlformats.org/officeDocument/2006/relationships/image" Target="../media/image826.png"/><Relationship Id="rId89" Type="http://schemas.openxmlformats.org/officeDocument/2006/relationships/customXml" Target="../ink/ink834.xml"/><Relationship Id="rId112" Type="http://schemas.openxmlformats.org/officeDocument/2006/relationships/image" Target="../media/image848.png"/><Relationship Id="rId133" Type="http://schemas.openxmlformats.org/officeDocument/2006/relationships/customXml" Target="../ink/ink856.xml"/><Relationship Id="rId154" Type="http://schemas.openxmlformats.org/officeDocument/2006/relationships/image" Target="../media/image869.png"/><Relationship Id="rId175" Type="http://schemas.openxmlformats.org/officeDocument/2006/relationships/customXml" Target="../ink/ink877.xml"/><Relationship Id="rId196" Type="http://schemas.openxmlformats.org/officeDocument/2006/relationships/image" Target="../media/image890.png"/><Relationship Id="rId200" Type="http://schemas.openxmlformats.org/officeDocument/2006/relationships/image" Target="../media/image892.png"/><Relationship Id="rId16" Type="http://schemas.openxmlformats.org/officeDocument/2006/relationships/image" Target="../media/image800.png"/><Relationship Id="rId221" Type="http://schemas.openxmlformats.org/officeDocument/2006/relationships/customXml" Target="../ink/ink900.xml"/><Relationship Id="rId37" Type="http://schemas.openxmlformats.org/officeDocument/2006/relationships/customXml" Target="../ink/ink808.xml"/><Relationship Id="rId58" Type="http://schemas.openxmlformats.org/officeDocument/2006/relationships/image" Target="../media/image821.png"/><Relationship Id="rId79" Type="http://schemas.openxmlformats.org/officeDocument/2006/relationships/customXml" Target="../ink/ink829.xml"/><Relationship Id="rId102" Type="http://schemas.openxmlformats.org/officeDocument/2006/relationships/image" Target="../media/image843.png"/><Relationship Id="rId123" Type="http://schemas.openxmlformats.org/officeDocument/2006/relationships/customXml" Target="../ink/ink851.xml"/><Relationship Id="rId144" Type="http://schemas.openxmlformats.org/officeDocument/2006/relationships/image" Target="../media/image864.png"/><Relationship Id="rId90" Type="http://schemas.openxmlformats.org/officeDocument/2006/relationships/image" Target="../media/image837.png"/><Relationship Id="rId165" Type="http://schemas.openxmlformats.org/officeDocument/2006/relationships/customXml" Target="../ink/ink872.xml"/><Relationship Id="rId186" Type="http://schemas.openxmlformats.org/officeDocument/2006/relationships/image" Target="../media/image885.png"/><Relationship Id="rId211" Type="http://schemas.openxmlformats.org/officeDocument/2006/relationships/customXml" Target="../ink/ink895.xml"/><Relationship Id="rId232" Type="http://schemas.openxmlformats.org/officeDocument/2006/relationships/image" Target="../media/image908.png"/><Relationship Id="rId27" Type="http://schemas.openxmlformats.org/officeDocument/2006/relationships/customXml" Target="../ink/ink803.xml"/><Relationship Id="rId48" Type="http://schemas.openxmlformats.org/officeDocument/2006/relationships/image" Target="../media/image816.png"/><Relationship Id="rId69" Type="http://schemas.openxmlformats.org/officeDocument/2006/relationships/customXml" Target="../ink/ink824.xml"/><Relationship Id="rId113" Type="http://schemas.openxmlformats.org/officeDocument/2006/relationships/customXml" Target="../ink/ink846.xml"/><Relationship Id="rId134" Type="http://schemas.openxmlformats.org/officeDocument/2006/relationships/image" Target="../media/image859.png"/><Relationship Id="rId80" Type="http://schemas.openxmlformats.org/officeDocument/2006/relationships/image" Target="../media/image832.png"/><Relationship Id="rId155" Type="http://schemas.openxmlformats.org/officeDocument/2006/relationships/customXml" Target="../ink/ink867.xml"/><Relationship Id="rId176" Type="http://schemas.openxmlformats.org/officeDocument/2006/relationships/image" Target="../media/image880.png"/><Relationship Id="rId197" Type="http://schemas.openxmlformats.org/officeDocument/2006/relationships/customXml" Target="../ink/ink888.xml"/><Relationship Id="rId201" Type="http://schemas.openxmlformats.org/officeDocument/2006/relationships/customXml" Target="../ink/ink890.xml"/><Relationship Id="rId222" Type="http://schemas.openxmlformats.org/officeDocument/2006/relationships/image" Target="../media/image903.png"/><Relationship Id="rId17" Type="http://schemas.openxmlformats.org/officeDocument/2006/relationships/customXml" Target="../ink/ink798.xml"/><Relationship Id="rId38" Type="http://schemas.openxmlformats.org/officeDocument/2006/relationships/image" Target="../media/image811.png"/><Relationship Id="rId59" Type="http://schemas.openxmlformats.org/officeDocument/2006/relationships/customXml" Target="../ink/ink819.xml"/><Relationship Id="rId103" Type="http://schemas.openxmlformats.org/officeDocument/2006/relationships/customXml" Target="../ink/ink841.xml"/><Relationship Id="rId124" Type="http://schemas.openxmlformats.org/officeDocument/2006/relationships/image" Target="../media/image854.png"/><Relationship Id="rId70" Type="http://schemas.openxmlformats.org/officeDocument/2006/relationships/image" Target="../media/image827.png"/><Relationship Id="rId91" Type="http://schemas.openxmlformats.org/officeDocument/2006/relationships/customXml" Target="../ink/ink835.xml"/><Relationship Id="rId145" Type="http://schemas.openxmlformats.org/officeDocument/2006/relationships/customXml" Target="../ink/ink862.xml"/><Relationship Id="rId166" Type="http://schemas.openxmlformats.org/officeDocument/2006/relationships/image" Target="../media/image875.png"/><Relationship Id="rId187" Type="http://schemas.openxmlformats.org/officeDocument/2006/relationships/customXml" Target="../ink/ink883.xml"/><Relationship Id="rId1" Type="http://schemas.openxmlformats.org/officeDocument/2006/relationships/slideLayout" Target="../slideLayouts/slideLayout2.xml"/><Relationship Id="rId212" Type="http://schemas.openxmlformats.org/officeDocument/2006/relationships/image" Target="../media/image898.png"/><Relationship Id="rId233" Type="http://schemas.openxmlformats.org/officeDocument/2006/relationships/customXml" Target="../ink/ink906.xml"/><Relationship Id="rId28" Type="http://schemas.openxmlformats.org/officeDocument/2006/relationships/image" Target="../media/image806.png"/><Relationship Id="rId49" Type="http://schemas.openxmlformats.org/officeDocument/2006/relationships/customXml" Target="../ink/ink814.xml"/><Relationship Id="rId114" Type="http://schemas.openxmlformats.org/officeDocument/2006/relationships/image" Target="../media/image849.png"/><Relationship Id="rId60" Type="http://schemas.openxmlformats.org/officeDocument/2006/relationships/image" Target="../media/image822.png"/><Relationship Id="rId81" Type="http://schemas.openxmlformats.org/officeDocument/2006/relationships/customXml" Target="../ink/ink830.xml"/><Relationship Id="rId135" Type="http://schemas.openxmlformats.org/officeDocument/2006/relationships/customXml" Target="../ink/ink857.xml"/><Relationship Id="rId156" Type="http://schemas.openxmlformats.org/officeDocument/2006/relationships/image" Target="../media/image870.png"/><Relationship Id="rId177" Type="http://schemas.openxmlformats.org/officeDocument/2006/relationships/customXml" Target="../ink/ink878.xml"/><Relationship Id="rId198" Type="http://schemas.openxmlformats.org/officeDocument/2006/relationships/image" Target="../media/image891.png"/><Relationship Id="rId202" Type="http://schemas.openxmlformats.org/officeDocument/2006/relationships/image" Target="../media/image893.png"/><Relationship Id="rId223" Type="http://schemas.openxmlformats.org/officeDocument/2006/relationships/customXml" Target="../ink/ink901.xml"/><Relationship Id="rId18" Type="http://schemas.openxmlformats.org/officeDocument/2006/relationships/image" Target="../media/image801.png"/><Relationship Id="rId39" Type="http://schemas.openxmlformats.org/officeDocument/2006/relationships/customXml" Target="../ink/ink809.xml"/><Relationship Id="rId50" Type="http://schemas.openxmlformats.org/officeDocument/2006/relationships/image" Target="../media/image817.png"/><Relationship Id="rId104" Type="http://schemas.openxmlformats.org/officeDocument/2006/relationships/image" Target="../media/image844.png"/><Relationship Id="rId125" Type="http://schemas.openxmlformats.org/officeDocument/2006/relationships/customXml" Target="../ink/ink852.xml"/><Relationship Id="rId146" Type="http://schemas.openxmlformats.org/officeDocument/2006/relationships/image" Target="../media/image865.png"/><Relationship Id="rId167" Type="http://schemas.openxmlformats.org/officeDocument/2006/relationships/customXml" Target="../ink/ink873.xml"/><Relationship Id="rId188" Type="http://schemas.openxmlformats.org/officeDocument/2006/relationships/image" Target="../media/image886.png"/><Relationship Id="rId71" Type="http://schemas.openxmlformats.org/officeDocument/2006/relationships/customXml" Target="../ink/ink825.xml"/><Relationship Id="rId92" Type="http://schemas.openxmlformats.org/officeDocument/2006/relationships/image" Target="../media/image838.png"/><Relationship Id="rId213" Type="http://schemas.openxmlformats.org/officeDocument/2006/relationships/customXml" Target="../ink/ink896.xml"/><Relationship Id="rId234" Type="http://schemas.openxmlformats.org/officeDocument/2006/relationships/image" Target="../media/image909.png"/><Relationship Id="rId2" Type="http://schemas.openxmlformats.org/officeDocument/2006/relationships/image" Target="../media/image647.png"/><Relationship Id="rId29" Type="http://schemas.openxmlformats.org/officeDocument/2006/relationships/customXml" Target="../ink/ink804.xml"/><Relationship Id="rId40" Type="http://schemas.openxmlformats.org/officeDocument/2006/relationships/image" Target="../media/image812.png"/><Relationship Id="rId115" Type="http://schemas.openxmlformats.org/officeDocument/2006/relationships/customXml" Target="../ink/ink847.xml"/><Relationship Id="rId136" Type="http://schemas.openxmlformats.org/officeDocument/2006/relationships/image" Target="../media/image860.png"/><Relationship Id="rId157" Type="http://schemas.openxmlformats.org/officeDocument/2006/relationships/customXml" Target="../ink/ink868.xml"/><Relationship Id="rId178" Type="http://schemas.openxmlformats.org/officeDocument/2006/relationships/image" Target="../media/image881.png"/><Relationship Id="rId61" Type="http://schemas.openxmlformats.org/officeDocument/2006/relationships/customXml" Target="../ink/ink820.xml"/><Relationship Id="rId82" Type="http://schemas.openxmlformats.org/officeDocument/2006/relationships/image" Target="../media/image833.png"/><Relationship Id="rId199" Type="http://schemas.openxmlformats.org/officeDocument/2006/relationships/customXml" Target="../ink/ink889.xml"/><Relationship Id="rId203" Type="http://schemas.openxmlformats.org/officeDocument/2006/relationships/customXml" Target="../ink/ink891.xml"/><Relationship Id="rId19" Type="http://schemas.openxmlformats.org/officeDocument/2006/relationships/customXml" Target="../ink/ink799.xml"/><Relationship Id="rId224" Type="http://schemas.openxmlformats.org/officeDocument/2006/relationships/image" Target="../media/image904.png"/><Relationship Id="rId30" Type="http://schemas.openxmlformats.org/officeDocument/2006/relationships/image" Target="../media/image807.png"/><Relationship Id="rId105" Type="http://schemas.openxmlformats.org/officeDocument/2006/relationships/customXml" Target="../ink/ink842.xml"/><Relationship Id="rId126" Type="http://schemas.openxmlformats.org/officeDocument/2006/relationships/image" Target="../media/image855.png"/><Relationship Id="rId147" Type="http://schemas.openxmlformats.org/officeDocument/2006/relationships/customXml" Target="../ink/ink863.xml"/><Relationship Id="rId168" Type="http://schemas.openxmlformats.org/officeDocument/2006/relationships/image" Target="../media/image876.png"/><Relationship Id="rId51" Type="http://schemas.openxmlformats.org/officeDocument/2006/relationships/customXml" Target="../ink/ink815.xml"/><Relationship Id="rId72" Type="http://schemas.openxmlformats.org/officeDocument/2006/relationships/image" Target="../media/image828.png"/><Relationship Id="rId93" Type="http://schemas.openxmlformats.org/officeDocument/2006/relationships/customXml" Target="../ink/ink836.xml"/><Relationship Id="rId189" Type="http://schemas.openxmlformats.org/officeDocument/2006/relationships/customXml" Target="../ink/ink884.xml"/><Relationship Id="rId3" Type="http://schemas.openxmlformats.org/officeDocument/2006/relationships/customXml" Target="../ink/ink791.xml"/><Relationship Id="rId214" Type="http://schemas.openxmlformats.org/officeDocument/2006/relationships/image" Target="../media/image899.png"/><Relationship Id="rId235" Type="http://schemas.openxmlformats.org/officeDocument/2006/relationships/customXml" Target="../ink/ink907.xml"/><Relationship Id="rId116" Type="http://schemas.openxmlformats.org/officeDocument/2006/relationships/image" Target="../media/image850.png"/><Relationship Id="rId137" Type="http://schemas.openxmlformats.org/officeDocument/2006/relationships/customXml" Target="../ink/ink858.xml"/><Relationship Id="rId158" Type="http://schemas.openxmlformats.org/officeDocument/2006/relationships/image" Target="../media/image871.png"/><Relationship Id="rId20" Type="http://schemas.openxmlformats.org/officeDocument/2006/relationships/image" Target="../media/image802.png"/><Relationship Id="rId41" Type="http://schemas.openxmlformats.org/officeDocument/2006/relationships/customXml" Target="../ink/ink810.xml"/><Relationship Id="rId62" Type="http://schemas.openxmlformats.org/officeDocument/2006/relationships/image" Target="../media/image823.png"/><Relationship Id="rId83" Type="http://schemas.openxmlformats.org/officeDocument/2006/relationships/customXml" Target="../ink/ink831.xml"/><Relationship Id="rId179" Type="http://schemas.openxmlformats.org/officeDocument/2006/relationships/customXml" Target="../ink/ink879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913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image" Target="../media/image917.png"/><Relationship Id="rId13" Type="http://schemas.openxmlformats.org/officeDocument/2006/relationships/customXml" Target="../ink/ink915.xml"/><Relationship Id="rId18" Type="http://schemas.openxmlformats.org/officeDocument/2006/relationships/image" Target="../media/image922.png"/><Relationship Id="rId26" Type="http://schemas.openxmlformats.org/officeDocument/2006/relationships/image" Target="../media/image926.png"/><Relationship Id="rId3" Type="http://schemas.openxmlformats.org/officeDocument/2006/relationships/customXml" Target="../ink/ink910.xml"/><Relationship Id="rId21" Type="http://schemas.openxmlformats.org/officeDocument/2006/relationships/customXml" Target="../ink/ink919.xml"/><Relationship Id="rId7" Type="http://schemas.openxmlformats.org/officeDocument/2006/relationships/customXml" Target="../ink/ink912.xml"/><Relationship Id="rId12" Type="http://schemas.openxmlformats.org/officeDocument/2006/relationships/image" Target="../media/image919.png"/><Relationship Id="rId17" Type="http://schemas.openxmlformats.org/officeDocument/2006/relationships/customXml" Target="../ink/ink917.xml"/><Relationship Id="rId25" Type="http://schemas.openxmlformats.org/officeDocument/2006/relationships/customXml" Target="../ink/ink921.xml"/><Relationship Id="rId2" Type="http://schemas.openxmlformats.org/officeDocument/2006/relationships/image" Target="../media/image914.png"/><Relationship Id="rId16" Type="http://schemas.openxmlformats.org/officeDocument/2006/relationships/image" Target="../media/image921.png"/><Relationship Id="rId20" Type="http://schemas.openxmlformats.org/officeDocument/2006/relationships/image" Target="../media/image92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916.png"/><Relationship Id="rId11" Type="http://schemas.openxmlformats.org/officeDocument/2006/relationships/customXml" Target="../ink/ink914.xml"/><Relationship Id="rId24" Type="http://schemas.openxmlformats.org/officeDocument/2006/relationships/image" Target="../media/image925.png"/><Relationship Id="rId5" Type="http://schemas.openxmlformats.org/officeDocument/2006/relationships/customXml" Target="../ink/ink911.xml"/><Relationship Id="rId15" Type="http://schemas.openxmlformats.org/officeDocument/2006/relationships/customXml" Target="../ink/ink916.xml"/><Relationship Id="rId23" Type="http://schemas.openxmlformats.org/officeDocument/2006/relationships/customXml" Target="../ink/ink920.xml"/><Relationship Id="rId10" Type="http://schemas.openxmlformats.org/officeDocument/2006/relationships/image" Target="../media/image918.png"/><Relationship Id="rId19" Type="http://schemas.openxmlformats.org/officeDocument/2006/relationships/customXml" Target="../ink/ink918.xml"/><Relationship Id="rId4" Type="http://schemas.openxmlformats.org/officeDocument/2006/relationships/image" Target="../media/image915.png"/><Relationship Id="rId9" Type="http://schemas.openxmlformats.org/officeDocument/2006/relationships/customXml" Target="../ink/ink913.xml"/><Relationship Id="rId14" Type="http://schemas.openxmlformats.org/officeDocument/2006/relationships/image" Target="../media/image920.png"/><Relationship Id="rId22" Type="http://schemas.openxmlformats.org/officeDocument/2006/relationships/image" Target="../media/image924.png"/></Relationships>
</file>

<file path=ppt/slides/_rels/slide17.xml.rels><?xml version="1.0" encoding="UTF-8" standalone="yes"?>
<Relationships xmlns="http://schemas.openxmlformats.org/package/2006/relationships"><Relationship Id="rId26" Type="http://schemas.openxmlformats.org/officeDocument/2006/relationships/image" Target="../media/image938.png"/><Relationship Id="rId21" Type="http://schemas.openxmlformats.org/officeDocument/2006/relationships/customXml" Target="../ink/ink931.xml"/><Relationship Id="rId42" Type="http://schemas.openxmlformats.org/officeDocument/2006/relationships/image" Target="../media/image946.png"/><Relationship Id="rId47" Type="http://schemas.openxmlformats.org/officeDocument/2006/relationships/customXml" Target="../ink/ink944.xml"/><Relationship Id="rId63" Type="http://schemas.openxmlformats.org/officeDocument/2006/relationships/customXml" Target="../ink/ink952.xml"/><Relationship Id="rId68" Type="http://schemas.openxmlformats.org/officeDocument/2006/relationships/image" Target="../media/image959.png"/><Relationship Id="rId84" Type="http://schemas.openxmlformats.org/officeDocument/2006/relationships/image" Target="../media/image967.png"/><Relationship Id="rId89" Type="http://schemas.openxmlformats.org/officeDocument/2006/relationships/customXml" Target="../ink/ink965.xml"/><Relationship Id="rId16" Type="http://schemas.openxmlformats.org/officeDocument/2006/relationships/image" Target="../media/image933.png"/><Relationship Id="rId11" Type="http://schemas.openxmlformats.org/officeDocument/2006/relationships/customXml" Target="../ink/ink926.xml"/><Relationship Id="rId32" Type="http://schemas.openxmlformats.org/officeDocument/2006/relationships/image" Target="../media/image941.png"/><Relationship Id="rId37" Type="http://schemas.openxmlformats.org/officeDocument/2006/relationships/customXml" Target="../ink/ink939.xml"/><Relationship Id="rId53" Type="http://schemas.openxmlformats.org/officeDocument/2006/relationships/customXml" Target="../ink/ink947.xml"/><Relationship Id="rId58" Type="http://schemas.openxmlformats.org/officeDocument/2006/relationships/image" Target="../media/image954.png"/><Relationship Id="rId74" Type="http://schemas.openxmlformats.org/officeDocument/2006/relationships/image" Target="../media/image962.png"/><Relationship Id="rId79" Type="http://schemas.openxmlformats.org/officeDocument/2006/relationships/customXml" Target="../ink/ink960.xml"/><Relationship Id="rId102" Type="http://schemas.openxmlformats.org/officeDocument/2006/relationships/image" Target="../media/image976.png"/><Relationship Id="rId5" Type="http://schemas.openxmlformats.org/officeDocument/2006/relationships/customXml" Target="../ink/ink923.xml"/><Relationship Id="rId90" Type="http://schemas.openxmlformats.org/officeDocument/2006/relationships/image" Target="../media/image970.png"/><Relationship Id="rId95" Type="http://schemas.openxmlformats.org/officeDocument/2006/relationships/customXml" Target="../ink/ink968.xml"/><Relationship Id="rId22" Type="http://schemas.openxmlformats.org/officeDocument/2006/relationships/image" Target="../media/image936.png"/><Relationship Id="rId27" Type="http://schemas.openxmlformats.org/officeDocument/2006/relationships/customXml" Target="../ink/ink934.xml"/><Relationship Id="rId43" Type="http://schemas.openxmlformats.org/officeDocument/2006/relationships/customXml" Target="../ink/ink942.xml"/><Relationship Id="rId48" Type="http://schemas.openxmlformats.org/officeDocument/2006/relationships/image" Target="../media/image949.png"/><Relationship Id="rId64" Type="http://schemas.openxmlformats.org/officeDocument/2006/relationships/image" Target="../media/image957.png"/><Relationship Id="rId69" Type="http://schemas.openxmlformats.org/officeDocument/2006/relationships/customXml" Target="../ink/ink955.xml"/><Relationship Id="rId80" Type="http://schemas.openxmlformats.org/officeDocument/2006/relationships/image" Target="../media/image965.png"/><Relationship Id="rId85" Type="http://schemas.openxmlformats.org/officeDocument/2006/relationships/customXml" Target="../ink/ink963.xml"/><Relationship Id="rId12" Type="http://schemas.openxmlformats.org/officeDocument/2006/relationships/image" Target="../media/image931.png"/><Relationship Id="rId17" Type="http://schemas.openxmlformats.org/officeDocument/2006/relationships/customXml" Target="../ink/ink929.xml"/><Relationship Id="rId25" Type="http://schemas.openxmlformats.org/officeDocument/2006/relationships/customXml" Target="../ink/ink933.xml"/><Relationship Id="rId33" Type="http://schemas.openxmlformats.org/officeDocument/2006/relationships/customXml" Target="../ink/ink937.xml"/><Relationship Id="rId38" Type="http://schemas.openxmlformats.org/officeDocument/2006/relationships/image" Target="../media/image944.png"/><Relationship Id="rId46" Type="http://schemas.openxmlformats.org/officeDocument/2006/relationships/image" Target="../media/image948.png"/><Relationship Id="rId59" Type="http://schemas.openxmlformats.org/officeDocument/2006/relationships/customXml" Target="../ink/ink950.xml"/><Relationship Id="rId67" Type="http://schemas.openxmlformats.org/officeDocument/2006/relationships/customXml" Target="../ink/ink954.xml"/><Relationship Id="rId103" Type="http://schemas.openxmlformats.org/officeDocument/2006/relationships/customXml" Target="../ink/ink972.xml"/><Relationship Id="rId20" Type="http://schemas.openxmlformats.org/officeDocument/2006/relationships/image" Target="../media/image935.png"/><Relationship Id="rId41" Type="http://schemas.openxmlformats.org/officeDocument/2006/relationships/customXml" Target="../ink/ink941.xml"/><Relationship Id="rId54" Type="http://schemas.openxmlformats.org/officeDocument/2006/relationships/image" Target="../media/image952.png"/><Relationship Id="rId62" Type="http://schemas.openxmlformats.org/officeDocument/2006/relationships/image" Target="../media/image956.png"/><Relationship Id="rId70" Type="http://schemas.openxmlformats.org/officeDocument/2006/relationships/image" Target="../media/image960.png"/><Relationship Id="rId75" Type="http://schemas.openxmlformats.org/officeDocument/2006/relationships/customXml" Target="../ink/ink958.xml"/><Relationship Id="rId83" Type="http://schemas.openxmlformats.org/officeDocument/2006/relationships/customXml" Target="../ink/ink962.xml"/><Relationship Id="rId88" Type="http://schemas.openxmlformats.org/officeDocument/2006/relationships/image" Target="../media/image969.png"/><Relationship Id="rId91" Type="http://schemas.openxmlformats.org/officeDocument/2006/relationships/customXml" Target="../ink/ink966.xml"/><Relationship Id="rId96" Type="http://schemas.openxmlformats.org/officeDocument/2006/relationships/image" Target="../media/image97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928.png"/><Relationship Id="rId15" Type="http://schemas.openxmlformats.org/officeDocument/2006/relationships/customXml" Target="../ink/ink928.xml"/><Relationship Id="rId23" Type="http://schemas.openxmlformats.org/officeDocument/2006/relationships/customXml" Target="../ink/ink932.xml"/><Relationship Id="rId28" Type="http://schemas.openxmlformats.org/officeDocument/2006/relationships/image" Target="../media/image939.png"/><Relationship Id="rId36" Type="http://schemas.openxmlformats.org/officeDocument/2006/relationships/image" Target="../media/image943.png"/><Relationship Id="rId49" Type="http://schemas.openxmlformats.org/officeDocument/2006/relationships/customXml" Target="../ink/ink945.xml"/><Relationship Id="rId57" Type="http://schemas.openxmlformats.org/officeDocument/2006/relationships/customXml" Target="../ink/ink949.xml"/><Relationship Id="rId10" Type="http://schemas.openxmlformats.org/officeDocument/2006/relationships/image" Target="../media/image930.png"/><Relationship Id="rId31" Type="http://schemas.openxmlformats.org/officeDocument/2006/relationships/customXml" Target="../ink/ink936.xml"/><Relationship Id="rId44" Type="http://schemas.openxmlformats.org/officeDocument/2006/relationships/image" Target="../media/image947.png"/><Relationship Id="rId52" Type="http://schemas.openxmlformats.org/officeDocument/2006/relationships/image" Target="../media/image951.png"/><Relationship Id="rId60" Type="http://schemas.openxmlformats.org/officeDocument/2006/relationships/image" Target="../media/image955.png"/><Relationship Id="rId65" Type="http://schemas.openxmlformats.org/officeDocument/2006/relationships/customXml" Target="../ink/ink953.xml"/><Relationship Id="rId73" Type="http://schemas.openxmlformats.org/officeDocument/2006/relationships/customXml" Target="../ink/ink957.xml"/><Relationship Id="rId78" Type="http://schemas.openxmlformats.org/officeDocument/2006/relationships/image" Target="../media/image964.png"/><Relationship Id="rId81" Type="http://schemas.openxmlformats.org/officeDocument/2006/relationships/customXml" Target="../ink/ink961.xml"/><Relationship Id="rId86" Type="http://schemas.openxmlformats.org/officeDocument/2006/relationships/image" Target="../media/image968.png"/><Relationship Id="rId94" Type="http://schemas.openxmlformats.org/officeDocument/2006/relationships/image" Target="../media/image972.png"/><Relationship Id="rId99" Type="http://schemas.openxmlformats.org/officeDocument/2006/relationships/customXml" Target="../ink/ink970.xml"/><Relationship Id="rId101" Type="http://schemas.openxmlformats.org/officeDocument/2006/relationships/customXml" Target="../ink/ink971.xml"/><Relationship Id="rId4" Type="http://schemas.openxmlformats.org/officeDocument/2006/relationships/image" Target="../media/image927.png"/><Relationship Id="rId9" Type="http://schemas.openxmlformats.org/officeDocument/2006/relationships/customXml" Target="../ink/ink925.xml"/><Relationship Id="rId13" Type="http://schemas.openxmlformats.org/officeDocument/2006/relationships/customXml" Target="../ink/ink927.xml"/><Relationship Id="rId18" Type="http://schemas.openxmlformats.org/officeDocument/2006/relationships/image" Target="../media/image934.png"/><Relationship Id="rId39" Type="http://schemas.openxmlformats.org/officeDocument/2006/relationships/customXml" Target="../ink/ink940.xml"/><Relationship Id="rId34" Type="http://schemas.openxmlformats.org/officeDocument/2006/relationships/image" Target="../media/image942.png"/><Relationship Id="rId50" Type="http://schemas.openxmlformats.org/officeDocument/2006/relationships/image" Target="../media/image950.png"/><Relationship Id="rId55" Type="http://schemas.openxmlformats.org/officeDocument/2006/relationships/customXml" Target="../ink/ink948.xml"/><Relationship Id="rId76" Type="http://schemas.openxmlformats.org/officeDocument/2006/relationships/image" Target="../media/image963.png"/><Relationship Id="rId97" Type="http://schemas.openxmlformats.org/officeDocument/2006/relationships/customXml" Target="../ink/ink969.xml"/><Relationship Id="rId104" Type="http://schemas.openxmlformats.org/officeDocument/2006/relationships/image" Target="../media/image977.png"/><Relationship Id="rId7" Type="http://schemas.openxmlformats.org/officeDocument/2006/relationships/customXml" Target="../ink/ink924.xml"/><Relationship Id="rId71" Type="http://schemas.openxmlformats.org/officeDocument/2006/relationships/customXml" Target="../ink/ink956.xml"/><Relationship Id="rId92" Type="http://schemas.openxmlformats.org/officeDocument/2006/relationships/image" Target="../media/image971.png"/><Relationship Id="rId2" Type="http://schemas.openxmlformats.org/officeDocument/2006/relationships/image" Target="../media/image914.png"/><Relationship Id="rId29" Type="http://schemas.openxmlformats.org/officeDocument/2006/relationships/customXml" Target="../ink/ink935.xml"/><Relationship Id="rId24" Type="http://schemas.openxmlformats.org/officeDocument/2006/relationships/image" Target="../media/image937.png"/><Relationship Id="rId40" Type="http://schemas.openxmlformats.org/officeDocument/2006/relationships/image" Target="../media/image945.png"/><Relationship Id="rId45" Type="http://schemas.openxmlformats.org/officeDocument/2006/relationships/customXml" Target="../ink/ink943.xml"/><Relationship Id="rId66" Type="http://schemas.openxmlformats.org/officeDocument/2006/relationships/image" Target="../media/image958.png"/><Relationship Id="rId87" Type="http://schemas.openxmlformats.org/officeDocument/2006/relationships/customXml" Target="../ink/ink964.xml"/><Relationship Id="rId61" Type="http://schemas.openxmlformats.org/officeDocument/2006/relationships/customXml" Target="../ink/ink951.xml"/><Relationship Id="rId82" Type="http://schemas.openxmlformats.org/officeDocument/2006/relationships/image" Target="../media/image966.png"/><Relationship Id="rId19" Type="http://schemas.openxmlformats.org/officeDocument/2006/relationships/customXml" Target="../ink/ink930.xml"/><Relationship Id="rId14" Type="http://schemas.openxmlformats.org/officeDocument/2006/relationships/image" Target="../media/image932.png"/><Relationship Id="rId30" Type="http://schemas.openxmlformats.org/officeDocument/2006/relationships/image" Target="../media/image940.png"/><Relationship Id="rId35" Type="http://schemas.openxmlformats.org/officeDocument/2006/relationships/customXml" Target="../ink/ink938.xml"/><Relationship Id="rId56" Type="http://schemas.openxmlformats.org/officeDocument/2006/relationships/image" Target="../media/image953.png"/><Relationship Id="rId77" Type="http://schemas.openxmlformats.org/officeDocument/2006/relationships/customXml" Target="../ink/ink959.xml"/><Relationship Id="rId100" Type="http://schemas.openxmlformats.org/officeDocument/2006/relationships/image" Target="../media/image975.png"/><Relationship Id="rId8" Type="http://schemas.openxmlformats.org/officeDocument/2006/relationships/image" Target="../media/image929.png"/><Relationship Id="rId51" Type="http://schemas.openxmlformats.org/officeDocument/2006/relationships/customXml" Target="../ink/ink946.xml"/><Relationship Id="rId72" Type="http://schemas.openxmlformats.org/officeDocument/2006/relationships/image" Target="../media/image961.png"/><Relationship Id="rId93" Type="http://schemas.openxmlformats.org/officeDocument/2006/relationships/customXml" Target="../ink/ink967.xml"/><Relationship Id="rId98" Type="http://schemas.openxmlformats.org/officeDocument/2006/relationships/image" Target="../media/image974.png"/><Relationship Id="rId3" Type="http://schemas.openxmlformats.org/officeDocument/2006/relationships/customXml" Target="../ink/ink922.xml"/></Relationships>
</file>

<file path=ppt/slides/_rels/slide18.xml.rels><?xml version="1.0" encoding="UTF-8" standalone="yes"?>
<Relationships xmlns="http://schemas.openxmlformats.org/package/2006/relationships"><Relationship Id="rId117" Type="http://schemas.openxmlformats.org/officeDocument/2006/relationships/customXml" Target="../ink/ink1030.xml"/><Relationship Id="rId21" Type="http://schemas.openxmlformats.org/officeDocument/2006/relationships/customXml" Target="../ink/ink982.xml"/><Relationship Id="rId63" Type="http://schemas.openxmlformats.org/officeDocument/2006/relationships/customXml" Target="../ink/ink1003.xml"/><Relationship Id="rId159" Type="http://schemas.openxmlformats.org/officeDocument/2006/relationships/customXml" Target="../ink/ink1051.xml"/><Relationship Id="rId170" Type="http://schemas.openxmlformats.org/officeDocument/2006/relationships/image" Target="../media/image1061.png"/><Relationship Id="rId226" Type="http://schemas.openxmlformats.org/officeDocument/2006/relationships/image" Target="../media/image1089.png"/><Relationship Id="rId268" Type="http://schemas.openxmlformats.org/officeDocument/2006/relationships/image" Target="../media/image1110.png"/><Relationship Id="rId11" Type="http://schemas.openxmlformats.org/officeDocument/2006/relationships/customXml" Target="../ink/ink977.xml"/><Relationship Id="rId32" Type="http://schemas.openxmlformats.org/officeDocument/2006/relationships/image" Target="../media/image992.png"/><Relationship Id="rId53" Type="http://schemas.openxmlformats.org/officeDocument/2006/relationships/customXml" Target="../ink/ink998.xml"/><Relationship Id="rId74" Type="http://schemas.openxmlformats.org/officeDocument/2006/relationships/image" Target="../media/image1013.png"/><Relationship Id="rId128" Type="http://schemas.openxmlformats.org/officeDocument/2006/relationships/image" Target="../media/image1040.png"/><Relationship Id="rId149" Type="http://schemas.openxmlformats.org/officeDocument/2006/relationships/customXml" Target="../ink/ink1046.xml"/><Relationship Id="rId5" Type="http://schemas.openxmlformats.org/officeDocument/2006/relationships/customXml" Target="../ink/ink974.xml"/><Relationship Id="rId95" Type="http://schemas.openxmlformats.org/officeDocument/2006/relationships/customXml" Target="../ink/ink1019.xml"/><Relationship Id="rId160" Type="http://schemas.openxmlformats.org/officeDocument/2006/relationships/image" Target="../media/image1056.png"/><Relationship Id="rId181" Type="http://schemas.openxmlformats.org/officeDocument/2006/relationships/customXml" Target="../ink/ink1062.xml"/><Relationship Id="rId216" Type="http://schemas.openxmlformats.org/officeDocument/2006/relationships/image" Target="../media/image1084.png"/><Relationship Id="rId237" Type="http://schemas.openxmlformats.org/officeDocument/2006/relationships/customXml" Target="../ink/ink1090.xml"/><Relationship Id="rId258" Type="http://schemas.openxmlformats.org/officeDocument/2006/relationships/image" Target="../media/image1105.png"/><Relationship Id="rId22" Type="http://schemas.openxmlformats.org/officeDocument/2006/relationships/image" Target="../media/image987.png"/><Relationship Id="rId43" Type="http://schemas.openxmlformats.org/officeDocument/2006/relationships/customXml" Target="../ink/ink993.xml"/><Relationship Id="rId64" Type="http://schemas.openxmlformats.org/officeDocument/2006/relationships/image" Target="../media/image1008.png"/><Relationship Id="rId118" Type="http://schemas.openxmlformats.org/officeDocument/2006/relationships/image" Target="../media/image1035.png"/><Relationship Id="rId139" Type="http://schemas.openxmlformats.org/officeDocument/2006/relationships/customXml" Target="../ink/ink1041.xml"/><Relationship Id="rId85" Type="http://schemas.openxmlformats.org/officeDocument/2006/relationships/customXml" Target="../ink/ink1014.xml"/><Relationship Id="rId150" Type="http://schemas.openxmlformats.org/officeDocument/2006/relationships/image" Target="../media/image1051.png"/><Relationship Id="rId171" Type="http://schemas.openxmlformats.org/officeDocument/2006/relationships/customXml" Target="../ink/ink1057.xml"/><Relationship Id="rId192" Type="http://schemas.openxmlformats.org/officeDocument/2006/relationships/image" Target="../media/image1072.png"/><Relationship Id="rId206" Type="http://schemas.openxmlformats.org/officeDocument/2006/relationships/image" Target="../media/image1079.png"/><Relationship Id="rId227" Type="http://schemas.openxmlformats.org/officeDocument/2006/relationships/customXml" Target="../ink/ink1085.xml"/><Relationship Id="rId248" Type="http://schemas.openxmlformats.org/officeDocument/2006/relationships/image" Target="../media/image1100.png"/><Relationship Id="rId269" Type="http://schemas.openxmlformats.org/officeDocument/2006/relationships/customXml" Target="../ink/ink1106.xml"/><Relationship Id="rId12" Type="http://schemas.openxmlformats.org/officeDocument/2006/relationships/image" Target="../media/image982.png"/><Relationship Id="rId33" Type="http://schemas.openxmlformats.org/officeDocument/2006/relationships/customXml" Target="../ink/ink988.xml"/><Relationship Id="rId108" Type="http://schemas.openxmlformats.org/officeDocument/2006/relationships/image" Target="../media/image1030.png"/><Relationship Id="rId129" Type="http://schemas.openxmlformats.org/officeDocument/2006/relationships/customXml" Target="../ink/ink1036.xml"/><Relationship Id="rId54" Type="http://schemas.openxmlformats.org/officeDocument/2006/relationships/image" Target="../media/image1003.png"/><Relationship Id="rId75" Type="http://schemas.openxmlformats.org/officeDocument/2006/relationships/customXml" Target="../ink/ink1009.xml"/><Relationship Id="rId96" Type="http://schemas.openxmlformats.org/officeDocument/2006/relationships/image" Target="../media/image1024.png"/><Relationship Id="rId140" Type="http://schemas.openxmlformats.org/officeDocument/2006/relationships/image" Target="../media/image1046.png"/><Relationship Id="rId161" Type="http://schemas.openxmlformats.org/officeDocument/2006/relationships/customXml" Target="../ink/ink1052.xml"/><Relationship Id="rId182" Type="http://schemas.openxmlformats.org/officeDocument/2006/relationships/image" Target="../media/image1067.png"/><Relationship Id="rId217" Type="http://schemas.openxmlformats.org/officeDocument/2006/relationships/customXml" Target="../ink/ink1080.xml"/><Relationship Id="rId6" Type="http://schemas.openxmlformats.org/officeDocument/2006/relationships/image" Target="../media/image979.png"/><Relationship Id="rId238" Type="http://schemas.openxmlformats.org/officeDocument/2006/relationships/image" Target="../media/image1095.png"/><Relationship Id="rId259" Type="http://schemas.openxmlformats.org/officeDocument/2006/relationships/customXml" Target="../ink/ink1101.xml"/><Relationship Id="rId23" Type="http://schemas.openxmlformats.org/officeDocument/2006/relationships/customXml" Target="../ink/ink983.xml"/><Relationship Id="rId119" Type="http://schemas.openxmlformats.org/officeDocument/2006/relationships/customXml" Target="../ink/ink1031.xml"/><Relationship Id="rId270" Type="http://schemas.openxmlformats.org/officeDocument/2006/relationships/image" Target="../media/image1111.png"/><Relationship Id="rId44" Type="http://schemas.openxmlformats.org/officeDocument/2006/relationships/image" Target="../media/image998.png"/><Relationship Id="rId65" Type="http://schemas.openxmlformats.org/officeDocument/2006/relationships/customXml" Target="../ink/ink1004.xml"/><Relationship Id="rId86" Type="http://schemas.openxmlformats.org/officeDocument/2006/relationships/image" Target="../media/image1019.png"/><Relationship Id="rId130" Type="http://schemas.openxmlformats.org/officeDocument/2006/relationships/image" Target="../media/image1041.png"/><Relationship Id="rId151" Type="http://schemas.openxmlformats.org/officeDocument/2006/relationships/customXml" Target="../ink/ink1047.xml"/><Relationship Id="rId172" Type="http://schemas.openxmlformats.org/officeDocument/2006/relationships/image" Target="../media/image1062.png"/><Relationship Id="rId193" Type="http://schemas.openxmlformats.org/officeDocument/2006/relationships/customXml" Target="../ink/ink1068.xml"/><Relationship Id="rId207" Type="http://schemas.openxmlformats.org/officeDocument/2006/relationships/customXml" Target="../ink/ink1075.xml"/><Relationship Id="rId228" Type="http://schemas.openxmlformats.org/officeDocument/2006/relationships/image" Target="../media/image1090.png"/><Relationship Id="rId249" Type="http://schemas.openxmlformats.org/officeDocument/2006/relationships/customXml" Target="../ink/ink1096.xml"/><Relationship Id="rId13" Type="http://schemas.openxmlformats.org/officeDocument/2006/relationships/customXml" Target="../ink/ink978.xml"/><Relationship Id="rId109" Type="http://schemas.openxmlformats.org/officeDocument/2006/relationships/customXml" Target="../ink/ink1026.xml"/><Relationship Id="rId260" Type="http://schemas.openxmlformats.org/officeDocument/2006/relationships/image" Target="../media/image1106.png"/><Relationship Id="rId34" Type="http://schemas.openxmlformats.org/officeDocument/2006/relationships/image" Target="../media/image993.png"/><Relationship Id="rId55" Type="http://schemas.openxmlformats.org/officeDocument/2006/relationships/customXml" Target="../ink/ink999.xml"/><Relationship Id="rId76" Type="http://schemas.openxmlformats.org/officeDocument/2006/relationships/image" Target="../media/image1014.png"/><Relationship Id="rId97" Type="http://schemas.openxmlformats.org/officeDocument/2006/relationships/customXml" Target="../ink/ink1020.xml"/><Relationship Id="rId120" Type="http://schemas.openxmlformats.org/officeDocument/2006/relationships/image" Target="../media/image1036.png"/><Relationship Id="rId141" Type="http://schemas.openxmlformats.org/officeDocument/2006/relationships/customXml" Target="../ink/ink1042.xml"/><Relationship Id="rId7" Type="http://schemas.openxmlformats.org/officeDocument/2006/relationships/customXml" Target="../ink/ink975.xml"/><Relationship Id="rId162" Type="http://schemas.openxmlformats.org/officeDocument/2006/relationships/image" Target="../media/image1057.png"/><Relationship Id="rId183" Type="http://schemas.openxmlformats.org/officeDocument/2006/relationships/customXml" Target="../ink/ink1063.xml"/><Relationship Id="rId218" Type="http://schemas.openxmlformats.org/officeDocument/2006/relationships/image" Target="../media/image1085.png"/><Relationship Id="rId239" Type="http://schemas.openxmlformats.org/officeDocument/2006/relationships/customXml" Target="../ink/ink1091.xml"/><Relationship Id="rId250" Type="http://schemas.openxmlformats.org/officeDocument/2006/relationships/image" Target="../media/image1101.png"/><Relationship Id="rId24" Type="http://schemas.openxmlformats.org/officeDocument/2006/relationships/image" Target="../media/image988.png"/><Relationship Id="rId45" Type="http://schemas.openxmlformats.org/officeDocument/2006/relationships/customXml" Target="../ink/ink994.xml"/><Relationship Id="rId66" Type="http://schemas.openxmlformats.org/officeDocument/2006/relationships/image" Target="../media/image1009.png"/><Relationship Id="rId87" Type="http://schemas.openxmlformats.org/officeDocument/2006/relationships/customXml" Target="../ink/ink1015.xml"/><Relationship Id="rId110" Type="http://schemas.openxmlformats.org/officeDocument/2006/relationships/image" Target="../media/image1031.png"/><Relationship Id="rId131" Type="http://schemas.openxmlformats.org/officeDocument/2006/relationships/customXml" Target="../ink/ink1037.xml"/><Relationship Id="rId152" Type="http://schemas.openxmlformats.org/officeDocument/2006/relationships/image" Target="../media/image1052.png"/><Relationship Id="rId173" Type="http://schemas.openxmlformats.org/officeDocument/2006/relationships/customXml" Target="../ink/ink1058.xml"/><Relationship Id="rId194" Type="http://schemas.openxmlformats.org/officeDocument/2006/relationships/image" Target="../media/image1073.png"/><Relationship Id="rId208" Type="http://schemas.openxmlformats.org/officeDocument/2006/relationships/image" Target="../media/image1080.png"/><Relationship Id="rId229" Type="http://schemas.openxmlformats.org/officeDocument/2006/relationships/customXml" Target="../ink/ink1086.xml"/><Relationship Id="rId240" Type="http://schemas.openxmlformats.org/officeDocument/2006/relationships/image" Target="../media/image1096.png"/><Relationship Id="rId261" Type="http://schemas.openxmlformats.org/officeDocument/2006/relationships/customXml" Target="../ink/ink1102.xml"/><Relationship Id="rId14" Type="http://schemas.openxmlformats.org/officeDocument/2006/relationships/image" Target="../media/image983.png"/><Relationship Id="rId35" Type="http://schemas.openxmlformats.org/officeDocument/2006/relationships/customXml" Target="../ink/ink989.xml"/><Relationship Id="rId56" Type="http://schemas.openxmlformats.org/officeDocument/2006/relationships/image" Target="../media/image1004.png"/><Relationship Id="rId77" Type="http://schemas.openxmlformats.org/officeDocument/2006/relationships/customXml" Target="../ink/ink1010.xml"/><Relationship Id="rId100" Type="http://schemas.openxmlformats.org/officeDocument/2006/relationships/image" Target="../media/image1026.png"/><Relationship Id="rId8" Type="http://schemas.openxmlformats.org/officeDocument/2006/relationships/image" Target="../media/image980.png"/><Relationship Id="rId98" Type="http://schemas.openxmlformats.org/officeDocument/2006/relationships/image" Target="../media/image1025.png"/><Relationship Id="rId121" Type="http://schemas.openxmlformats.org/officeDocument/2006/relationships/customXml" Target="../ink/ink1032.xml"/><Relationship Id="rId142" Type="http://schemas.openxmlformats.org/officeDocument/2006/relationships/image" Target="../media/image1047.png"/><Relationship Id="rId163" Type="http://schemas.openxmlformats.org/officeDocument/2006/relationships/customXml" Target="../ink/ink1053.xml"/><Relationship Id="rId184" Type="http://schemas.openxmlformats.org/officeDocument/2006/relationships/image" Target="../media/image1068.png"/><Relationship Id="rId219" Type="http://schemas.openxmlformats.org/officeDocument/2006/relationships/customXml" Target="../ink/ink1081.xml"/><Relationship Id="rId230" Type="http://schemas.openxmlformats.org/officeDocument/2006/relationships/image" Target="../media/image1091.png"/><Relationship Id="rId251" Type="http://schemas.openxmlformats.org/officeDocument/2006/relationships/customXml" Target="../ink/ink1097.xml"/><Relationship Id="rId25" Type="http://schemas.openxmlformats.org/officeDocument/2006/relationships/customXml" Target="../ink/ink984.xml"/><Relationship Id="rId46" Type="http://schemas.openxmlformats.org/officeDocument/2006/relationships/image" Target="../media/image999.png"/><Relationship Id="rId67" Type="http://schemas.openxmlformats.org/officeDocument/2006/relationships/customXml" Target="../ink/ink1005.xml"/><Relationship Id="rId88" Type="http://schemas.openxmlformats.org/officeDocument/2006/relationships/image" Target="../media/image1020.png"/><Relationship Id="rId111" Type="http://schemas.openxmlformats.org/officeDocument/2006/relationships/customXml" Target="../ink/ink1027.xml"/><Relationship Id="rId132" Type="http://schemas.openxmlformats.org/officeDocument/2006/relationships/image" Target="../media/image1042.png"/><Relationship Id="rId153" Type="http://schemas.openxmlformats.org/officeDocument/2006/relationships/customXml" Target="../ink/ink1048.xml"/><Relationship Id="rId174" Type="http://schemas.openxmlformats.org/officeDocument/2006/relationships/image" Target="../media/image1063.png"/><Relationship Id="rId195" Type="http://schemas.openxmlformats.org/officeDocument/2006/relationships/customXml" Target="../ink/ink1069.xml"/><Relationship Id="rId209" Type="http://schemas.openxmlformats.org/officeDocument/2006/relationships/customXml" Target="../ink/ink1076.xml"/><Relationship Id="rId220" Type="http://schemas.openxmlformats.org/officeDocument/2006/relationships/image" Target="../media/image1086.png"/><Relationship Id="rId241" Type="http://schemas.openxmlformats.org/officeDocument/2006/relationships/customXml" Target="../ink/ink1092.xml"/><Relationship Id="rId15" Type="http://schemas.openxmlformats.org/officeDocument/2006/relationships/customXml" Target="../ink/ink979.xml"/><Relationship Id="rId36" Type="http://schemas.openxmlformats.org/officeDocument/2006/relationships/image" Target="../media/image994.png"/><Relationship Id="rId57" Type="http://schemas.openxmlformats.org/officeDocument/2006/relationships/customXml" Target="../ink/ink1000.xml"/><Relationship Id="rId262" Type="http://schemas.openxmlformats.org/officeDocument/2006/relationships/image" Target="../media/image1107.png"/><Relationship Id="rId78" Type="http://schemas.openxmlformats.org/officeDocument/2006/relationships/image" Target="../media/image1015.png"/><Relationship Id="rId99" Type="http://schemas.openxmlformats.org/officeDocument/2006/relationships/customXml" Target="../ink/ink1021.xml"/><Relationship Id="rId101" Type="http://schemas.openxmlformats.org/officeDocument/2006/relationships/customXml" Target="../ink/ink1022.xml"/><Relationship Id="rId122" Type="http://schemas.openxmlformats.org/officeDocument/2006/relationships/image" Target="../media/image1037.png"/><Relationship Id="rId143" Type="http://schemas.openxmlformats.org/officeDocument/2006/relationships/customXml" Target="../ink/ink1043.xml"/><Relationship Id="rId164" Type="http://schemas.openxmlformats.org/officeDocument/2006/relationships/image" Target="../media/image1058.png"/><Relationship Id="rId185" Type="http://schemas.openxmlformats.org/officeDocument/2006/relationships/customXml" Target="../ink/ink1064.xml"/><Relationship Id="rId9" Type="http://schemas.openxmlformats.org/officeDocument/2006/relationships/customXml" Target="../ink/ink976.xml"/><Relationship Id="rId210" Type="http://schemas.openxmlformats.org/officeDocument/2006/relationships/image" Target="../media/image1081.png"/><Relationship Id="rId26" Type="http://schemas.openxmlformats.org/officeDocument/2006/relationships/image" Target="../media/image989.png"/><Relationship Id="rId231" Type="http://schemas.openxmlformats.org/officeDocument/2006/relationships/customXml" Target="../ink/ink1087.xml"/><Relationship Id="rId252" Type="http://schemas.openxmlformats.org/officeDocument/2006/relationships/image" Target="../media/image1102.png"/><Relationship Id="rId47" Type="http://schemas.openxmlformats.org/officeDocument/2006/relationships/customXml" Target="../ink/ink995.xml"/><Relationship Id="rId68" Type="http://schemas.openxmlformats.org/officeDocument/2006/relationships/image" Target="../media/image1010.png"/><Relationship Id="rId89" Type="http://schemas.openxmlformats.org/officeDocument/2006/relationships/customXml" Target="../ink/ink1016.xml"/><Relationship Id="rId112" Type="http://schemas.openxmlformats.org/officeDocument/2006/relationships/image" Target="../media/image1032.png"/><Relationship Id="rId133" Type="http://schemas.openxmlformats.org/officeDocument/2006/relationships/customXml" Target="../ink/ink1038.xml"/><Relationship Id="rId154" Type="http://schemas.openxmlformats.org/officeDocument/2006/relationships/image" Target="../media/image1053.png"/><Relationship Id="rId175" Type="http://schemas.openxmlformats.org/officeDocument/2006/relationships/customXml" Target="../ink/ink1059.xml"/><Relationship Id="rId196" Type="http://schemas.openxmlformats.org/officeDocument/2006/relationships/image" Target="../media/image1074.png"/><Relationship Id="rId200" Type="http://schemas.openxmlformats.org/officeDocument/2006/relationships/image" Target="../media/image1076.png"/><Relationship Id="rId16" Type="http://schemas.openxmlformats.org/officeDocument/2006/relationships/image" Target="../media/image984.png"/><Relationship Id="rId221" Type="http://schemas.openxmlformats.org/officeDocument/2006/relationships/customXml" Target="../ink/ink1082.xml"/><Relationship Id="rId242" Type="http://schemas.openxmlformats.org/officeDocument/2006/relationships/image" Target="../media/image1097.png"/><Relationship Id="rId263" Type="http://schemas.openxmlformats.org/officeDocument/2006/relationships/customXml" Target="../ink/ink1103.xml"/><Relationship Id="rId37" Type="http://schemas.openxmlformats.org/officeDocument/2006/relationships/customXml" Target="../ink/ink990.xml"/><Relationship Id="rId58" Type="http://schemas.openxmlformats.org/officeDocument/2006/relationships/image" Target="../media/image1005.png"/><Relationship Id="rId79" Type="http://schemas.openxmlformats.org/officeDocument/2006/relationships/customXml" Target="../ink/ink1011.xml"/><Relationship Id="rId102" Type="http://schemas.openxmlformats.org/officeDocument/2006/relationships/image" Target="../media/image1027.png"/><Relationship Id="rId123" Type="http://schemas.openxmlformats.org/officeDocument/2006/relationships/customXml" Target="../ink/ink1033.xml"/><Relationship Id="rId144" Type="http://schemas.openxmlformats.org/officeDocument/2006/relationships/image" Target="../media/image1048.png"/><Relationship Id="rId90" Type="http://schemas.openxmlformats.org/officeDocument/2006/relationships/image" Target="../media/image1021.png"/><Relationship Id="rId165" Type="http://schemas.openxmlformats.org/officeDocument/2006/relationships/customXml" Target="../ink/ink1054.xml"/><Relationship Id="rId186" Type="http://schemas.openxmlformats.org/officeDocument/2006/relationships/image" Target="../media/image1069.png"/><Relationship Id="rId211" Type="http://schemas.openxmlformats.org/officeDocument/2006/relationships/customXml" Target="../ink/ink1077.xml"/><Relationship Id="rId232" Type="http://schemas.openxmlformats.org/officeDocument/2006/relationships/image" Target="../media/image1092.png"/><Relationship Id="rId253" Type="http://schemas.openxmlformats.org/officeDocument/2006/relationships/customXml" Target="../ink/ink1098.xml"/><Relationship Id="rId27" Type="http://schemas.openxmlformats.org/officeDocument/2006/relationships/customXml" Target="../ink/ink985.xml"/><Relationship Id="rId48" Type="http://schemas.openxmlformats.org/officeDocument/2006/relationships/image" Target="../media/image1000.png"/><Relationship Id="rId69" Type="http://schemas.openxmlformats.org/officeDocument/2006/relationships/customXml" Target="../ink/ink1006.xml"/><Relationship Id="rId113" Type="http://schemas.openxmlformats.org/officeDocument/2006/relationships/customXml" Target="../ink/ink1028.xml"/><Relationship Id="rId134" Type="http://schemas.openxmlformats.org/officeDocument/2006/relationships/image" Target="../media/image1043.png"/><Relationship Id="rId80" Type="http://schemas.openxmlformats.org/officeDocument/2006/relationships/image" Target="../media/image1016.png"/><Relationship Id="rId155" Type="http://schemas.openxmlformats.org/officeDocument/2006/relationships/customXml" Target="../ink/ink1049.xml"/><Relationship Id="rId176" Type="http://schemas.openxmlformats.org/officeDocument/2006/relationships/image" Target="../media/image1064.png"/><Relationship Id="rId197" Type="http://schemas.openxmlformats.org/officeDocument/2006/relationships/customXml" Target="../ink/ink1070.xml"/><Relationship Id="rId201" Type="http://schemas.openxmlformats.org/officeDocument/2006/relationships/customXml" Target="../ink/ink1072.xml"/><Relationship Id="rId222" Type="http://schemas.openxmlformats.org/officeDocument/2006/relationships/image" Target="../media/image1087.png"/><Relationship Id="rId243" Type="http://schemas.openxmlformats.org/officeDocument/2006/relationships/customXml" Target="../ink/ink1093.xml"/><Relationship Id="rId264" Type="http://schemas.openxmlformats.org/officeDocument/2006/relationships/image" Target="../media/image1108.png"/><Relationship Id="rId17" Type="http://schemas.openxmlformats.org/officeDocument/2006/relationships/customXml" Target="../ink/ink980.xml"/><Relationship Id="rId38" Type="http://schemas.openxmlformats.org/officeDocument/2006/relationships/image" Target="../media/image995.png"/><Relationship Id="rId59" Type="http://schemas.openxmlformats.org/officeDocument/2006/relationships/customXml" Target="../ink/ink1001.xml"/><Relationship Id="rId103" Type="http://schemas.openxmlformats.org/officeDocument/2006/relationships/customXml" Target="../ink/ink1023.xml"/><Relationship Id="rId124" Type="http://schemas.openxmlformats.org/officeDocument/2006/relationships/image" Target="../media/image1038.png"/><Relationship Id="rId70" Type="http://schemas.openxmlformats.org/officeDocument/2006/relationships/image" Target="../media/image1011.png"/><Relationship Id="rId91" Type="http://schemas.openxmlformats.org/officeDocument/2006/relationships/customXml" Target="../ink/ink1017.xml"/><Relationship Id="rId145" Type="http://schemas.openxmlformats.org/officeDocument/2006/relationships/customXml" Target="../ink/ink1044.xml"/><Relationship Id="rId166" Type="http://schemas.openxmlformats.org/officeDocument/2006/relationships/image" Target="../media/image1059.png"/><Relationship Id="rId187" Type="http://schemas.openxmlformats.org/officeDocument/2006/relationships/customXml" Target="../ink/ink1065.xml"/><Relationship Id="rId1" Type="http://schemas.openxmlformats.org/officeDocument/2006/relationships/slideLayout" Target="../slideLayouts/slideLayout2.xml"/><Relationship Id="rId212" Type="http://schemas.openxmlformats.org/officeDocument/2006/relationships/image" Target="../media/image1082.png"/><Relationship Id="rId233" Type="http://schemas.openxmlformats.org/officeDocument/2006/relationships/customXml" Target="../ink/ink1088.xml"/><Relationship Id="rId254" Type="http://schemas.openxmlformats.org/officeDocument/2006/relationships/image" Target="../media/image1103.png"/><Relationship Id="rId28" Type="http://schemas.openxmlformats.org/officeDocument/2006/relationships/image" Target="../media/image990.png"/><Relationship Id="rId49" Type="http://schemas.openxmlformats.org/officeDocument/2006/relationships/customXml" Target="../ink/ink996.xml"/><Relationship Id="rId114" Type="http://schemas.openxmlformats.org/officeDocument/2006/relationships/image" Target="../media/image1033.png"/><Relationship Id="rId60" Type="http://schemas.openxmlformats.org/officeDocument/2006/relationships/image" Target="../media/image1006.png"/><Relationship Id="rId81" Type="http://schemas.openxmlformats.org/officeDocument/2006/relationships/customXml" Target="../ink/ink1012.xml"/><Relationship Id="rId135" Type="http://schemas.openxmlformats.org/officeDocument/2006/relationships/customXml" Target="../ink/ink1039.xml"/><Relationship Id="rId156" Type="http://schemas.openxmlformats.org/officeDocument/2006/relationships/image" Target="../media/image1054.png"/><Relationship Id="rId177" Type="http://schemas.openxmlformats.org/officeDocument/2006/relationships/customXml" Target="../ink/ink1060.xml"/><Relationship Id="rId198" Type="http://schemas.openxmlformats.org/officeDocument/2006/relationships/image" Target="../media/image1075.png"/><Relationship Id="rId202" Type="http://schemas.openxmlformats.org/officeDocument/2006/relationships/image" Target="../media/image1077.png"/><Relationship Id="rId223" Type="http://schemas.openxmlformats.org/officeDocument/2006/relationships/customXml" Target="../ink/ink1083.xml"/><Relationship Id="rId244" Type="http://schemas.openxmlformats.org/officeDocument/2006/relationships/image" Target="../media/image1098.png"/><Relationship Id="rId18" Type="http://schemas.openxmlformats.org/officeDocument/2006/relationships/image" Target="../media/image985.png"/><Relationship Id="rId39" Type="http://schemas.openxmlformats.org/officeDocument/2006/relationships/customXml" Target="../ink/ink991.xml"/><Relationship Id="rId265" Type="http://schemas.openxmlformats.org/officeDocument/2006/relationships/customXml" Target="../ink/ink1104.xml"/><Relationship Id="rId50" Type="http://schemas.openxmlformats.org/officeDocument/2006/relationships/image" Target="../media/image1001.png"/><Relationship Id="rId104" Type="http://schemas.openxmlformats.org/officeDocument/2006/relationships/image" Target="../media/image1028.png"/><Relationship Id="rId125" Type="http://schemas.openxmlformats.org/officeDocument/2006/relationships/customXml" Target="../ink/ink1034.xml"/><Relationship Id="rId146" Type="http://schemas.openxmlformats.org/officeDocument/2006/relationships/image" Target="../media/image1049.png"/><Relationship Id="rId167" Type="http://schemas.openxmlformats.org/officeDocument/2006/relationships/customXml" Target="../ink/ink1055.xml"/><Relationship Id="rId188" Type="http://schemas.openxmlformats.org/officeDocument/2006/relationships/image" Target="../media/image1070.png"/><Relationship Id="rId71" Type="http://schemas.openxmlformats.org/officeDocument/2006/relationships/customXml" Target="../ink/ink1007.xml"/><Relationship Id="rId92" Type="http://schemas.openxmlformats.org/officeDocument/2006/relationships/image" Target="../media/image1022.png"/><Relationship Id="rId213" Type="http://schemas.openxmlformats.org/officeDocument/2006/relationships/customXml" Target="../ink/ink1078.xml"/><Relationship Id="rId234" Type="http://schemas.openxmlformats.org/officeDocument/2006/relationships/image" Target="../media/image1093.png"/><Relationship Id="rId2" Type="http://schemas.openxmlformats.org/officeDocument/2006/relationships/image" Target="../media/image914.png"/><Relationship Id="rId29" Type="http://schemas.openxmlformats.org/officeDocument/2006/relationships/customXml" Target="../ink/ink986.xml"/><Relationship Id="rId255" Type="http://schemas.openxmlformats.org/officeDocument/2006/relationships/customXml" Target="../ink/ink1099.xml"/><Relationship Id="rId40" Type="http://schemas.openxmlformats.org/officeDocument/2006/relationships/image" Target="../media/image996.png"/><Relationship Id="rId115" Type="http://schemas.openxmlformats.org/officeDocument/2006/relationships/customXml" Target="../ink/ink1029.xml"/><Relationship Id="rId136" Type="http://schemas.openxmlformats.org/officeDocument/2006/relationships/image" Target="../media/image1044.png"/><Relationship Id="rId157" Type="http://schemas.openxmlformats.org/officeDocument/2006/relationships/customXml" Target="../ink/ink1050.xml"/><Relationship Id="rId178" Type="http://schemas.openxmlformats.org/officeDocument/2006/relationships/image" Target="../media/image1065.png"/><Relationship Id="rId61" Type="http://schemas.openxmlformats.org/officeDocument/2006/relationships/customXml" Target="../ink/ink1002.xml"/><Relationship Id="rId82" Type="http://schemas.openxmlformats.org/officeDocument/2006/relationships/image" Target="../media/image1017.png"/><Relationship Id="rId199" Type="http://schemas.openxmlformats.org/officeDocument/2006/relationships/customXml" Target="../ink/ink1071.xml"/><Relationship Id="rId203" Type="http://schemas.openxmlformats.org/officeDocument/2006/relationships/customXml" Target="../ink/ink1073.xml"/><Relationship Id="rId19" Type="http://schemas.openxmlformats.org/officeDocument/2006/relationships/customXml" Target="../ink/ink981.xml"/><Relationship Id="rId224" Type="http://schemas.openxmlformats.org/officeDocument/2006/relationships/image" Target="../media/image1088.png"/><Relationship Id="rId245" Type="http://schemas.openxmlformats.org/officeDocument/2006/relationships/customXml" Target="../ink/ink1094.xml"/><Relationship Id="rId266" Type="http://schemas.openxmlformats.org/officeDocument/2006/relationships/image" Target="../media/image1109.png"/><Relationship Id="rId30" Type="http://schemas.openxmlformats.org/officeDocument/2006/relationships/image" Target="../media/image991.png"/><Relationship Id="rId105" Type="http://schemas.openxmlformats.org/officeDocument/2006/relationships/customXml" Target="../ink/ink1024.xml"/><Relationship Id="rId126" Type="http://schemas.openxmlformats.org/officeDocument/2006/relationships/image" Target="../media/image1039.png"/><Relationship Id="rId147" Type="http://schemas.openxmlformats.org/officeDocument/2006/relationships/customXml" Target="../ink/ink1045.xml"/><Relationship Id="rId168" Type="http://schemas.openxmlformats.org/officeDocument/2006/relationships/image" Target="../media/image1060.png"/><Relationship Id="rId51" Type="http://schemas.openxmlformats.org/officeDocument/2006/relationships/customXml" Target="../ink/ink997.xml"/><Relationship Id="rId72" Type="http://schemas.openxmlformats.org/officeDocument/2006/relationships/image" Target="../media/image1012.png"/><Relationship Id="rId93" Type="http://schemas.openxmlformats.org/officeDocument/2006/relationships/customXml" Target="../ink/ink1018.xml"/><Relationship Id="rId189" Type="http://schemas.openxmlformats.org/officeDocument/2006/relationships/customXml" Target="../ink/ink1066.xml"/><Relationship Id="rId3" Type="http://schemas.openxmlformats.org/officeDocument/2006/relationships/customXml" Target="../ink/ink973.xml"/><Relationship Id="rId214" Type="http://schemas.openxmlformats.org/officeDocument/2006/relationships/image" Target="../media/image1083.png"/><Relationship Id="rId235" Type="http://schemas.openxmlformats.org/officeDocument/2006/relationships/customXml" Target="../ink/ink1089.xml"/><Relationship Id="rId256" Type="http://schemas.openxmlformats.org/officeDocument/2006/relationships/image" Target="../media/image1104.png"/><Relationship Id="rId116" Type="http://schemas.openxmlformats.org/officeDocument/2006/relationships/image" Target="../media/image1034.png"/><Relationship Id="rId137" Type="http://schemas.openxmlformats.org/officeDocument/2006/relationships/customXml" Target="../ink/ink1040.xml"/><Relationship Id="rId158" Type="http://schemas.openxmlformats.org/officeDocument/2006/relationships/image" Target="../media/image1055.png"/><Relationship Id="rId20" Type="http://schemas.openxmlformats.org/officeDocument/2006/relationships/image" Target="../media/image986.png"/><Relationship Id="rId41" Type="http://schemas.openxmlformats.org/officeDocument/2006/relationships/customXml" Target="../ink/ink992.xml"/><Relationship Id="rId62" Type="http://schemas.openxmlformats.org/officeDocument/2006/relationships/image" Target="../media/image1007.png"/><Relationship Id="rId83" Type="http://schemas.openxmlformats.org/officeDocument/2006/relationships/customXml" Target="../ink/ink1013.xml"/><Relationship Id="rId179" Type="http://schemas.openxmlformats.org/officeDocument/2006/relationships/customXml" Target="../ink/ink1061.xml"/><Relationship Id="rId190" Type="http://schemas.openxmlformats.org/officeDocument/2006/relationships/image" Target="../media/image1071.png"/><Relationship Id="rId204" Type="http://schemas.openxmlformats.org/officeDocument/2006/relationships/image" Target="../media/image1078.png"/><Relationship Id="rId225" Type="http://schemas.openxmlformats.org/officeDocument/2006/relationships/customXml" Target="../ink/ink1084.xml"/><Relationship Id="rId246" Type="http://schemas.openxmlformats.org/officeDocument/2006/relationships/image" Target="../media/image1099.png"/><Relationship Id="rId267" Type="http://schemas.openxmlformats.org/officeDocument/2006/relationships/customXml" Target="../ink/ink1105.xml"/><Relationship Id="rId106" Type="http://schemas.openxmlformats.org/officeDocument/2006/relationships/image" Target="../media/image1029.png"/><Relationship Id="rId127" Type="http://schemas.openxmlformats.org/officeDocument/2006/relationships/customXml" Target="../ink/ink1035.xml"/><Relationship Id="rId10" Type="http://schemas.openxmlformats.org/officeDocument/2006/relationships/image" Target="../media/image981.png"/><Relationship Id="rId31" Type="http://schemas.openxmlformats.org/officeDocument/2006/relationships/customXml" Target="../ink/ink987.xml"/><Relationship Id="rId52" Type="http://schemas.openxmlformats.org/officeDocument/2006/relationships/image" Target="../media/image1002.png"/><Relationship Id="rId73" Type="http://schemas.openxmlformats.org/officeDocument/2006/relationships/customXml" Target="../ink/ink1008.xml"/><Relationship Id="rId94" Type="http://schemas.openxmlformats.org/officeDocument/2006/relationships/image" Target="../media/image1023.png"/><Relationship Id="rId148" Type="http://schemas.openxmlformats.org/officeDocument/2006/relationships/image" Target="../media/image1050.png"/><Relationship Id="rId169" Type="http://schemas.openxmlformats.org/officeDocument/2006/relationships/customXml" Target="../ink/ink1056.xml"/><Relationship Id="rId4" Type="http://schemas.openxmlformats.org/officeDocument/2006/relationships/image" Target="../media/image978.png"/><Relationship Id="rId180" Type="http://schemas.openxmlformats.org/officeDocument/2006/relationships/image" Target="../media/image1066.png"/><Relationship Id="rId215" Type="http://schemas.openxmlformats.org/officeDocument/2006/relationships/customXml" Target="../ink/ink1079.xml"/><Relationship Id="rId236" Type="http://schemas.openxmlformats.org/officeDocument/2006/relationships/image" Target="../media/image1094.png"/><Relationship Id="rId257" Type="http://schemas.openxmlformats.org/officeDocument/2006/relationships/customXml" Target="../ink/ink1100.xml"/><Relationship Id="rId42" Type="http://schemas.openxmlformats.org/officeDocument/2006/relationships/image" Target="../media/image997.png"/><Relationship Id="rId84" Type="http://schemas.openxmlformats.org/officeDocument/2006/relationships/image" Target="../media/image1018.png"/><Relationship Id="rId138" Type="http://schemas.openxmlformats.org/officeDocument/2006/relationships/image" Target="../media/image1045.png"/><Relationship Id="rId191" Type="http://schemas.openxmlformats.org/officeDocument/2006/relationships/customXml" Target="../ink/ink1067.xml"/><Relationship Id="rId205" Type="http://schemas.openxmlformats.org/officeDocument/2006/relationships/customXml" Target="../ink/ink1074.xml"/><Relationship Id="rId247" Type="http://schemas.openxmlformats.org/officeDocument/2006/relationships/customXml" Target="../ink/ink1095.xml"/><Relationship Id="rId107" Type="http://schemas.openxmlformats.org/officeDocument/2006/relationships/customXml" Target="../ink/ink1025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12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949115F-61D4-060C-06A5-39BF0B625812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pt-BR" dirty="0"/>
              <a:t>Exercícios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CB5BAB8B-AFA7-753A-B694-4F817790F15F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Retângulo 3">
            <a:extLst>
              <a:ext uri="{FF2B5EF4-FFF2-40B4-BE49-F238E27FC236}">
                <a16:creationId xmlns:a16="http://schemas.microsoft.com/office/drawing/2014/main" id="{A5A32B1A-89C5-1738-2A79-945A6CC03232}"/>
              </a:ext>
            </a:extLst>
          </p:cNvPr>
          <p:cNvSpPr/>
          <p:nvPr/>
        </p:nvSpPr>
        <p:spPr>
          <a:xfrm>
            <a:off x="559837" y="6600825"/>
            <a:ext cx="11403563" cy="170502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pt-BR" dirty="0"/>
              <a:t>Luiz Fernando de Andrade Gadêlha – luizfernandodag@gmail.com</a:t>
            </a:r>
          </a:p>
        </p:txBody>
      </p:sp>
    </p:spTree>
    <p:extLst>
      <p:ext uri="{BB962C8B-B14F-4D97-AF65-F5344CB8AC3E}">
        <p14:creationId xmlns:p14="http://schemas.microsoft.com/office/powerpoint/2010/main" val="276369071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tângulo 3">
            <a:extLst>
              <a:ext uri="{FF2B5EF4-FFF2-40B4-BE49-F238E27FC236}">
                <a16:creationId xmlns:a16="http://schemas.microsoft.com/office/drawing/2014/main" id="{A5A32B1A-89C5-1738-2A79-945A6CC03232}"/>
              </a:ext>
            </a:extLst>
          </p:cNvPr>
          <p:cNvSpPr/>
          <p:nvPr/>
        </p:nvSpPr>
        <p:spPr>
          <a:xfrm>
            <a:off x="559837" y="6600825"/>
            <a:ext cx="11403563" cy="170502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pt-BR" dirty="0"/>
              <a:t>Luiz Fernando de Andrade Gadêlha – luizfernandodag@gmail.com</a:t>
            </a:r>
          </a:p>
        </p:txBody>
      </p:sp>
      <p:sp>
        <p:nvSpPr>
          <p:cNvPr id="7" name="AutoShape 2">
            <a:extLst>
              <a:ext uri="{FF2B5EF4-FFF2-40B4-BE49-F238E27FC236}">
                <a16:creationId xmlns:a16="http://schemas.microsoft.com/office/drawing/2014/main" id="{9E1F9865-7EA6-724B-90CB-252EEC8EA103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pt-BR"/>
          </a:p>
        </p:txBody>
      </p:sp>
      <p:sp>
        <p:nvSpPr>
          <p:cNvPr id="8" name="AutoShape 4">
            <a:extLst>
              <a:ext uri="{FF2B5EF4-FFF2-40B4-BE49-F238E27FC236}">
                <a16:creationId xmlns:a16="http://schemas.microsoft.com/office/drawing/2014/main" id="{DB4A253A-D85F-9C58-64C2-0F9D7BFFCF9B}"/>
              </a:ext>
            </a:extLst>
          </p:cNvPr>
          <p:cNvSpPr>
            <a:spLocks noGrp="1" noChangeAspect="1" noChangeArrowheads="1"/>
          </p:cNvSpPr>
          <p:nvPr>
            <p:ph type="ctrTitle"/>
          </p:nvPr>
        </p:nvSpPr>
        <p:spPr bwMode="auto"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pt-BR" dirty="0"/>
          </a:p>
        </p:txBody>
      </p:sp>
      <p:pic>
        <p:nvPicPr>
          <p:cNvPr id="10" name="Imagem 9">
            <a:extLst>
              <a:ext uri="{FF2B5EF4-FFF2-40B4-BE49-F238E27FC236}">
                <a16:creationId xmlns:a16="http://schemas.microsoft.com/office/drawing/2014/main" id="{EB6879BD-4718-3ED8-791D-57ABD9334A0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55323" y="705560"/>
            <a:ext cx="4922947" cy="2804403"/>
          </a:xfrm>
          <a:prstGeom prst="rect">
            <a:avLst/>
          </a:prstGeom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2" name="Tinta 1">
                <a:extLst>
                  <a:ext uri="{FF2B5EF4-FFF2-40B4-BE49-F238E27FC236}">
                    <a16:creationId xmlns:a16="http://schemas.microsoft.com/office/drawing/2014/main" id="{31B3DABB-C86B-0E0A-46D9-B904E99F7A53}"/>
                  </a:ext>
                </a:extLst>
              </p14:cNvPr>
              <p14:cNvContentPartPr/>
              <p14:nvPr/>
            </p14:nvContentPartPr>
            <p14:xfrm>
              <a:off x="2789008" y="2644494"/>
              <a:ext cx="280080" cy="126720"/>
            </p14:xfrm>
          </p:contentPart>
        </mc:Choice>
        <mc:Fallback>
          <p:pic>
            <p:nvPicPr>
              <p:cNvPr id="2" name="Tinta 1">
                <a:extLst>
                  <a:ext uri="{FF2B5EF4-FFF2-40B4-BE49-F238E27FC236}">
                    <a16:creationId xmlns:a16="http://schemas.microsoft.com/office/drawing/2014/main" id="{31B3DABB-C86B-0E0A-46D9-B904E99F7A53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2782888" y="2638374"/>
                <a:ext cx="292320" cy="138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5">
            <p14:nvContentPartPr>
              <p14:cNvPr id="3" name="Tinta 2">
                <a:extLst>
                  <a:ext uri="{FF2B5EF4-FFF2-40B4-BE49-F238E27FC236}">
                    <a16:creationId xmlns:a16="http://schemas.microsoft.com/office/drawing/2014/main" id="{BA261D46-44FD-A66A-FADF-9D751C2ACC10}"/>
                  </a:ext>
                </a:extLst>
              </p14:cNvPr>
              <p14:cNvContentPartPr/>
              <p14:nvPr/>
            </p14:nvContentPartPr>
            <p14:xfrm>
              <a:off x="4385608" y="2360094"/>
              <a:ext cx="1207080" cy="686160"/>
            </p14:xfrm>
          </p:contentPart>
        </mc:Choice>
        <mc:Fallback>
          <p:pic>
            <p:nvPicPr>
              <p:cNvPr id="3" name="Tinta 2">
                <a:extLst>
                  <a:ext uri="{FF2B5EF4-FFF2-40B4-BE49-F238E27FC236}">
                    <a16:creationId xmlns:a16="http://schemas.microsoft.com/office/drawing/2014/main" id="{BA261D46-44FD-A66A-FADF-9D751C2ACC10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4379488" y="2353974"/>
                <a:ext cx="1219320" cy="698400"/>
              </a:xfrm>
              <a:prstGeom prst="rect">
                <a:avLst/>
              </a:prstGeom>
            </p:spPr>
          </p:pic>
        </mc:Fallback>
      </mc:AlternateContent>
      <p:grpSp>
        <p:nvGrpSpPr>
          <p:cNvPr id="25" name="Agrupar 24">
            <a:extLst>
              <a:ext uri="{FF2B5EF4-FFF2-40B4-BE49-F238E27FC236}">
                <a16:creationId xmlns:a16="http://schemas.microsoft.com/office/drawing/2014/main" id="{F99F4B08-28F9-6BCF-7A0D-D0D98C2D7B29}"/>
              </a:ext>
            </a:extLst>
          </p:cNvPr>
          <p:cNvGrpSpPr/>
          <p:nvPr/>
        </p:nvGrpSpPr>
        <p:grpSpPr>
          <a:xfrm>
            <a:off x="2694688" y="3890454"/>
            <a:ext cx="2111760" cy="756720"/>
            <a:chOff x="2694688" y="3890454"/>
            <a:chExt cx="2111760" cy="7567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7">
              <p14:nvContentPartPr>
                <p14:cNvPr id="5" name="Tinta 4">
                  <a:extLst>
                    <a:ext uri="{FF2B5EF4-FFF2-40B4-BE49-F238E27FC236}">
                      <a16:creationId xmlns:a16="http://schemas.microsoft.com/office/drawing/2014/main" id="{E71289D8-4ECC-C4EB-A680-0FF8866DF0E8}"/>
                    </a:ext>
                  </a:extLst>
                </p14:cNvPr>
                <p14:cNvContentPartPr/>
                <p14:nvPr/>
              </p14:nvContentPartPr>
              <p14:xfrm>
                <a:off x="2694688" y="3935814"/>
                <a:ext cx="398160" cy="339840"/>
              </p14:xfrm>
            </p:contentPart>
          </mc:Choice>
          <mc:Fallback>
            <p:pic>
              <p:nvPicPr>
                <p:cNvPr id="5" name="Tinta 4">
                  <a:extLst>
                    <a:ext uri="{FF2B5EF4-FFF2-40B4-BE49-F238E27FC236}">
                      <a16:creationId xmlns:a16="http://schemas.microsoft.com/office/drawing/2014/main" id="{E71289D8-4ECC-C4EB-A680-0FF8866DF0E8}"/>
                    </a:ext>
                  </a:extLst>
                </p:cNvPr>
                <p:cNvPicPr/>
                <p:nvPr/>
              </p:nvPicPr>
              <p:blipFill>
                <a:blip r:embed="rId8"/>
                <a:stretch>
                  <a:fillRect/>
                </a:stretch>
              </p:blipFill>
              <p:spPr>
                <a:xfrm>
                  <a:off x="2688568" y="3929694"/>
                  <a:ext cx="410400" cy="352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">
              <p14:nvContentPartPr>
                <p14:cNvPr id="6" name="Tinta 5">
                  <a:extLst>
                    <a:ext uri="{FF2B5EF4-FFF2-40B4-BE49-F238E27FC236}">
                      <a16:creationId xmlns:a16="http://schemas.microsoft.com/office/drawing/2014/main" id="{F0EAA228-BD55-461E-6B68-0F022C58A7F6}"/>
                    </a:ext>
                  </a:extLst>
                </p14:cNvPr>
                <p14:cNvContentPartPr/>
                <p14:nvPr/>
              </p14:nvContentPartPr>
              <p14:xfrm>
                <a:off x="2765248" y="4084494"/>
                <a:ext cx="198000" cy="25200"/>
              </p14:xfrm>
            </p:contentPart>
          </mc:Choice>
          <mc:Fallback>
            <p:pic>
              <p:nvPicPr>
                <p:cNvPr id="6" name="Tinta 5">
                  <a:extLst>
                    <a:ext uri="{FF2B5EF4-FFF2-40B4-BE49-F238E27FC236}">
                      <a16:creationId xmlns:a16="http://schemas.microsoft.com/office/drawing/2014/main" id="{F0EAA228-BD55-461E-6B68-0F022C58A7F6}"/>
                    </a:ext>
                  </a:extLst>
                </p:cNvPr>
                <p:cNvPicPr/>
                <p:nvPr/>
              </p:nvPicPr>
              <p:blipFill>
                <a:blip r:embed="rId10"/>
                <a:stretch>
                  <a:fillRect/>
                </a:stretch>
              </p:blipFill>
              <p:spPr>
                <a:xfrm>
                  <a:off x="2759128" y="4078374"/>
                  <a:ext cx="210240" cy="37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">
              <p14:nvContentPartPr>
                <p14:cNvPr id="11" name="Tinta 10">
                  <a:extLst>
                    <a:ext uri="{FF2B5EF4-FFF2-40B4-BE49-F238E27FC236}">
                      <a16:creationId xmlns:a16="http://schemas.microsoft.com/office/drawing/2014/main" id="{AFC7FB35-EA81-80A5-19CA-CDD8D6467D08}"/>
                    </a:ext>
                  </a:extLst>
                </p14:cNvPr>
                <p14:cNvContentPartPr/>
                <p14:nvPr/>
              </p14:nvContentPartPr>
              <p14:xfrm>
                <a:off x="3360328" y="4113654"/>
                <a:ext cx="162720" cy="22680"/>
              </p14:xfrm>
            </p:contentPart>
          </mc:Choice>
          <mc:Fallback>
            <p:pic>
              <p:nvPicPr>
                <p:cNvPr id="11" name="Tinta 10">
                  <a:extLst>
                    <a:ext uri="{FF2B5EF4-FFF2-40B4-BE49-F238E27FC236}">
                      <a16:creationId xmlns:a16="http://schemas.microsoft.com/office/drawing/2014/main" id="{AFC7FB35-EA81-80A5-19CA-CDD8D6467D08}"/>
                    </a:ext>
                  </a:extLst>
                </p:cNvPr>
                <p:cNvPicPr/>
                <p:nvPr/>
              </p:nvPicPr>
              <p:blipFill>
                <a:blip r:embed="rId12"/>
                <a:stretch>
                  <a:fillRect/>
                </a:stretch>
              </p:blipFill>
              <p:spPr>
                <a:xfrm>
                  <a:off x="3354208" y="4107534"/>
                  <a:ext cx="174960" cy="34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">
              <p14:nvContentPartPr>
                <p14:cNvPr id="12" name="Tinta 11">
                  <a:extLst>
                    <a:ext uri="{FF2B5EF4-FFF2-40B4-BE49-F238E27FC236}">
                      <a16:creationId xmlns:a16="http://schemas.microsoft.com/office/drawing/2014/main" id="{0E8364F6-FDB2-9AFF-ECF9-B76AFD06789E}"/>
                    </a:ext>
                  </a:extLst>
                </p14:cNvPr>
                <p14:cNvContentPartPr/>
                <p14:nvPr/>
              </p14:nvContentPartPr>
              <p14:xfrm>
                <a:off x="3360328" y="4185654"/>
                <a:ext cx="92160" cy="7920"/>
              </p14:xfrm>
            </p:contentPart>
          </mc:Choice>
          <mc:Fallback>
            <p:pic>
              <p:nvPicPr>
                <p:cNvPr id="12" name="Tinta 11">
                  <a:extLst>
                    <a:ext uri="{FF2B5EF4-FFF2-40B4-BE49-F238E27FC236}">
                      <a16:creationId xmlns:a16="http://schemas.microsoft.com/office/drawing/2014/main" id="{0E8364F6-FDB2-9AFF-ECF9-B76AFD06789E}"/>
                    </a:ext>
                  </a:extLst>
                </p:cNvPr>
                <p:cNvPicPr/>
                <p:nvPr/>
              </p:nvPicPr>
              <p:blipFill>
                <a:blip r:embed="rId14"/>
                <a:stretch>
                  <a:fillRect/>
                </a:stretch>
              </p:blipFill>
              <p:spPr>
                <a:xfrm>
                  <a:off x="3354208" y="4179534"/>
                  <a:ext cx="104400" cy="20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">
              <p14:nvContentPartPr>
                <p14:cNvPr id="14" name="Tinta 13">
                  <a:extLst>
                    <a:ext uri="{FF2B5EF4-FFF2-40B4-BE49-F238E27FC236}">
                      <a16:creationId xmlns:a16="http://schemas.microsoft.com/office/drawing/2014/main" id="{27452CCF-D5D6-92E7-EA02-D867802E2B78}"/>
                    </a:ext>
                  </a:extLst>
                </p14:cNvPr>
                <p14:cNvContentPartPr/>
                <p14:nvPr/>
              </p14:nvContentPartPr>
              <p14:xfrm>
                <a:off x="4163848" y="3957774"/>
                <a:ext cx="370080" cy="169920"/>
              </p14:xfrm>
            </p:contentPart>
          </mc:Choice>
          <mc:Fallback>
            <p:pic>
              <p:nvPicPr>
                <p:cNvPr id="14" name="Tinta 13">
                  <a:extLst>
                    <a:ext uri="{FF2B5EF4-FFF2-40B4-BE49-F238E27FC236}">
                      <a16:creationId xmlns:a16="http://schemas.microsoft.com/office/drawing/2014/main" id="{27452CCF-D5D6-92E7-EA02-D867802E2B78}"/>
                    </a:ext>
                  </a:extLst>
                </p:cNvPr>
                <p:cNvPicPr/>
                <p:nvPr/>
              </p:nvPicPr>
              <p:blipFill>
                <a:blip r:embed="rId16"/>
                <a:stretch>
                  <a:fillRect/>
                </a:stretch>
              </p:blipFill>
              <p:spPr>
                <a:xfrm>
                  <a:off x="4157728" y="3951654"/>
                  <a:ext cx="382320" cy="182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">
              <p14:nvContentPartPr>
                <p14:cNvPr id="15" name="Tinta 14">
                  <a:extLst>
                    <a:ext uri="{FF2B5EF4-FFF2-40B4-BE49-F238E27FC236}">
                      <a16:creationId xmlns:a16="http://schemas.microsoft.com/office/drawing/2014/main" id="{84F6356B-FC8B-423B-8F4C-177EBBA45634}"/>
                    </a:ext>
                  </a:extLst>
                </p14:cNvPr>
                <p14:cNvContentPartPr/>
                <p14:nvPr/>
              </p14:nvContentPartPr>
              <p14:xfrm>
                <a:off x="4373368" y="4079094"/>
                <a:ext cx="232920" cy="59400"/>
              </p14:xfrm>
            </p:contentPart>
          </mc:Choice>
          <mc:Fallback>
            <p:pic>
              <p:nvPicPr>
                <p:cNvPr id="15" name="Tinta 14">
                  <a:extLst>
                    <a:ext uri="{FF2B5EF4-FFF2-40B4-BE49-F238E27FC236}">
                      <a16:creationId xmlns:a16="http://schemas.microsoft.com/office/drawing/2014/main" id="{84F6356B-FC8B-423B-8F4C-177EBBA45634}"/>
                    </a:ext>
                  </a:extLst>
                </p:cNvPr>
                <p:cNvPicPr/>
                <p:nvPr/>
              </p:nvPicPr>
              <p:blipFill>
                <a:blip r:embed="rId18"/>
                <a:stretch>
                  <a:fillRect/>
                </a:stretch>
              </p:blipFill>
              <p:spPr>
                <a:xfrm>
                  <a:off x="4367248" y="4072974"/>
                  <a:ext cx="245160" cy="71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">
              <p14:nvContentPartPr>
                <p14:cNvPr id="17" name="Tinta 16">
                  <a:extLst>
                    <a:ext uri="{FF2B5EF4-FFF2-40B4-BE49-F238E27FC236}">
                      <a16:creationId xmlns:a16="http://schemas.microsoft.com/office/drawing/2014/main" id="{886E9115-A853-A5D3-D849-817CF23ACB62}"/>
                    </a:ext>
                  </a:extLst>
                </p14:cNvPr>
                <p14:cNvContentPartPr/>
                <p14:nvPr/>
              </p14:nvContentPartPr>
              <p14:xfrm>
                <a:off x="3743368" y="3995574"/>
                <a:ext cx="314640" cy="194040"/>
              </p14:xfrm>
            </p:contentPart>
          </mc:Choice>
          <mc:Fallback>
            <p:pic>
              <p:nvPicPr>
                <p:cNvPr id="17" name="Tinta 16">
                  <a:extLst>
                    <a:ext uri="{FF2B5EF4-FFF2-40B4-BE49-F238E27FC236}">
                      <a16:creationId xmlns:a16="http://schemas.microsoft.com/office/drawing/2014/main" id="{886E9115-A853-A5D3-D849-817CF23ACB62}"/>
                    </a:ext>
                  </a:extLst>
                </p:cNvPr>
                <p:cNvPicPr/>
                <p:nvPr/>
              </p:nvPicPr>
              <p:blipFill>
                <a:blip r:embed="rId20"/>
                <a:stretch>
                  <a:fillRect/>
                </a:stretch>
              </p:blipFill>
              <p:spPr>
                <a:xfrm>
                  <a:off x="3737248" y="3989454"/>
                  <a:ext cx="326880" cy="206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1">
              <p14:nvContentPartPr>
                <p14:cNvPr id="19" name="Tinta 18">
                  <a:extLst>
                    <a:ext uri="{FF2B5EF4-FFF2-40B4-BE49-F238E27FC236}">
                      <a16:creationId xmlns:a16="http://schemas.microsoft.com/office/drawing/2014/main" id="{C6F7D9B3-FDCD-C454-7336-D119F93C85A5}"/>
                    </a:ext>
                  </a:extLst>
                </p14:cNvPr>
                <p14:cNvContentPartPr/>
                <p14:nvPr/>
              </p14:nvContentPartPr>
              <p14:xfrm>
                <a:off x="3789808" y="4308054"/>
                <a:ext cx="701280" cy="24840"/>
              </p14:xfrm>
            </p:contentPart>
          </mc:Choice>
          <mc:Fallback>
            <p:pic>
              <p:nvPicPr>
                <p:cNvPr id="19" name="Tinta 18">
                  <a:extLst>
                    <a:ext uri="{FF2B5EF4-FFF2-40B4-BE49-F238E27FC236}">
                      <a16:creationId xmlns:a16="http://schemas.microsoft.com/office/drawing/2014/main" id="{C6F7D9B3-FDCD-C454-7336-D119F93C85A5}"/>
                    </a:ext>
                  </a:extLst>
                </p:cNvPr>
                <p:cNvPicPr/>
                <p:nvPr/>
              </p:nvPicPr>
              <p:blipFill>
                <a:blip r:embed="rId22"/>
                <a:stretch>
                  <a:fillRect/>
                </a:stretch>
              </p:blipFill>
              <p:spPr>
                <a:xfrm>
                  <a:off x="3783688" y="4301934"/>
                  <a:ext cx="713520" cy="37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3">
              <p14:nvContentPartPr>
                <p14:cNvPr id="20" name="Tinta 19">
                  <a:extLst>
                    <a:ext uri="{FF2B5EF4-FFF2-40B4-BE49-F238E27FC236}">
                      <a16:creationId xmlns:a16="http://schemas.microsoft.com/office/drawing/2014/main" id="{4068ECF0-FCEB-8CBE-BF02-D2138644F5A1}"/>
                    </a:ext>
                  </a:extLst>
                </p14:cNvPr>
                <p14:cNvContentPartPr/>
                <p14:nvPr/>
              </p14:nvContentPartPr>
              <p14:xfrm>
                <a:off x="3825808" y="4440894"/>
                <a:ext cx="442800" cy="206280"/>
              </p14:xfrm>
            </p:contentPart>
          </mc:Choice>
          <mc:Fallback>
            <p:pic>
              <p:nvPicPr>
                <p:cNvPr id="20" name="Tinta 19">
                  <a:extLst>
                    <a:ext uri="{FF2B5EF4-FFF2-40B4-BE49-F238E27FC236}">
                      <a16:creationId xmlns:a16="http://schemas.microsoft.com/office/drawing/2014/main" id="{4068ECF0-FCEB-8CBE-BF02-D2138644F5A1}"/>
                    </a:ext>
                  </a:extLst>
                </p:cNvPr>
                <p:cNvPicPr/>
                <p:nvPr/>
              </p:nvPicPr>
              <p:blipFill>
                <a:blip r:embed="rId24"/>
                <a:stretch>
                  <a:fillRect/>
                </a:stretch>
              </p:blipFill>
              <p:spPr>
                <a:xfrm>
                  <a:off x="3819688" y="4434774"/>
                  <a:ext cx="455040" cy="218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5">
              <p14:nvContentPartPr>
                <p14:cNvPr id="22" name="Tinta 21">
                  <a:extLst>
                    <a:ext uri="{FF2B5EF4-FFF2-40B4-BE49-F238E27FC236}">
                      <a16:creationId xmlns:a16="http://schemas.microsoft.com/office/drawing/2014/main" id="{522C1E7D-14CB-9BDB-22B1-A8C2217FEF0A}"/>
                    </a:ext>
                  </a:extLst>
                </p14:cNvPr>
                <p14:cNvContentPartPr/>
                <p14:nvPr/>
              </p14:nvContentPartPr>
              <p14:xfrm>
                <a:off x="4408648" y="4431534"/>
                <a:ext cx="266400" cy="108720"/>
              </p14:xfrm>
            </p:contentPart>
          </mc:Choice>
          <mc:Fallback>
            <p:pic>
              <p:nvPicPr>
                <p:cNvPr id="22" name="Tinta 21">
                  <a:extLst>
                    <a:ext uri="{FF2B5EF4-FFF2-40B4-BE49-F238E27FC236}">
                      <a16:creationId xmlns:a16="http://schemas.microsoft.com/office/drawing/2014/main" id="{522C1E7D-14CB-9BDB-22B1-A8C2217FEF0A}"/>
                    </a:ext>
                  </a:extLst>
                </p:cNvPr>
                <p:cNvPicPr/>
                <p:nvPr/>
              </p:nvPicPr>
              <p:blipFill>
                <a:blip r:embed="rId26"/>
                <a:stretch>
                  <a:fillRect/>
                </a:stretch>
              </p:blipFill>
              <p:spPr>
                <a:xfrm>
                  <a:off x="4402528" y="4425414"/>
                  <a:ext cx="278640" cy="120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7">
              <p14:nvContentPartPr>
                <p14:cNvPr id="24" name="Tinta 23">
                  <a:extLst>
                    <a:ext uri="{FF2B5EF4-FFF2-40B4-BE49-F238E27FC236}">
                      <a16:creationId xmlns:a16="http://schemas.microsoft.com/office/drawing/2014/main" id="{54675E29-C20D-E14C-D6BA-CFEBCD949DC8}"/>
                    </a:ext>
                  </a:extLst>
                </p14:cNvPr>
                <p14:cNvContentPartPr/>
                <p14:nvPr/>
              </p14:nvContentPartPr>
              <p14:xfrm>
                <a:off x="3581008" y="3890454"/>
                <a:ext cx="1225440" cy="304920"/>
              </p14:xfrm>
            </p:contentPart>
          </mc:Choice>
          <mc:Fallback>
            <p:pic>
              <p:nvPicPr>
                <p:cNvPr id="24" name="Tinta 23">
                  <a:extLst>
                    <a:ext uri="{FF2B5EF4-FFF2-40B4-BE49-F238E27FC236}">
                      <a16:creationId xmlns:a16="http://schemas.microsoft.com/office/drawing/2014/main" id="{54675E29-C20D-E14C-D6BA-CFEBCD949DC8}"/>
                    </a:ext>
                  </a:extLst>
                </p:cNvPr>
                <p:cNvPicPr/>
                <p:nvPr/>
              </p:nvPicPr>
              <p:blipFill>
                <a:blip r:embed="rId28"/>
                <a:stretch>
                  <a:fillRect/>
                </a:stretch>
              </p:blipFill>
              <p:spPr>
                <a:xfrm>
                  <a:off x="3574888" y="3884334"/>
                  <a:ext cx="1237680" cy="31716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29">
            <p14:nvContentPartPr>
              <p14:cNvPr id="26" name="Tinta 25">
                <a:extLst>
                  <a:ext uri="{FF2B5EF4-FFF2-40B4-BE49-F238E27FC236}">
                    <a16:creationId xmlns:a16="http://schemas.microsoft.com/office/drawing/2014/main" id="{AB3CAA59-F97D-1C18-132D-9DA8BC29C0F3}"/>
                  </a:ext>
                </a:extLst>
              </p14:cNvPr>
              <p14:cNvContentPartPr/>
              <p14:nvPr/>
            </p14:nvContentPartPr>
            <p14:xfrm>
              <a:off x="6740728" y="4009974"/>
              <a:ext cx="291960" cy="301680"/>
            </p14:xfrm>
          </p:contentPart>
        </mc:Choice>
        <mc:Fallback>
          <p:pic>
            <p:nvPicPr>
              <p:cNvPr id="26" name="Tinta 25">
                <a:extLst>
                  <a:ext uri="{FF2B5EF4-FFF2-40B4-BE49-F238E27FC236}">
                    <a16:creationId xmlns:a16="http://schemas.microsoft.com/office/drawing/2014/main" id="{AB3CAA59-F97D-1C18-132D-9DA8BC29C0F3}"/>
                  </a:ext>
                </a:extLst>
              </p:cNvPr>
              <p:cNvPicPr/>
              <p:nvPr/>
            </p:nvPicPr>
            <p:blipFill>
              <a:blip r:embed="rId30"/>
              <a:stretch>
                <a:fillRect/>
              </a:stretch>
            </p:blipFill>
            <p:spPr>
              <a:xfrm>
                <a:off x="6734608" y="4003854"/>
                <a:ext cx="304200" cy="313920"/>
              </a:xfrm>
              <a:prstGeom prst="rect">
                <a:avLst/>
              </a:prstGeom>
            </p:spPr>
          </p:pic>
        </mc:Fallback>
      </mc:AlternateContent>
      <p:grpSp>
        <p:nvGrpSpPr>
          <p:cNvPr id="37" name="Agrupar 36">
            <a:extLst>
              <a:ext uri="{FF2B5EF4-FFF2-40B4-BE49-F238E27FC236}">
                <a16:creationId xmlns:a16="http://schemas.microsoft.com/office/drawing/2014/main" id="{772E90B1-2668-261E-999E-147F918D43BD}"/>
              </a:ext>
            </a:extLst>
          </p:cNvPr>
          <p:cNvGrpSpPr/>
          <p:nvPr/>
        </p:nvGrpSpPr>
        <p:grpSpPr>
          <a:xfrm>
            <a:off x="7488448" y="4135974"/>
            <a:ext cx="336600" cy="252000"/>
            <a:chOff x="7488448" y="4135974"/>
            <a:chExt cx="336600" cy="2520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31">
              <p14:nvContentPartPr>
                <p14:cNvPr id="27" name="Tinta 26">
                  <a:extLst>
                    <a:ext uri="{FF2B5EF4-FFF2-40B4-BE49-F238E27FC236}">
                      <a16:creationId xmlns:a16="http://schemas.microsoft.com/office/drawing/2014/main" id="{7C3B554A-A9C2-CAC9-7A27-BABDBE11DEC9}"/>
                    </a:ext>
                  </a:extLst>
                </p14:cNvPr>
                <p14:cNvContentPartPr/>
                <p14:nvPr/>
              </p14:nvContentPartPr>
              <p14:xfrm>
                <a:off x="7488448" y="4135974"/>
                <a:ext cx="324720" cy="252000"/>
              </p14:xfrm>
            </p:contentPart>
          </mc:Choice>
          <mc:Fallback>
            <p:pic>
              <p:nvPicPr>
                <p:cNvPr id="27" name="Tinta 26">
                  <a:extLst>
                    <a:ext uri="{FF2B5EF4-FFF2-40B4-BE49-F238E27FC236}">
                      <a16:creationId xmlns:a16="http://schemas.microsoft.com/office/drawing/2014/main" id="{7C3B554A-A9C2-CAC9-7A27-BABDBE11DEC9}"/>
                    </a:ext>
                  </a:extLst>
                </p:cNvPr>
                <p:cNvPicPr/>
                <p:nvPr/>
              </p:nvPicPr>
              <p:blipFill>
                <a:blip r:embed="rId32"/>
                <a:stretch>
                  <a:fillRect/>
                </a:stretch>
              </p:blipFill>
              <p:spPr>
                <a:xfrm>
                  <a:off x="7482328" y="4129854"/>
                  <a:ext cx="336960" cy="264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3">
              <p14:nvContentPartPr>
                <p14:cNvPr id="28" name="Tinta 27">
                  <a:extLst>
                    <a:ext uri="{FF2B5EF4-FFF2-40B4-BE49-F238E27FC236}">
                      <a16:creationId xmlns:a16="http://schemas.microsoft.com/office/drawing/2014/main" id="{E1333088-E17D-B8CA-90DC-5EDF98E5499E}"/>
                    </a:ext>
                  </a:extLst>
                </p14:cNvPr>
                <p14:cNvContentPartPr/>
                <p14:nvPr/>
              </p14:nvContentPartPr>
              <p14:xfrm>
                <a:off x="7603648" y="4249734"/>
                <a:ext cx="221400" cy="22680"/>
              </p14:xfrm>
            </p:contentPart>
          </mc:Choice>
          <mc:Fallback>
            <p:pic>
              <p:nvPicPr>
                <p:cNvPr id="28" name="Tinta 27">
                  <a:extLst>
                    <a:ext uri="{FF2B5EF4-FFF2-40B4-BE49-F238E27FC236}">
                      <a16:creationId xmlns:a16="http://schemas.microsoft.com/office/drawing/2014/main" id="{E1333088-E17D-B8CA-90DC-5EDF98E5499E}"/>
                    </a:ext>
                  </a:extLst>
                </p:cNvPr>
                <p:cNvPicPr/>
                <p:nvPr/>
              </p:nvPicPr>
              <p:blipFill>
                <a:blip r:embed="rId34"/>
                <a:stretch>
                  <a:fillRect/>
                </a:stretch>
              </p:blipFill>
              <p:spPr>
                <a:xfrm>
                  <a:off x="7597528" y="4243614"/>
                  <a:ext cx="233640" cy="349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6" name="Agrupar 35">
            <a:extLst>
              <a:ext uri="{FF2B5EF4-FFF2-40B4-BE49-F238E27FC236}">
                <a16:creationId xmlns:a16="http://schemas.microsoft.com/office/drawing/2014/main" id="{1BA820A0-E5DD-C066-5FAD-6EA7E7AEB26A}"/>
              </a:ext>
            </a:extLst>
          </p:cNvPr>
          <p:cNvGrpSpPr/>
          <p:nvPr/>
        </p:nvGrpSpPr>
        <p:grpSpPr>
          <a:xfrm>
            <a:off x="8280448" y="4240014"/>
            <a:ext cx="291960" cy="94680"/>
            <a:chOff x="8280448" y="4240014"/>
            <a:chExt cx="291960" cy="946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35">
              <p14:nvContentPartPr>
                <p14:cNvPr id="29" name="Tinta 28">
                  <a:extLst>
                    <a:ext uri="{FF2B5EF4-FFF2-40B4-BE49-F238E27FC236}">
                      <a16:creationId xmlns:a16="http://schemas.microsoft.com/office/drawing/2014/main" id="{11AE30D7-E1EB-AD92-B767-F7186AF83C4B}"/>
                    </a:ext>
                  </a:extLst>
                </p14:cNvPr>
                <p14:cNvContentPartPr/>
                <p14:nvPr/>
              </p14:nvContentPartPr>
              <p14:xfrm>
                <a:off x="8315728" y="4240014"/>
                <a:ext cx="256680" cy="28080"/>
              </p14:xfrm>
            </p:contentPart>
          </mc:Choice>
          <mc:Fallback>
            <p:pic>
              <p:nvPicPr>
                <p:cNvPr id="29" name="Tinta 28">
                  <a:extLst>
                    <a:ext uri="{FF2B5EF4-FFF2-40B4-BE49-F238E27FC236}">
                      <a16:creationId xmlns:a16="http://schemas.microsoft.com/office/drawing/2014/main" id="{11AE30D7-E1EB-AD92-B767-F7186AF83C4B}"/>
                    </a:ext>
                  </a:extLst>
                </p:cNvPr>
                <p:cNvPicPr/>
                <p:nvPr/>
              </p:nvPicPr>
              <p:blipFill>
                <a:blip r:embed="rId36"/>
                <a:stretch>
                  <a:fillRect/>
                </a:stretch>
              </p:blipFill>
              <p:spPr>
                <a:xfrm>
                  <a:off x="8309608" y="4233894"/>
                  <a:ext cx="268920" cy="40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7">
              <p14:nvContentPartPr>
                <p14:cNvPr id="30" name="Tinta 29">
                  <a:extLst>
                    <a:ext uri="{FF2B5EF4-FFF2-40B4-BE49-F238E27FC236}">
                      <a16:creationId xmlns:a16="http://schemas.microsoft.com/office/drawing/2014/main" id="{68D953BF-EACB-8350-4E6E-7023E56B4B8D}"/>
                    </a:ext>
                  </a:extLst>
                </p14:cNvPr>
                <p14:cNvContentPartPr/>
                <p14:nvPr/>
              </p14:nvContentPartPr>
              <p14:xfrm>
                <a:off x="8280448" y="4312014"/>
                <a:ext cx="233280" cy="22680"/>
              </p14:xfrm>
            </p:contentPart>
          </mc:Choice>
          <mc:Fallback>
            <p:pic>
              <p:nvPicPr>
                <p:cNvPr id="30" name="Tinta 29">
                  <a:extLst>
                    <a:ext uri="{FF2B5EF4-FFF2-40B4-BE49-F238E27FC236}">
                      <a16:creationId xmlns:a16="http://schemas.microsoft.com/office/drawing/2014/main" id="{68D953BF-EACB-8350-4E6E-7023E56B4B8D}"/>
                    </a:ext>
                  </a:extLst>
                </p:cNvPr>
                <p:cNvPicPr/>
                <p:nvPr/>
              </p:nvPicPr>
              <p:blipFill>
                <a:blip r:embed="rId38"/>
                <a:stretch>
                  <a:fillRect/>
                </a:stretch>
              </p:blipFill>
              <p:spPr>
                <a:xfrm>
                  <a:off x="8274328" y="4305894"/>
                  <a:ext cx="245520" cy="349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41" name="Agrupar 40">
            <a:extLst>
              <a:ext uri="{FF2B5EF4-FFF2-40B4-BE49-F238E27FC236}">
                <a16:creationId xmlns:a16="http://schemas.microsoft.com/office/drawing/2014/main" id="{CE2A6D92-FE93-9835-1C92-6A1800182507}"/>
              </a:ext>
            </a:extLst>
          </p:cNvPr>
          <p:cNvGrpSpPr/>
          <p:nvPr/>
        </p:nvGrpSpPr>
        <p:grpSpPr>
          <a:xfrm>
            <a:off x="2893048" y="5229294"/>
            <a:ext cx="862200" cy="348120"/>
            <a:chOff x="2893048" y="5229294"/>
            <a:chExt cx="862200" cy="3481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39">
              <p14:nvContentPartPr>
                <p14:cNvPr id="38" name="Tinta 37">
                  <a:extLst>
                    <a:ext uri="{FF2B5EF4-FFF2-40B4-BE49-F238E27FC236}">
                      <a16:creationId xmlns:a16="http://schemas.microsoft.com/office/drawing/2014/main" id="{BBA57C6B-376D-94CD-F464-24914740596F}"/>
                    </a:ext>
                  </a:extLst>
                </p14:cNvPr>
                <p14:cNvContentPartPr/>
                <p14:nvPr/>
              </p14:nvContentPartPr>
              <p14:xfrm>
                <a:off x="2893048" y="5229294"/>
                <a:ext cx="432360" cy="348120"/>
              </p14:xfrm>
            </p:contentPart>
          </mc:Choice>
          <mc:Fallback>
            <p:pic>
              <p:nvPicPr>
                <p:cNvPr id="38" name="Tinta 37">
                  <a:extLst>
                    <a:ext uri="{FF2B5EF4-FFF2-40B4-BE49-F238E27FC236}">
                      <a16:creationId xmlns:a16="http://schemas.microsoft.com/office/drawing/2014/main" id="{BBA57C6B-376D-94CD-F464-24914740596F}"/>
                    </a:ext>
                  </a:extLst>
                </p:cNvPr>
                <p:cNvPicPr/>
                <p:nvPr/>
              </p:nvPicPr>
              <p:blipFill>
                <a:blip r:embed="rId40"/>
                <a:stretch>
                  <a:fillRect/>
                </a:stretch>
              </p:blipFill>
              <p:spPr>
                <a:xfrm>
                  <a:off x="2886928" y="5223174"/>
                  <a:ext cx="444600" cy="360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1">
              <p14:nvContentPartPr>
                <p14:cNvPr id="39" name="Tinta 38">
                  <a:extLst>
                    <a:ext uri="{FF2B5EF4-FFF2-40B4-BE49-F238E27FC236}">
                      <a16:creationId xmlns:a16="http://schemas.microsoft.com/office/drawing/2014/main" id="{9A66F098-4614-EAE3-B90E-57D01A191D15}"/>
                    </a:ext>
                  </a:extLst>
                </p14:cNvPr>
                <p14:cNvContentPartPr/>
                <p14:nvPr/>
              </p14:nvContentPartPr>
              <p14:xfrm>
                <a:off x="3487048" y="5427294"/>
                <a:ext cx="268200" cy="22680"/>
              </p14:xfrm>
            </p:contentPart>
          </mc:Choice>
          <mc:Fallback>
            <p:pic>
              <p:nvPicPr>
                <p:cNvPr id="39" name="Tinta 38">
                  <a:extLst>
                    <a:ext uri="{FF2B5EF4-FFF2-40B4-BE49-F238E27FC236}">
                      <a16:creationId xmlns:a16="http://schemas.microsoft.com/office/drawing/2014/main" id="{9A66F098-4614-EAE3-B90E-57D01A191D15}"/>
                    </a:ext>
                  </a:extLst>
                </p:cNvPr>
                <p:cNvPicPr/>
                <p:nvPr/>
              </p:nvPicPr>
              <p:blipFill>
                <a:blip r:embed="rId42"/>
                <a:stretch>
                  <a:fillRect/>
                </a:stretch>
              </p:blipFill>
              <p:spPr>
                <a:xfrm>
                  <a:off x="3480928" y="5421174"/>
                  <a:ext cx="280440" cy="34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3">
              <p14:nvContentPartPr>
                <p14:cNvPr id="40" name="Tinta 39">
                  <a:extLst>
                    <a:ext uri="{FF2B5EF4-FFF2-40B4-BE49-F238E27FC236}">
                      <a16:creationId xmlns:a16="http://schemas.microsoft.com/office/drawing/2014/main" id="{D6D02C3B-F2CB-9FCB-12F0-DEB0028D8A3C}"/>
                    </a:ext>
                  </a:extLst>
                </p14:cNvPr>
                <p14:cNvContentPartPr/>
                <p14:nvPr/>
              </p14:nvContentPartPr>
              <p14:xfrm>
                <a:off x="3440248" y="5521614"/>
                <a:ext cx="223560" cy="27360"/>
              </p14:xfrm>
            </p:contentPart>
          </mc:Choice>
          <mc:Fallback>
            <p:pic>
              <p:nvPicPr>
                <p:cNvPr id="40" name="Tinta 39">
                  <a:extLst>
                    <a:ext uri="{FF2B5EF4-FFF2-40B4-BE49-F238E27FC236}">
                      <a16:creationId xmlns:a16="http://schemas.microsoft.com/office/drawing/2014/main" id="{D6D02C3B-F2CB-9FCB-12F0-DEB0028D8A3C}"/>
                    </a:ext>
                  </a:extLst>
                </p:cNvPr>
                <p:cNvPicPr/>
                <p:nvPr/>
              </p:nvPicPr>
              <p:blipFill>
                <a:blip r:embed="rId44"/>
                <a:stretch>
                  <a:fillRect/>
                </a:stretch>
              </p:blipFill>
              <p:spPr>
                <a:xfrm>
                  <a:off x="3434128" y="5515494"/>
                  <a:ext cx="235800" cy="396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51" name="Agrupar 50">
            <a:extLst>
              <a:ext uri="{FF2B5EF4-FFF2-40B4-BE49-F238E27FC236}">
                <a16:creationId xmlns:a16="http://schemas.microsoft.com/office/drawing/2014/main" id="{AA5B7DC3-8815-5110-392C-21AEEEED6012}"/>
              </a:ext>
            </a:extLst>
          </p:cNvPr>
          <p:cNvGrpSpPr/>
          <p:nvPr/>
        </p:nvGrpSpPr>
        <p:grpSpPr>
          <a:xfrm>
            <a:off x="4420528" y="5285454"/>
            <a:ext cx="1434600" cy="821520"/>
            <a:chOff x="4420528" y="5285454"/>
            <a:chExt cx="1434600" cy="8215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45">
              <p14:nvContentPartPr>
                <p14:cNvPr id="42" name="Tinta 41">
                  <a:extLst>
                    <a:ext uri="{FF2B5EF4-FFF2-40B4-BE49-F238E27FC236}">
                      <a16:creationId xmlns:a16="http://schemas.microsoft.com/office/drawing/2014/main" id="{73458794-CA8B-8C76-B3B7-7A785832366C}"/>
                    </a:ext>
                  </a:extLst>
                </p14:cNvPr>
                <p14:cNvContentPartPr/>
                <p14:nvPr/>
              </p14:nvContentPartPr>
              <p14:xfrm>
                <a:off x="4420528" y="5285454"/>
                <a:ext cx="433080" cy="310680"/>
              </p14:xfrm>
            </p:contentPart>
          </mc:Choice>
          <mc:Fallback>
            <p:pic>
              <p:nvPicPr>
                <p:cNvPr id="42" name="Tinta 41">
                  <a:extLst>
                    <a:ext uri="{FF2B5EF4-FFF2-40B4-BE49-F238E27FC236}">
                      <a16:creationId xmlns:a16="http://schemas.microsoft.com/office/drawing/2014/main" id="{73458794-CA8B-8C76-B3B7-7A785832366C}"/>
                    </a:ext>
                  </a:extLst>
                </p:cNvPr>
                <p:cNvPicPr/>
                <p:nvPr/>
              </p:nvPicPr>
              <p:blipFill>
                <a:blip r:embed="rId46"/>
                <a:stretch>
                  <a:fillRect/>
                </a:stretch>
              </p:blipFill>
              <p:spPr>
                <a:xfrm>
                  <a:off x="4414408" y="5279334"/>
                  <a:ext cx="445320" cy="322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7">
              <p14:nvContentPartPr>
                <p14:cNvPr id="43" name="Tinta 42">
                  <a:extLst>
                    <a:ext uri="{FF2B5EF4-FFF2-40B4-BE49-F238E27FC236}">
                      <a16:creationId xmlns:a16="http://schemas.microsoft.com/office/drawing/2014/main" id="{49EEF7D4-F61C-18F9-8AE4-5C476BF6F88A}"/>
                    </a:ext>
                  </a:extLst>
                </p14:cNvPr>
                <p14:cNvContentPartPr/>
                <p14:nvPr/>
              </p14:nvContentPartPr>
              <p14:xfrm>
                <a:off x="5121088" y="5355294"/>
                <a:ext cx="513000" cy="232920"/>
              </p14:xfrm>
            </p:contentPart>
          </mc:Choice>
          <mc:Fallback>
            <p:pic>
              <p:nvPicPr>
                <p:cNvPr id="43" name="Tinta 42">
                  <a:extLst>
                    <a:ext uri="{FF2B5EF4-FFF2-40B4-BE49-F238E27FC236}">
                      <a16:creationId xmlns:a16="http://schemas.microsoft.com/office/drawing/2014/main" id="{49EEF7D4-F61C-18F9-8AE4-5C476BF6F88A}"/>
                    </a:ext>
                  </a:extLst>
                </p:cNvPr>
                <p:cNvPicPr/>
                <p:nvPr/>
              </p:nvPicPr>
              <p:blipFill>
                <a:blip r:embed="rId48"/>
                <a:stretch>
                  <a:fillRect/>
                </a:stretch>
              </p:blipFill>
              <p:spPr>
                <a:xfrm>
                  <a:off x="5114968" y="5349174"/>
                  <a:ext cx="525240" cy="245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9">
              <p14:nvContentPartPr>
                <p14:cNvPr id="44" name="Tinta 43">
                  <a:extLst>
                    <a:ext uri="{FF2B5EF4-FFF2-40B4-BE49-F238E27FC236}">
                      <a16:creationId xmlns:a16="http://schemas.microsoft.com/office/drawing/2014/main" id="{09326D16-E8AD-EEF1-056E-8875468026AC}"/>
                    </a:ext>
                  </a:extLst>
                </p14:cNvPr>
                <p14:cNvContentPartPr/>
                <p14:nvPr/>
              </p14:nvContentPartPr>
              <p14:xfrm>
                <a:off x="4481008" y="5672814"/>
                <a:ext cx="941400" cy="25200"/>
              </p14:xfrm>
            </p:contentPart>
          </mc:Choice>
          <mc:Fallback>
            <p:pic>
              <p:nvPicPr>
                <p:cNvPr id="44" name="Tinta 43">
                  <a:extLst>
                    <a:ext uri="{FF2B5EF4-FFF2-40B4-BE49-F238E27FC236}">
                      <a16:creationId xmlns:a16="http://schemas.microsoft.com/office/drawing/2014/main" id="{09326D16-E8AD-EEF1-056E-8875468026AC}"/>
                    </a:ext>
                  </a:extLst>
                </p:cNvPr>
                <p:cNvPicPr/>
                <p:nvPr/>
              </p:nvPicPr>
              <p:blipFill>
                <a:blip r:embed="rId50"/>
                <a:stretch>
                  <a:fillRect/>
                </a:stretch>
              </p:blipFill>
              <p:spPr>
                <a:xfrm>
                  <a:off x="4474888" y="5666694"/>
                  <a:ext cx="953640" cy="37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1">
              <p14:nvContentPartPr>
                <p14:cNvPr id="45" name="Tinta 44">
                  <a:extLst>
                    <a:ext uri="{FF2B5EF4-FFF2-40B4-BE49-F238E27FC236}">
                      <a16:creationId xmlns:a16="http://schemas.microsoft.com/office/drawing/2014/main" id="{3FD3034B-8B32-432B-1EBC-3E4BD9E6790B}"/>
                    </a:ext>
                  </a:extLst>
                </p14:cNvPr>
                <p14:cNvContentPartPr/>
                <p14:nvPr/>
              </p14:nvContentPartPr>
              <p14:xfrm>
                <a:off x="4653088" y="5900334"/>
                <a:ext cx="303480" cy="169560"/>
              </p14:xfrm>
            </p:contentPart>
          </mc:Choice>
          <mc:Fallback>
            <p:pic>
              <p:nvPicPr>
                <p:cNvPr id="45" name="Tinta 44">
                  <a:extLst>
                    <a:ext uri="{FF2B5EF4-FFF2-40B4-BE49-F238E27FC236}">
                      <a16:creationId xmlns:a16="http://schemas.microsoft.com/office/drawing/2014/main" id="{3FD3034B-8B32-432B-1EBC-3E4BD9E6790B}"/>
                    </a:ext>
                  </a:extLst>
                </p:cNvPr>
                <p:cNvPicPr/>
                <p:nvPr/>
              </p:nvPicPr>
              <p:blipFill>
                <a:blip r:embed="rId52"/>
                <a:stretch>
                  <a:fillRect/>
                </a:stretch>
              </p:blipFill>
              <p:spPr>
                <a:xfrm>
                  <a:off x="4646968" y="5894214"/>
                  <a:ext cx="315720" cy="181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3">
              <p14:nvContentPartPr>
                <p14:cNvPr id="47" name="Tinta 46">
                  <a:extLst>
                    <a:ext uri="{FF2B5EF4-FFF2-40B4-BE49-F238E27FC236}">
                      <a16:creationId xmlns:a16="http://schemas.microsoft.com/office/drawing/2014/main" id="{304FE27E-65BE-31D0-9402-2B5458E7DA4A}"/>
                    </a:ext>
                  </a:extLst>
                </p14:cNvPr>
                <p14:cNvContentPartPr/>
                <p14:nvPr/>
              </p14:nvContentPartPr>
              <p14:xfrm>
                <a:off x="5206048" y="5878374"/>
                <a:ext cx="125280" cy="210600"/>
              </p14:xfrm>
            </p:contentPart>
          </mc:Choice>
          <mc:Fallback>
            <p:pic>
              <p:nvPicPr>
                <p:cNvPr id="47" name="Tinta 46">
                  <a:extLst>
                    <a:ext uri="{FF2B5EF4-FFF2-40B4-BE49-F238E27FC236}">
                      <a16:creationId xmlns:a16="http://schemas.microsoft.com/office/drawing/2014/main" id="{304FE27E-65BE-31D0-9402-2B5458E7DA4A}"/>
                    </a:ext>
                  </a:extLst>
                </p:cNvPr>
                <p:cNvPicPr/>
                <p:nvPr/>
              </p:nvPicPr>
              <p:blipFill>
                <a:blip r:embed="rId54"/>
                <a:stretch>
                  <a:fillRect/>
                </a:stretch>
              </p:blipFill>
              <p:spPr>
                <a:xfrm>
                  <a:off x="5199928" y="5872254"/>
                  <a:ext cx="137520" cy="222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5">
              <p14:nvContentPartPr>
                <p14:cNvPr id="48" name="Tinta 47">
                  <a:extLst>
                    <a:ext uri="{FF2B5EF4-FFF2-40B4-BE49-F238E27FC236}">
                      <a16:creationId xmlns:a16="http://schemas.microsoft.com/office/drawing/2014/main" id="{B42F1671-CB1E-18D5-7CE7-C897E563FDA3}"/>
                    </a:ext>
                  </a:extLst>
                </p14:cNvPr>
                <p14:cNvContentPartPr/>
                <p14:nvPr/>
              </p14:nvContentPartPr>
              <p14:xfrm>
                <a:off x="5212528" y="5962254"/>
                <a:ext cx="129600" cy="7920"/>
              </p14:xfrm>
            </p:contentPart>
          </mc:Choice>
          <mc:Fallback>
            <p:pic>
              <p:nvPicPr>
                <p:cNvPr id="48" name="Tinta 47">
                  <a:extLst>
                    <a:ext uri="{FF2B5EF4-FFF2-40B4-BE49-F238E27FC236}">
                      <a16:creationId xmlns:a16="http://schemas.microsoft.com/office/drawing/2014/main" id="{B42F1671-CB1E-18D5-7CE7-C897E563FDA3}"/>
                    </a:ext>
                  </a:extLst>
                </p:cNvPr>
                <p:cNvPicPr/>
                <p:nvPr/>
              </p:nvPicPr>
              <p:blipFill>
                <a:blip r:embed="rId56"/>
                <a:stretch>
                  <a:fillRect/>
                </a:stretch>
              </p:blipFill>
              <p:spPr>
                <a:xfrm>
                  <a:off x="5206408" y="5956134"/>
                  <a:ext cx="141840" cy="20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7">
              <p14:nvContentPartPr>
                <p14:cNvPr id="50" name="Tinta 49">
                  <a:extLst>
                    <a:ext uri="{FF2B5EF4-FFF2-40B4-BE49-F238E27FC236}">
                      <a16:creationId xmlns:a16="http://schemas.microsoft.com/office/drawing/2014/main" id="{6E9DCCAF-2A10-75D9-3BEF-866560EC0C5D}"/>
                    </a:ext>
                  </a:extLst>
                </p14:cNvPr>
                <p14:cNvContentPartPr/>
                <p14:nvPr/>
              </p14:nvContentPartPr>
              <p14:xfrm>
                <a:off x="4653088" y="5776854"/>
                <a:ext cx="1202040" cy="330120"/>
              </p14:xfrm>
            </p:contentPart>
          </mc:Choice>
          <mc:Fallback>
            <p:pic>
              <p:nvPicPr>
                <p:cNvPr id="50" name="Tinta 49">
                  <a:extLst>
                    <a:ext uri="{FF2B5EF4-FFF2-40B4-BE49-F238E27FC236}">
                      <a16:creationId xmlns:a16="http://schemas.microsoft.com/office/drawing/2014/main" id="{6E9DCCAF-2A10-75D9-3BEF-866560EC0C5D}"/>
                    </a:ext>
                  </a:extLst>
                </p:cNvPr>
                <p:cNvPicPr/>
                <p:nvPr/>
              </p:nvPicPr>
              <p:blipFill>
                <a:blip r:embed="rId58"/>
                <a:stretch>
                  <a:fillRect/>
                </a:stretch>
              </p:blipFill>
              <p:spPr>
                <a:xfrm>
                  <a:off x="4646968" y="5770734"/>
                  <a:ext cx="1214280" cy="3423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53" name="Agrupar 52">
            <a:extLst>
              <a:ext uri="{FF2B5EF4-FFF2-40B4-BE49-F238E27FC236}">
                <a16:creationId xmlns:a16="http://schemas.microsoft.com/office/drawing/2014/main" id="{C14E82A2-F0B2-CEE3-9AE2-7FF3C3086DBF}"/>
              </a:ext>
            </a:extLst>
          </p:cNvPr>
          <p:cNvGrpSpPr/>
          <p:nvPr/>
        </p:nvGrpSpPr>
        <p:grpSpPr>
          <a:xfrm>
            <a:off x="9001888" y="4098534"/>
            <a:ext cx="806760" cy="620640"/>
            <a:chOff x="9001888" y="4098534"/>
            <a:chExt cx="806760" cy="6206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59">
              <p14:nvContentPartPr>
                <p14:cNvPr id="31" name="Tinta 30">
                  <a:extLst>
                    <a:ext uri="{FF2B5EF4-FFF2-40B4-BE49-F238E27FC236}">
                      <a16:creationId xmlns:a16="http://schemas.microsoft.com/office/drawing/2014/main" id="{3FE06B85-26BA-033A-C432-075E1F5DF225}"/>
                    </a:ext>
                  </a:extLst>
                </p14:cNvPr>
                <p14:cNvContentPartPr/>
                <p14:nvPr/>
              </p14:nvContentPartPr>
              <p14:xfrm>
                <a:off x="9224368" y="4098534"/>
                <a:ext cx="486000" cy="244080"/>
              </p14:xfrm>
            </p:contentPart>
          </mc:Choice>
          <mc:Fallback>
            <p:pic>
              <p:nvPicPr>
                <p:cNvPr id="31" name="Tinta 30">
                  <a:extLst>
                    <a:ext uri="{FF2B5EF4-FFF2-40B4-BE49-F238E27FC236}">
                      <a16:creationId xmlns:a16="http://schemas.microsoft.com/office/drawing/2014/main" id="{3FE06B85-26BA-033A-C432-075E1F5DF225}"/>
                    </a:ext>
                  </a:extLst>
                </p:cNvPr>
                <p:cNvPicPr/>
                <p:nvPr/>
              </p:nvPicPr>
              <p:blipFill>
                <a:blip r:embed="rId60"/>
                <a:stretch>
                  <a:fillRect/>
                </a:stretch>
              </p:blipFill>
              <p:spPr>
                <a:xfrm>
                  <a:off x="9218248" y="4092414"/>
                  <a:ext cx="498240" cy="256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1">
              <p14:nvContentPartPr>
                <p14:cNvPr id="32" name="Tinta 31">
                  <a:extLst>
                    <a:ext uri="{FF2B5EF4-FFF2-40B4-BE49-F238E27FC236}">
                      <a16:creationId xmlns:a16="http://schemas.microsoft.com/office/drawing/2014/main" id="{53050017-F71B-7711-89D4-6A7D5EA19A1D}"/>
                    </a:ext>
                  </a:extLst>
                </p14:cNvPr>
                <p14:cNvContentPartPr/>
                <p14:nvPr/>
              </p14:nvContentPartPr>
              <p14:xfrm>
                <a:off x="9528928" y="4252974"/>
                <a:ext cx="174240" cy="76680"/>
              </p14:xfrm>
            </p:contentPart>
          </mc:Choice>
          <mc:Fallback>
            <p:pic>
              <p:nvPicPr>
                <p:cNvPr id="32" name="Tinta 31">
                  <a:extLst>
                    <a:ext uri="{FF2B5EF4-FFF2-40B4-BE49-F238E27FC236}">
                      <a16:creationId xmlns:a16="http://schemas.microsoft.com/office/drawing/2014/main" id="{53050017-F71B-7711-89D4-6A7D5EA19A1D}"/>
                    </a:ext>
                  </a:extLst>
                </p:cNvPr>
                <p:cNvPicPr/>
                <p:nvPr/>
              </p:nvPicPr>
              <p:blipFill>
                <a:blip r:embed="rId62"/>
                <a:stretch>
                  <a:fillRect/>
                </a:stretch>
              </p:blipFill>
              <p:spPr>
                <a:xfrm>
                  <a:off x="9522808" y="4246854"/>
                  <a:ext cx="186480" cy="88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3">
              <p14:nvContentPartPr>
                <p14:cNvPr id="33" name="Tinta 32">
                  <a:extLst>
                    <a:ext uri="{FF2B5EF4-FFF2-40B4-BE49-F238E27FC236}">
                      <a16:creationId xmlns:a16="http://schemas.microsoft.com/office/drawing/2014/main" id="{B83E529B-AE1E-D635-8B6B-38DECE72FFAE}"/>
                    </a:ext>
                  </a:extLst>
                </p14:cNvPr>
                <p14:cNvContentPartPr/>
                <p14:nvPr/>
              </p14:nvContentPartPr>
              <p14:xfrm>
                <a:off x="9096208" y="4375374"/>
                <a:ext cx="606960" cy="31320"/>
              </p14:xfrm>
            </p:contentPart>
          </mc:Choice>
          <mc:Fallback>
            <p:pic>
              <p:nvPicPr>
                <p:cNvPr id="33" name="Tinta 32">
                  <a:extLst>
                    <a:ext uri="{FF2B5EF4-FFF2-40B4-BE49-F238E27FC236}">
                      <a16:creationId xmlns:a16="http://schemas.microsoft.com/office/drawing/2014/main" id="{B83E529B-AE1E-D635-8B6B-38DECE72FFAE}"/>
                    </a:ext>
                  </a:extLst>
                </p:cNvPr>
                <p:cNvPicPr/>
                <p:nvPr/>
              </p:nvPicPr>
              <p:blipFill>
                <a:blip r:embed="rId64"/>
                <a:stretch>
                  <a:fillRect/>
                </a:stretch>
              </p:blipFill>
              <p:spPr>
                <a:xfrm>
                  <a:off x="9090088" y="4369254"/>
                  <a:ext cx="619200" cy="43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5">
              <p14:nvContentPartPr>
                <p14:cNvPr id="34" name="Tinta 33">
                  <a:extLst>
                    <a:ext uri="{FF2B5EF4-FFF2-40B4-BE49-F238E27FC236}">
                      <a16:creationId xmlns:a16="http://schemas.microsoft.com/office/drawing/2014/main" id="{50DA54BE-7ABB-9ABE-EEEF-2DD48D17B459}"/>
                    </a:ext>
                  </a:extLst>
                </p14:cNvPr>
                <p14:cNvContentPartPr/>
                <p14:nvPr/>
              </p14:nvContentPartPr>
              <p14:xfrm>
                <a:off x="9119968" y="4522974"/>
                <a:ext cx="442800" cy="138600"/>
              </p14:xfrm>
            </p:contentPart>
          </mc:Choice>
          <mc:Fallback>
            <p:pic>
              <p:nvPicPr>
                <p:cNvPr id="34" name="Tinta 33">
                  <a:extLst>
                    <a:ext uri="{FF2B5EF4-FFF2-40B4-BE49-F238E27FC236}">
                      <a16:creationId xmlns:a16="http://schemas.microsoft.com/office/drawing/2014/main" id="{50DA54BE-7ABB-9ABE-EEEF-2DD48D17B459}"/>
                    </a:ext>
                  </a:extLst>
                </p:cNvPr>
                <p:cNvPicPr/>
                <p:nvPr/>
              </p:nvPicPr>
              <p:blipFill>
                <a:blip r:embed="rId66"/>
                <a:stretch>
                  <a:fillRect/>
                </a:stretch>
              </p:blipFill>
              <p:spPr>
                <a:xfrm>
                  <a:off x="9113848" y="4516854"/>
                  <a:ext cx="455040" cy="150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7">
              <p14:nvContentPartPr>
                <p14:cNvPr id="52" name="Tinta 51">
                  <a:extLst>
                    <a:ext uri="{FF2B5EF4-FFF2-40B4-BE49-F238E27FC236}">
                      <a16:creationId xmlns:a16="http://schemas.microsoft.com/office/drawing/2014/main" id="{29B531A5-57AF-3F61-8329-FE8A733BC917}"/>
                    </a:ext>
                  </a:extLst>
                </p14:cNvPr>
                <p14:cNvContentPartPr/>
                <p14:nvPr/>
              </p14:nvContentPartPr>
              <p14:xfrm>
                <a:off x="9001888" y="4467534"/>
                <a:ext cx="806760" cy="251640"/>
              </p14:xfrm>
            </p:contentPart>
          </mc:Choice>
          <mc:Fallback>
            <p:pic>
              <p:nvPicPr>
                <p:cNvPr id="52" name="Tinta 51">
                  <a:extLst>
                    <a:ext uri="{FF2B5EF4-FFF2-40B4-BE49-F238E27FC236}">
                      <a16:creationId xmlns:a16="http://schemas.microsoft.com/office/drawing/2014/main" id="{29B531A5-57AF-3F61-8329-FE8A733BC917}"/>
                    </a:ext>
                  </a:extLst>
                </p:cNvPr>
                <p:cNvPicPr/>
                <p:nvPr/>
              </p:nvPicPr>
              <p:blipFill>
                <a:blip r:embed="rId68"/>
                <a:stretch>
                  <a:fillRect/>
                </a:stretch>
              </p:blipFill>
              <p:spPr>
                <a:xfrm>
                  <a:off x="8995768" y="4461414"/>
                  <a:ext cx="819000" cy="26388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69">
            <p14:nvContentPartPr>
              <p14:cNvPr id="54" name="Tinta 53">
                <a:extLst>
                  <a:ext uri="{FF2B5EF4-FFF2-40B4-BE49-F238E27FC236}">
                    <a16:creationId xmlns:a16="http://schemas.microsoft.com/office/drawing/2014/main" id="{A0F4ADC7-8E03-D3D5-F609-06A2BE22B327}"/>
                  </a:ext>
                </a:extLst>
              </p14:cNvPr>
              <p14:cNvContentPartPr/>
              <p14:nvPr/>
            </p14:nvContentPartPr>
            <p14:xfrm>
              <a:off x="7241488" y="4814934"/>
              <a:ext cx="23760" cy="25200"/>
            </p14:xfrm>
          </p:contentPart>
        </mc:Choice>
        <mc:Fallback>
          <p:pic>
            <p:nvPicPr>
              <p:cNvPr id="54" name="Tinta 53">
                <a:extLst>
                  <a:ext uri="{FF2B5EF4-FFF2-40B4-BE49-F238E27FC236}">
                    <a16:creationId xmlns:a16="http://schemas.microsoft.com/office/drawing/2014/main" id="{A0F4ADC7-8E03-D3D5-F609-06A2BE22B327}"/>
                  </a:ext>
                </a:extLst>
              </p:cNvPr>
              <p:cNvPicPr/>
              <p:nvPr/>
            </p:nvPicPr>
            <p:blipFill>
              <a:blip r:embed="rId70"/>
              <a:stretch>
                <a:fillRect/>
              </a:stretch>
            </p:blipFill>
            <p:spPr>
              <a:xfrm>
                <a:off x="7235368" y="4808814"/>
                <a:ext cx="36000" cy="37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71">
            <p14:nvContentPartPr>
              <p14:cNvPr id="58" name="Tinta 57">
                <a:extLst>
                  <a:ext uri="{FF2B5EF4-FFF2-40B4-BE49-F238E27FC236}">
                    <a16:creationId xmlns:a16="http://schemas.microsoft.com/office/drawing/2014/main" id="{1C5F2C34-500E-07A3-4FE1-0CA512690D2E}"/>
                  </a:ext>
                </a:extLst>
              </p14:cNvPr>
              <p14:cNvContentPartPr/>
              <p14:nvPr/>
            </p14:nvContentPartPr>
            <p14:xfrm>
              <a:off x="7020448" y="4745814"/>
              <a:ext cx="618840" cy="1002960"/>
            </p14:xfrm>
          </p:contentPart>
        </mc:Choice>
        <mc:Fallback>
          <p:pic>
            <p:nvPicPr>
              <p:cNvPr id="58" name="Tinta 57">
                <a:extLst>
                  <a:ext uri="{FF2B5EF4-FFF2-40B4-BE49-F238E27FC236}">
                    <a16:creationId xmlns:a16="http://schemas.microsoft.com/office/drawing/2014/main" id="{1C5F2C34-500E-07A3-4FE1-0CA512690D2E}"/>
                  </a:ext>
                </a:extLst>
              </p:cNvPr>
              <p:cNvPicPr/>
              <p:nvPr/>
            </p:nvPicPr>
            <p:blipFill>
              <a:blip r:embed="rId72"/>
              <a:stretch>
                <a:fillRect/>
              </a:stretch>
            </p:blipFill>
            <p:spPr>
              <a:xfrm>
                <a:off x="7014328" y="4739694"/>
                <a:ext cx="631080" cy="1015200"/>
              </a:xfrm>
              <a:prstGeom prst="rect">
                <a:avLst/>
              </a:prstGeom>
            </p:spPr>
          </p:pic>
        </mc:Fallback>
      </mc:AlternateContent>
      <p:grpSp>
        <p:nvGrpSpPr>
          <p:cNvPr id="78" name="Agrupar 77">
            <a:extLst>
              <a:ext uri="{FF2B5EF4-FFF2-40B4-BE49-F238E27FC236}">
                <a16:creationId xmlns:a16="http://schemas.microsoft.com/office/drawing/2014/main" id="{97277986-64A2-5483-6CFA-21537D02DCE9}"/>
              </a:ext>
            </a:extLst>
          </p:cNvPr>
          <p:cNvGrpSpPr/>
          <p:nvPr/>
        </p:nvGrpSpPr>
        <p:grpSpPr>
          <a:xfrm>
            <a:off x="6087328" y="4997094"/>
            <a:ext cx="2275920" cy="774720"/>
            <a:chOff x="6087328" y="4997094"/>
            <a:chExt cx="2275920" cy="7747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73">
              <p14:nvContentPartPr>
                <p14:cNvPr id="55" name="Tinta 54">
                  <a:extLst>
                    <a:ext uri="{FF2B5EF4-FFF2-40B4-BE49-F238E27FC236}">
                      <a16:creationId xmlns:a16="http://schemas.microsoft.com/office/drawing/2014/main" id="{827C038B-20A4-1914-96F4-C0319B5F73F1}"/>
                    </a:ext>
                  </a:extLst>
                </p14:cNvPr>
                <p14:cNvContentPartPr/>
                <p14:nvPr/>
              </p14:nvContentPartPr>
              <p14:xfrm>
                <a:off x="6087328" y="4997094"/>
                <a:ext cx="1573560" cy="385560"/>
              </p14:xfrm>
            </p:contentPart>
          </mc:Choice>
          <mc:Fallback>
            <p:pic>
              <p:nvPicPr>
                <p:cNvPr id="55" name="Tinta 54">
                  <a:extLst>
                    <a:ext uri="{FF2B5EF4-FFF2-40B4-BE49-F238E27FC236}">
                      <a16:creationId xmlns:a16="http://schemas.microsoft.com/office/drawing/2014/main" id="{827C038B-20A4-1914-96F4-C0319B5F73F1}"/>
                    </a:ext>
                  </a:extLst>
                </p:cNvPr>
                <p:cNvPicPr/>
                <p:nvPr/>
              </p:nvPicPr>
              <p:blipFill>
                <a:blip r:embed="rId74"/>
                <a:stretch>
                  <a:fillRect/>
                </a:stretch>
              </p:blipFill>
              <p:spPr>
                <a:xfrm>
                  <a:off x="6081208" y="4990974"/>
                  <a:ext cx="1585800" cy="397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5">
              <p14:nvContentPartPr>
                <p14:cNvPr id="56" name="Tinta 55">
                  <a:extLst>
                    <a:ext uri="{FF2B5EF4-FFF2-40B4-BE49-F238E27FC236}">
                      <a16:creationId xmlns:a16="http://schemas.microsoft.com/office/drawing/2014/main" id="{D3A253BF-9FB6-7BE0-6AA3-E54323AFAC01}"/>
                    </a:ext>
                  </a:extLst>
                </p14:cNvPr>
                <p14:cNvContentPartPr/>
                <p14:nvPr/>
              </p14:nvContentPartPr>
              <p14:xfrm>
                <a:off x="6425728" y="5270694"/>
                <a:ext cx="1937520" cy="501120"/>
              </p14:xfrm>
            </p:contentPart>
          </mc:Choice>
          <mc:Fallback>
            <p:pic>
              <p:nvPicPr>
                <p:cNvPr id="56" name="Tinta 55">
                  <a:extLst>
                    <a:ext uri="{FF2B5EF4-FFF2-40B4-BE49-F238E27FC236}">
                      <a16:creationId xmlns:a16="http://schemas.microsoft.com/office/drawing/2014/main" id="{D3A253BF-9FB6-7BE0-6AA3-E54323AFAC01}"/>
                    </a:ext>
                  </a:extLst>
                </p:cNvPr>
                <p:cNvPicPr/>
                <p:nvPr/>
              </p:nvPicPr>
              <p:blipFill>
                <a:blip r:embed="rId76"/>
                <a:stretch>
                  <a:fillRect/>
                </a:stretch>
              </p:blipFill>
              <p:spPr>
                <a:xfrm>
                  <a:off x="6419608" y="5264574"/>
                  <a:ext cx="1949760" cy="513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7">
              <p14:nvContentPartPr>
                <p14:cNvPr id="60" name="Tinta 59">
                  <a:extLst>
                    <a:ext uri="{FF2B5EF4-FFF2-40B4-BE49-F238E27FC236}">
                      <a16:creationId xmlns:a16="http://schemas.microsoft.com/office/drawing/2014/main" id="{D4139B6E-9AC8-9EA7-46F5-08BFFC619D16}"/>
                    </a:ext>
                  </a:extLst>
                </p14:cNvPr>
                <p14:cNvContentPartPr/>
                <p14:nvPr/>
              </p14:nvContentPartPr>
              <p14:xfrm>
                <a:off x="6834688" y="5213454"/>
                <a:ext cx="1164600" cy="251280"/>
              </p14:xfrm>
            </p:contentPart>
          </mc:Choice>
          <mc:Fallback>
            <p:pic>
              <p:nvPicPr>
                <p:cNvPr id="60" name="Tinta 59">
                  <a:extLst>
                    <a:ext uri="{FF2B5EF4-FFF2-40B4-BE49-F238E27FC236}">
                      <a16:creationId xmlns:a16="http://schemas.microsoft.com/office/drawing/2014/main" id="{D4139B6E-9AC8-9EA7-46F5-08BFFC619D16}"/>
                    </a:ext>
                  </a:extLst>
                </p:cNvPr>
                <p:cNvPicPr/>
                <p:nvPr/>
              </p:nvPicPr>
              <p:blipFill>
                <a:blip r:embed="rId78"/>
                <a:stretch>
                  <a:fillRect/>
                </a:stretch>
              </p:blipFill>
              <p:spPr>
                <a:xfrm>
                  <a:off x="6828568" y="5207334"/>
                  <a:ext cx="1176840" cy="263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9">
              <p14:nvContentPartPr>
                <p14:cNvPr id="61" name="Tinta 60">
                  <a:extLst>
                    <a:ext uri="{FF2B5EF4-FFF2-40B4-BE49-F238E27FC236}">
                      <a16:creationId xmlns:a16="http://schemas.microsoft.com/office/drawing/2014/main" id="{B9E97F64-9879-DD9F-CD85-63C9BAA5037A}"/>
                    </a:ext>
                  </a:extLst>
                </p14:cNvPr>
                <p14:cNvContentPartPr/>
                <p14:nvPr/>
              </p14:nvContentPartPr>
              <p14:xfrm>
                <a:off x="7066888" y="5213814"/>
                <a:ext cx="617040" cy="166680"/>
              </p14:xfrm>
            </p:contentPart>
          </mc:Choice>
          <mc:Fallback>
            <p:pic>
              <p:nvPicPr>
                <p:cNvPr id="61" name="Tinta 60">
                  <a:extLst>
                    <a:ext uri="{FF2B5EF4-FFF2-40B4-BE49-F238E27FC236}">
                      <a16:creationId xmlns:a16="http://schemas.microsoft.com/office/drawing/2014/main" id="{B9E97F64-9879-DD9F-CD85-63C9BAA5037A}"/>
                    </a:ext>
                  </a:extLst>
                </p:cNvPr>
                <p:cNvPicPr/>
                <p:nvPr/>
              </p:nvPicPr>
              <p:blipFill>
                <a:blip r:embed="rId80"/>
                <a:stretch>
                  <a:fillRect/>
                </a:stretch>
              </p:blipFill>
              <p:spPr>
                <a:xfrm>
                  <a:off x="7060768" y="5207694"/>
                  <a:ext cx="629280" cy="178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1">
              <p14:nvContentPartPr>
                <p14:cNvPr id="62" name="Tinta 61">
                  <a:extLst>
                    <a:ext uri="{FF2B5EF4-FFF2-40B4-BE49-F238E27FC236}">
                      <a16:creationId xmlns:a16="http://schemas.microsoft.com/office/drawing/2014/main" id="{08AA92EC-D0A1-5423-6431-0BA4ABEC4F67}"/>
                    </a:ext>
                  </a:extLst>
                </p14:cNvPr>
                <p14:cNvContentPartPr/>
                <p14:nvPr/>
              </p14:nvContentPartPr>
              <p14:xfrm>
                <a:off x="6823168" y="5142174"/>
                <a:ext cx="618480" cy="124560"/>
              </p14:xfrm>
            </p:contentPart>
          </mc:Choice>
          <mc:Fallback>
            <p:pic>
              <p:nvPicPr>
                <p:cNvPr id="62" name="Tinta 61">
                  <a:extLst>
                    <a:ext uri="{FF2B5EF4-FFF2-40B4-BE49-F238E27FC236}">
                      <a16:creationId xmlns:a16="http://schemas.microsoft.com/office/drawing/2014/main" id="{08AA92EC-D0A1-5423-6431-0BA4ABEC4F67}"/>
                    </a:ext>
                  </a:extLst>
                </p:cNvPr>
                <p:cNvPicPr/>
                <p:nvPr/>
              </p:nvPicPr>
              <p:blipFill>
                <a:blip r:embed="rId82"/>
                <a:stretch>
                  <a:fillRect/>
                </a:stretch>
              </p:blipFill>
              <p:spPr>
                <a:xfrm>
                  <a:off x="6817048" y="5136054"/>
                  <a:ext cx="630720" cy="136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3">
              <p14:nvContentPartPr>
                <p14:cNvPr id="63" name="Tinta 62">
                  <a:extLst>
                    <a:ext uri="{FF2B5EF4-FFF2-40B4-BE49-F238E27FC236}">
                      <a16:creationId xmlns:a16="http://schemas.microsoft.com/office/drawing/2014/main" id="{5AB7D259-CB67-DE84-A551-C280DE0CDB14}"/>
                    </a:ext>
                  </a:extLst>
                </p14:cNvPr>
                <p14:cNvContentPartPr/>
                <p14:nvPr/>
              </p14:nvContentPartPr>
              <p14:xfrm>
                <a:off x="6928288" y="5350614"/>
                <a:ext cx="978840" cy="243000"/>
              </p14:xfrm>
            </p:contentPart>
          </mc:Choice>
          <mc:Fallback>
            <p:pic>
              <p:nvPicPr>
                <p:cNvPr id="63" name="Tinta 62">
                  <a:extLst>
                    <a:ext uri="{FF2B5EF4-FFF2-40B4-BE49-F238E27FC236}">
                      <a16:creationId xmlns:a16="http://schemas.microsoft.com/office/drawing/2014/main" id="{5AB7D259-CB67-DE84-A551-C280DE0CDB14}"/>
                    </a:ext>
                  </a:extLst>
                </p:cNvPr>
                <p:cNvPicPr/>
                <p:nvPr/>
              </p:nvPicPr>
              <p:blipFill>
                <a:blip r:embed="rId84"/>
                <a:stretch>
                  <a:fillRect/>
                </a:stretch>
              </p:blipFill>
              <p:spPr>
                <a:xfrm>
                  <a:off x="6922168" y="5344494"/>
                  <a:ext cx="991080" cy="255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5">
              <p14:nvContentPartPr>
                <p14:cNvPr id="65" name="Tinta 64">
                  <a:extLst>
                    <a:ext uri="{FF2B5EF4-FFF2-40B4-BE49-F238E27FC236}">
                      <a16:creationId xmlns:a16="http://schemas.microsoft.com/office/drawing/2014/main" id="{97DF5DDF-0B0B-0FDC-840C-513CD7FD0362}"/>
                    </a:ext>
                  </a:extLst>
                </p14:cNvPr>
                <p14:cNvContentPartPr/>
                <p14:nvPr/>
              </p14:nvContentPartPr>
              <p14:xfrm>
                <a:off x="7300168" y="5077734"/>
                <a:ext cx="153360" cy="77400"/>
              </p14:xfrm>
            </p:contentPart>
          </mc:Choice>
          <mc:Fallback>
            <p:pic>
              <p:nvPicPr>
                <p:cNvPr id="65" name="Tinta 64">
                  <a:extLst>
                    <a:ext uri="{FF2B5EF4-FFF2-40B4-BE49-F238E27FC236}">
                      <a16:creationId xmlns:a16="http://schemas.microsoft.com/office/drawing/2014/main" id="{97DF5DDF-0B0B-0FDC-840C-513CD7FD0362}"/>
                    </a:ext>
                  </a:extLst>
                </p:cNvPr>
                <p:cNvPicPr/>
                <p:nvPr/>
              </p:nvPicPr>
              <p:blipFill>
                <a:blip r:embed="rId86"/>
                <a:stretch>
                  <a:fillRect/>
                </a:stretch>
              </p:blipFill>
              <p:spPr>
                <a:xfrm>
                  <a:off x="7294048" y="5071614"/>
                  <a:ext cx="165600" cy="89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7">
              <p14:nvContentPartPr>
                <p14:cNvPr id="66" name="Tinta 65">
                  <a:extLst>
                    <a:ext uri="{FF2B5EF4-FFF2-40B4-BE49-F238E27FC236}">
                      <a16:creationId xmlns:a16="http://schemas.microsoft.com/office/drawing/2014/main" id="{4B8479C2-5750-26C4-6A05-F7479E0A5528}"/>
                    </a:ext>
                  </a:extLst>
                </p14:cNvPr>
                <p14:cNvContentPartPr/>
                <p14:nvPr/>
              </p14:nvContentPartPr>
              <p14:xfrm>
                <a:off x="7220248" y="5129934"/>
                <a:ext cx="186120" cy="59400"/>
              </p14:xfrm>
            </p:contentPart>
          </mc:Choice>
          <mc:Fallback>
            <p:pic>
              <p:nvPicPr>
                <p:cNvPr id="66" name="Tinta 65">
                  <a:extLst>
                    <a:ext uri="{FF2B5EF4-FFF2-40B4-BE49-F238E27FC236}">
                      <a16:creationId xmlns:a16="http://schemas.microsoft.com/office/drawing/2014/main" id="{4B8479C2-5750-26C4-6A05-F7479E0A5528}"/>
                    </a:ext>
                  </a:extLst>
                </p:cNvPr>
                <p:cNvPicPr/>
                <p:nvPr/>
              </p:nvPicPr>
              <p:blipFill>
                <a:blip r:embed="rId88"/>
                <a:stretch>
                  <a:fillRect/>
                </a:stretch>
              </p:blipFill>
              <p:spPr>
                <a:xfrm>
                  <a:off x="7214128" y="5123814"/>
                  <a:ext cx="198360" cy="71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9">
              <p14:nvContentPartPr>
                <p14:cNvPr id="67" name="Tinta 66">
                  <a:extLst>
                    <a:ext uri="{FF2B5EF4-FFF2-40B4-BE49-F238E27FC236}">
                      <a16:creationId xmlns:a16="http://schemas.microsoft.com/office/drawing/2014/main" id="{6784A32F-82B2-BD2A-862B-6B1E8ADC9208}"/>
                    </a:ext>
                  </a:extLst>
                </p14:cNvPr>
                <p14:cNvContentPartPr/>
                <p14:nvPr/>
              </p14:nvContentPartPr>
              <p14:xfrm>
                <a:off x="7500328" y="5134974"/>
                <a:ext cx="162360" cy="39960"/>
              </p14:xfrm>
            </p:contentPart>
          </mc:Choice>
          <mc:Fallback>
            <p:pic>
              <p:nvPicPr>
                <p:cNvPr id="67" name="Tinta 66">
                  <a:extLst>
                    <a:ext uri="{FF2B5EF4-FFF2-40B4-BE49-F238E27FC236}">
                      <a16:creationId xmlns:a16="http://schemas.microsoft.com/office/drawing/2014/main" id="{6784A32F-82B2-BD2A-862B-6B1E8ADC9208}"/>
                    </a:ext>
                  </a:extLst>
                </p:cNvPr>
                <p:cNvPicPr/>
                <p:nvPr/>
              </p:nvPicPr>
              <p:blipFill>
                <a:blip r:embed="rId90"/>
                <a:stretch>
                  <a:fillRect/>
                </a:stretch>
              </p:blipFill>
              <p:spPr>
                <a:xfrm>
                  <a:off x="7494208" y="5128854"/>
                  <a:ext cx="174600" cy="52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1">
              <p14:nvContentPartPr>
                <p14:cNvPr id="68" name="Tinta 67">
                  <a:extLst>
                    <a:ext uri="{FF2B5EF4-FFF2-40B4-BE49-F238E27FC236}">
                      <a16:creationId xmlns:a16="http://schemas.microsoft.com/office/drawing/2014/main" id="{E6072A91-D6AE-248A-3A2E-ADEDC0169AE0}"/>
                    </a:ext>
                  </a:extLst>
                </p14:cNvPr>
                <p14:cNvContentPartPr/>
                <p14:nvPr/>
              </p14:nvContentPartPr>
              <p14:xfrm>
                <a:off x="7453168" y="5201934"/>
                <a:ext cx="280080" cy="136440"/>
              </p14:xfrm>
            </p:contentPart>
          </mc:Choice>
          <mc:Fallback>
            <p:pic>
              <p:nvPicPr>
                <p:cNvPr id="68" name="Tinta 67">
                  <a:extLst>
                    <a:ext uri="{FF2B5EF4-FFF2-40B4-BE49-F238E27FC236}">
                      <a16:creationId xmlns:a16="http://schemas.microsoft.com/office/drawing/2014/main" id="{E6072A91-D6AE-248A-3A2E-ADEDC0169AE0}"/>
                    </a:ext>
                  </a:extLst>
                </p:cNvPr>
                <p:cNvPicPr/>
                <p:nvPr/>
              </p:nvPicPr>
              <p:blipFill>
                <a:blip r:embed="rId92"/>
                <a:stretch>
                  <a:fillRect/>
                </a:stretch>
              </p:blipFill>
              <p:spPr>
                <a:xfrm>
                  <a:off x="7447048" y="5195814"/>
                  <a:ext cx="292320" cy="148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3">
              <p14:nvContentPartPr>
                <p14:cNvPr id="70" name="Tinta 69">
                  <a:extLst>
                    <a:ext uri="{FF2B5EF4-FFF2-40B4-BE49-F238E27FC236}">
                      <a16:creationId xmlns:a16="http://schemas.microsoft.com/office/drawing/2014/main" id="{CB91A798-3D58-4860-3D1F-DA13DA84E811}"/>
                    </a:ext>
                  </a:extLst>
                </p14:cNvPr>
                <p14:cNvContentPartPr/>
                <p14:nvPr/>
              </p14:nvContentPartPr>
              <p14:xfrm>
                <a:off x="7922608" y="5154774"/>
                <a:ext cx="205560" cy="30240"/>
              </p14:xfrm>
            </p:contentPart>
          </mc:Choice>
          <mc:Fallback>
            <p:pic>
              <p:nvPicPr>
                <p:cNvPr id="70" name="Tinta 69">
                  <a:extLst>
                    <a:ext uri="{FF2B5EF4-FFF2-40B4-BE49-F238E27FC236}">
                      <a16:creationId xmlns:a16="http://schemas.microsoft.com/office/drawing/2014/main" id="{CB91A798-3D58-4860-3D1F-DA13DA84E811}"/>
                    </a:ext>
                  </a:extLst>
                </p:cNvPr>
                <p:cNvPicPr/>
                <p:nvPr/>
              </p:nvPicPr>
              <p:blipFill>
                <a:blip r:embed="rId94"/>
                <a:stretch>
                  <a:fillRect/>
                </a:stretch>
              </p:blipFill>
              <p:spPr>
                <a:xfrm>
                  <a:off x="7916488" y="5148654"/>
                  <a:ext cx="217800" cy="42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5">
              <p14:nvContentPartPr>
                <p14:cNvPr id="72" name="Tinta 71">
                  <a:extLst>
                    <a:ext uri="{FF2B5EF4-FFF2-40B4-BE49-F238E27FC236}">
                      <a16:creationId xmlns:a16="http://schemas.microsoft.com/office/drawing/2014/main" id="{2FDD08BC-0CDF-169C-83EC-AAF94DAE4607}"/>
                    </a:ext>
                  </a:extLst>
                </p14:cNvPr>
                <p14:cNvContentPartPr/>
                <p14:nvPr/>
              </p14:nvContentPartPr>
              <p14:xfrm>
                <a:off x="7803448" y="5300214"/>
                <a:ext cx="138960" cy="87480"/>
              </p14:xfrm>
            </p:contentPart>
          </mc:Choice>
          <mc:Fallback>
            <p:pic>
              <p:nvPicPr>
                <p:cNvPr id="72" name="Tinta 71">
                  <a:extLst>
                    <a:ext uri="{FF2B5EF4-FFF2-40B4-BE49-F238E27FC236}">
                      <a16:creationId xmlns:a16="http://schemas.microsoft.com/office/drawing/2014/main" id="{2FDD08BC-0CDF-169C-83EC-AAF94DAE4607}"/>
                    </a:ext>
                  </a:extLst>
                </p:cNvPr>
                <p:cNvPicPr/>
                <p:nvPr/>
              </p:nvPicPr>
              <p:blipFill>
                <a:blip r:embed="rId96"/>
                <a:stretch>
                  <a:fillRect/>
                </a:stretch>
              </p:blipFill>
              <p:spPr>
                <a:xfrm>
                  <a:off x="7797328" y="5294094"/>
                  <a:ext cx="151200" cy="99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7">
              <p14:nvContentPartPr>
                <p14:cNvPr id="73" name="Tinta 72">
                  <a:extLst>
                    <a:ext uri="{FF2B5EF4-FFF2-40B4-BE49-F238E27FC236}">
                      <a16:creationId xmlns:a16="http://schemas.microsoft.com/office/drawing/2014/main" id="{65D81F24-A77F-6A62-895A-29F7DB2195C9}"/>
                    </a:ext>
                  </a:extLst>
                </p14:cNvPr>
                <p14:cNvContentPartPr/>
                <p14:nvPr/>
              </p14:nvContentPartPr>
              <p14:xfrm>
                <a:off x="7824688" y="5321094"/>
                <a:ext cx="129600" cy="34920"/>
              </p14:xfrm>
            </p:contentPart>
          </mc:Choice>
          <mc:Fallback>
            <p:pic>
              <p:nvPicPr>
                <p:cNvPr id="73" name="Tinta 72">
                  <a:extLst>
                    <a:ext uri="{FF2B5EF4-FFF2-40B4-BE49-F238E27FC236}">
                      <a16:creationId xmlns:a16="http://schemas.microsoft.com/office/drawing/2014/main" id="{65D81F24-A77F-6A62-895A-29F7DB2195C9}"/>
                    </a:ext>
                  </a:extLst>
                </p:cNvPr>
                <p:cNvPicPr/>
                <p:nvPr/>
              </p:nvPicPr>
              <p:blipFill>
                <a:blip r:embed="rId98"/>
                <a:stretch>
                  <a:fillRect/>
                </a:stretch>
              </p:blipFill>
              <p:spPr>
                <a:xfrm>
                  <a:off x="7818568" y="5314974"/>
                  <a:ext cx="141840" cy="47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9">
              <p14:nvContentPartPr>
                <p14:cNvPr id="75" name="Tinta 74">
                  <a:extLst>
                    <a:ext uri="{FF2B5EF4-FFF2-40B4-BE49-F238E27FC236}">
                      <a16:creationId xmlns:a16="http://schemas.microsoft.com/office/drawing/2014/main" id="{B9E7D7C6-35CC-EDD1-7A64-7C4276518168}"/>
                    </a:ext>
                  </a:extLst>
                </p14:cNvPr>
                <p14:cNvContentPartPr/>
                <p14:nvPr/>
              </p14:nvContentPartPr>
              <p14:xfrm>
                <a:off x="7779688" y="5365014"/>
                <a:ext cx="163080" cy="197640"/>
              </p14:xfrm>
            </p:contentPart>
          </mc:Choice>
          <mc:Fallback>
            <p:pic>
              <p:nvPicPr>
                <p:cNvPr id="75" name="Tinta 74">
                  <a:extLst>
                    <a:ext uri="{FF2B5EF4-FFF2-40B4-BE49-F238E27FC236}">
                      <a16:creationId xmlns:a16="http://schemas.microsoft.com/office/drawing/2014/main" id="{B9E7D7C6-35CC-EDD1-7A64-7C4276518168}"/>
                    </a:ext>
                  </a:extLst>
                </p:cNvPr>
                <p:cNvPicPr/>
                <p:nvPr/>
              </p:nvPicPr>
              <p:blipFill>
                <a:blip r:embed="rId100"/>
                <a:stretch>
                  <a:fillRect/>
                </a:stretch>
              </p:blipFill>
              <p:spPr>
                <a:xfrm>
                  <a:off x="7773568" y="5358894"/>
                  <a:ext cx="175320" cy="209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1">
              <p14:nvContentPartPr>
                <p14:cNvPr id="77" name="Tinta 76">
                  <a:extLst>
                    <a:ext uri="{FF2B5EF4-FFF2-40B4-BE49-F238E27FC236}">
                      <a16:creationId xmlns:a16="http://schemas.microsoft.com/office/drawing/2014/main" id="{11F3DCE6-D9B8-5C8B-FFFF-47A73B1FD815}"/>
                    </a:ext>
                  </a:extLst>
                </p14:cNvPr>
                <p14:cNvContentPartPr/>
                <p14:nvPr/>
              </p14:nvContentPartPr>
              <p14:xfrm>
                <a:off x="7281088" y="5113014"/>
                <a:ext cx="475560" cy="541440"/>
              </p14:xfrm>
            </p:contentPart>
          </mc:Choice>
          <mc:Fallback>
            <p:pic>
              <p:nvPicPr>
                <p:cNvPr id="77" name="Tinta 76">
                  <a:extLst>
                    <a:ext uri="{FF2B5EF4-FFF2-40B4-BE49-F238E27FC236}">
                      <a16:creationId xmlns:a16="http://schemas.microsoft.com/office/drawing/2014/main" id="{11F3DCE6-D9B8-5C8B-FFFF-47A73B1FD815}"/>
                    </a:ext>
                  </a:extLst>
                </p:cNvPr>
                <p:cNvPicPr/>
                <p:nvPr/>
              </p:nvPicPr>
              <p:blipFill>
                <a:blip r:embed="rId102"/>
                <a:stretch>
                  <a:fillRect/>
                </a:stretch>
              </p:blipFill>
              <p:spPr>
                <a:xfrm>
                  <a:off x="7274968" y="5106894"/>
                  <a:ext cx="487800" cy="553680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258827443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9C07A56-DA37-8DE0-DC25-2F06547B68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pt-BR"/>
          </a:p>
        </p:txBody>
      </p:sp>
      <p:pic>
        <p:nvPicPr>
          <p:cNvPr id="6" name="Espaço Reservado para Conteúdo 5">
            <a:extLst>
              <a:ext uri="{FF2B5EF4-FFF2-40B4-BE49-F238E27FC236}">
                <a16:creationId xmlns:a16="http://schemas.microsoft.com/office/drawing/2014/main" id="{41CC60A1-37E3-5F41-2BFB-B42C4AEB6C0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39489" y="1336237"/>
            <a:ext cx="9906000" cy="1866846"/>
          </a:xfrm>
        </p:spPr>
      </p:pic>
      <p:sp>
        <p:nvSpPr>
          <p:cNvPr id="4" name="Retângulo 3">
            <a:extLst>
              <a:ext uri="{FF2B5EF4-FFF2-40B4-BE49-F238E27FC236}">
                <a16:creationId xmlns:a16="http://schemas.microsoft.com/office/drawing/2014/main" id="{041BF474-DF2C-BF2E-C7B7-FC42DC7C3E50}"/>
              </a:ext>
            </a:extLst>
          </p:cNvPr>
          <p:cNvSpPr/>
          <p:nvPr/>
        </p:nvSpPr>
        <p:spPr>
          <a:xfrm>
            <a:off x="559837" y="6600825"/>
            <a:ext cx="11403563" cy="170502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pt-BR" dirty="0"/>
              <a:t>Luiz Fernando de Andrade Gadêlha – luizfernandodag@gmail.com</a:t>
            </a:r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3" name="Tinta 2">
                <a:extLst>
                  <a:ext uri="{FF2B5EF4-FFF2-40B4-BE49-F238E27FC236}">
                    <a16:creationId xmlns:a16="http://schemas.microsoft.com/office/drawing/2014/main" id="{FECBFDB7-49A0-FDD3-13D2-8A8264A77A95}"/>
                  </a:ext>
                </a:extLst>
              </p14:cNvPr>
              <p14:cNvContentPartPr/>
              <p14:nvPr/>
            </p14:nvContentPartPr>
            <p14:xfrm>
              <a:off x="1446568" y="3379974"/>
              <a:ext cx="480240" cy="231120"/>
            </p14:xfrm>
          </p:contentPart>
        </mc:Choice>
        <mc:Fallback>
          <p:pic>
            <p:nvPicPr>
              <p:cNvPr id="3" name="Tinta 2">
                <a:extLst>
                  <a:ext uri="{FF2B5EF4-FFF2-40B4-BE49-F238E27FC236}">
                    <a16:creationId xmlns:a16="http://schemas.microsoft.com/office/drawing/2014/main" id="{FECBFDB7-49A0-FDD3-13D2-8A8264A77A95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1440448" y="3373854"/>
                <a:ext cx="492480" cy="243360"/>
              </a:xfrm>
              <a:prstGeom prst="rect">
                <a:avLst/>
              </a:prstGeom>
            </p:spPr>
          </p:pic>
        </mc:Fallback>
      </mc:AlternateContent>
      <p:grpSp>
        <p:nvGrpSpPr>
          <p:cNvPr id="12" name="Agrupar 11">
            <a:extLst>
              <a:ext uri="{FF2B5EF4-FFF2-40B4-BE49-F238E27FC236}">
                <a16:creationId xmlns:a16="http://schemas.microsoft.com/office/drawing/2014/main" id="{E4444AEB-6CCC-2B9F-ABD5-5493CA61ACD1}"/>
              </a:ext>
            </a:extLst>
          </p:cNvPr>
          <p:cNvGrpSpPr/>
          <p:nvPr/>
        </p:nvGrpSpPr>
        <p:grpSpPr>
          <a:xfrm>
            <a:off x="1366288" y="3868494"/>
            <a:ext cx="1423080" cy="594720"/>
            <a:chOff x="1366288" y="3868494"/>
            <a:chExt cx="1423080" cy="5947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5">
              <p14:nvContentPartPr>
                <p14:cNvPr id="5" name="Tinta 4">
                  <a:extLst>
                    <a:ext uri="{FF2B5EF4-FFF2-40B4-BE49-F238E27FC236}">
                      <a16:creationId xmlns:a16="http://schemas.microsoft.com/office/drawing/2014/main" id="{E39C2509-A4AF-DF62-82C7-4226AADA86CD}"/>
                    </a:ext>
                  </a:extLst>
                </p14:cNvPr>
                <p14:cNvContentPartPr/>
                <p14:nvPr/>
              </p14:nvContentPartPr>
              <p14:xfrm>
                <a:off x="1366288" y="3868494"/>
                <a:ext cx="1423080" cy="594720"/>
              </p14:xfrm>
            </p:contentPart>
          </mc:Choice>
          <mc:Fallback>
            <p:pic>
              <p:nvPicPr>
                <p:cNvPr id="5" name="Tinta 4">
                  <a:extLst>
                    <a:ext uri="{FF2B5EF4-FFF2-40B4-BE49-F238E27FC236}">
                      <a16:creationId xmlns:a16="http://schemas.microsoft.com/office/drawing/2014/main" id="{E39C2509-A4AF-DF62-82C7-4226AADA86CD}"/>
                    </a:ext>
                  </a:extLst>
                </p:cNvPr>
                <p:cNvPicPr/>
                <p:nvPr/>
              </p:nvPicPr>
              <p:blipFill>
                <a:blip r:embed="rId6"/>
                <a:stretch>
                  <a:fillRect/>
                </a:stretch>
              </p:blipFill>
              <p:spPr>
                <a:xfrm>
                  <a:off x="1360168" y="3862374"/>
                  <a:ext cx="1435320" cy="606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">
              <p14:nvContentPartPr>
                <p14:cNvPr id="7" name="Tinta 6">
                  <a:extLst>
                    <a:ext uri="{FF2B5EF4-FFF2-40B4-BE49-F238E27FC236}">
                      <a16:creationId xmlns:a16="http://schemas.microsoft.com/office/drawing/2014/main" id="{100584AB-7BBC-C896-2CD2-304D74073E64}"/>
                    </a:ext>
                  </a:extLst>
                </p14:cNvPr>
                <p14:cNvContentPartPr/>
                <p14:nvPr/>
              </p14:nvContentPartPr>
              <p14:xfrm>
                <a:off x="2064688" y="4148934"/>
                <a:ext cx="47520" cy="41400"/>
              </p14:xfrm>
            </p:contentPart>
          </mc:Choice>
          <mc:Fallback>
            <p:pic>
              <p:nvPicPr>
                <p:cNvPr id="7" name="Tinta 6">
                  <a:extLst>
                    <a:ext uri="{FF2B5EF4-FFF2-40B4-BE49-F238E27FC236}">
                      <a16:creationId xmlns:a16="http://schemas.microsoft.com/office/drawing/2014/main" id="{100584AB-7BBC-C896-2CD2-304D74073E64}"/>
                    </a:ext>
                  </a:extLst>
                </p:cNvPr>
                <p:cNvPicPr/>
                <p:nvPr/>
              </p:nvPicPr>
              <p:blipFill>
                <a:blip r:embed="rId8"/>
                <a:stretch>
                  <a:fillRect/>
                </a:stretch>
              </p:blipFill>
              <p:spPr>
                <a:xfrm>
                  <a:off x="2058568" y="4142814"/>
                  <a:ext cx="59760" cy="53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">
              <p14:nvContentPartPr>
                <p14:cNvPr id="9" name="Tinta 8">
                  <a:extLst>
                    <a:ext uri="{FF2B5EF4-FFF2-40B4-BE49-F238E27FC236}">
                      <a16:creationId xmlns:a16="http://schemas.microsoft.com/office/drawing/2014/main" id="{1082DFDF-73BE-C830-FD6C-8AC317B8C312}"/>
                    </a:ext>
                  </a:extLst>
                </p14:cNvPr>
                <p14:cNvContentPartPr/>
                <p14:nvPr/>
              </p14:nvContentPartPr>
              <p14:xfrm>
                <a:off x="2053168" y="3905574"/>
                <a:ext cx="165240" cy="322920"/>
              </p14:xfrm>
            </p:contentPart>
          </mc:Choice>
          <mc:Fallback>
            <p:pic>
              <p:nvPicPr>
                <p:cNvPr id="9" name="Tinta 8">
                  <a:extLst>
                    <a:ext uri="{FF2B5EF4-FFF2-40B4-BE49-F238E27FC236}">
                      <a16:creationId xmlns:a16="http://schemas.microsoft.com/office/drawing/2014/main" id="{1082DFDF-73BE-C830-FD6C-8AC317B8C312}"/>
                    </a:ext>
                  </a:extLst>
                </p:cNvPr>
                <p:cNvPicPr/>
                <p:nvPr/>
              </p:nvPicPr>
              <p:blipFill>
                <a:blip r:embed="rId10"/>
                <a:stretch>
                  <a:fillRect/>
                </a:stretch>
              </p:blipFill>
              <p:spPr>
                <a:xfrm>
                  <a:off x="2047048" y="3899454"/>
                  <a:ext cx="177480" cy="335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">
              <p14:nvContentPartPr>
                <p14:cNvPr id="11" name="Tinta 10">
                  <a:extLst>
                    <a:ext uri="{FF2B5EF4-FFF2-40B4-BE49-F238E27FC236}">
                      <a16:creationId xmlns:a16="http://schemas.microsoft.com/office/drawing/2014/main" id="{CBD3ABB1-C128-8A49-2667-373E444B160F}"/>
                    </a:ext>
                  </a:extLst>
                </p14:cNvPr>
                <p14:cNvContentPartPr/>
                <p14:nvPr/>
              </p14:nvContentPartPr>
              <p14:xfrm>
                <a:off x="2332168" y="3973254"/>
                <a:ext cx="154800" cy="153360"/>
              </p14:xfrm>
            </p:contentPart>
          </mc:Choice>
          <mc:Fallback>
            <p:pic>
              <p:nvPicPr>
                <p:cNvPr id="11" name="Tinta 10">
                  <a:extLst>
                    <a:ext uri="{FF2B5EF4-FFF2-40B4-BE49-F238E27FC236}">
                      <a16:creationId xmlns:a16="http://schemas.microsoft.com/office/drawing/2014/main" id="{CBD3ABB1-C128-8A49-2667-373E444B160F}"/>
                    </a:ext>
                  </a:extLst>
                </p:cNvPr>
                <p:cNvPicPr/>
                <p:nvPr/>
              </p:nvPicPr>
              <p:blipFill>
                <a:blip r:embed="rId12"/>
                <a:stretch>
                  <a:fillRect/>
                </a:stretch>
              </p:blipFill>
              <p:spPr>
                <a:xfrm>
                  <a:off x="2326048" y="3967134"/>
                  <a:ext cx="167040" cy="1656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0" name="Agrupar 19">
            <a:extLst>
              <a:ext uri="{FF2B5EF4-FFF2-40B4-BE49-F238E27FC236}">
                <a16:creationId xmlns:a16="http://schemas.microsoft.com/office/drawing/2014/main" id="{DD1CF881-D1B1-7BC7-4291-122C86573880}"/>
              </a:ext>
            </a:extLst>
          </p:cNvPr>
          <p:cNvGrpSpPr/>
          <p:nvPr/>
        </p:nvGrpSpPr>
        <p:grpSpPr>
          <a:xfrm>
            <a:off x="4281568" y="3746814"/>
            <a:ext cx="2356200" cy="215280"/>
            <a:chOff x="4281568" y="3746814"/>
            <a:chExt cx="2356200" cy="2152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3">
              <p14:nvContentPartPr>
                <p14:cNvPr id="13" name="Tinta 12">
                  <a:extLst>
                    <a:ext uri="{FF2B5EF4-FFF2-40B4-BE49-F238E27FC236}">
                      <a16:creationId xmlns:a16="http://schemas.microsoft.com/office/drawing/2014/main" id="{14222D12-0FF0-6D9D-368D-6ADE43D82D2D}"/>
                    </a:ext>
                  </a:extLst>
                </p14:cNvPr>
                <p14:cNvContentPartPr/>
                <p14:nvPr/>
              </p14:nvContentPartPr>
              <p14:xfrm>
                <a:off x="4281568" y="3770934"/>
                <a:ext cx="316080" cy="184680"/>
              </p14:xfrm>
            </p:contentPart>
          </mc:Choice>
          <mc:Fallback>
            <p:pic>
              <p:nvPicPr>
                <p:cNvPr id="13" name="Tinta 12">
                  <a:extLst>
                    <a:ext uri="{FF2B5EF4-FFF2-40B4-BE49-F238E27FC236}">
                      <a16:creationId xmlns:a16="http://schemas.microsoft.com/office/drawing/2014/main" id="{14222D12-0FF0-6D9D-368D-6ADE43D82D2D}"/>
                    </a:ext>
                  </a:extLst>
                </p:cNvPr>
                <p:cNvPicPr/>
                <p:nvPr/>
              </p:nvPicPr>
              <p:blipFill>
                <a:blip r:embed="rId14"/>
                <a:stretch>
                  <a:fillRect/>
                </a:stretch>
              </p:blipFill>
              <p:spPr>
                <a:xfrm>
                  <a:off x="4275448" y="3764814"/>
                  <a:ext cx="328320" cy="196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">
              <p14:nvContentPartPr>
                <p14:cNvPr id="14" name="Tinta 13">
                  <a:extLst>
                    <a:ext uri="{FF2B5EF4-FFF2-40B4-BE49-F238E27FC236}">
                      <a16:creationId xmlns:a16="http://schemas.microsoft.com/office/drawing/2014/main" id="{503F97BF-92FE-358B-C01E-A5ABA45586F0}"/>
                    </a:ext>
                  </a:extLst>
                </p14:cNvPr>
                <p14:cNvContentPartPr/>
                <p14:nvPr/>
              </p14:nvContentPartPr>
              <p14:xfrm>
                <a:off x="4770808" y="3824214"/>
                <a:ext cx="82800" cy="7920"/>
              </p14:xfrm>
            </p:contentPart>
          </mc:Choice>
          <mc:Fallback>
            <p:pic>
              <p:nvPicPr>
                <p:cNvPr id="14" name="Tinta 13">
                  <a:extLst>
                    <a:ext uri="{FF2B5EF4-FFF2-40B4-BE49-F238E27FC236}">
                      <a16:creationId xmlns:a16="http://schemas.microsoft.com/office/drawing/2014/main" id="{503F97BF-92FE-358B-C01E-A5ABA45586F0}"/>
                    </a:ext>
                  </a:extLst>
                </p:cNvPr>
                <p:cNvPicPr/>
                <p:nvPr/>
              </p:nvPicPr>
              <p:blipFill>
                <a:blip r:embed="rId16"/>
                <a:stretch>
                  <a:fillRect/>
                </a:stretch>
              </p:blipFill>
              <p:spPr>
                <a:xfrm>
                  <a:off x="4764688" y="3818094"/>
                  <a:ext cx="95040" cy="20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">
              <p14:nvContentPartPr>
                <p14:cNvPr id="15" name="Tinta 14">
                  <a:extLst>
                    <a:ext uri="{FF2B5EF4-FFF2-40B4-BE49-F238E27FC236}">
                      <a16:creationId xmlns:a16="http://schemas.microsoft.com/office/drawing/2014/main" id="{EFDBD138-431B-C578-5416-887691730B2A}"/>
                    </a:ext>
                  </a:extLst>
                </p14:cNvPr>
                <p14:cNvContentPartPr/>
                <p14:nvPr/>
              </p14:nvContentPartPr>
              <p14:xfrm>
                <a:off x="4711768" y="3903414"/>
                <a:ext cx="186120" cy="57240"/>
              </p14:xfrm>
            </p:contentPart>
          </mc:Choice>
          <mc:Fallback>
            <p:pic>
              <p:nvPicPr>
                <p:cNvPr id="15" name="Tinta 14">
                  <a:extLst>
                    <a:ext uri="{FF2B5EF4-FFF2-40B4-BE49-F238E27FC236}">
                      <a16:creationId xmlns:a16="http://schemas.microsoft.com/office/drawing/2014/main" id="{EFDBD138-431B-C578-5416-887691730B2A}"/>
                    </a:ext>
                  </a:extLst>
                </p:cNvPr>
                <p:cNvPicPr/>
                <p:nvPr/>
              </p:nvPicPr>
              <p:blipFill>
                <a:blip r:embed="rId18"/>
                <a:stretch>
                  <a:fillRect/>
                </a:stretch>
              </p:blipFill>
              <p:spPr>
                <a:xfrm>
                  <a:off x="4705648" y="3897294"/>
                  <a:ext cx="198360" cy="69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">
              <p14:nvContentPartPr>
                <p14:cNvPr id="17" name="Tinta 16">
                  <a:extLst>
                    <a:ext uri="{FF2B5EF4-FFF2-40B4-BE49-F238E27FC236}">
                      <a16:creationId xmlns:a16="http://schemas.microsoft.com/office/drawing/2014/main" id="{F40B5066-F6D2-38C6-FE9A-06AB11D66A28}"/>
                    </a:ext>
                  </a:extLst>
                </p14:cNvPr>
                <p14:cNvContentPartPr/>
                <p14:nvPr/>
              </p14:nvContentPartPr>
              <p14:xfrm>
                <a:off x="5171848" y="3746814"/>
                <a:ext cx="439920" cy="215280"/>
              </p14:xfrm>
            </p:contentPart>
          </mc:Choice>
          <mc:Fallback>
            <p:pic>
              <p:nvPicPr>
                <p:cNvPr id="17" name="Tinta 16">
                  <a:extLst>
                    <a:ext uri="{FF2B5EF4-FFF2-40B4-BE49-F238E27FC236}">
                      <a16:creationId xmlns:a16="http://schemas.microsoft.com/office/drawing/2014/main" id="{F40B5066-F6D2-38C6-FE9A-06AB11D66A28}"/>
                    </a:ext>
                  </a:extLst>
                </p:cNvPr>
                <p:cNvPicPr/>
                <p:nvPr/>
              </p:nvPicPr>
              <p:blipFill>
                <a:blip r:embed="rId20"/>
                <a:stretch>
                  <a:fillRect/>
                </a:stretch>
              </p:blipFill>
              <p:spPr>
                <a:xfrm>
                  <a:off x="5165728" y="3740694"/>
                  <a:ext cx="452160" cy="227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1">
              <p14:nvContentPartPr>
                <p14:cNvPr id="18" name="Tinta 17">
                  <a:extLst>
                    <a:ext uri="{FF2B5EF4-FFF2-40B4-BE49-F238E27FC236}">
                      <a16:creationId xmlns:a16="http://schemas.microsoft.com/office/drawing/2014/main" id="{9F23FCFE-CEEE-BBF5-F78A-427D963B8364}"/>
                    </a:ext>
                  </a:extLst>
                </p14:cNvPr>
                <p14:cNvContentPartPr/>
                <p14:nvPr/>
              </p14:nvContentPartPr>
              <p14:xfrm>
                <a:off x="5598448" y="3764814"/>
                <a:ext cx="345600" cy="168480"/>
              </p14:xfrm>
            </p:contentPart>
          </mc:Choice>
          <mc:Fallback>
            <p:pic>
              <p:nvPicPr>
                <p:cNvPr id="18" name="Tinta 17">
                  <a:extLst>
                    <a:ext uri="{FF2B5EF4-FFF2-40B4-BE49-F238E27FC236}">
                      <a16:creationId xmlns:a16="http://schemas.microsoft.com/office/drawing/2014/main" id="{9F23FCFE-CEEE-BBF5-F78A-427D963B8364}"/>
                    </a:ext>
                  </a:extLst>
                </p:cNvPr>
                <p:cNvPicPr/>
                <p:nvPr/>
              </p:nvPicPr>
              <p:blipFill>
                <a:blip r:embed="rId22"/>
                <a:stretch>
                  <a:fillRect/>
                </a:stretch>
              </p:blipFill>
              <p:spPr>
                <a:xfrm>
                  <a:off x="5592328" y="3758694"/>
                  <a:ext cx="357840" cy="180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3">
              <p14:nvContentPartPr>
                <p14:cNvPr id="19" name="Tinta 18">
                  <a:extLst>
                    <a:ext uri="{FF2B5EF4-FFF2-40B4-BE49-F238E27FC236}">
                      <a16:creationId xmlns:a16="http://schemas.microsoft.com/office/drawing/2014/main" id="{A66BF626-6F79-AFD2-934F-3B42C34507A4}"/>
                    </a:ext>
                  </a:extLst>
                </p14:cNvPr>
                <p14:cNvContentPartPr/>
                <p14:nvPr/>
              </p14:nvContentPartPr>
              <p14:xfrm>
                <a:off x="6192448" y="3812334"/>
                <a:ext cx="445320" cy="125640"/>
              </p14:xfrm>
            </p:contentPart>
          </mc:Choice>
          <mc:Fallback>
            <p:pic>
              <p:nvPicPr>
                <p:cNvPr id="19" name="Tinta 18">
                  <a:extLst>
                    <a:ext uri="{FF2B5EF4-FFF2-40B4-BE49-F238E27FC236}">
                      <a16:creationId xmlns:a16="http://schemas.microsoft.com/office/drawing/2014/main" id="{A66BF626-6F79-AFD2-934F-3B42C34507A4}"/>
                    </a:ext>
                  </a:extLst>
                </p:cNvPr>
                <p:cNvPicPr/>
                <p:nvPr/>
              </p:nvPicPr>
              <p:blipFill>
                <a:blip r:embed="rId24"/>
                <a:stretch>
                  <a:fillRect/>
                </a:stretch>
              </p:blipFill>
              <p:spPr>
                <a:xfrm>
                  <a:off x="6186328" y="3806214"/>
                  <a:ext cx="457560" cy="1378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0" name="Agrupar 29">
            <a:extLst>
              <a:ext uri="{FF2B5EF4-FFF2-40B4-BE49-F238E27FC236}">
                <a16:creationId xmlns:a16="http://schemas.microsoft.com/office/drawing/2014/main" id="{D12403AF-C0AE-7B5C-71CD-AF09AEE13BC2}"/>
              </a:ext>
            </a:extLst>
          </p:cNvPr>
          <p:cNvGrpSpPr/>
          <p:nvPr/>
        </p:nvGrpSpPr>
        <p:grpSpPr>
          <a:xfrm>
            <a:off x="4210648" y="4095654"/>
            <a:ext cx="3242880" cy="360360"/>
            <a:chOff x="4210648" y="4095654"/>
            <a:chExt cx="3242880" cy="3603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5">
              <p14:nvContentPartPr>
                <p14:cNvPr id="21" name="Tinta 20">
                  <a:extLst>
                    <a:ext uri="{FF2B5EF4-FFF2-40B4-BE49-F238E27FC236}">
                      <a16:creationId xmlns:a16="http://schemas.microsoft.com/office/drawing/2014/main" id="{78C3BE14-842D-F336-CBF0-E7DAAAFCDD33}"/>
                    </a:ext>
                  </a:extLst>
                </p14:cNvPr>
                <p14:cNvContentPartPr/>
                <p14:nvPr/>
              </p14:nvContentPartPr>
              <p14:xfrm>
                <a:off x="4210648" y="4304454"/>
                <a:ext cx="478080" cy="86760"/>
              </p14:xfrm>
            </p:contentPart>
          </mc:Choice>
          <mc:Fallback>
            <p:pic>
              <p:nvPicPr>
                <p:cNvPr id="21" name="Tinta 20">
                  <a:extLst>
                    <a:ext uri="{FF2B5EF4-FFF2-40B4-BE49-F238E27FC236}">
                      <a16:creationId xmlns:a16="http://schemas.microsoft.com/office/drawing/2014/main" id="{78C3BE14-842D-F336-CBF0-E7DAAAFCDD33}"/>
                    </a:ext>
                  </a:extLst>
                </p:cNvPr>
                <p:cNvPicPr/>
                <p:nvPr/>
              </p:nvPicPr>
              <p:blipFill>
                <a:blip r:embed="rId26"/>
                <a:stretch>
                  <a:fillRect/>
                </a:stretch>
              </p:blipFill>
              <p:spPr>
                <a:xfrm>
                  <a:off x="4204528" y="4298334"/>
                  <a:ext cx="490320" cy="99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7">
              <p14:nvContentPartPr>
                <p14:cNvPr id="22" name="Tinta 21">
                  <a:extLst>
                    <a:ext uri="{FF2B5EF4-FFF2-40B4-BE49-F238E27FC236}">
                      <a16:creationId xmlns:a16="http://schemas.microsoft.com/office/drawing/2014/main" id="{667B22E9-B3FB-1377-8BB4-38C74E7A6F84}"/>
                    </a:ext>
                  </a:extLst>
                </p14:cNvPr>
                <p14:cNvContentPartPr/>
                <p14:nvPr/>
              </p14:nvContentPartPr>
              <p14:xfrm>
                <a:off x="5015248" y="4391214"/>
                <a:ext cx="118080" cy="10080"/>
              </p14:xfrm>
            </p:contentPart>
          </mc:Choice>
          <mc:Fallback>
            <p:pic>
              <p:nvPicPr>
                <p:cNvPr id="22" name="Tinta 21">
                  <a:extLst>
                    <a:ext uri="{FF2B5EF4-FFF2-40B4-BE49-F238E27FC236}">
                      <a16:creationId xmlns:a16="http://schemas.microsoft.com/office/drawing/2014/main" id="{667B22E9-B3FB-1377-8BB4-38C74E7A6F84}"/>
                    </a:ext>
                  </a:extLst>
                </p:cNvPr>
                <p:cNvPicPr/>
                <p:nvPr/>
              </p:nvPicPr>
              <p:blipFill>
                <a:blip r:embed="rId28"/>
                <a:stretch>
                  <a:fillRect/>
                </a:stretch>
              </p:blipFill>
              <p:spPr>
                <a:xfrm>
                  <a:off x="5009128" y="4385094"/>
                  <a:ext cx="130320" cy="22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9">
              <p14:nvContentPartPr>
                <p14:cNvPr id="23" name="Tinta 22">
                  <a:extLst>
                    <a:ext uri="{FF2B5EF4-FFF2-40B4-BE49-F238E27FC236}">
                      <a16:creationId xmlns:a16="http://schemas.microsoft.com/office/drawing/2014/main" id="{ED0E17F3-F13E-01B6-D7DF-834DC61A46D5}"/>
                    </a:ext>
                  </a:extLst>
                </p14:cNvPr>
                <p14:cNvContentPartPr/>
                <p14:nvPr/>
              </p14:nvContentPartPr>
              <p14:xfrm>
                <a:off x="4817608" y="4443774"/>
                <a:ext cx="233280" cy="12240"/>
              </p14:xfrm>
            </p:contentPart>
          </mc:Choice>
          <mc:Fallback>
            <p:pic>
              <p:nvPicPr>
                <p:cNvPr id="23" name="Tinta 22">
                  <a:extLst>
                    <a:ext uri="{FF2B5EF4-FFF2-40B4-BE49-F238E27FC236}">
                      <a16:creationId xmlns:a16="http://schemas.microsoft.com/office/drawing/2014/main" id="{ED0E17F3-F13E-01B6-D7DF-834DC61A46D5}"/>
                    </a:ext>
                  </a:extLst>
                </p:cNvPr>
                <p:cNvPicPr/>
                <p:nvPr/>
              </p:nvPicPr>
              <p:blipFill>
                <a:blip r:embed="rId30"/>
                <a:stretch>
                  <a:fillRect/>
                </a:stretch>
              </p:blipFill>
              <p:spPr>
                <a:xfrm>
                  <a:off x="4811488" y="4437654"/>
                  <a:ext cx="245520" cy="24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1">
              <p14:nvContentPartPr>
                <p14:cNvPr id="25" name="Tinta 24">
                  <a:extLst>
                    <a:ext uri="{FF2B5EF4-FFF2-40B4-BE49-F238E27FC236}">
                      <a16:creationId xmlns:a16="http://schemas.microsoft.com/office/drawing/2014/main" id="{05AE5C30-6A7B-B973-EF31-37738C31D651}"/>
                    </a:ext>
                  </a:extLst>
                </p14:cNvPr>
                <p14:cNvContentPartPr/>
                <p14:nvPr/>
              </p14:nvContentPartPr>
              <p14:xfrm>
                <a:off x="5354368" y="4240014"/>
                <a:ext cx="442800" cy="158040"/>
              </p14:xfrm>
            </p:contentPart>
          </mc:Choice>
          <mc:Fallback>
            <p:pic>
              <p:nvPicPr>
                <p:cNvPr id="25" name="Tinta 24">
                  <a:extLst>
                    <a:ext uri="{FF2B5EF4-FFF2-40B4-BE49-F238E27FC236}">
                      <a16:creationId xmlns:a16="http://schemas.microsoft.com/office/drawing/2014/main" id="{05AE5C30-6A7B-B973-EF31-37738C31D651}"/>
                    </a:ext>
                  </a:extLst>
                </p:cNvPr>
                <p:cNvPicPr/>
                <p:nvPr/>
              </p:nvPicPr>
              <p:blipFill>
                <a:blip r:embed="rId32"/>
                <a:stretch>
                  <a:fillRect/>
                </a:stretch>
              </p:blipFill>
              <p:spPr>
                <a:xfrm>
                  <a:off x="5348248" y="4233894"/>
                  <a:ext cx="455040" cy="170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3">
              <p14:nvContentPartPr>
                <p14:cNvPr id="26" name="Tinta 25">
                  <a:extLst>
                    <a:ext uri="{FF2B5EF4-FFF2-40B4-BE49-F238E27FC236}">
                      <a16:creationId xmlns:a16="http://schemas.microsoft.com/office/drawing/2014/main" id="{358BD77E-38A2-9E35-F567-C72D36F585CA}"/>
                    </a:ext>
                  </a:extLst>
                </p14:cNvPr>
                <p14:cNvContentPartPr/>
                <p14:nvPr/>
              </p14:nvContentPartPr>
              <p14:xfrm>
                <a:off x="6007408" y="4345494"/>
                <a:ext cx="327240" cy="106200"/>
              </p14:xfrm>
            </p:contentPart>
          </mc:Choice>
          <mc:Fallback>
            <p:pic>
              <p:nvPicPr>
                <p:cNvPr id="26" name="Tinta 25">
                  <a:extLst>
                    <a:ext uri="{FF2B5EF4-FFF2-40B4-BE49-F238E27FC236}">
                      <a16:creationId xmlns:a16="http://schemas.microsoft.com/office/drawing/2014/main" id="{358BD77E-38A2-9E35-F567-C72D36F585CA}"/>
                    </a:ext>
                  </a:extLst>
                </p:cNvPr>
                <p:cNvPicPr/>
                <p:nvPr/>
              </p:nvPicPr>
              <p:blipFill>
                <a:blip r:embed="rId34"/>
                <a:stretch>
                  <a:fillRect/>
                </a:stretch>
              </p:blipFill>
              <p:spPr>
                <a:xfrm>
                  <a:off x="6001288" y="4339374"/>
                  <a:ext cx="339480" cy="118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5">
              <p14:nvContentPartPr>
                <p14:cNvPr id="27" name="Tinta 26">
                  <a:extLst>
                    <a:ext uri="{FF2B5EF4-FFF2-40B4-BE49-F238E27FC236}">
                      <a16:creationId xmlns:a16="http://schemas.microsoft.com/office/drawing/2014/main" id="{70D0E456-676A-011B-5129-2F756281AB62}"/>
                    </a:ext>
                  </a:extLst>
                </p14:cNvPr>
                <p14:cNvContentPartPr/>
                <p14:nvPr/>
              </p14:nvContentPartPr>
              <p14:xfrm>
                <a:off x="6554968" y="4215534"/>
                <a:ext cx="186120" cy="159120"/>
              </p14:xfrm>
            </p:contentPart>
          </mc:Choice>
          <mc:Fallback>
            <p:pic>
              <p:nvPicPr>
                <p:cNvPr id="27" name="Tinta 26">
                  <a:extLst>
                    <a:ext uri="{FF2B5EF4-FFF2-40B4-BE49-F238E27FC236}">
                      <a16:creationId xmlns:a16="http://schemas.microsoft.com/office/drawing/2014/main" id="{70D0E456-676A-011B-5129-2F756281AB62}"/>
                    </a:ext>
                  </a:extLst>
                </p:cNvPr>
                <p:cNvPicPr/>
                <p:nvPr/>
              </p:nvPicPr>
              <p:blipFill>
                <a:blip r:embed="rId36"/>
                <a:stretch>
                  <a:fillRect/>
                </a:stretch>
              </p:blipFill>
              <p:spPr>
                <a:xfrm>
                  <a:off x="6548848" y="4209414"/>
                  <a:ext cx="198360" cy="171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7">
              <p14:nvContentPartPr>
                <p14:cNvPr id="28" name="Tinta 27">
                  <a:extLst>
                    <a:ext uri="{FF2B5EF4-FFF2-40B4-BE49-F238E27FC236}">
                      <a16:creationId xmlns:a16="http://schemas.microsoft.com/office/drawing/2014/main" id="{C6E4E8F5-AFDE-D4E4-CCE0-DDAD9556AD56}"/>
                    </a:ext>
                  </a:extLst>
                </p14:cNvPr>
                <p14:cNvContentPartPr/>
                <p14:nvPr/>
              </p14:nvContentPartPr>
              <p14:xfrm>
                <a:off x="6625528" y="4311294"/>
                <a:ext cx="313200" cy="110160"/>
              </p14:xfrm>
            </p:contentPart>
          </mc:Choice>
          <mc:Fallback>
            <p:pic>
              <p:nvPicPr>
                <p:cNvPr id="28" name="Tinta 27">
                  <a:extLst>
                    <a:ext uri="{FF2B5EF4-FFF2-40B4-BE49-F238E27FC236}">
                      <a16:creationId xmlns:a16="http://schemas.microsoft.com/office/drawing/2014/main" id="{C6E4E8F5-AFDE-D4E4-CCE0-DDAD9556AD56}"/>
                    </a:ext>
                  </a:extLst>
                </p:cNvPr>
                <p:cNvPicPr/>
                <p:nvPr/>
              </p:nvPicPr>
              <p:blipFill>
                <a:blip r:embed="rId38"/>
                <a:stretch>
                  <a:fillRect/>
                </a:stretch>
              </p:blipFill>
              <p:spPr>
                <a:xfrm>
                  <a:off x="6619408" y="4305174"/>
                  <a:ext cx="325440" cy="122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9">
              <p14:nvContentPartPr>
                <p14:cNvPr id="29" name="Tinta 28">
                  <a:extLst>
                    <a:ext uri="{FF2B5EF4-FFF2-40B4-BE49-F238E27FC236}">
                      <a16:creationId xmlns:a16="http://schemas.microsoft.com/office/drawing/2014/main" id="{121D1495-A62C-2EFB-925F-E22B01510ECD}"/>
                    </a:ext>
                  </a:extLst>
                </p14:cNvPr>
                <p14:cNvContentPartPr/>
                <p14:nvPr/>
              </p14:nvContentPartPr>
              <p14:xfrm>
                <a:off x="7032328" y="4095654"/>
                <a:ext cx="421200" cy="127080"/>
              </p14:xfrm>
            </p:contentPart>
          </mc:Choice>
          <mc:Fallback>
            <p:pic>
              <p:nvPicPr>
                <p:cNvPr id="29" name="Tinta 28">
                  <a:extLst>
                    <a:ext uri="{FF2B5EF4-FFF2-40B4-BE49-F238E27FC236}">
                      <a16:creationId xmlns:a16="http://schemas.microsoft.com/office/drawing/2014/main" id="{121D1495-A62C-2EFB-925F-E22B01510ECD}"/>
                    </a:ext>
                  </a:extLst>
                </p:cNvPr>
                <p:cNvPicPr/>
                <p:nvPr/>
              </p:nvPicPr>
              <p:blipFill>
                <a:blip r:embed="rId40"/>
                <a:stretch>
                  <a:fillRect/>
                </a:stretch>
              </p:blipFill>
              <p:spPr>
                <a:xfrm>
                  <a:off x="7026208" y="4089534"/>
                  <a:ext cx="433440" cy="1393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43" name="Agrupar 42">
            <a:extLst>
              <a:ext uri="{FF2B5EF4-FFF2-40B4-BE49-F238E27FC236}">
                <a16:creationId xmlns:a16="http://schemas.microsoft.com/office/drawing/2014/main" id="{6B8D1B6C-8816-057D-855E-B580F10EA2BE}"/>
              </a:ext>
            </a:extLst>
          </p:cNvPr>
          <p:cNvGrpSpPr/>
          <p:nvPr/>
        </p:nvGrpSpPr>
        <p:grpSpPr>
          <a:xfrm>
            <a:off x="4140448" y="4639254"/>
            <a:ext cx="1516680" cy="203760"/>
            <a:chOff x="4140448" y="4639254"/>
            <a:chExt cx="1516680" cy="2037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41">
              <p14:nvContentPartPr>
                <p14:cNvPr id="31" name="Tinta 30">
                  <a:extLst>
                    <a:ext uri="{FF2B5EF4-FFF2-40B4-BE49-F238E27FC236}">
                      <a16:creationId xmlns:a16="http://schemas.microsoft.com/office/drawing/2014/main" id="{70607737-C5C2-EB0F-3A6B-E55FAFAC3636}"/>
                    </a:ext>
                  </a:extLst>
                </p14:cNvPr>
                <p14:cNvContentPartPr/>
                <p14:nvPr/>
              </p14:nvContentPartPr>
              <p14:xfrm>
                <a:off x="4140448" y="4681374"/>
                <a:ext cx="221400" cy="83880"/>
              </p14:xfrm>
            </p:contentPart>
          </mc:Choice>
          <mc:Fallback>
            <p:pic>
              <p:nvPicPr>
                <p:cNvPr id="31" name="Tinta 30">
                  <a:extLst>
                    <a:ext uri="{FF2B5EF4-FFF2-40B4-BE49-F238E27FC236}">
                      <a16:creationId xmlns:a16="http://schemas.microsoft.com/office/drawing/2014/main" id="{70607737-C5C2-EB0F-3A6B-E55FAFAC3636}"/>
                    </a:ext>
                  </a:extLst>
                </p:cNvPr>
                <p:cNvPicPr/>
                <p:nvPr/>
              </p:nvPicPr>
              <p:blipFill>
                <a:blip r:embed="rId42"/>
                <a:stretch>
                  <a:fillRect/>
                </a:stretch>
              </p:blipFill>
              <p:spPr>
                <a:xfrm>
                  <a:off x="4134328" y="4675254"/>
                  <a:ext cx="233640" cy="96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3">
              <p14:nvContentPartPr>
                <p14:cNvPr id="32" name="Tinta 31">
                  <a:extLst>
                    <a:ext uri="{FF2B5EF4-FFF2-40B4-BE49-F238E27FC236}">
                      <a16:creationId xmlns:a16="http://schemas.microsoft.com/office/drawing/2014/main" id="{A5995B70-775E-FEEB-DF71-55D4E30C41EC}"/>
                    </a:ext>
                  </a:extLst>
                </p14:cNvPr>
                <p14:cNvContentPartPr/>
                <p14:nvPr/>
              </p14:nvContentPartPr>
              <p14:xfrm>
                <a:off x="4420528" y="4693614"/>
                <a:ext cx="153000" cy="121680"/>
              </p14:xfrm>
            </p:contentPart>
          </mc:Choice>
          <mc:Fallback>
            <p:pic>
              <p:nvPicPr>
                <p:cNvPr id="32" name="Tinta 31">
                  <a:extLst>
                    <a:ext uri="{FF2B5EF4-FFF2-40B4-BE49-F238E27FC236}">
                      <a16:creationId xmlns:a16="http://schemas.microsoft.com/office/drawing/2014/main" id="{A5995B70-775E-FEEB-DF71-55D4E30C41EC}"/>
                    </a:ext>
                  </a:extLst>
                </p:cNvPr>
                <p:cNvPicPr/>
                <p:nvPr/>
              </p:nvPicPr>
              <p:blipFill>
                <a:blip r:embed="rId44"/>
                <a:stretch>
                  <a:fillRect/>
                </a:stretch>
              </p:blipFill>
              <p:spPr>
                <a:xfrm>
                  <a:off x="4414408" y="4687494"/>
                  <a:ext cx="165240" cy="133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5">
              <p14:nvContentPartPr>
                <p14:cNvPr id="33" name="Tinta 32">
                  <a:extLst>
                    <a:ext uri="{FF2B5EF4-FFF2-40B4-BE49-F238E27FC236}">
                      <a16:creationId xmlns:a16="http://schemas.microsoft.com/office/drawing/2014/main" id="{0283CDD3-6D79-E277-9D55-F6C38BA5AD79}"/>
                    </a:ext>
                  </a:extLst>
                </p14:cNvPr>
                <p14:cNvContentPartPr/>
                <p14:nvPr/>
              </p14:nvContentPartPr>
              <p14:xfrm>
                <a:off x="4600528" y="4674174"/>
                <a:ext cx="201240" cy="129960"/>
              </p14:xfrm>
            </p:contentPart>
          </mc:Choice>
          <mc:Fallback>
            <p:pic>
              <p:nvPicPr>
                <p:cNvPr id="33" name="Tinta 32">
                  <a:extLst>
                    <a:ext uri="{FF2B5EF4-FFF2-40B4-BE49-F238E27FC236}">
                      <a16:creationId xmlns:a16="http://schemas.microsoft.com/office/drawing/2014/main" id="{0283CDD3-6D79-E277-9D55-F6C38BA5AD79}"/>
                    </a:ext>
                  </a:extLst>
                </p:cNvPr>
                <p:cNvPicPr/>
                <p:nvPr/>
              </p:nvPicPr>
              <p:blipFill>
                <a:blip r:embed="rId46"/>
                <a:stretch>
                  <a:fillRect/>
                </a:stretch>
              </p:blipFill>
              <p:spPr>
                <a:xfrm>
                  <a:off x="4594408" y="4668054"/>
                  <a:ext cx="213480" cy="142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7">
              <p14:nvContentPartPr>
                <p14:cNvPr id="34" name="Tinta 33">
                  <a:extLst>
                    <a:ext uri="{FF2B5EF4-FFF2-40B4-BE49-F238E27FC236}">
                      <a16:creationId xmlns:a16="http://schemas.microsoft.com/office/drawing/2014/main" id="{9B547607-A14D-B512-C795-36FC20D9C799}"/>
                    </a:ext>
                  </a:extLst>
                </p14:cNvPr>
                <p14:cNvContentPartPr/>
                <p14:nvPr/>
              </p14:nvContentPartPr>
              <p14:xfrm>
                <a:off x="4956568" y="4639254"/>
                <a:ext cx="118080" cy="132120"/>
              </p14:xfrm>
            </p:contentPart>
          </mc:Choice>
          <mc:Fallback>
            <p:pic>
              <p:nvPicPr>
                <p:cNvPr id="34" name="Tinta 33">
                  <a:extLst>
                    <a:ext uri="{FF2B5EF4-FFF2-40B4-BE49-F238E27FC236}">
                      <a16:creationId xmlns:a16="http://schemas.microsoft.com/office/drawing/2014/main" id="{9B547607-A14D-B512-C795-36FC20D9C799}"/>
                    </a:ext>
                  </a:extLst>
                </p:cNvPr>
                <p:cNvPicPr/>
                <p:nvPr/>
              </p:nvPicPr>
              <p:blipFill>
                <a:blip r:embed="rId48"/>
                <a:stretch>
                  <a:fillRect/>
                </a:stretch>
              </p:blipFill>
              <p:spPr>
                <a:xfrm>
                  <a:off x="4950448" y="4633134"/>
                  <a:ext cx="130320" cy="144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9">
              <p14:nvContentPartPr>
                <p14:cNvPr id="35" name="Tinta 34">
                  <a:extLst>
                    <a:ext uri="{FF2B5EF4-FFF2-40B4-BE49-F238E27FC236}">
                      <a16:creationId xmlns:a16="http://schemas.microsoft.com/office/drawing/2014/main" id="{F3F4BB29-ED40-052B-FE56-5373A845B672}"/>
                    </a:ext>
                  </a:extLst>
                </p14:cNvPr>
                <p14:cNvContentPartPr/>
                <p14:nvPr/>
              </p14:nvContentPartPr>
              <p14:xfrm>
                <a:off x="5527528" y="4746174"/>
                <a:ext cx="129600" cy="21960"/>
              </p14:xfrm>
            </p:contentPart>
          </mc:Choice>
          <mc:Fallback>
            <p:pic>
              <p:nvPicPr>
                <p:cNvPr id="35" name="Tinta 34">
                  <a:extLst>
                    <a:ext uri="{FF2B5EF4-FFF2-40B4-BE49-F238E27FC236}">
                      <a16:creationId xmlns:a16="http://schemas.microsoft.com/office/drawing/2014/main" id="{F3F4BB29-ED40-052B-FE56-5373A845B672}"/>
                    </a:ext>
                  </a:extLst>
                </p:cNvPr>
                <p:cNvPicPr/>
                <p:nvPr/>
              </p:nvPicPr>
              <p:blipFill>
                <a:blip r:embed="rId50"/>
                <a:stretch>
                  <a:fillRect/>
                </a:stretch>
              </p:blipFill>
              <p:spPr>
                <a:xfrm>
                  <a:off x="5521408" y="4740054"/>
                  <a:ext cx="141840" cy="34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1">
              <p14:nvContentPartPr>
                <p14:cNvPr id="36" name="Tinta 35">
                  <a:extLst>
                    <a:ext uri="{FF2B5EF4-FFF2-40B4-BE49-F238E27FC236}">
                      <a16:creationId xmlns:a16="http://schemas.microsoft.com/office/drawing/2014/main" id="{F9A28E3B-5394-40B4-1325-080260DF9FC4}"/>
                    </a:ext>
                  </a:extLst>
                </p14:cNvPr>
                <p14:cNvContentPartPr/>
                <p14:nvPr/>
              </p14:nvContentPartPr>
              <p14:xfrm>
                <a:off x="5365528" y="4842654"/>
                <a:ext cx="280080" cy="360"/>
              </p14:xfrm>
            </p:contentPart>
          </mc:Choice>
          <mc:Fallback>
            <p:pic>
              <p:nvPicPr>
                <p:cNvPr id="36" name="Tinta 35">
                  <a:extLst>
                    <a:ext uri="{FF2B5EF4-FFF2-40B4-BE49-F238E27FC236}">
                      <a16:creationId xmlns:a16="http://schemas.microsoft.com/office/drawing/2014/main" id="{F9A28E3B-5394-40B4-1325-080260DF9FC4}"/>
                    </a:ext>
                  </a:extLst>
                </p:cNvPr>
                <p:cNvPicPr/>
                <p:nvPr/>
              </p:nvPicPr>
              <p:blipFill>
                <a:blip r:embed="rId52"/>
                <a:stretch>
                  <a:fillRect/>
                </a:stretch>
              </p:blipFill>
              <p:spPr>
                <a:xfrm>
                  <a:off x="5359408" y="4836534"/>
                  <a:ext cx="292320" cy="1260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53">
            <p14:nvContentPartPr>
              <p14:cNvPr id="37" name="Tinta 36">
                <a:extLst>
                  <a:ext uri="{FF2B5EF4-FFF2-40B4-BE49-F238E27FC236}">
                    <a16:creationId xmlns:a16="http://schemas.microsoft.com/office/drawing/2014/main" id="{6BBACA91-0FDF-5BFA-20BC-F8084F50A9CB}"/>
                  </a:ext>
                </a:extLst>
              </p14:cNvPr>
              <p14:cNvContentPartPr/>
              <p14:nvPr/>
            </p14:nvContentPartPr>
            <p14:xfrm>
              <a:off x="5995528" y="4676334"/>
              <a:ext cx="315720" cy="160920"/>
            </p14:xfrm>
          </p:contentPart>
        </mc:Choice>
        <mc:Fallback>
          <p:pic>
            <p:nvPicPr>
              <p:cNvPr id="37" name="Tinta 36">
                <a:extLst>
                  <a:ext uri="{FF2B5EF4-FFF2-40B4-BE49-F238E27FC236}">
                    <a16:creationId xmlns:a16="http://schemas.microsoft.com/office/drawing/2014/main" id="{6BBACA91-0FDF-5BFA-20BC-F8084F50A9CB}"/>
                  </a:ext>
                </a:extLst>
              </p:cNvPr>
              <p:cNvPicPr/>
              <p:nvPr/>
            </p:nvPicPr>
            <p:blipFill>
              <a:blip r:embed="rId54"/>
              <a:stretch>
                <a:fillRect/>
              </a:stretch>
            </p:blipFill>
            <p:spPr>
              <a:xfrm>
                <a:off x="5989408" y="4670214"/>
                <a:ext cx="327960" cy="173160"/>
              </a:xfrm>
              <a:prstGeom prst="rect">
                <a:avLst/>
              </a:prstGeom>
            </p:spPr>
          </p:pic>
        </mc:Fallback>
      </mc:AlternateContent>
      <p:grpSp>
        <p:nvGrpSpPr>
          <p:cNvPr id="42" name="Agrupar 41">
            <a:extLst>
              <a:ext uri="{FF2B5EF4-FFF2-40B4-BE49-F238E27FC236}">
                <a16:creationId xmlns:a16="http://schemas.microsoft.com/office/drawing/2014/main" id="{9BE785FB-D2DF-382E-EC39-07BEF92ED0E3}"/>
              </a:ext>
            </a:extLst>
          </p:cNvPr>
          <p:cNvGrpSpPr/>
          <p:nvPr/>
        </p:nvGrpSpPr>
        <p:grpSpPr>
          <a:xfrm>
            <a:off x="4058368" y="4958574"/>
            <a:ext cx="1131480" cy="223560"/>
            <a:chOff x="4058368" y="4958574"/>
            <a:chExt cx="1131480" cy="2235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55">
              <p14:nvContentPartPr>
                <p14:cNvPr id="38" name="Tinta 37">
                  <a:extLst>
                    <a:ext uri="{FF2B5EF4-FFF2-40B4-BE49-F238E27FC236}">
                      <a16:creationId xmlns:a16="http://schemas.microsoft.com/office/drawing/2014/main" id="{265924FC-FDCE-8922-3CC6-145236CE908C}"/>
                    </a:ext>
                  </a:extLst>
                </p14:cNvPr>
                <p14:cNvContentPartPr/>
                <p14:nvPr/>
              </p14:nvContentPartPr>
              <p14:xfrm>
                <a:off x="4058368" y="5025894"/>
                <a:ext cx="327240" cy="129960"/>
              </p14:xfrm>
            </p:contentPart>
          </mc:Choice>
          <mc:Fallback>
            <p:pic>
              <p:nvPicPr>
                <p:cNvPr id="38" name="Tinta 37">
                  <a:extLst>
                    <a:ext uri="{FF2B5EF4-FFF2-40B4-BE49-F238E27FC236}">
                      <a16:creationId xmlns:a16="http://schemas.microsoft.com/office/drawing/2014/main" id="{265924FC-FDCE-8922-3CC6-145236CE908C}"/>
                    </a:ext>
                  </a:extLst>
                </p:cNvPr>
                <p:cNvPicPr/>
                <p:nvPr/>
              </p:nvPicPr>
              <p:blipFill>
                <a:blip r:embed="rId56"/>
                <a:stretch>
                  <a:fillRect/>
                </a:stretch>
              </p:blipFill>
              <p:spPr>
                <a:xfrm>
                  <a:off x="4052248" y="5019774"/>
                  <a:ext cx="339480" cy="142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7">
              <p14:nvContentPartPr>
                <p14:cNvPr id="39" name="Tinta 38">
                  <a:extLst>
                    <a:ext uri="{FF2B5EF4-FFF2-40B4-BE49-F238E27FC236}">
                      <a16:creationId xmlns:a16="http://schemas.microsoft.com/office/drawing/2014/main" id="{3331CF1F-6CA3-E993-950F-72D32B001242}"/>
                    </a:ext>
                  </a:extLst>
                </p14:cNvPr>
                <p14:cNvContentPartPr/>
                <p14:nvPr/>
              </p14:nvContentPartPr>
              <p14:xfrm>
                <a:off x="4502608" y="5023014"/>
                <a:ext cx="256680" cy="156960"/>
              </p14:xfrm>
            </p:contentPart>
          </mc:Choice>
          <mc:Fallback>
            <p:pic>
              <p:nvPicPr>
                <p:cNvPr id="39" name="Tinta 38">
                  <a:extLst>
                    <a:ext uri="{FF2B5EF4-FFF2-40B4-BE49-F238E27FC236}">
                      <a16:creationId xmlns:a16="http://schemas.microsoft.com/office/drawing/2014/main" id="{3331CF1F-6CA3-E993-950F-72D32B001242}"/>
                    </a:ext>
                  </a:extLst>
                </p:cNvPr>
                <p:cNvPicPr/>
                <p:nvPr/>
              </p:nvPicPr>
              <p:blipFill>
                <a:blip r:embed="rId58"/>
                <a:stretch>
                  <a:fillRect/>
                </a:stretch>
              </p:blipFill>
              <p:spPr>
                <a:xfrm>
                  <a:off x="4496488" y="5016894"/>
                  <a:ext cx="268920" cy="169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9">
              <p14:nvContentPartPr>
                <p14:cNvPr id="40" name="Tinta 39">
                  <a:extLst>
                    <a:ext uri="{FF2B5EF4-FFF2-40B4-BE49-F238E27FC236}">
                      <a16:creationId xmlns:a16="http://schemas.microsoft.com/office/drawing/2014/main" id="{ADA6335B-A259-FA7E-4DD5-819B512CB976}"/>
                    </a:ext>
                  </a:extLst>
                </p14:cNvPr>
                <p14:cNvContentPartPr/>
                <p14:nvPr/>
              </p14:nvContentPartPr>
              <p14:xfrm>
                <a:off x="4677568" y="5029494"/>
                <a:ext cx="267120" cy="131040"/>
              </p14:xfrm>
            </p:contentPart>
          </mc:Choice>
          <mc:Fallback>
            <p:pic>
              <p:nvPicPr>
                <p:cNvPr id="40" name="Tinta 39">
                  <a:extLst>
                    <a:ext uri="{FF2B5EF4-FFF2-40B4-BE49-F238E27FC236}">
                      <a16:creationId xmlns:a16="http://schemas.microsoft.com/office/drawing/2014/main" id="{ADA6335B-A259-FA7E-4DD5-819B512CB976}"/>
                    </a:ext>
                  </a:extLst>
                </p:cNvPr>
                <p:cNvPicPr/>
                <p:nvPr/>
              </p:nvPicPr>
              <p:blipFill>
                <a:blip r:embed="rId60"/>
                <a:stretch>
                  <a:fillRect/>
                </a:stretch>
              </p:blipFill>
              <p:spPr>
                <a:xfrm>
                  <a:off x="4671448" y="5023374"/>
                  <a:ext cx="279360" cy="143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1">
              <p14:nvContentPartPr>
                <p14:cNvPr id="41" name="Tinta 40">
                  <a:extLst>
                    <a:ext uri="{FF2B5EF4-FFF2-40B4-BE49-F238E27FC236}">
                      <a16:creationId xmlns:a16="http://schemas.microsoft.com/office/drawing/2014/main" id="{9D7BCABA-8086-9C30-1DE0-50F66A3FA42B}"/>
                    </a:ext>
                  </a:extLst>
                </p14:cNvPr>
                <p14:cNvContentPartPr/>
                <p14:nvPr/>
              </p14:nvContentPartPr>
              <p14:xfrm>
                <a:off x="5027128" y="4958574"/>
                <a:ext cx="162720" cy="223560"/>
              </p14:xfrm>
            </p:contentPart>
          </mc:Choice>
          <mc:Fallback>
            <p:pic>
              <p:nvPicPr>
                <p:cNvPr id="41" name="Tinta 40">
                  <a:extLst>
                    <a:ext uri="{FF2B5EF4-FFF2-40B4-BE49-F238E27FC236}">
                      <a16:creationId xmlns:a16="http://schemas.microsoft.com/office/drawing/2014/main" id="{9D7BCABA-8086-9C30-1DE0-50F66A3FA42B}"/>
                    </a:ext>
                  </a:extLst>
                </p:cNvPr>
                <p:cNvPicPr/>
                <p:nvPr/>
              </p:nvPicPr>
              <p:blipFill>
                <a:blip r:embed="rId62"/>
                <a:stretch>
                  <a:fillRect/>
                </a:stretch>
              </p:blipFill>
              <p:spPr>
                <a:xfrm>
                  <a:off x="5021008" y="4952454"/>
                  <a:ext cx="174960" cy="2358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48" name="Agrupar 47">
            <a:extLst>
              <a:ext uri="{FF2B5EF4-FFF2-40B4-BE49-F238E27FC236}">
                <a16:creationId xmlns:a16="http://schemas.microsoft.com/office/drawing/2014/main" id="{B19A582E-B58B-7863-87D6-09A38CB3E960}"/>
              </a:ext>
            </a:extLst>
          </p:cNvPr>
          <p:cNvGrpSpPr/>
          <p:nvPr/>
        </p:nvGrpSpPr>
        <p:grpSpPr>
          <a:xfrm>
            <a:off x="5294968" y="5014014"/>
            <a:ext cx="748080" cy="150840"/>
            <a:chOff x="5294968" y="5014014"/>
            <a:chExt cx="748080" cy="1508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63">
              <p14:nvContentPartPr>
                <p14:cNvPr id="44" name="Tinta 43">
                  <a:extLst>
                    <a:ext uri="{FF2B5EF4-FFF2-40B4-BE49-F238E27FC236}">
                      <a16:creationId xmlns:a16="http://schemas.microsoft.com/office/drawing/2014/main" id="{58A6819F-B38C-1828-3799-ADE28E92EC69}"/>
                    </a:ext>
                  </a:extLst>
                </p14:cNvPr>
                <p14:cNvContentPartPr/>
                <p14:nvPr/>
              </p14:nvContentPartPr>
              <p14:xfrm>
                <a:off x="5400808" y="5058294"/>
                <a:ext cx="233280" cy="15480"/>
              </p14:xfrm>
            </p:contentPart>
          </mc:Choice>
          <mc:Fallback>
            <p:pic>
              <p:nvPicPr>
                <p:cNvPr id="44" name="Tinta 43">
                  <a:extLst>
                    <a:ext uri="{FF2B5EF4-FFF2-40B4-BE49-F238E27FC236}">
                      <a16:creationId xmlns:a16="http://schemas.microsoft.com/office/drawing/2014/main" id="{58A6819F-B38C-1828-3799-ADE28E92EC69}"/>
                    </a:ext>
                  </a:extLst>
                </p:cNvPr>
                <p:cNvPicPr/>
                <p:nvPr/>
              </p:nvPicPr>
              <p:blipFill>
                <a:blip r:embed="rId64"/>
                <a:stretch>
                  <a:fillRect/>
                </a:stretch>
              </p:blipFill>
              <p:spPr>
                <a:xfrm>
                  <a:off x="5394688" y="5052174"/>
                  <a:ext cx="245520" cy="27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5">
              <p14:nvContentPartPr>
                <p14:cNvPr id="45" name="Tinta 44">
                  <a:extLst>
                    <a:ext uri="{FF2B5EF4-FFF2-40B4-BE49-F238E27FC236}">
                      <a16:creationId xmlns:a16="http://schemas.microsoft.com/office/drawing/2014/main" id="{D384AD71-645C-C53F-3A6D-9CA2EFF762BA}"/>
                    </a:ext>
                  </a:extLst>
                </p14:cNvPr>
                <p14:cNvContentPartPr/>
                <p14:nvPr/>
              </p14:nvContentPartPr>
              <p14:xfrm>
                <a:off x="5294968" y="5113014"/>
                <a:ext cx="198000" cy="10080"/>
              </p14:xfrm>
            </p:contentPart>
          </mc:Choice>
          <mc:Fallback>
            <p:pic>
              <p:nvPicPr>
                <p:cNvPr id="45" name="Tinta 44">
                  <a:extLst>
                    <a:ext uri="{FF2B5EF4-FFF2-40B4-BE49-F238E27FC236}">
                      <a16:creationId xmlns:a16="http://schemas.microsoft.com/office/drawing/2014/main" id="{D384AD71-645C-C53F-3A6D-9CA2EFF762BA}"/>
                    </a:ext>
                  </a:extLst>
                </p:cNvPr>
                <p:cNvPicPr/>
                <p:nvPr/>
              </p:nvPicPr>
              <p:blipFill>
                <a:blip r:embed="rId66"/>
                <a:stretch>
                  <a:fillRect/>
                </a:stretch>
              </p:blipFill>
              <p:spPr>
                <a:xfrm>
                  <a:off x="5288848" y="5106894"/>
                  <a:ext cx="210240" cy="22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7">
              <p14:nvContentPartPr>
                <p14:cNvPr id="46" name="Tinta 45">
                  <a:extLst>
                    <a:ext uri="{FF2B5EF4-FFF2-40B4-BE49-F238E27FC236}">
                      <a16:creationId xmlns:a16="http://schemas.microsoft.com/office/drawing/2014/main" id="{E1261F5D-539A-B240-D723-4C88CB94145C}"/>
                    </a:ext>
                  </a:extLst>
                </p14:cNvPr>
                <p14:cNvContentPartPr/>
                <p14:nvPr/>
              </p14:nvContentPartPr>
              <p14:xfrm>
                <a:off x="5795728" y="5014014"/>
                <a:ext cx="188280" cy="125640"/>
              </p14:xfrm>
            </p:contentPart>
          </mc:Choice>
          <mc:Fallback>
            <p:pic>
              <p:nvPicPr>
                <p:cNvPr id="46" name="Tinta 45">
                  <a:extLst>
                    <a:ext uri="{FF2B5EF4-FFF2-40B4-BE49-F238E27FC236}">
                      <a16:creationId xmlns:a16="http://schemas.microsoft.com/office/drawing/2014/main" id="{E1261F5D-539A-B240-D723-4C88CB94145C}"/>
                    </a:ext>
                  </a:extLst>
                </p:cNvPr>
                <p:cNvPicPr/>
                <p:nvPr/>
              </p:nvPicPr>
              <p:blipFill>
                <a:blip r:embed="rId68"/>
                <a:stretch>
                  <a:fillRect/>
                </a:stretch>
              </p:blipFill>
              <p:spPr>
                <a:xfrm>
                  <a:off x="5789608" y="5007894"/>
                  <a:ext cx="200520" cy="137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9">
              <p14:nvContentPartPr>
                <p14:cNvPr id="47" name="Tinta 46">
                  <a:extLst>
                    <a:ext uri="{FF2B5EF4-FFF2-40B4-BE49-F238E27FC236}">
                      <a16:creationId xmlns:a16="http://schemas.microsoft.com/office/drawing/2014/main" id="{2147E4EB-D5F1-857D-7CC5-5A49A04235EB}"/>
                    </a:ext>
                  </a:extLst>
                </p14:cNvPr>
                <p14:cNvContentPartPr/>
                <p14:nvPr/>
              </p14:nvContentPartPr>
              <p14:xfrm>
                <a:off x="5972128" y="5152614"/>
                <a:ext cx="70920" cy="12240"/>
              </p14:xfrm>
            </p:contentPart>
          </mc:Choice>
          <mc:Fallback>
            <p:pic>
              <p:nvPicPr>
                <p:cNvPr id="47" name="Tinta 46">
                  <a:extLst>
                    <a:ext uri="{FF2B5EF4-FFF2-40B4-BE49-F238E27FC236}">
                      <a16:creationId xmlns:a16="http://schemas.microsoft.com/office/drawing/2014/main" id="{2147E4EB-D5F1-857D-7CC5-5A49A04235EB}"/>
                    </a:ext>
                  </a:extLst>
                </p:cNvPr>
                <p:cNvPicPr/>
                <p:nvPr/>
              </p:nvPicPr>
              <p:blipFill>
                <a:blip r:embed="rId70"/>
                <a:stretch>
                  <a:fillRect/>
                </a:stretch>
              </p:blipFill>
              <p:spPr>
                <a:xfrm>
                  <a:off x="5966008" y="5146494"/>
                  <a:ext cx="83160" cy="24480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385659308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A8423B6-3C05-CD49-166F-47C6FB4CA0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pt-BR" dirty="0"/>
          </a:p>
        </p:txBody>
      </p:sp>
      <p:pic>
        <p:nvPicPr>
          <p:cNvPr id="4" name="Espaço Reservado para Conteúdo 5">
            <a:extLst>
              <a:ext uri="{FF2B5EF4-FFF2-40B4-BE49-F238E27FC236}">
                <a16:creationId xmlns:a16="http://schemas.microsoft.com/office/drawing/2014/main" id="{2064ABEF-45F4-E5F4-6ADA-C363A7BA847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926809" y="618518"/>
            <a:ext cx="9906000" cy="1866846"/>
          </a:xfrm>
        </p:spPr>
      </p:pic>
      <p:grpSp>
        <p:nvGrpSpPr>
          <p:cNvPr id="7" name="Agrupar 6">
            <a:extLst>
              <a:ext uri="{FF2B5EF4-FFF2-40B4-BE49-F238E27FC236}">
                <a16:creationId xmlns:a16="http://schemas.microsoft.com/office/drawing/2014/main" id="{0B822B51-BD2F-8277-4F3A-DB1CCF58D1A1}"/>
              </a:ext>
            </a:extLst>
          </p:cNvPr>
          <p:cNvGrpSpPr/>
          <p:nvPr/>
        </p:nvGrpSpPr>
        <p:grpSpPr>
          <a:xfrm>
            <a:off x="618568" y="2687481"/>
            <a:ext cx="614160" cy="299880"/>
            <a:chOff x="618568" y="2687481"/>
            <a:chExt cx="614160" cy="2998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3">
              <p14:nvContentPartPr>
                <p14:cNvPr id="5" name="Tinta 4">
                  <a:extLst>
                    <a:ext uri="{FF2B5EF4-FFF2-40B4-BE49-F238E27FC236}">
                      <a16:creationId xmlns:a16="http://schemas.microsoft.com/office/drawing/2014/main" id="{E6D4552E-D5FB-15AE-B264-135A8BFB32D5}"/>
                    </a:ext>
                  </a:extLst>
                </p14:cNvPr>
                <p14:cNvContentPartPr/>
                <p14:nvPr/>
              </p14:nvContentPartPr>
              <p14:xfrm>
                <a:off x="618568" y="2828601"/>
                <a:ext cx="268560" cy="158760"/>
              </p14:xfrm>
            </p:contentPart>
          </mc:Choice>
          <mc:Fallback>
            <p:pic>
              <p:nvPicPr>
                <p:cNvPr id="5" name="Tinta 4">
                  <a:extLst>
                    <a:ext uri="{FF2B5EF4-FFF2-40B4-BE49-F238E27FC236}">
                      <a16:creationId xmlns:a16="http://schemas.microsoft.com/office/drawing/2014/main" id="{E6D4552E-D5FB-15AE-B264-135A8BFB32D5}"/>
                    </a:ext>
                  </a:extLst>
                </p:cNvPr>
                <p:cNvPicPr/>
                <p:nvPr/>
              </p:nvPicPr>
              <p:blipFill>
                <a:blip r:embed="rId4"/>
                <a:stretch>
                  <a:fillRect/>
                </a:stretch>
              </p:blipFill>
              <p:spPr>
                <a:xfrm>
                  <a:off x="612448" y="2822481"/>
                  <a:ext cx="280800" cy="171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">
              <p14:nvContentPartPr>
                <p14:cNvPr id="6" name="Tinta 5">
                  <a:extLst>
                    <a:ext uri="{FF2B5EF4-FFF2-40B4-BE49-F238E27FC236}">
                      <a16:creationId xmlns:a16="http://schemas.microsoft.com/office/drawing/2014/main" id="{6E68D92C-24AF-5F6A-BC3E-831678A93A45}"/>
                    </a:ext>
                  </a:extLst>
                </p14:cNvPr>
                <p14:cNvContentPartPr/>
                <p14:nvPr/>
              </p14:nvContentPartPr>
              <p14:xfrm>
                <a:off x="1039768" y="2687481"/>
                <a:ext cx="192960" cy="290160"/>
              </p14:xfrm>
            </p:contentPart>
          </mc:Choice>
          <mc:Fallback>
            <p:pic>
              <p:nvPicPr>
                <p:cNvPr id="6" name="Tinta 5">
                  <a:extLst>
                    <a:ext uri="{FF2B5EF4-FFF2-40B4-BE49-F238E27FC236}">
                      <a16:creationId xmlns:a16="http://schemas.microsoft.com/office/drawing/2014/main" id="{6E68D92C-24AF-5F6A-BC3E-831678A93A45}"/>
                    </a:ext>
                  </a:extLst>
                </p:cNvPr>
                <p:cNvPicPr/>
                <p:nvPr/>
              </p:nvPicPr>
              <p:blipFill>
                <a:blip r:embed="rId6"/>
                <a:stretch>
                  <a:fillRect/>
                </a:stretch>
              </p:blipFill>
              <p:spPr>
                <a:xfrm>
                  <a:off x="1033648" y="2681361"/>
                  <a:ext cx="205200" cy="3024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7" name="Agrupar 26">
            <a:extLst>
              <a:ext uri="{FF2B5EF4-FFF2-40B4-BE49-F238E27FC236}">
                <a16:creationId xmlns:a16="http://schemas.microsoft.com/office/drawing/2014/main" id="{B2EA0CD5-43A2-8DD7-3FBE-B3AF4C39E49A}"/>
              </a:ext>
            </a:extLst>
          </p:cNvPr>
          <p:cNvGrpSpPr/>
          <p:nvPr/>
        </p:nvGrpSpPr>
        <p:grpSpPr>
          <a:xfrm>
            <a:off x="1714408" y="3232521"/>
            <a:ext cx="945360" cy="384120"/>
            <a:chOff x="1714408" y="3232521"/>
            <a:chExt cx="945360" cy="3841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7">
              <p14:nvContentPartPr>
                <p14:cNvPr id="23" name="Tinta 22">
                  <a:extLst>
                    <a:ext uri="{FF2B5EF4-FFF2-40B4-BE49-F238E27FC236}">
                      <a16:creationId xmlns:a16="http://schemas.microsoft.com/office/drawing/2014/main" id="{95EAACB4-65F8-8E21-D526-177050BCAC84}"/>
                    </a:ext>
                  </a:extLst>
                </p14:cNvPr>
                <p14:cNvContentPartPr/>
                <p14:nvPr/>
              </p14:nvContentPartPr>
              <p14:xfrm>
                <a:off x="1714408" y="3232521"/>
                <a:ext cx="490680" cy="210960"/>
              </p14:xfrm>
            </p:contentPart>
          </mc:Choice>
          <mc:Fallback>
            <p:pic>
              <p:nvPicPr>
                <p:cNvPr id="23" name="Tinta 22">
                  <a:extLst>
                    <a:ext uri="{FF2B5EF4-FFF2-40B4-BE49-F238E27FC236}">
                      <a16:creationId xmlns:a16="http://schemas.microsoft.com/office/drawing/2014/main" id="{95EAACB4-65F8-8E21-D526-177050BCAC84}"/>
                    </a:ext>
                  </a:extLst>
                </p:cNvPr>
                <p:cNvPicPr/>
                <p:nvPr/>
              </p:nvPicPr>
              <p:blipFill>
                <a:blip r:embed="rId8"/>
                <a:stretch>
                  <a:fillRect/>
                </a:stretch>
              </p:blipFill>
              <p:spPr>
                <a:xfrm>
                  <a:off x="1708288" y="3226401"/>
                  <a:ext cx="502920" cy="223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">
              <p14:nvContentPartPr>
                <p14:cNvPr id="24" name="Tinta 23">
                  <a:extLst>
                    <a:ext uri="{FF2B5EF4-FFF2-40B4-BE49-F238E27FC236}">
                      <a16:creationId xmlns:a16="http://schemas.microsoft.com/office/drawing/2014/main" id="{CED18B66-04A6-1B6B-C2B4-A1C197C24A99}"/>
                    </a:ext>
                  </a:extLst>
                </p14:cNvPr>
                <p14:cNvContentPartPr/>
                <p14:nvPr/>
              </p14:nvContentPartPr>
              <p14:xfrm>
                <a:off x="2274208" y="3314241"/>
                <a:ext cx="94680" cy="302400"/>
              </p14:xfrm>
            </p:contentPart>
          </mc:Choice>
          <mc:Fallback>
            <p:pic>
              <p:nvPicPr>
                <p:cNvPr id="24" name="Tinta 23">
                  <a:extLst>
                    <a:ext uri="{FF2B5EF4-FFF2-40B4-BE49-F238E27FC236}">
                      <a16:creationId xmlns:a16="http://schemas.microsoft.com/office/drawing/2014/main" id="{CED18B66-04A6-1B6B-C2B4-A1C197C24A99}"/>
                    </a:ext>
                  </a:extLst>
                </p:cNvPr>
                <p:cNvPicPr/>
                <p:nvPr/>
              </p:nvPicPr>
              <p:blipFill>
                <a:blip r:embed="rId10"/>
                <a:stretch>
                  <a:fillRect/>
                </a:stretch>
              </p:blipFill>
              <p:spPr>
                <a:xfrm>
                  <a:off x="2268088" y="3308121"/>
                  <a:ext cx="106920" cy="314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">
              <p14:nvContentPartPr>
                <p14:cNvPr id="25" name="Tinta 24">
                  <a:extLst>
                    <a:ext uri="{FF2B5EF4-FFF2-40B4-BE49-F238E27FC236}">
                      <a16:creationId xmlns:a16="http://schemas.microsoft.com/office/drawing/2014/main" id="{1E678880-60C0-24F1-FF66-36E65060A44D}"/>
                    </a:ext>
                  </a:extLst>
                </p14:cNvPr>
                <p14:cNvContentPartPr/>
                <p14:nvPr/>
              </p14:nvContentPartPr>
              <p14:xfrm>
                <a:off x="2556088" y="3410721"/>
                <a:ext cx="92160" cy="6120"/>
              </p14:xfrm>
            </p:contentPart>
          </mc:Choice>
          <mc:Fallback>
            <p:pic>
              <p:nvPicPr>
                <p:cNvPr id="25" name="Tinta 24">
                  <a:extLst>
                    <a:ext uri="{FF2B5EF4-FFF2-40B4-BE49-F238E27FC236}">
                      <a16:creationId xmlns:a16="http://schemas.microsoft.com/office/drawing/2014/main" id="{1E678880-60C0-24F1-FF66-36E65060A44D}"/>
                    </a:ext>
                  </a:extLst>
                </p:cNvPr>
                <p:cNvPicPr/>
                <p:nvPr/>
              </p:nvPicPr>
              <p:blipFill>
                <a:blip r:embed="rId12"/>
                <a:stretch>
                  <a:fillRect/>
                </a:stretch>
              </p:blipFill>
              <p:spPr>
                <a:xfrm>
                  <a:off x="2549968" y="3404601"/>
                  <a:ext cx="104400" cy="18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">
              <p14:nvContentPartPr>
                <p14:cNvPr id="26" name="Tinta 25">
                  <a:extLst>
                    <a:ext uri="{FF2B5EF4-FFF2-40B4-BE49-F238E27FC236}">
                      <a16:creationId xmlns:a16="http://schemas.microsoft.com/office/drawing/2014/main" id="{E006B0FE-C3C1-1C2C-0D29-2668ECF78800}"/>
                    </a:ext>
                  </a:extLst>
                </p14:cNvPr>
                <p14:cNvContentPartPr/>
                <p14:nvPr/>
              </p14:nvContentPartPr>
              <p14:xfrm>
                <a:off x="2565448" y="3455721"/>
                <a:ext cx="94320" cy="7920"/>
              </p14:xfrm>
            </p:contentPart>
          </mc:Choice>
          <mc:Fallback>
            <p:pic>
              <p:nvPicPr>
                <p:cNvPr id="26" name="Tinta 25">
                  <a:extLst>
                    <a:ext uri="{FF2B5EF4-FFF2-40B4-BE49-F238E27FC236}">
                      <a16:creationId xmlns:a16="http://schemas.microsoft.com/office/drawing/2014/main" id="{E006B0FE-C3C1-1C2C-0D29-2668ECF78800}"/>
                    </a:ext>
                  </a:extLst>
                </p:cNvPr>
                <p:cNvPicPr/>
                <p:nvPr/>
              </p:nvPicPr>
              <p:blipFill>
                <a:blip r:embed="rId14"/>
                <a:stretch>
                  <a:fillRect/>
                </a:stretch>
              </p:blipFill>
              <p:spPr>
                <a:xfrm>
                  <a:off x="2559328" y="3449601"/>
                  <a:ext cx="106560" cy="201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1" name="Agrupar 30">
            <a:extLst>
              <a:ext uri="{FF2B5EF4-FFF2-40B4-BE49-F238E27FC236}">
                <a16:creationId xmlns:a16="http://schemas.microsoft.com/office/drawing/2014/main" id="{BAEA4404-7639-330F-B97B-C7ED88885B82}"/>
              </a:ext>
            </a:extLst>
          </p:cNvPr>
          <p:cNvGrpSpPr/>
          <p:nvPr/>
        </p:nvGrpSpPr>
        <p:grpSpPr>
          <a:xfrm>
            <a:off x="3335488" y="3374721"/>
            <a:ext cx="793800" cy="225000"/>
            <a:chOff x="3335488" y="3374721"/>
            <a:chExt cx="793800" cy="2250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5">
              <p14:nvContentPartPr>
                <p14:cNvPr id="28" name="Tinta 27">
                  <a:extLst>
                    <a:ext uri="{FF2B5EF4-FFF2-40B4-BE49-F238E27FC236}">
                      <a16:creationId xmlns:a16="http://schemas.microsoft.com/office/drawing/2014/main" id="{45D7AF09-8D82-B3B7-72A9-E23CB772B580}"/>
                    </a:ext>
                  </a:extLst>
                </p14:cNvPr>
                <p14:cNvContentPartPr/>
                <p14:nvPr/>
              </p14:nvContentPartPr>
              <p14:xfrm>
                <a:off x="3335488" y="3374721"/>
                <a:ext cx="311400" cy="195120"/>
              </p14:xfrm>
            </p:contentPart>
          </mc:Choice>
          <mc:Fallback>
            <p:pic>
              <p:nvPicPr>
                <p:cNvPr id="28" name="Tinta 27">
                  <a:extLst>
                    <a:ext uri="{FF2B5EF4-FFF2-40B4-BE49-F238E27FC236}">
                      <a16:creationId xmlns:a16="http://schemas.microsoft.com/office/drawing/2014/main" id="{45D7AF09-8D82-B3B7-72A9-E23CB772B580}"/>
                    </a:ext>
                  </a:extLst>
                </p:cNvPr>
                <p:cNvPicPr/>
                <p:nvPr/>
              </p:nvPicPr>
              <p:blipFill>
                <a:blip r:embed="rId16"/>
                <a:stretch>
                  <a:fillRect/>
                </a:stretch>
              </p:blipFill>
              <p:spPr>
                <a:xfrm>
                  <a:off x="3329368" y="3368601"/>
                  <a:ext cx="323640" cy="207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">
              <p14:nvContentPartPr>
                <p14:cNvPr id="29" name="Tinta 28">
                  <a:extLst>
                    <a:ext uri="{FF2B5EF4-FFF2-40B4-BE49-F238E27FC236}">
                      <a16:creationId xmlns:a16="http://schemas.microsoft.com/office/drawing/2014/main" id="{877177D2-9E20-3A3E-0402-D669D6BB2EAC}"/>
                    </a:ext>
                  </a:extLst>
                </p14:cNvPr>
                <p14:cNvContentPartPr/>
                <p14:nvPr/>
              </p14:nvContentPartPr>
              <p14:xfrm>
                <a:off x="3848848" y="3499641"/>
                <a:ext cx="268920" cy="15480"/>
              </p14:xfrm>
            </p:contentPart>
          </mc:Choice>
          <mc:Fallback>
            <p:pic>
              <p:nvPicPr>
                <p:cNvPr id="29" name="Tinta 28">
                  <a:extLst>
                    <a:ext uri="{FF2B5EF4-FFF2-40B4-BE49-F238E27FC236}">
                      <a16:creationId xmlns:a16="http://schemas.microsoft.com/office/drawing/2014/main" id="{877177D2-9E20-3A3E-0402-D669D6BB2EAC}"/>
                    </a:ext>
                  </a:extLst>
                </p:cNvPr>
                <p:cNvPicPr/>
                <p:nvPr/>
              </p:nvPicPr>
              <p:blipFill>
                <a:blip r:embed="rId18"/>
                <a:stretch>
                  <a:fillRect/>
                </a:stretch>
              </p:blipFill>
              <p:spPr>
                <a:xfrm>
                  <a:off x="3842728" y="3493521"/>
                  <a:ext cx="281160" cy="27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">
              <p14:nvContentPartPr>
                <p14:cNvPr id="30" name="Tinta 29">
                  <a:extLst>
                    <a:ext uri="{FF2B5EF4-FFF2-40B4-BE49-F238E27FC236}">
                      <a16:creationId xmlns:a16="http://schemas.microsoft.com/office/drawing/2014/main" id="{06E6F963-C9EC-D956-CDDC-E5221735BA35}"/>
                    </a:ext>
                  </a:extLst>
                </p14:cNvPr>
                <p14:cNvContentPartPr/>
                <p14:nvPr/>
              </p14:nvContentPartPr>
              <p14:xfrm>
                <a:off x="4081768" y="3430161"/>
                <a:ext cx="47520" cy="169560"/>
              </p14:xfrm>
            </p:contentPart>
          </mc:Choice>
          <mc:Fallback>
            <p:pic>
              <p:nvPicPr>
                <p:cNvPr id="30" name="Tinta 29">
                  <a:extLst>
                    <a:ext uri="{FF2B5EF4-FFF2-40B4-BE49-F238E27FC236}">
                      <a16:creationId xmlns:a16="http://schemas.microsoft.com/office/drawing/2014/main" id="{06E6F963-C9EC-D956-CDDC-E5221735BA35}"/>
                    </a:ext>
                  </a:extLst>
                </p:cNvPr>
                <p:cNvPicPr/>
                <p:nvPr/>
              </p:nvPicPr>
              <p:blipFill>
                <a:blip r:embed="rId20"/>
                <a:stretch>
                  <a:fillRect/>
                </a:stretch>
              </p:blipFill>
              <p:spPr>
                <a:xfrm>
                  <a:off x="4075648" y="3424041"/>
                  <a:ext cx="59760" cy="18180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21">
            <p14:nvContentPartPr>
              <p14:cNvPr id="32" name="Tinta 31">
                <a:extLst>
                  <a:ext uri="{FF2B5EF4-FFF2-40B4-BE49-F238E27FC236}">
                    <a16:creationId xmlns:a16="http://schemas.microsoft.com/office/drawing/2014/main" id="{C8B0B813-383E-8969-429D-2997E7AB3CDF}"/>
                  </a:ext>
                </a:extLst>
              </p14:cNvPr>
              <p14:cNvContentPartPr/>
              <p14:nvPr/>
            </p14:nvContentPartPr>
            <p14:xfrm>
              <a:off x="4549768" y="3259521"/>
              <a:ext cx="292320" cy="230400"/>
            </p14:xfrm>
          </p:contentPart>
        </mc:Choice>
        <mc:Fallback>
          <p:pic>
            <p:nvPicPr>
              <p:cNvPr id="32" name="Tinta 31">
                <a:extLst>
                  <a:ext uri="{FF2B5EF4-FFF2-40B4-BE49-F238E27FC236}">
                    <a16:creationId xmlns:a16="http://schemas.microsoft.com/office/drawing/2014/main" id="{C8B0B813-383E-8969-429D-2997E7AB3CDF}"/>
                  </a:ext>
                </a:extLst>
              </p:cNvPr>
              <p:cNvPicPr/>
              <p:nvPr/>
            </p:nvPicPr>
            <p:blipFill>
              <a:blip r:embed="rId22"/>
              <a:stretch>
                <a:fillRect/>
              </a:stretch>
            </p:blipFill>
            <p:spPr>
              <a:xfrm>
                <a:off x="4543648" y="3253401"/>
                <a:ext cx="304560" cy="242640"/>
              </a:xfrm>
              <a:prstGeom prst="rect">
                <a:avLst/>
              </a:prstGeom>
            </p:spPr>
          </p:pic>
        </mc:Fallback>
      </mc:AlternateContent>
      <p:grpSp>
        <p:nvGrpSpPr>
          <p:cNvPr id="36" name="Agrupar 35">
            <a:extLst>
              <a:ext uri="{FF2B5EF4-FFF2-40B4-BE49-F238E27FC236}">
                <a16:creationId xmlns:a16="http://schemas.microsoft.com/office/drawing/2014/main" id="{33E3D2E7-7EF7-39FF-AEF4-927CF8307BB4}"/>
              </a:ext>
            </a:extLst>
          </p:cNvPr>
          <p:cNvGrpSpPr/>
          <p:nvPr/>
        </p:nvGrpSpPr>
        <p:grpSpPr>
          <a:xfrm>
            <a:off x="4991848" y="3267081"/>
            <a:ext cx="631080" cy="205920"/>
            <a:chOff x="4991848" y="3267081"/>
            <a:chExt cx="631080" cy="2059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3">
              <p14:nvContentPartPr>
                <p14:cNvPr id="33" name="Tinta 32">
                  <a:extLst>
                    <a:ext uri="{FF2B5EF4-FFF2-40B4-BE49-F238E27FC236}">
                      <a16:creationId xmlns:a16="http://schemas.microsoft.com/office/drawing/2014/main" id="{FCC2E6BF-E3D2-09C8-EF64-85C0926799A7}"/>
                    </a:ext>
                  </a:extLst>
                </p14:cNvPr>
                <p14:cNvContentPartPr/>
                <p14:nvPr/>
              </p14:nvContentPartPr>
              <p14:xfrm>
                <a:off x="5003368" y="3391281"/>
                <a:ext cx="83160" cy="81360"/>
              </p14:xfrm>
            </p:contentPart>
          </mc:Choice>
          <mc:Fallback>
            <p:pic>
              <p:nvPicPr>
                <p:cNvPr id="33" name="Tinta 32">
                  <a:extLst>
                    <a:ext uri="{FF2B5EF4-FFF2-40B4-BE49-F238E27FC236}">
                      <a16:creationId xmlns:a16="http://schemas.microsoft.com/office/drawing/2014/main" id="{FCC2E6BF-E3D2-09C8-EF64-85C0926799A7}"/>
                    </a:ext>
                  </a:extLst>
                </p:cNvPr>
                <p:cNvPicPr/>
                <p:nvPr/>
              </p:nvPicPr>
              <p:blipFill>
                <a:blip r:embed="rId24"/>
                <a:stretch>
                  <a:fillRect/>
                </a:stretch>
              </p:blipFill>
              <p:spPr>
                <a:xfrm>
                  <a:off x="4997248" y="3385161"/>
                  <a:ext cx="95400" cy="93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5">
              <p14:nvContentPartPr>
                <p14:cNvPr id="34" name="Tinta 33">
                  <a:extLst>
                    <a:ext uri="{FF2B5EF4-FFF2-40B4-BE49-F238E27FC236}">
                      <a16:creationId xmlns:a16="http://schemas.microsoft.com/office/drawing/2014/main" id="{9389CA67-4CD1-0E94-CF42-412E664FCE7D}"/>
                    </a:ext>
                  </a:extLst>
                </p14:cNvPr>
                <p14:cNvContentPartPr/>
                <p14:nvPr/>
              </p14:nvContentPartPr>
              <p14:xfrm>
                <a:off x="4991848" y="3398121"/>
                <a:ext cx="70920" cy="45360"/>
              </p14:xfrm>
            </p:contentPart>
          </mc:Choice>
          <mc:Fallback>
            <p:pic>
              <p:nvPicPr>
                <p:cNvPr id="34" name="Tinta 33">
                  <a:extLst>
                    <a:ext uri="{FF2B5EF4-FFF2-40B4-BE49-F238E27FC236}">
                      <a16:creationId xmlns:a16="http://schemas.microsoft.com/office/drawing/2014/main" id="{9389CA67-4CD1-0E94-CF42-412E664FCE7D}"/>
                    </a:ext>
                  </a:extLst>
                </p:cNvPr>
                <p:cNvPicPr/>
                <p:nvPr/>
              </p:nvPicPr>
              <p:blipFill>
                <a:blip r:embed="rId26"/>
                <a:stretch>
                  <a:fillRect/>
                </a:stretch>
              </p:blipFill>
              <p:spPr>
                <a:xfrm>
                  <a:off x="4985728" y="3392001"/>
                  <a:ext cx="83160" cy="57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7">
              <p14:nvContentPartPr>
                <p14:cNvPr id="35" name="Tinta 34">
                  <a:extLst>
                    <a:ext uri="{FF2B5EF4-FFF2-40B4-BE49-F238E27FC236}">
                      <a16:creationId xmlns:a16="http://schemas.microsoft.com/office/drawing/2014/main" id="{8C7CB2C5-FD8A-C42D-5AB9-8938D51B124C}"/>
                    </a:ext>
                  </a:extLst>
                </p14:cNvPr>
                <p14:cNvContentPartPr/>
                <p14:nvPr/>
              </p14:nvContentPartPr>
              <p14:xfrm>
                <a:off x="5294608" y="3267081"/>
                <a:ext cx="328320" cy="205920"/>
              </p14:xfrm>
            </p:contentPart>
          </mc:Choice>
          <mc:Fallback>
            <p:pic>
              <p:nvPicPr>
                <p:cNvPr id="35" name="Tinta 34">
                  <a:extLst>
                    <a:ext uri="{FF2B5EF4-FFF2-40B4-BE49-F238E27FC236}">
                      <a16:creationId xmlns:a16="http://schemas.microsoft.com/office/drawing/2014/main" id="{8C7CB2C5-FD8A-C42D-5AB9-8938D51B124C}"/>
                    </a:ext>
                  </a:extLst>
                </p:cNvPr>
                <p:cNvPicPr/>
                <p:nvPr/>
              </p:nvPicPr>
              <p:blipFill>
                <a:blip r:embed="rId28"/>
                <a:stretch>
                  <a:fillRect/>
                </a:stretch>
              </p:blipFill>
              <p:spPr>
                <a:xfrm>
                  <a:off x="5288488" y="3260961"/>
                  <a:ext cx="340560" cy="2181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42" name="Agrupar 41">
            <a:extLst>
              <a:ext uri="{FF2B5EF4-FFF2-40B4-BE49-F238E27FC236}">
                <a16:creationId xmlns:a16="http://schemas.microsoft.com/office/drawing/2014/main" id="{5683D34D-B6ED-8C4E-405C-8523E8B50139}"/>
              </a:ext>
            </a:extLst>
          </p:cNvPr>
          <p:cNvGrpSpPr/>
          <p:nvPr/>
        </p:nvGrpSpPr>
        <p:grpSpPr>
          <a:xfrm>
            <a:off x="1633768" y="3809601"/>
            <a:ext cx="1108440" cy="368640"/>
            <a:chOff x="1633768" y="3809601"/>
            <a:chExt cx="1108440" cy="3686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9">
              <p14:nvContentPartPr>
                <p14:cNvPr id="37" name="Tinta 36">
                  <a:extLst>
                    <a:ext uri="{FF2B5EF4-FFF2-40B4-BE49-F238E27FC236}">
                      <a16:creationId xmlns:a16="http://schemas.microsoft.com/office/drawing/2014/main" id="{6D6AF4F3-E44F-03AF-A17B-69D534E3F4BB}"/>
                    </a:ext>
                  </a:extLst>
                </p14:cNvPr>
                <p14:cNvContentPartPr/>
                <p14:nvPr/>
              </p14:nvContentPartPr>
              <p14:xfrm>
                <a:off x="1633768" y="3909681"/>
                <a:ext cx="429480" cy="120960"/>
              </p14:xfrm>
            </p:contentPart>
          </mc:Choice>
          <mc:Fallback>
            <p:pic>
              <p:nvPicPr>
                <p:cNvPr id="37" name="Tinta 36">
                  <a:extLst>
                    <a:ext uri="{FF2B5EF4-FFF2-40B4-BE49-F238E27FC236}">
                      <a16:creationId xmlns:a16="http://schemas.microsoft.com/office/drawing/2014/main" id="{6D6AF4F3-E44F-03AF-A17B-69D534E3F4BB}"/>
                    </a:ext>
                  </a:extLst>
                </p:cNvPr>
                <p:cNvPicPr/>
                <p:nvPr/>
              </p:nvPicPr>
              <p:blipFill>
                <a:blip r:embed="rId30"/>
                <a:stretch>
                  <a:fillRect/>
                </a:stretch>
              </p:blipFill>
              <p:spPr>
                <a:xfrm>
                  <a:off x="1627648" y="3903561"/>
                  <a:ext cx="441720" cy="133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1">
              <p14:nvContentPartPr>
                <p14:cNvPr id="38" name="Tinta 37">
                  <a:extLst>
                    <a:ext uri="{FF2B5EF4-FFF2-40B4-BE49-F238E27FC236}">
                      <a16:creationId xmlns:a16="http://schemas.microsoft.com/office/drawing/2014/main" id="{8D035E57-A351-D2C6-E204-5270836450BE}"/>
                    </a:ext>
                  </a:extLst>
                </p14:cNvPr>
                <p14:cNvContentPartPr/>
                <p14:nvPr/>
              </p14:nvContentPartPr>
              <p14:xfrm>
                <a:off x="2264128" y="3809601"/>
                <a:ext cx="146160" cy="368640"/>
              </p14:xfrm>
            </p:contentPart>
          </mc:Choice>
          <mc:Fallback>
            <p:pic>
              <p:nvPicPr>
                <p:cNvPr id="38" name="Tinta 37">
                  <a:extLst>
                    <a:ext uri="{FF2B5EF4-FFF2-40B4-BE49-F238E27FC236}">
                      <a16:creationId xmlns:a16="http://schemas.microsoft.com/office/drawing/2014/main" id="{8D035E57-A351-D2C6-E204-5270836450BE}"/>
                    </a:ext>
                  </a:extLst>
                </p:cNvPr>
                <p:cNvPicPr/>
                <p:nvPr/>
              </p:nvPicPr>
              <p:blipFill>
                <a:blip r:embed="rId32"/>
                <a:stretch>
                  <a:fillRect/>
                </a:stretch>
              </p:blipFill>
              <p:spPr>
                <a:xfrm>
                  <a:off x="2258008" y="3803481"/>
                  <a:ext cx="158400" cy="380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3">
              <p14:nvContentPartPr>
                <p14:cNvPr id="40" name="Tinta 39">
                  <a:extLst>
                    <a:ext uri="{FF2B5EF4-FFF2-40B4-BE49-F238E27FC236}">
                      <a16:creationId xmlns:a16="http://schemas.microsoft.com/office/drawing/2014/main" id="{BDEB312A-2B52-0E86-8D7D-9777A944DA8B}"/>
                    </a:ext>
                  </a:extLst>
                </p14:cNvPr>
                <p14:cNvContentPartPr/>
                <p14:nvPr/>
              </p14:nvContentPartPr>
              <p14:xfrm>
                <a:off x="2589208" y="3941361"/>
                <a:ext cx="129600" cy="14760"/>
              </p14:xfrm>
            </p:contentPart>
          </mc:Choice>
          <mc:Fallback>
            <p:pic>
              <p:nvPicPr>
                <p:cNvPr id="40" name="Tinta 39">
                  <a:extLst>
                    <a:ext uri="{FF2B5EF4-FFF2-40B4-BE49-F238E27FC236}">
                      <a16:creationId xmlns:a16="http://schemas.microsoft.com/office/drawing/2014/main" id="{BDEB312A-2B52-0E86-8D7D-9777A944DA8B}"/>
                    </a:ext>
                  </a:extLst>
                </p:cNvPr>
                <p:cNvPicPr/>
                <p:nvPr/>
              </p:nvPicPr>
              <p:blipFill>
                <a:blip r:embed="rId34"/>
                <a:stretch>
                  <a:fillRect/>
                </a:stretch>
              </p:blipFill>
              <p:spPr>
                <a:xfrm>
                  <a:off x="2583088" y="3935241"/>
                  <a:ext cx="141840" cy="27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5">
              <p14:nvContentPartPr>
                <p14:cNvPr id="41" name="Tinta 40">
                  <a:extLst>
                    <a:ext uri="{FF2B5EF4-FFF2-40B4-BE49-F238E27FC236}">
                      <a16:creationId xmlns:a16="http://schemas.microsoft.com/office/drawing/2014/main" id="{84901AB3-AE67-6A68-DC82-BF766084EBC8}"/>
                    </a:ext>
                  </a:extLst>
                </p14:cNvPr>
                <p14:cNvContentPartPr/>
                <p14:nvPr/>
              </p14:nvContentPartPr>
              <p14:xfrm>
                <a:off x="2577328" y="4040001"/>
                <a:ext cx="164880" cy="30240"/>
              </p14:xfrm>
            </p:contentPart>
          </mc:Choice>
          <mc:Fallback>
            <p:pic>
              <p:nvPicPr>
                <p:cNvPr id="41" name="Tinta 40">
                  <a:extLst>
                    <a:ext uri="{FF2B5EF4-FFF2-40B4-BE49-F238E27FC236}">
                      <a16:creationId xmlns:a16="http://schemas.microsoft.com/office/drawing/2014/main" id="{84901AB3-AE67-6A68-DC82-BF766084EBC8}"/>
                    </a:ext>
                  </a:extLst>
                </p:cNvPr>
                <p:cNvPicPr/>
                <p:nvPr/>
              </p:nvPicPr>
              <p:blipFill>
                <a:blip r:embed="rId36"/>
                <a:stretch>
                  <a:fillRect/>
                </a:stretch>
              </p:blipFill>
              <p:spPr>
                <a:xfrm>
                  <a:off x="2571208" y="4033881"/>
                  <a:ext cx="177120" cy="424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51" name="Agrupar 50">
            <a:extLst>
              <a:ext uri="{FF2B5EF4-FFF2-40B4-BE49-F238E27FC236}">
                <a16:creationId xmlns:a16="http://schemas.microsoft.com/office/drawing/2014/main" id="{3022B700-2EEF-1567-9C70-524AE9C47187}"/>
              </a:ext>
            </a:extLst>
          </p:cNvPr>
          <p:cNvGrpSpPr/>
          <p:nvPr/>
        </p:nvGrpSpPr>
        <p:grpSpPr>
          <a:xfrm>
            <a:off x="3265648" y="3885201"/>
            <a:ext cx="476640" cy="209880"/>
            <a:chOff x="3265648" y="3885201"/>
            <a:chExt cx="476640" cy="2098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37">
              <p14:nvContentPartPr>
                <p14:cNvPr id="43" name="Tinta 42">
                  <a:extLst>
                    <a:ext uri="{FF2B5EF4-FFF2-40B4-BE49-F238E27FC236}">
                      <a16:creationId xmlns:a16="http://schemas.microsoft.com/office/drawing/2014/main" id="{15A1E9CA-B7F1-F50E-35D1-2EA72BE65F81}"/>
                    </a:ext>
                  </a:extLst>
                </p14:cNvPr>
                <p14:cNvContentPartPr/>
                <p14:nvPr/>
              </p14:nvContentPartPr>
              <p14:xfrm>
                <a:off x="3265648" y="3921201"/>
                <a:ext cx="141840" cy="173880"/>
              </p14:xfrm>
            </p:contentPart>
          </mc:Choice>
          <mc:Fallback>
            <p:pic>
              <p:nvPicPr>
                <p:cNvPr id="43" name="Tinta 42">
                  <a:extLst>
                    <a:ext uri="{FF2B5EF4-FFF2-40B4-BE49-F238E27FC236}">
                      <a16:creationId xmlns:a16="http://schemas.microsoft.com/office/drawing/2014/main" id="{15A1E9CA-B7F1-F50E-35D1-2EA72BE65F81}"/>
                    </a:ext>
                  </a:extLst>
                </p:cNvPr>
                <p:cNvPicPr/>
                <p:nvPr/>
              </p:nvPicPr>
              <p:blipFill>
                <a:blip r:embed="rId38"/>
                <a:stretch>
                  <a:fillRect/>
                </a:stretch>
              </p:blipFill>
              <p:spPr>
                <a:xfrm>
                  <a:off x="3259528" y="3915081"/>
                  <a:ext cx="154080" cy="186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9">
              <p14:nvContentPartPr>
                <p14:cNvPr id="44" name="Tinta 43">
                  <a:extLst>
                    <a:ext uri="{FF2B5EF4-FFF2-40B4-BE49-F238E27FC236}">
                      <a16:creationId xmlns:a16="http://schemas.microsoft.com/office/drawing/2014/main" id="{91EF439A-533E-3D6A-B45E-86B160DA7EFC}"/>
                    </a:ext>
                  </a:extLst>
                </p14:cNvPr>
                <p14:cNvContentPartPr/>
                <p14:nvPr/>
              </p14:nvContentPartPr>
              <p14:xfrm>
                <a:off x="3499288" y="3885201"/>
                <a:ext cx="243000" cy="168840"/>
              </p14:xfrm>
            </p:contentPart>
          </mc:Choice>
          <mc:Fallback>
            <p:pic>
              <p:nvPicPr>
                <p:cNvPr id="44" name="Tinta 43">
                  <a:extLst>
                    <a:ext uri="{FF2B5EF4-FFF2-40B4-BE49-F238E27FC236}">
                      <a16:creationId xmlns:a16="http://schemas.microsoft.com/office/drawing/2014/main" id="{91EF439A-533E-3D6A-B45E-86B160DA7EFC}"/>
                    </a:ext>
                  </a:extLst>
                </p:cNvPr>
                <p:cNvPicPr/>
                <p:nvPr/>
              </p:nvPicPr>
              <p:blipFill>
                <a:blip r:embed="rId40"/>
                <a:stretch>
                  <a:fillRect/>
                </a:stretch>
              </p:blipFill>
              <p:spPr>
                <a:xfrm>
                  <a:off x="3493168" y="3879081"/>
                  <a:ext cx="255240" cy="1810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53" name="Agrupar 52">
            <a:extLst>
              <a:ext uri="{FF2B5EF4-FFF2-40B4-BE49-F238E27FC236}">
                <a16:creationId xmlns:a16="http://schemas.microsoft.com/office/drawing/2014/main" id="{05F7622B-A232-3EFF-684F-03E4AE6CE440}"/>
              </a:ext>
            </a:extLst>
          </p:cNvPr>
          <p:cNvGrpSpPr/>
          <p:nvPr/>
        </p:nvGrpSpPr>
        <p:grpSpPr>
          <a:xfrm>
            <a:off x="4001488" y="3770721"/>
            <a:ext cx="1258560" cy="402840"/>
            <a:chOff x="4001488" y="3770721"/>
            <a:chExt cx="1258560" cy="4028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41">
              <p14:nvContentPartPr>
                <p14:cNvPr id="45" name="Tinta 44">
                  <a:extLst>
                    <a:ext uri="{FF2B5EF4-FFF2-40B4-BE49-F238E27FC236}">
                      <a16:creationId xmlns:a16="http://schemas.microsoft.com/office/drawing/2014/main" id="{DAD32E60-AAC8-486D-B61D-2258F8ED5F1A}"/>
                    </a:ext>
                  </a:extLst>
                </p14:cNvPr>
                <p14:cNvContentPartPr/>
                <p14:nvPr/>
              </p14:nvContentPartPr>
              <p14:xfrm>
                <a:off x="4001488" y="3945681"/>
                <a:ext cx="104400" cy="153720"/>
              </p14:xfrm>
            </p:contentPart>
          </mc:Choice>
          <mc:Fallback>
            <p:pic>
              <p:nvPicPr>
                <p:cNvPr id="45" name="Tinta 44">
                  <a:extLst>
                    <a:ext uri="{FF2B5EF4-FFF2-40B4-BE49-F238E27FC236}">
                      <a16:creationId xmlns:a16="http://schemas.microsoft.com/office/drawing/2014/main" id="{DAD32E60-AAC8-486D-B61D-2258F8ED5F1A}"/>
                    </a:ext>
                  </a:extLst>
                </p:cNvPr>
                <p:cNvPicPr/>
                <p:nvPr/>
              </p:nvPicPr>
              <p:blipFill>
                <a:blip r:embed="rId42"/>
                <a:stretch>
                  <a:fillRect/>
                </a:stretch>
              </p:blipFill>
              <p:spPr>
                <a:xfrm>
                  <a:off x="3995368" y="3939561"/>
                  <a:ext cx="116640" cy="165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3">
              <p14:nvContentPartPr>
                <p14:cNvPr id="46" name="Tinta 45">
                  <a:extLst>
                    <a:ext uri="{FF2B5EF4-FFF2-40B4-BE49-F238E27FC236}">
                      <a16:creationId xmlns:a16="http://schemas.microsoft.com/office/drawing/2014/main" id="{606239C3-F0C4-BB73-9475-2A381EEC4460}"/>
                    </a:ext>
                  </a:extLst>
                </p14:cNvPr>
                <p14:cNvContentPartPr/>
                <p14:nvPr/>
              </p14:nvContentPartPr>
              <p14:xfrm>
                <a:off x="4211008" y="3998241"/>
                <a:ext cx="186120" cy="108720"/>
              </p14:xfrm>
            </p:contentPart>
          </mc:Choice>
          <mc:Fallback>
            <p:pic>
              <p:nvPicPr>
                <p:cNvPr id="46" name="Tinta 45">
                  <a:extLst>
                    <a:ext uri="{FF2B5EF4-FFF2-40B4-BE49-F238E27FC236}">
                      <a16:creationId xmlns:a16="http://schemas.microsoft.com/office/drawing/2014/main" id="{606239C3-F0C4-BB73-9475-2A381EEC4460}"/>
                    </a:ext>
                  </a:extLst>
                </p:cNvPr>
                <p:cNvPicPr/>
                <p:nvPr/>
              </p:nvPicPr>
              <p:blipFill>
                <a:blip r:embed="rId44"/>
                <a:stretch>
                  <a:fillRect/>
                </a:stretch>
              </p:blipFill>
              <p:spPr>
                <a:xfrm>
                  <a:off x="4204888" y="3992121"/>
                  <a:ext cx="198360" cy="120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5">
              <p14:nvContentPartPr>
                <p14:cNvPr id="47" name="Tinta 46">
                  <a:extLst>
                    <a:ext uri="{FF2B5EF4-FFF2-40B4-BE49-F238E27FC236}">
                      <a16:creationId xmlns:a16="http://schemas.microsoft.com/office/drawing/2014/main" id="{1709384B-7C6B-BB38-0CF3-B86DEC20FB0C}"/>
                    </a:ext>
                  </a:extLst>
                </p14:cNvPr>
                <p14:cNvContentPartPr/>
                <p14:nvPr/>
              </p14:nvContentPartPr>
              <p14:xfrm>
                <a:off x="4401808" y="3770721"/>
                <a:ext cx="240480" cy="402840"/>
              </p14:xfrm>
            </p:contentPart>
          </mc:Choice>
          <mc:Fallback>
            <p:pic>
              <p:nvPicPr>
                <p:cNvPr id="47" name="Tinta 46">
                  <a:extLst>
                    <a:ext uri="{FF2B5EF4-FFF2-40B4-BE49-F238E27FC236}">
                      <a16:creationId xmlns:a16="http://schemas.microsoft.com/office/drawing/2014/main" id="{1709384B-7C6B-BB38-0CF3-B86DEC20FB0C}"/>
                    </a:ext>
                  </a:extLst>
                </p:cNvPr>
                <p:cNvPicPr/>
                <p:nvPr/>
              </p:nvPicPr>
              <p:blipFill>
                <a:blip r:embed="rId46"/>
                <a:stretch>
                  <a:fillRect/>
                </a:stretch>
              </p:blipFill>
              <p:spPr>
                <a:xfrm>
                  <a:off x="4395688" y="3764601"/>
                  <a:ext cx="252720" cy="415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7">
              <p14:nvContentPartPr>
                <p14:cNvPr id="48" name="Tinta 47">
                  <a:extLst>
                    <a:ext uri="{FF2B5EF4-FFF2-40B4-BE49-F238E27FC236}">
                      <a16:creationId xmlns:a16="http://schemas.microsoft.com/office/drawing/2014/main" id="{357B3B9B-468E-37CB-1DFF-B2C90C30D18B}"/>
                    </a:ext>
                  </a:extLst>
                </p14:cNvPr>
                <p14:cNvContentPartPr/>
                <p14:nvPr/>
              </p14:nvContentPartPr>
              <p14:xfrm>
                <a:off x="4747048" y="3841641"/>
                <a:ext cx="244800" cy="329760"/>
              </p14:xfrm>
            </p:contentPart>
          </mc:Choice>
          <mc:Fallback>
            <p:pic>
              <p:nvPicPr>
                <p:cNvPr id="48" name="Tinta 47">
                  <a:extLst>
                    <a:ext uri="{FF2B5EF4-FFF2-40B4-BE49-F238E27FC236}">
                      <a16:creationId xmlns:a16="http://schemas.microsoft.com/office/drawing/2014/main" id="{357B3B9B-468E-37CB-1DFF-B2C90C30D18B}"/>
                    </a:ext>
                  </a:extLst>
                </p:cNvPr>
                <p:cNvPicPr/>
                <p:nvPr/>
              </p:nvPicPr>
              <p:blipFill>
                <a:blip r:embed="rId48"/>
                <a:stretch>
                  <a:fillRect/>
                </a:stretch>
              </p:blipFill>
              <p:spPr>
                <a:xfrm>
                  <a:off x="4740928" y="3835521"/>
                  <a:ext cx="257040" cy="342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9">
              <p14:nvContentPartPr>
                <p14:cNvPr id="49" name="Tinta 48">
                  <a:extLst>
                    <a:ext uri="{FF2B5EF4-FFF2-40B4-BE49-F238E27FC236}">
                      <a16:creationId xmlns:a16="http://schemas.microsoft.com/office/drawing/2014/main" id="{8930FA25-FB2D-3F3A-55F4-29EAD6F7E82B}"/>
                    </a:ext>
                  </a:extLst>
                </p14:cNvPr>
                <p14:cNvContentPartPr/>
                <p14:nvPr/>
              </p14:nvContentPartPr>
              <p14:xfrm>
                <a:off x="4897528" y="3961881"/>
                <a:ext cx="362520" cy="191160"/>
              </p14:xfrm>
            </p:contentPart>
          </mc:Choice>
          <mc:Fallback>
            <p:pic>
              <p:nvPicPr>
                <p:cNvPr id="49" name="Tinta 48">
                  <a:extLst>
                    <a:ext uri="{FF2B5EF4-FFF2-40B4-BE49-F238E27FC236}">
                      <a16:creationId xmlns:a16="http://schemas.microsoft.com/office/drawing/2014/main" id="{8930FA25-FB2D-3F3A-55F4-29EAD6F7E82B}"/>
                    </a:ext>
                  </a:extLst>
                </p:cNvPr>
                <p:cNvPicPr/>
                <p:nvPr/>
              </p:nvPicPr>
              <p:blipFill>
                <a:blip r:embed="rId50"/>
                <a:stretch>
                  <a:fillRect/>
                </a:stretch>
              </p:blipFill>
              <p:spPr>
                <a:xfrm>
                  <a:off x="4891408" y="3955761"/>
                  <a:ext cx="374760" cy="203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1">
              <p14:nvContentPartPr>
                <p14:cNvPr id="52" name="Tinta 51">
                  <a:extLst>
                    <a:ext uri="{FF2B5EF4-FFF2-40B4-BE49-F238E27FC236}">
                      <a16:creationId xmlns:a16="http://schemas.microsoft.com/office/drawing/2014/main" id="{ED812FE6-7449-45E7-91BC-BA46314E06FD}"/>
                    </a:ext>
                  </a:extLst>
                </p14:cNvPr>
                <p14:cNvContentPartPr/>
                <p14:nvPr/>
              </p14:nvContentPartPr>
              <p14:xfrm>
                <a:off x="4281568" y="3955401"/>
                <a:ext cx="138960" cy="117000"/>
              </p14:xfrm>
            </p:contentPart>
          </mc:Choice>
          <mc:Fallback>
            <p:pic>
              <p:nvPicPr>
                <p:cNvPr id="52" name="Tinta 51">
                  <a:extLst>
                    <a:ext uri="{FF2B5EF4-FFF2-40B4-BE49-F238E27FC236}">
                      <a16:creationId xmlns:a16="http://schemas.microsoft.com/office/drawing/2014/main" id="{ED812FE6-7449-45E7-91BC-BA46314E06FD}"/>
                    </a:ext>
                  </a:extLst>
                </p:cNvPr>
                <p:cNvPicPr/>
                <p:nvPr/>
              </p:nvPicPr>
              <p:blipFill>
                <a:blip r:embed="rId52"/>
                <a:stretch>
                  <a:fillRect/>
                </a:stretch>
              </p:blipFill>
              <p:spPr>
                <a:xfrm>
                  <a:off x="4275448" y="3949281"/>
                  <a:ext cx="151200" cy="12924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53">
            <p14:nvContentPartPr>
              <p14:cNvPr id="54" name="Tinta 53">
                <a:extLst>
                  <a:ext uri="{FF2B5EF4-FFF2-40B4-BE49-F238E27FC236}">
                    <a16:creationId xmlns:a16="http://schemas.microsoft.com/office/drawing/2014/main" id="{0D294262-839D-02D8-F4FF-058D8D977AB9}"/>
                  </a:ext>
                </a:extLst>
              </p14:cNvPr>
              <p14:cNvContentPartPr/>
              <p14:nvPr/>
            </p14:nvContentPartPr>
            <p14:xfrm>
              <a:off x="8605888" y="3050361"/>
              <a:ext cx="770760" cy="449640"/>
            </p14:xfrm>
          </p:contentPart>
        </mc:Choice>
        <mc:Fallback>
          <p:pic>
            <p:nvPicPr>
              <p:cNvPr id="54" name="Tinta 53">
                <a:extLst>
                  <a:ext uri="{FF2B5EF4-FFF2-40B4-BE49-F238E27FC236}">
                    <a16:creationId xmlns:a16="http://schemas.microsoft.com/office/drawing/2014/main" id="{0D294262-839D-02D8-F4FF-058D8D977AB9}"/>
                  </a:ext>
                </a:extLst>
              </p:cNvPr>
              <p:cNvPicPr/>
              <p:nvPr/>
            </p:nvPicPr>
            <p:blipFill>
              <a:blip r:embed="rId54"/>
              <a:stretch>
                <a:fillRect/>
              </a:stretch>
            </p:blipFill>
            <p:spPr>
              <a:xfrm>
                <a:off x="8599768" y="3044241"/>
                <a:ext cx="783000" cy="461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55">
            <p14:nvContentPartPr>
              <p14:cNvPr id="55" name="Tinta 54">
                <a:extLst>
                  <a:ext uri="{FF2B5EF4-FFF2-40B4-BE49-F238E27FC236}">
                    <a16:creationId xmlns:a16="http://schemas.microsoft.com/office/drawing/2014/main" id="{76B94C8D-D5AE-41E8-E82B-A0A200E24678}"/>
                  </a:ext>
                </a:extLst>
              </p14:cNvPr>
              <p14:cNvContentPartPr/>
              <p14:nvPr/>
            </p14:nvContentPartPr>
            <p14:xfrm>
              <a:off x="4046488" y="4300641"/>
              <a:ext cx="560160" cy="57240"/>
            </p14:xfrm>
          </p:contentPart>
        </mc:Choice>
        <mc:Fallback>
          <p:pic>
            <p:nvPicPr>
              <p:cNvPr id="55" name="Tinta 54">
                <a:extLst>
                  <a:ext uri="{FF2B5EF4-FFF2-40B4-BE49-F238E27FC236}">
                    <a16:creationId xmlns:a16="http://schemas.microsoft.com/office/drawing/2014/main" id="{76B94C8D-D5AE-41E8-E82B-A0A200E24678}"/>
                  </a:ext>
                </a:extLst>
              </p:cNvPr>
              <p:cNvPicPr/>
              <p:nvPr/>
            </p:nvPicPr>
            <p:blipFill>
              <a:blip r:embed="rId56"/>
              <a:stretch>
                <a:fillRect/>
              </a:stretch>
            </p:blipFill>
            <p:spPr>
              <a:xfrm>
                <a:off x="4040368" y="4294521"/>
                <a:ext cx="572400" cy="69480"/>
              </a:xfrm>
              <a:prstGeom prst="rect">
                <a:avLst/>
              </a:prstGeom>
            </p:spPr>
          </p:pic>
        </mc:Fallback>
      </mc:AlternateContent>
      <p:grpSp>
        <p:nvGrpSpPr>
          <p:cNvPr id="69" name="Agrupar 68">
            <a:extLst>
              <a:ext uri="{FF2B5EF4-FFF2-40B4-BE49-F238E27FC236}">
                <a16:creationId xmlns:a16="http://schemas.microsoft.com/office/drawing/2014/main" id="{40FA049B-6C2C-517C-B888-1B45C9AFC06F}"/>
              </a:ext>
            </a:extLst>
          </p:cNvPr>
          <p:cNvGrpSpPr/>
          <p:nvPr/>
        </p:nvGrpSpPr>
        <p:grpSpPr>
          <a:xfrm>
            <a:off x="8320768" y="3020841"/>
            <a:ext cx="3592440" cy="592920"/>
            <a:chOff x="8320768" y="3020841"/>
            <a:chExt cx="3592440" cy="5929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57">
              <p14:nvContentPartPr>
                <p14:cNvPr id="56" name="Tinta 55">
                  <a:extLst>
                    <a:ext uri="{FF2B5EF4-FFF2-40B4-BE49-F238E27FC236}">
                      <a16:creationId xmlns:a16="http://schemas.microsoft.com/office/drawing/2014/main" id="{7259173C-46E8-8D1A-A9FF-BF8D46657F85}"/>
                    </a:ext>
                  </a:extLst>
                </p14:cNvPr>
                <p14:cNvContentPartPr/>
                <p14:nvPr/>
              </p14:nvContentPartPr>
              <p14:xfrm>
                <a:off x="9540088" y="3247641"/>
                <a:ext cx="300600" cy="81360"/>
              </p14:xfrm>
            </p:contentPart>
          </mc:Choice>
          <mc:Fallback>
            <p:pic>
              <p:nvPicPr>
                <p:cNvPr id="56" name="Tinta 55">
                  <a:extLst>
                    <a:ext uri="{FF2B5EF4-FFF2-40B4-BE49-F238E27FC236}">
                      <a16:creationId xmlns:a16="http://schemas.microsoft.com/office/drawing/2014/main" id="{7259173C-46E8-8D1A-A9FF-BF8D46657F85}"/>
                    </a:ext>
                  </a:extLst>
                </p:cNvPr>
                <p:cNvPicPr/>
                <p:nvPr/>
              </p:nvPicPr>
              <p:blipFill>
                <a:blip r:embed="rId58"/>
                <a:stretch>
                  <a:fillRect/>
                </a:stretch>
              </p:blipFill>
              <p:spPr>
                <a:xfrm>
                  <a:off x="9533968" y="3241521"/>
                  <a:ext cx="312840" cy="93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9">
              <p14:nvContentPartPr>
                <p14:cNvPr id="57" name="Tinta 56">
                  <a:extLst>
                    <a:ext uri="{FF2B5EF4-FFF2-40B4-BE49-F238E27FC236}">
                      <a16:creationId xmlns:a16="http://schemas.microsoft.com/office/drawing/2014/main" id="{21307D84-4DA7-9571-D0FE-160F2B8B4694}"/>
                    </a:ext>
                  </a:extLst>
                </p14:cNvPr>
                <p14:cNvContentPartPr/>
                <p14:nvPr/>
              </p14:nvContentPartPr>
              <p14:xfrm>
                <a:off x="9773368" y="3346281"/>
                <a:ext cx="127440" cy="17640"/>
              </p14:xfrm>
            </p:contentPart>
          </mc:Choice>
          <mc:Fallback>
            <p:pic>
              <p:nvPicPr>
                <p:cNvPr id="57" name="Tinta 56">
                  <a:extLst>
                    <a:ext uri="{FF2B5EF4-FFF2-40B4-BE49-F238E27FC236}">
                      <a16:creationId xmlns:a16="http://schemas.microsoft.com/office/drawing/2014/main" id="{21307D84-4DA7-9571-D0FE-160F2B8B4694}"/>
                    </a:ext>
                  </a:extLst>
                </p:cNvPr>
                <p:cNvPicPr/>
                <p:nvPr/>
              </p:nvPicPr>
              <p:blipFill>
                <a:blip r:embed="rId60"/>
                <a:stretch>
                  <a:fillRect/>
                </a:stretch>
              </p:blipFill>
              <p:spPr>
                <a:xfrm>
                  <a:off x="9767248" y="3340161"/>
                  <a:ext cx="139680" cy="29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1">
              <p14:nvContentPartPr>
                <p14:cNvPr id="59" name="Tinta 58">
                  <a:extLst>
                    <a:ext uri="{FF2B5EF4-FFF2-40B4-BE49-F238E27FC236}">
                      <a16:creationId xmlns:a16="http://schemas.microsoft.com/office/drawing/2014/main" id="{85357AB2-CD53-C69B-2EC6-B275AAE18509}"/>
                    </a:ext>
                  </a:extLst>
                </p14:cNvPr>
                <p14:cNvContentPartPr/>
                <p14:nvPr/>
              </p14:nvContentPartPr>
              <p14:xfrm>
                <a:off x="10017088" y="3210201"/>
                <a:ext cx="398880" cy="236520"/>
              </p14:xfrm>
            </p:contentPart>
          </mc:Choice>
          <mc:Fallback>
            <p:pic>
              <p:nvPicPr>
                <p:cNvPr id="59" name="Tinta 58">
                  <a:extLst>
                    <a:ext uri="{FF2B5EF4-FFF2-40B4-BE49-F238E27FC236}">
                      <a16:creationId xmlns:a16="http://schemas.microsoft.com/office/drawing/2014/main" id="{85357AB2-CD53-C69B-2EC6-B275AAE18509}"/>
                    </a:ext>
                  </a:extLst>
                </p:cNvPr>
                <p:cNvPicPr/>
                <p:nvPr/>
              </p:nvPicPr>
              <p:blipFill>
                <a:blip r:embed="rId62"/>
                <a:stretch>
                  <a:fillRect/>
                </a:stretch>
              </p:blipFill>
              <p:spPr>
                <a:xfrm>
                  <a:off x="10010968" y="3204081"/>
                  <a:ext cx="411120" cy="248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3">
              <p14:nvContentPartPr>
                <p14:cNvPr id="60" name="Tinta 59">
                  <a:extLst>
                    <a:ext uri="{FF2B5EF4-FFF2-40B4-BE49-F238E27FC236}">
                      <a16:creationId xmlns:a16="http://schemas.microsoft.com/office/drawing/2014/main" id="{178A3743-E45C-FDA3-D9B9-1E1FF4333CD7}"/>
                    </a:ext>
                  </a:extLst>
                </p14:cNvPr>
                <p14:cNvContentPartPr/>
                <p14:nvPr/>
              </p14:nvContentPartPr>
              <p14:xfrm>
                <a:off x="10518568" y="3247641"/>
                <a:ext cx="268200" cy="25200"/>
              </p14:xfrm>
            </p:contentPart>
          </mc:Choice>
          <mc:Fallback>
            <p:pic>
              <p:nvPicPr>
                <p:cNvPr id="60" name="Tinta 59">
                  <a:extLst>
                    <a:ext uri="{FF2B5EF4-FFF2-40B4-BE49-F238E27FC236}">
                      <a16:creationId xmlns:a16="http://schemas.microsoft.com/office/drawing/2014/main" id="{178A3743-E45C-FDA3-D9B9-1E1FF4333CD7}"/>
                    </a:ext>
                  </a:extLst>
                </p:cNvPr>
                <p:cNvPicPr/>
                <p:nvPr/>
              </p:nvPicPr>
              <p:blipFill>
                <a:blip r:embed="rId64"/>
                <a:stretch>
                  <a:fillRect/>
                </a:stretch>
              </p:blipFill>
              <p:spPr>
                <a:xfrm>
                  <a:off x="10512448" y="3241521"/>
                  <a:ext cx="280440" cy="37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5">
              <p14:nvContentPartPr>
                <p14:cNvPr id="61" name="Tinta 60">
                  <a:extLst>
                    <a:ext uri="{FF2B5EF4-FFF2-40B4-BE49-F238E27FC236}">
                      <a16:creationId xmlns:a16="http://schemas.microsoft.com/office/drawing/2014/main" id="{B6E30C38-CBFE-C110-E76B-9FA0D888BF9D}"/>
                    </a:ext>
                  </a:extLst>
                </p14:cNvPr>
                <p14:cNvContentPartPr/>
                <p14:nvPr/>
              </p14:nvContentPartPr>
              <p14:xfrm>
                <a:off x="10436488" y="3222081"/>
                <a:ext cx="141480" cy="151560"/>
              </p14:xfrm>
            </p:contentPart>
          </mc:Choice>
          <mc:Fallback>
            <p:pic>
              <p:nvPicPr>
                <p:cNvPr id="61" name="Tinta 60">
                  <a:extLst>
                    <a:ext uri="{FF2B5EF4-FFF2-40B4-BE49-F238E27FC236}">
                      <a16:creationId xmlns:a16="http://schemas.microsoft.com/office/drawing/2014/main" id="{B6E30C38-CBFE-C110-E76B-9FA0D888BF9D}"/>
                    </a:ext>
                  </a:extLst>
                </p:cNvPr>
                <p:cNvPicPr/>
                <p:nvPr/>
              </p:nvPicPr>
              <p:blipFill>
                <a:blip r:embed="rId66"/>
                <a:stretch>
                  <a:fillRect/>
                </a:stretch>
              </p:blipFill>
              <p:spPr>
                <a:xfrm>
                  <a:off x="10430368" y="3215961"/>
                  <a:ext cx="153720" cy="163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7">
              <p14:nvContentPartPr>
                <p14:cNvPr id="62" name="Tinta 61">
                  <a:extLst>
                    <a:ext uri="{FF2B5EF4-FFF2-40B4-BE49-F238E27FC236}">
                      <a16:creationId xmlns:a16="http://schemas.microsoft.com/office/drawing/2014/main" id="{ADF92AAC-E2B4-FAC9-3DFD-F06EFDFBEBE9}"/>
                    </a:ext>
                  </a:extLst>
                </p14:cNvPr>
                <p14:cNvContentPartPr/>
                <p14:nvPr/>
              </p14:nvContentPartPr>
              <p14:xfrm>
                <a:off x="10612528" y="3264561"/>
                <a:ext cx="94320" cy="129240"/>
              </p14:xfrm>
            </p:contentPart>
          </mc:Choice>
          <mc:Fallback>
            <p:pic>
              <p:nvPicPr>
                <p:cNvPr id="62" name="Tinta 61">
                  <a:extLst>
                    <a:ext uri="{FF2B5EF4-FFF2-40B4-BE49-F238E27FC236}">
                      <a16:creationId xmlns:a16="http://schemas.microsoft.com/office/drawing/2014/main" id="{ADF92AAC-E2B4-FAC9-3DFD-F06EFDFBEBE9}"/>
                    </a:ext>
                  </a:extLst>
                </p:cNvPr>
                <p:cNvPicPr/>
                <p:nvPr/>
              </p:nvPicPr>
              <p:blipFill>
                <a:blip r:embed="rId68"/>
                <a:stretch>
                  <a:fillRect/>
                </a:stretch>
              </p:blipFill>
              <p:spPr>
                <a:xfrm>
                  <a:off x="10606408" y="3258441"/>
                  <a:ext cx="106560" cy="141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9">
              <p14:nvContentPartPr>
                <p14:cNvPr id="63" name="Tinta 62">
                  <a:extLst>
                    <a:ext uri="{FF2B5EF4-FFF2-40B4-BE49-F238E27FC236}">
                      <a16:creationId xmlns:a16="http://schemas.microsoft.com/office/drawing/2014/main" id="{E7F8D139-A132-AF81-E186-C1EA44AFF7C8}"/>
                    </a:ext>
                  </a:extLst>
                </p14:cNvPr>
                <p14:cNvContentPartPr/>
                <p14:nvPr/>
              </p14:nvContentPartPr>
              <p14:xfrm>
                <a:off x="10951288" y="3314241"/>
                <a:ext cx="315360" cy="121680"/>
              </p14:xfrm>
            </p:contentPart>
          </mc:Choice>
          <mc:Fallback>
            <p:pic>
              <p:nvPicPr>
                <p:cNvPr id="63" name="Tinta 62">
                  <a:extLst>
                    <a:ext uri="{FF2B5EF4-FFF2-40B4-BE49-F238E27FC236}">
                      <a16:creationId xmlns:a16="http://schemas.microsoft.com/office/drawing/2014/main" id="{E7F8D139-A132-AF81-E186-C1EA44AFF7C8}"/>
                    </a:ext>
                  </a:extLst>
                </p:cNvPr>
                <p:cNvPicPr/>
                <p:nvPr/>
              </p:nvPicPr>
              <p:blipFill>
                <a:blip r:embed="rId70"/>
                <a:stretch>
                  <a:fillRect/>
                </a:stretch>
              </p:blipFill>
              <p:spPr>
                <a:xfrm>
                  <a:off x="10945168" y="3308121"/>
                  <a:ext cx="327600" cy="133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1">
              <p14:nvContentPartPr>
                <p14:cNvPr id="64" name="Tinta 63">
                  <a:extLst>
                    <a:ext uri="{FF2B5EF4-FFF2-40B4-BE49-F238E27FC236}">
                      <a16:creationId xmlns:a16="http://schemas.microsoft.com/office/drawing/2014/main" id="{68D9A99B-1CCD-98AD-F389-1CA24A62D09C}"/>
                    </a:ext>
                  </a:extLst>
                </p14:cNvPr>
                <p14:cNvContentPartPr/>
                <p14:nvPr/>
              </p14:nvContentPartPr>
              <p14:xfrm>
                <a:off x="11177008" y="3288681"/>
                <a:ext cx="204480" cy="131400"/>
              </p14:xfrm>
            </p:contentPart>
          </mc:Choice>
          <mc:Fallback>
            <p:pic>
              <p:nvPicPr>
                <p:cNvPr id="64" name="Tinta 63">
                  <a:extLst>
                    <a:ext uri="{FF2B5EF4-FFF2-40B4-BE49-F238E27FC236}">
                      <a16:creationId xmlns:a16="http://schemas.microsoft.com/office/drawing/2014/main" id="{68D9A99B-1CCD-98AD-F389-1CA24A62D09C}"/>
                    </a:ext>
                  </a:extLst>
                </p:cNvPr>
                <p:cNvPicPr/>
                <p:nvPr/>
              </p:nvPicPr>
              <p:blipFill>
                <a:blip r:embed="rId72"/>
                <a:stretch>
                  <a:fillRect/>
                </a:stretch>
              </p:blipFill>
              <p:spPr>
                <a:xfrm>
                  <a:off x="11170888" y="3282561"/>
                  <a:ext cx="216720" cy="143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3">
              <p14:nvContentPartPr>
                <p14:cNvPr id="65" name="Tinta 64">
                  <a:extLst>
                    <a:ext uri="{FF2B5EF4-FFF2-40B4-BE49-F238E27FC236}">
                      <a16:creationId xmlns:a16="http://schemas.microsoft.com/office/drawing/2014/main" id="{4E2B04DD-F4F4-E3DB-E287-FCF1BC4D8E12}"/>
                    </a:ext>
                  </a:extLst>
                </p14:cNvPr>
                <p14:cNvContentPartPr/>
                <p14:nvPr/>
              </p14:nvContentPartPr>
              <p14:xfrm>
                <a:off x="11416768" y="3100401"/>
                <a:ext cx="496440" cy="375480"/>
              </p14:xfrm>
            </p:contentPart>
          </mc:Choice>
          <mc:Fallback>
            <p:pic>
              <p:nvPicPr>
                <p:cNvPr id="65" name="Tinta 64">
                  <a:extLst>
                    <a:ext uri="{FF2B5EF4-FFF2-40B4-BE49-F238E27FC236}">
                      <a16:creationId xmlns:a16="http://schemas.microsoft.com/office/drawing/2014/main" id="{4E2B04DD-F4F4-E3DB-E287-FCF1BC4D8E12}"/>
                    </a:ext>
                  </a:extLst>
                </p:cNvPr>
                <p:cNvPicPr/>
                <p:nvPr/>
              </p:nvPicPr>
              <p:blipFill>
                <a:blip r:embed="rId74"/>
                <a:stretch>
                  <a:fillRect/>
                </a:stretch>
              </p:blipFill>
              <p:spPr>
                <a:xfrm>
                  <a:off x="11410648" y="3094281"/>
                  <a:ext cx="508680" cy="387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5">
              <p14:nvContentPartPr>
                <p14:cNvPr id="67" name="Tinta 66">
                  <a:extLst>
                    <a:ext uri="{FF2B5EF4-FFF2-40B4-BE49-F238E27FC236}">
                      <a16:creationId xmlns:a16="http://schemas.microsoft.com/office/drawing/2014/main" id="{0E1B439B-D438-1642-E196-3F993D411363}"/>
                    </a:ext>
                  </a:extLst>
                </p14:cNvPr>
                <p14:cNvContentPartPr/>
                <p14:nvPr/>
              </p14:nvContentPartPr>
              <p14:xfrm>
                <a:off x="9108088" y="3020841"/>
                <a:ext cx="477720" cy="501840"/>
              </p14:xfrm>
            </p:contentPart>
          </mc:Choice>
          <mc:Fallback>
            <p:pic>
              <p:nvPicPr>
                <p:cNvPr id="67" name="Tinta 66">
                  <a:extLst>
                    <a:ext uri="{FF2B5EF4-FFF2-40B4-BE49-F238E27FC236}">
                      <a16:creationId xmlns:a16="http://schemas.microsoft.com/office/drawing/2014/main" id="{0E1B439B-D438-1642-E196-3F993D411363}"/>
                    </a:ext>
                  </a:extLst>
                </p:cNvPr>
                <p:cNvPicPr/>
                <p:nvPr/>
              </p:nvPicPr>
              <p:blipFill>
                <a:blip r:embed="rId76"/>
                <a:stretch>
                  <a:fillRect/>
                </a:stretch>
              </p:blipFill>
              <p:spPr>
                <a:xfrm>
                  <a:off x="9101968" y="3014721"/>
                  <a:ext cx="489960" cy="514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7">
              <p14:nvContentPartPr>
                <p14:cNvPr id="68" name="Tinta 67">
                  <a:extLst>
                    <a:ext uri="{FF2B5EF4-FFF2-40B4-BE49-F238E27FC236}">
                      <a16:creationId xmlns:a16="http://schemas.microsoft.com/office/drawing/2014/main" id="{BA5DD0CC-5DA9-0FAC-0E78-A343A61F57CB}"/>
                    </a:ext>
                  </a:extLst>
                </p14:cNvPr>
                <p14:cNvContentPartPr/>
                <p14:nvPr/>
              </p14:nvContentPartPr>
              <p14:xfrm>
                <a:off x="8320768" y="3035961"/>
                <a:ext cx="1482840" cy="577800"/>
              </p14:xfrm>
            </p:contentPart>
          </mc:Choice>
          <mc:Fallback>
            <p:pic>
              <p:nvPicPr>
                <p:cNvPr id="68" name="Tinta 67">
                  <a:extLst>
                    <a:ext uri="{FF2B5EF4-FFF2-40B4-BE49-F238E27FC236}">
                      <a16:creationId xmlns:a16="http://schemas.microsoft.com/office/drawing/2014/main" id="{BA5DD0CC-5DA9-0FAC-0E78-A343A61F57CB}"/>
                    </a:ext>
                  </a:extLst>
                </p:cNvPr>
                <p:cNvPicPr/>
                <p:nvPr/>
              </p:nvPicPr>
              <p:blipFill>
                <a:blip r:embed="rId78"/>
                <a:stretch>
                  <a:fillRect/>
                </a:stretch>
              </p:blipFill>
              <p:spPr>
                <a:xfrm>
                  <a:off x="8314648" y="3029841"/>
                  <a:ext cx="1495080" cy="5900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80" name="Agrupar 79">
            <a:extLst>
              <a:ext uri="{FF2B5EF4-FFF2-40B4-BE49-F238E27FC236}">
                <a16:creationId xmlns:a16="http://schemas.microsoft.com/office/drawing/2014/main" id="{C8FD716C-0FAA-A7B9-B9E5-710127F79946}"/>
              </a:ext>
            </a:extLst>
          </p:cNvPr>
          <p:cNvGrpSpPr/>
          <p:nvPr/>
        </p:nvGrpSpPr>
        <p:grpSpPr>
          <a:xfrm>
            <a:off x="2847328" y="4365081"/>
            <a:ext cx="2905200" cy="621360"/>
            <a:chOff x="2847328" y="4365081"/>
            <a:chExt cx="2905200" cy="6213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79">
              <p14:nvContentPartPr>
                <p14:cNvPr id="70" name="Tinta 69">
                  <a:extLst>
                    <a:ext uri="{FF2B5EF4-FFF2-40B4-BE49-F238E27FC236}">
                      <a16:creationId xmlns:a16="http://schemas.microsoft.com/office/drawing/2014/main" id="{34494A52-C34C-E19A-4B44-0D15F70BF460}"/>
                    </a:ext>
                  </a:extLst>
                </p14:cNvPr>
                <p14:cNvContentPartPr/>
                <p14:nvPr/>
              </p14:nvContentPartPr>
              <p14:xfrm>
                <a:off x="3094288" y="4668561"/>
                <a:ext cx="266760" cy="156960"/>
              </p14:xfrm>
            </p:contentPart>
          </mc:Choice>
          <mc:Fallback>
            <p:pic>
              <p:nvPicPr>
                <p:cNvPr id="70" name="Tinta 69">
                  <a:extLst>
                    <a:ext uri="{FF2B5EF4-FFF2-40B4-BE49-F238E27FC236}">
                      <a16:creationId xmlns:a16="http://schemas.microsoft.com/office/drawing/2014/main" id="{34494A52-C34C-E19A-4B44-0D15F70BF460}"/>
                    </a:ext>
                  </a:extLst>
                </p:cNvPr>
                <p:cNvPicPr/>
                <p:nvPr/>
              </p:nvPicPr>
              <p:blipFill>
                <a:blip r:embed="rId80"/>
                <a:stretch>
                  <a:fillRect/>
                </a:stretch>
              </p:blipFill>
              <p:spPr>
                <a:xfrm>
                  <a:off x="3088168" y="4662441"/>
                  <a:ext cx="279000" cy="169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1">
              <p14:nvContentPartPr>
                <p14:cNvPr id="71" name="Tinta 70">
                  <a:extLst>
                    <a:ext uri="{FF2B5EF4-FFF2-40B4-BE49-F238E27FC236}">
                      <a16:creationId xmlns:a16="http://schemas.microsoft.com/office/drawing/2014/main" id="{72B71BE8-0D33-3B74-0B34-B8A39B05AEC1}"/>
                    </a:ext>
                  </a:extLst>
                </p14:cNvPr>
                <p14:cNvContentPartPr/>
                <p14:nvPr/>
              </p14:nvContentPartPr>
              <p14:xfrm>
                <a:off x="3348808" y="4694121"/>
                <a:ext cx="181080" cy="113760"/>
              </p14:xfrm>
            </p:contentPart>
          </mc:Choice>
          <mc:Fallback>
            <p:pic>
              <p:nvPicPr>
                <p:cNvPr id="71" name="Tinta 70">
                  <a:extLst>
                    <a:ext uri="{FF2B5EF4-FFF2-40B4-BE49-F238E27FC236}">
                      <a16:creationId xmlns:a16="http://schemas.microsoft.com/office/drawing/2014/main" id="{72B71BE8-0D33-3B74-0B34-B8A39B05AEC1}"/>
                    </a:ext>
                  </a:extLst>
                </p:cNvPr>
                <p:cNvPicPr/>
                <p:nvPr/>
              </p:nvPicPr>
              <p:blipFill>
                <a:blip r:embed="rId82"/>
                <a:stretch>
                  <a:fillRect/>
                </a:stretch>
              </p:blipFill>
              <p:spPr>
                <a:xfrm>
                  <a:off x="3342688" y="4688001"/>
                  <a:ext cx="193320" cy="12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3">
              <p14:nvContentPartPr>
                <p14:cNvPr id="73" name="Tinta 72">
                  <a:extLst>
                    <a:ext uri="{FF2B5EF4-FFF2-40B4-BE49-F238E27FC236}">
                      <a16:creationId xmlns:a16="http://schemas.microsoft.com/office/drawing/2014/main" id="{B6DB55C0-6E4A-2D38-0E11-340AD4794125}"/>
                    </a:ext>
                  </a:extLst>
                </p14:cNvPr>
                <p14:cNvContentPartPr/>
                <p14:nvPr/>
              </p14:nvContentPartPr>
              <p14:xfrm>
                <a:off x="3944968" y="4793121"/>
                <a:ext cx="393480" cy="129960"/>
              </p14:xfrm>
            </p:contentPart>
          </mc:Choice>
          <mc:Fallback>
            <p:pic>
              <p:nvPicPr>
                <p:cNvPr id="73" name="Tinta 72">
                  <a:extLst>
                    <a:ext uri="{FF2B5EF4-FFF2-40B4-BE49-F238E27FC236}">
                      <a16:creationId xmlns:a16="http://schemas.microsoft.com/office/drawing/2014/main" id="{B6DB55C0-6E4A-2D38-0E11-340AD4794125}"/>
                    </a:ext>
                  </a:extLst>
                </p:cNvPr>
                <p:cNvPicPr/>
                <p:nvPr/>
              </p:nvPicPr>
              <p:blipFill>
                <a:blip r:embed="rId84"/>
                <a:stretch>
                  <a:fillRect/>
                </a:stretch>
              </p:blipFill>
              <p:spPr>
                <a:xfrm>
                  <a:off x="3938848" y="4787001"/>
                  <a:ext cx="405720" cy="142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5">
              <p14:nvContentPartPr>
                <p14:cNvPr id="74" name="Tinta 73">
                  <a:extLst>
                    <a:ext uri="{FF2B5EF4-FFF2-40B4-BE49-F238E27FC236}">
                      <a16:creationId xmlns:a16="http://schemas.microsoft.com/office/drawing/2014/main" id="{8EC87C99-F7DA-807D-A74A-7B0EB104919F}"/>
                    </a:ext>
                  </a:extLst>
                </p14:cNvPr>
                <p14:cNvContentPartPr/>
                <p14:nvPr/>
              </p14:nvContentPartPr>
              <p14:xfrm>
                <a:off x="4306048" y="4712121"/>
                <a:ext cx="186120" cy="196200"/>
              </p14:xfrm>
            </p:contentPart>
          </mc:Choice>
          <mc:Fallback>
            <p:pic>
              <p:nvPicPr>
                <p:cNvPr id="74" name="Tinta 73">
                  <a:extLst>
                    <a:ext uri="{FF2B5EF4-FFF2-40B4-BE49-F238E27FC236}">
                      <a16:creationId xmlns:a16="http://schemas.microsoft.com/office/drawing/2014/main" id="{8EC87C99-F7DA-807D-A74A-7B0EB104919F}"/>
                    </a:ext>
                  </a:extLst>
                </p:cNvPr>
                <p:cNvPicPr/>
                <p:nvPr/>
              </p:nvPicPr>
              <p:blipFill>
                <a:blip r:embed="rId86"/>
                <a:stretch>
                  <a:fillRect/>
                </a:stretch>
              </p:blipFill>
              <p:spPr>
                <a:xfrm>
                  <a:off x="4299928" y="4706001"/>
                  <a:ext cx="198360" cy="208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7">
              <p14:nvContentPartPr>
                <p14:cNvPr id="75" name="Tinta 74">
                  <a:extLst>
                    <a:ext uri="{FF2B5EF4-FFF2-40B4-BE49-F238E27FC236}">
                      <a16:creationId xmlns:a16="http://schemas.microsoft.com/office/drawing/2014/main" id="{2E43355E-7D20-D638-D4E0-55227091D18C}"/>
                    </a:ext>
                  </a:extLst>
                </p14:cNvPr>
                <p14:cNvContentPartPr/>
                <p14:nvPr/>
              </p14:nvContentPartPr>
              <p14:xfrm>
                <a:off x="4491448" y="4605201"/>
                <a:ext cx="291960" cy="325800"/>
              </p14:xfrm>
            </p:contentPart>
          </mc:Choice>
          <mc:Fallback>
            <p:pic>
              <p:nvPicPr>
                <p:cNvPr id="75" name="Tinta 74">
                  <a:extLst>
                    <a:ext uri="{FF2B5EF4-FFF2-40B4-BE49-F238E27FC236}">
                      <a16:creationId xmlns:a16="http://schemas.microsoft.com/office/drawing/2014/main" id="{2E43355E-7D20-D638-D4E0-55227091D18C}"/>
                    </a:ext>
                  </a:extLst>
                </p:cNvPr>
                <p:cNvPicPr/>
                <p:nvPr/>
              </p:nvPicPr>
              <p:blipFill>
                <a:blip r:embed="rId88"/>
                <a:stretch>
                  <a:fillRect/>
                </a:stretch>
              </p:blipFill>
              <p:spPr>
                <a:xfrm>
                  <a:off x="4485328" y="4599081"/>
                  <a:ext cx="304200" cy="338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9">
              <p14:nvContentPartPr>
                <p14:cNvPr id="76" name="Tinta 75">
                  <a:extLst>
                    <a:ext uri="{FF2B5EF4-FFF2-40B4-BE49-F238E27FC236}">
                      <a16:creationId xmlns:a16="http://schemas.microsoft.com/office/drawing/2014/main" id="{8A73A6CF-BBE0-EC40-7C8A-1AE849D38E79}"/>
                    </a:ext>
                  </a:extLst>
                </p14:cNvPr>
                <p14:cNvContentPartPr/>
                <p14:nvPr/>
              </p14:nvContentPartPr>
              <p14:xfrm>
                <a:off x="4747048" y="4635081"/>
                <a:ext cx="510840" cy="309600"/>
              </p14:xfrm>
            </p:contentPart>
          </mc:Choice>
          <mc:Fallback>
            <p:pic>
              <p:nvPicPr>
                <p:cNvPr id="76" name="Tinta 75">
                  <a:extLst>
                    <a:ext uri="{FF2B5EF4-FFF2-40B4-BE49-F238E27FC236}">
                      <a16:creationId xmlns:a16="http://schemas.microsoft.com/office/drawing/2014/main" id="{8A73A6CF-BBE0-EC40-7C8A-1AE849D38E79}"/>
                    </a:ext>
                  </a:extLst>
                </p:cNvPr>
                <p:cNvPicPr/>
                <p:nvPr/>
              </p:nvPicPr>
              <p:blipFill>
                <a:blip r:embed="rId90"/>
                <a:stretch>
                  <a:fillRect/>
                </a:stretch>
              </p:blipFill>
              <p:spPr>
                <a:xfrm>
                  <a:off x="4740928" y="4628961"/>
                  <a:ext cx="523080" cy="321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1">
              <p14:nvContentPartPr>
                <p14:cNvPr id="77" name="Tinta 76">
                  <a:extLst>
                    <a:ext uri="{FF2B5EF4-FFF2-40B4-BE49-F238E27FC236}">
                      <a16:creationId xmlns:a16="http://schemas.microsoft.com/office/drawing/2014/main" id="{0C123126-6042-9862-AF43-42EF67F51C32}"/>
                    </a:ext>
                  </a:extLst>
                </p14:cNvPr>
                <p14:cNvContentPartPr/>
                <p14:nvPr/>
              </p14:nvContentPartPr>
              <p14:xfrm>
                <a:off x="5184448" y="4758561"/>
                <a:ext cx="484920" cy="153000"/>
              </p14:xfrm>
            </p:contentPart>
          </mc:Choice>
          <mc:Fallback>
            <p:pic>
              <p:nvPicPr>
                <p:cNvPr id="77" name="Tinta 76">
                  <a:extLst>
                    <a:ext uri="{FF2B5EF4-FFF2-40B4-BE49-F238E27FC236}">
                      <a16:creationId xmlns:a16="http://schemas.microsoft.com/office/drawing/2014/main" id="{0C123126-6042-9862-AF43-42EF67F51C32}"/>
                    </a:ext>
                  </a:extLst>
                </p:cNvPr>
                <p:cNvPicPr/>
                <p:nvPr/>
              </p:nvPicPr>
              <p:blipFill>
                <a:blip r:embed="rId92"/>
                <a:stretch>
                  <a:fillRect/>
                </a:stretch>
              </p:blipFill>
              <p:spPr>
                <a:xfrm>
                  <a:off x="5178328" y="4752441"/>
                  <a:ext cx="497160" cy="165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3">
              <p14:nvContentPartPr>
                <p14:cNvPr id="79" name="Tinta 78">
                  <a:extLst>
                    <a:ext uri="{FF2B5EF4-FFF2-40B4-BE49-F238E27FC236}">
                      <a16:creationId xmlns:a16="http://schemas.microsoft.com/office/drawing/2014/main" id="{C814652D-2466-9813-CCD1-9B6BF54D5280}"/>
                    </a:ext>
                  </a:extLst>
                </p14:cNvPr>
                <p14:cNvContentPartPr/>
                <p14:nvPr/>
              </p14:nvContentPartPr>
              <p14:xfrm>
                <a:off x="2847328" y="4365081"/>
                <a:ext cx="2905200" cy="621360"/>
              </p14:xfrm>
            </p:contentPart>
          </mc:Choice>
          <mc:Fallback>
            <p:pic>
              <p:nvPicPr>
                <p:cNvPr id="79" name="Tinta 78">
                  <a:extLst>
                    <a:ext uri="{FF2B5EF4-FFF2-40B4-BE49-F238E27FC236}">
                      <a16:creationId xmlns:a16="http://schemas.microsoft.com/office/drawing/2014/main" id="{C814652D-2466-9813-CCD1-9B6BF54D5280}"/>
                    </a:ext>
                  </a:extLst>
                </p:cNvPr>
                <p:cNvPicPr/>
                <p:nvPr/>
              </p:nvPicPr>
              <p:blipFill>
                <a:blip r:embed="rId94"/>
                <a:stretch>
                  <a:fillRect/>
                </a:stretch>
              </p:blipFill>
              <p:spPr>
                <a:xfrm>
                  <a:off x="2841208" y="4358961"/>
                  <a:ext cx="2917440" cy="6336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82" name="Agrupar 81">
            <a:extLst>
              <a:ext uri="{FF2B5EF4-FFF2-40B4-BE49-F238E27FC236}">
                <a16:creationId xmlns:a16="http://schemas.microsoft.com/office/drawing/2014/main" id="{C3790D59-C949-6A27-A8ED-64CAF829B085}"/>
              </a:ext>
            </a:extLst>
          </p:cNvPr>
          <p:cNvGrpSpPr/>
          <p:nvPr/>
        </p:nvGrpSpPr>
        <p:grpSpPr>
          <a:xfrm>
            <a:off x="1445488" y="2563281"/>
            <a:ext cx="4282200" cy="617760"/>
            <a:chOff x="1445488" y="2563281"/>
            <a:chExt cx="4282200" cy="6177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95">
              <p14:nvContentPartPr>
                <p14:cNvPr id="8" name="Tinta 7">
                  <a:extLst>
                    <a:ext uri="{FF2B5EF4-FFF2-40B4-BE49-F238E27FC236}">
                      <a16:creationId xmlns:a16="http://schemas.microsoft.com/office/drawing/2014/main" id="{EAABD25F-7139-7679-CD5D-EF5E0EFA5E30}"/>
                    </a:ext>
                  </a:extLst>
                </p14:cNvPr>
                <p14:cNvContentPartPr/>
                <p14:nvPr/>
              </p14:nvContentPartPr>
              <p14:xfrm>
                <a:off x="1669048" y="2816361"/>
                <a:ext cx="478440" cy="190440"/>
              </p14:xfrm>
            </p:contentPart>
          </mc:Choice>
          <mc:Fallback>
            <p:pic>
              <p:nvPicPr>
                <p:cNvPr id="8" name="Tinta 7">
                  <a:extLst>
                    <a:ext uri="{FF2B5EF4-FFF2-40B4-BE49-F238E27FC236}">
                      <a16:creationId xmlns:a16="http://schemas.microsoft.com/office/drawing/2014/main" id="{EAABD25F-7139-7679-CD5D-EF5E0EFA5E30}"/>
                    </a:ext>
                  </a:extLst>
                </p:cNvPr>
                <p:cNvPicPr/>
                <p:nvPr/>
              </p:nvPicPr>
              <p:blipFill>
                <a:blip r:embed="rId96"/>
                <a:stretch>
                  <a:fillRect/>
                </a:stretch>
              </p:blipFill>
              <p:spPr>
                <a:xfrm>
                  <a:off x="1662928" y="2810241"/>
                  <a:ext cx="490680" cy="202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7">
              <p14:nvContentPartPr>
                <p14:cNvPr id="9" name="Tinta 8">
                  <a:extLst>
                    <a:ext uri="{FF2B5EF4-FFF2-40B4-BE49-F238E27FC236}">
                      <a16:creationId xmlns:a16="http://schemas.microsoft.com/office/drawing/2014/main" id="{4531556F-253F-0073-C7D8-C0ACD38C3854}"/>
                    </a:ext>
                  </a:extLst>
                </p14:cNvPr>
                <p14:cNvContentPartPr/>
                <p14:nvPr/>
              </p14:nvContentPartPr>
              <p14:xfrm>
                <a:off x="2205808" y="2905641"/>
                <a:ext cx="128160" cy="275400"/>
              </p14:xfrm>
            </p:contentPart>
          </mc:Choice>
          <mc:Fallback>
            <p:pic>
              <p:nvPicPr>
                <p:cNvPr id="9" name="Tinta 8">
                  <a:extLst>
                    <a:ext uri="{FF2B5EF4-FFF2-40B4-BE49-F238E27FC236}">
                      <a16:creationId xmlns:a16="http://schemas.microsoft.com/office/drawing/2014/main" id="{4531556F-253F-0073-C7D8-C0ACD38C3854}"/>
                    </a:ext>
                  </a:extLst>
                </p:cNvPr>
                <p:cNvPicPr/>
                <p:nvPr/>
              </p:nvPicPr>
              <p:blipFill>
                <a:blip r:embed="rId98"/>
                <a:stretch>
                  <a:fillRect/>
                </a:stretch>
              </p:blipFill>
              <p:spPr>
                <a:xfrm>
                  <a:off x="2199688" y="2899521"/>
                  <a:ext cx="140400" cy="287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9">
              <p14:nvContentPartPr>
                <p14:cNvPr id="10" name="Tinta 9">
                  <a:extLst>
                    <a:ext uri="{FF2B5EF4-FFF2-40B4-BE49-F238E27FC236}">
                      <a16:creationId xmlns:a16="http://schemas.microsoft.com/office/drawing/2014/main" id="{50456F4A-E385-11AA-BD73-4583E93BB374}"/>
                    </a:ext>
                  </a:extLst>
                </p14:cNvPr>
                <p14:cNvContentPartPr/>
                <p14:nvPr/>
              </p14:nvContentPartPr>
              <p14:xfrm>
                <a:off x="2600728" y="2890521"/>
                <a:ext cx="153000" cy="7920"/>
              </p14:xfrm>
            </p:contentPart>
          </mc:Choice>
          <mc:Fallback>
            <p:pic>
              <p:nvPicPr>
                <p:cNvPr id="10" name="Tinta 9">
                  <a:extLst>
                    <a:ext uri="{FF2B5EF4-FFF2-40B4-BE49-F238E27FC236}">
                      <a16:creationId xmlns:a16="http://schemas.microsoft.com/office/drawing/2014/main" id="{50456F4A-E385-11AA-BD73-4583E93BB374}"/>
                    </a:ext>
                  </a:extLst>
                </p:cNvPr>
                <p:cNvPicPr/>
                <p:nvPr/>
              </p:nvPicPr>
              <p:blipFill>
                <a:blip r:embed="rId100"/>
                <a:stretch>
                  <a:fillRect/>
                </a:stretch>
              </p:blipFill>
              <p:spPr>
                <a:xfrm>
                  <a:off x="2594608" y="2884401"/>
                  <a:ext cx="165240" cy="20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1">
              <p14:nvContentPartPr>
                <p14:cNvPr id="11" name="Tinta 10">
                  <a:extLst>
                    <a:ext uri="{FF2B5EF4-FFF2-40B4-BE49-F238E27FC236}">
                      <a16:creationId xmlns:a16="http://schemas.microsoft.com/office/drawing/2014/main" id="{8AEFDD84-C343-88BE-0435-B3508CE67657}"/>
                    </a:ext>
                  </a:extLst>
                </p14:cNvPr>
                <p14:cNvContentPartPr/>
                <p14:nvPr/>
              </p14:nvContentPartPr>
              <p14:xfrm>
                <a:off x="2556088" y="2989161"/>
                <a:ext cx="138960" cy="7920"/>
              </p14:xfrm>
            </p:contentPart>
          </mc:Choice>
          <mc:Fallback>
            <p:pic>
              <p:nvPicPr>
                <p:cNvPr id="11" name="Tinta 10">
                  <a:extLst>
                    <a:ext uri="{FF2B5EF4-FFF2-40B4-BE49-F238E27FC236}">
                      <a16:creationId xmlns:a16="http://schemas.microsoft.com/office/drawing/2014/main" id="{8AEFDD84-C343-88BE-0435-B3508CE67657}"/>
                    </a:ext>
                  </a:extLst>
                </p:cNvPr>
                <p:cNvPicPr/>
                <p:nvPr/>
              </p:nvPicPr>
              <p:blipFill>
                <a:blip r:embed="rId102"/>
                <a:stretch>
                  <a:fillRect/>
                </a:stretch>
              </p:blipFill>
              <p:spPr>
                <a:xfrm>
                  <a:off x="2549968" y="2983041"/>
                  <a:ext cx="151200" cy="20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3">
              <p14:nvContentPartPr>
                <p14:cNvPr id="13" name="Tinta 12">
                  <a:extLst>
                    <a:ext uri="{FF2B5EF4-FFF2-40B4-BE49-F238E27FC236}">
                      <a16:creationId xmlns:a16="http://schemas.microsoft.com/office/drawing/2014/main" id="{07A5953D-6B30-D13B-9F7F-EB052527343D}"/>
                    </a:ext>
                  </a:extLst>
                </p14:cNvPr>
                <p14:cNvContentPartPr/>
                <p14:nvPr/>
              </p14:nvContentPartPr>
              <p14:xfrm>
                <a:off x="3289768" y="2813481"/>
                <a:ext cx="303480" cy="217440"/>
              </p14:xfrm>
            </p:contentPart>
          </mc:Choice>
          <mc:Fallback>
            <p:pic>
              <p:nvPicPr>
                <p:cNvPr id="13" name="Tinta 12">
                  <a:extLst>
                    <a:ext uri="{FF2B5EF4-FFF2-40B4-BE49-F238E27FC236}">
                      <a16:creationId xmlns:a16="http://schemas.microsoft.com/office/drawing/2014/main" id="{07A5953D-6B30-D13B-9F7F-EB052527343D}"/>
                    </a:ext>
                  </a:extLst>
                </p:cNvPr>
                <p:cNvPicPr/>
                <p:nvPr/>
              </p:nvPicPr>
              <p:blipFill>
                <a:blip r:embed="rId104"/>
                <a:stretch>
                  <a:fillRect/>
                </a:stretch>
              </p:blipFill>
              <p:spPr>
                <a:xfrm>
                  <a:off x="3283648" y="2807361"/>
                  <a:ext cx="315720" cy="229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5">
              <p14:nvContentPartPr>
                <p14:cNvPr id="14" name="Tinta 13">
                  <a:extLst>
                    <a:ext uri="{FF2B5EF4-FFF2-40B4-BE49-F238E27FC236}">
                      <a16:creationId xmlns:a16="http://schemas.microsoft.com/office/drawing/2014/main" id="{6A517A14-B304-9F18-DCFC-2FF8D3B7C4A7}"/>
                    </a:ext>
                  </a:extLst>
                </p14:cNvPr>
                <p14:cNvContentPartPr/>
                <p14:nvPr/>
              </p14:nvContentPartPr>
              <p14:xfrm>
                <a:off x="3615208" y="2976921"/>
                <a:ext cx="117360" cy="107280"/>
              </p14:xfrm>
            </p:contentPart>
          </mc:Choice>
          <mc:Fallback>
            <p:pic>
              <p:nvPicPr>
                <p:cNvPr id="14" name="Tinta 13">
                  <a:extLst>
                    <a:ext uri="{FF2B5EF4-FFF2-40B4-BE49-F238E27FC236}">
                      <a16:creationId xmlns:a16="http://schemas.microsoft.com/office/drawing/2014/main" id="{6A517A14-B304-9F18-DCFC-2FF8D3B7C4A7}"/>
                    </a:ext>
                  </a:extLst>
                </p:cNvPr>
                <p:cNvPicPr/>
                <p:nvPr/>
              </p:nvPicPr>
              <p:blipFill>
                <a:blip r:embed="rId106"/>
                <a:stretch>
                  <a:fillRect/>
                </a:stretch>
              </p:blipFill>
              <p:spPr>
                <a:xfrm>
                  <a:off x="3609088" y="2970801"/>
                  <a:ext cx="129600" cy="119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7">
              <p14:nvContentPartPr>
                <p14:cNvPr id="16" name="Tinta 15">
                  <a:extLst>
                    <a:ext uri="{FF2B5EF4-FFF2-40B4-BE49-F238E27FC236}">
                      <a16:creationId xmlns:a16="http://schemas.microsoft.com/office/drawing/2014/main" id="{85FE812C-D8C4-09C3-BE65-BE4D83EBAC75}"/>
                    </a:ext>
                  </a:extLst>
                </p14:cNvPr>
                <p14:cNvContentPartPr/>
                <p14:nvPr/>
              </p14:nvContentPartPr>
              <p14:xfrm>
                <a:off x="3919768" y="2917521"/>
                <a:ext cx="244800" cy="41760"/>
              </p14:xfrm>
            </p:contentPart>
          </mc:Choice>
          <mc:Fallback>
            <p:pic>
              <p:nvPicPr>
                <p:cNvPr id="16" name="Tinta 15">
                  <a:extLst>
                    <a:ext uri="{FF2B5EF4-FFF2-40B4-BE49-F238E27FC236}">
                      <a16:creationId xmlns:a16="http://schemas.microsoft.com/office/drawing/2014/main" id="{85FE812C-D8C4-09C3-BE65-BE4D83EBAC75}"/>
                    </a:ext>
                  </a:extLst>
                </p:cNvPr>
                <p:cNvPicPr/>
                <p:nvPr/>
              </p:nvPicPr>
              <p:blipFill>
                <a:blip r:embed="rId108"/>
                <a:stretch>
                  <a:fillRect/>
                </a:stretch>
              </p:blipFill>
              <p:spPr>
                <a:xfrm>
                  <a:off x="3913648" y="2911401"/>
                  <a:ext cx="257040" cy="54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9">
              <p14:nvContentPartPr>
                <p14:cNvPr id="17" name="Tinta 16">
                  <a:extLst>
                    <a:ext uri="{FF2B5EF4-FFF2-40B4-BE49-F238E27FC236}">
                      <a16:creationId xmlns:a16="http://schemas.microsoft.com/office/drawing/2014/main" id="{68192F8D-E113-5ACE-D498-7014B4E7A556}"/>
                    </a:ext>
                  </a:extLst>
                </p14:cNvPr>
                <p14:cNvContentPartPr/>
                <p14:nvPr/>
              </p14:nvContentPartPr>
              <p14:xfrm>
                <a:off x="4058368" y="2843361"/>
                <a:ext cx="23760" cy="99000"/>
              </p14:xfrm>
            </p:contentPart>
          </mc:Choice>
          <mc:Fallback>
            <p:pic>
              <p:nvPicPr>
                <p:cNvPr id="17" name="Tinta 16">
                  <a:extLst>
                    <a:ext uri="{FF2B5EF4-FFF2-40B4-BE49-F238E27FC236}">
                      <a16:creationId xmlns:a16="http://schemas.microsoft.com/office/drawing/2014/main" id="{68192F8D-E113-5ACE-D498-7014B4E7A556}"/>
                    </a:ext>
                  </a:extLst>
                </p:cNvPr>
                <p:cNvPicPr/>
                <p:nvPr/>
              </p:nvPicPr>
              <p:blipFill>
                <a:blip r:embed="rId110"/>
                <a:stretch>
                  <a:fillRect/>
                </a:stretch>
              </p:blipFill>
              <p:spPr>
                <a:xfrm>
                  <a:off x="4052248" y="2837241"/>
                  <a:ext cx="36000" cy="111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1">
              <p14:nvContentPartPr>
                <p14:cNvPr id="19" name="Tinta 18">
                  <a:extLst>
                    <a:ext uri="{FF2B5EF4-FFF2-40B4-BE49-F238E27FC236}">
                      <a16:creationId xmlns:a16="http://schemas.microsoft.com/office/drawing/2014/main" id="{6BC24123-F804-2A3D-AAAF-E567525B98DA}"/>
                    </a:ext>
                  </a:extLst>
                </p14:cNvPr>
                <p14:cNvContentPartPr/>
                <p14:nvPr/>
              </p14:nvContentPartPr>
              <p14:xfrm>
                <a:off x="4431328" y="2865681"/>
                <a:ext cx="304200" cy="156240"/>
              </p14:xfrm>
            </p:contentPart>
          </mc:Choice>
          <mc:Fallback>
            <p:pic>
              <p:nvPicPr>
                <p:cNvPr id="19" name="Tinta 18">
                  <a:extLst>
                    <a:ext uri="{FF2B5EF4-FFF2-40B4-BE49-F238E27FC236}">
                      <a16:creationId xmlns:a16="http://schemas.microsoft.com/office/drawing/2014/main" id="{6BC24123-F804-2A3D-AAAF-E567525B98DA}"/>
                    </a:ext>
                  </a:extLst>
                </p:cNvPr>
                <p:cNvPicPr/>
                <p:nvPr/>
              </p:nvPicPr>
              <p:blipFill>
                <a:blip r:embed="rId112"/>
                <a:stretch>
                  <a:fillRect/>
                </a:stretch>
              </p:blipFill>
              <p:spPr>
                <a:xfrm>
                  <a:off x="4425208" y="2859561"/>
                  <a:ext cx="316440" cy="168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3">
              <p14:nvContentPartPr>
                <p14:cNvPr id="20" name="Tinta 19">
                  <a:extLst>
                    <a:ext uri="{FF2B5EF4-FFF2-40B4-BE49-F238E27FC236}">
                      <a16:creationId xmlns:a16="http://schemas.microsoft.com/office/drawing/2014/main" id="{E490E452-7BC7-4772-C797-85EACF05BDFC}"/>
                    </a:ext>
                  </a:extLst>
                </p14:cNvPr>
                <p14:cNvContentPartPr/>
                <p14:nvPr/>
              </p14:nvContentPartPr>
              <p14:xfrm>
                <a:off x="5027128" y="2781081"/>
                <a:ext cx="118080" cy="290160"/>
              </p14:xfrm>
            </p:contentPart>
          </mc:Choice>
          <mc:Fallback>
            <p:pic>
              <p:nvPicPr>
                <p:cNvPr id="20" name="Tinta 19">
                  <a:extLst>
                    <a:ext uri="{FF2B5EF4-FFF2-40B4-BE49-F238E27FC236}">
                      <a16:creationId xmlns:a16="http://schemas.microsoft.com/office/drawing/2014/main" id="{E490E452-7BC7-4772-C797-85EACF05BDFC}"/>
                    </a:ext>
                  </a:extLst>
                </p:cNvPr>
                <p:cNvPicPr/>
                <p:nvPr/>
              </p:nvPicPr>
              <p:blipFill>
                <a:blip r:embed="rId114"/>
                <a:stretch>
                  <a:fillRect/>
                </a:stretch>
              </p:blipFill>
              <p:spPr>
                <a:xfrm>
                  <a:off x="5021008" y="2774961"/>
                  <a:ext cx="130320" cy="302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5">
              <p14:nvContentPartPr>
                <p14:cNvPr id="21" name="Tinta 20">
                  <a:extLst>
                    <a:ext uri="{FF2B5EF4-FFF2-40B4-BE49-F238E27FC236}">
                      <a16:creationId xmlns:a16="http://schemas.microsoft.com/office/drawing/2014/main" id="{9ACE8D8C-00E2-44AB-4BE9-2A6250F59822}"/>
                    </a:ext>
                  </a:extLst>
                </p14:cNvPr>
                <p14:cNvContentPartPr/>
                <p14:nvPr/>
              </p14:nvContentPartPr>
              <p14:xfrm>
                <a:off x="5027128" y="2837961"/>
                <a:ext cx="280080" cy="57240"/>
              </p14:xfrm>
            </p:contentPart>
          </mc:Choice>
          <mc:Fallback>
            <p:pic>
              <p:nvPicPr>
                <p:cNvPr id="21" name="Tinta 20">
                  <a:extLst>
                    <a:ext uri="{FF2B5EF4-FFF2-40B4-BE49-F238E27FC236}">
                      <a16:creationId xmlns:a16="http://schemas.microsoft.com/office/drawing/2014/main" id="{9ACE8D8C-00E2-44AB-4BE9-2A6250F59822}"/>
                    </a:ext>
                  </a:extLst>
                </p:cNvPr>
                <p:cNvPicPr/>
                <p:nvPr/>
              </p:nvPicPr>
              <p:blipFill>
                <a:blip r:embed="rId116"/>
                <a:stretch>
                  <a:fillRect/>
                </a:stretch>
              </p:blipFill>
              <p:spPr>
                <a:xfrm>
                  <a:off x="5021008" y="2831841"/>
                  <a:ext cx="292320" cy="69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7">
              <p14:nvContentPartPr>
                <p14:cNvPr id="81" name="Tinta 80">
                  <a:extLst>
                    <a:ext uri="{FF2B5EF4-FFF2-40B4-BE49-F238E27FC236}">
                      <a16:creationId xmlns:a16="http://schemas.microsoft.com/office/drawing/2014/main" id="{6A45B322-D3CE-0D23-2891-30EB1B0C8624}"/>
                    </a:ext>
                  </a:extLst>
                </p14:cNvPr>
                <p14:cNvContentPartPr/>
                <p14:nvPr/>
              </p14:nvContentPartPr>
              <p14:xfrm>
                <a:off x="1445488" y="2563281"/>
                <a:ext cx="4282200" cy="587160"/>
              </p14:xfrm>
            </p:contentPart>
          </mc:Choice>
          <mc:Fallback>
            <p:pic>
              <p:nvPicPr>
                <p:cNvPr id="81" name="Tinta 80">
                  <a:extLst>
                    <a:ext uri="{FF2B5EF4-FFF2-40B4-BE49-F238E27FC236}">
                      <a16:creationId xmlns:a16="http://schemas.microsoft.com/office/drawing/2014/main" id="{6A45B322-D3CE-0D23-2891-30EB1B0C8624}"/>
                    </a:ext>
                  </a:extLst>
                </p:cNvPr>
                <p:cNvPicPr/>
                <p:nvPr/>
              </p:nvPicPr>
              <p:blipFill>
                <a:blip r:embed="rId118"/>
                <a:stretch>
                  <a:fillRect/>
                </a:stretch>
              </p:blipFill>
              <p:spPr>
                <a:xfrm>
                  <a:off x="1439368" y="2557161"/>
                  <a:ext cx="4294440" cy="599400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65381313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4092DAF-9367-66BA-AE5C-1F69E97CD5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pt-BR"/>
          </a:p>
        </p:txBody>
      </p:sp>
      <p:pic>
        <p:nvPicPr>
          <p:cNvPr id="4" name="Espaço Reservado para Conteúdo 5">
            <a:extLst>
              <a:ext uri="{FF2B5EF4-FFF2-40B4-BE49-F238E27FC236}">
                <a16:creationId xmlns:a16="http://schemas.microsoft.com/office/drawing/2014/main" id="{7DE568D0-C3F7-B899-0526-D0CC1EE9BB9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89486" y="502341"/>
            <a:ext cx="9906000" cy="1866846"/>
          </a:xfrm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23" name="Tinta 22">
                <a:extLst>
                  <a:ext uri="{FF2B5EF4-FFF2-40B4-BE49-F238E27FC236}">
                    <a16:creationId xmlns:a16="http://schemas.microsoft.com/office/drawing/2014/main" id="{41627E78-DBC4-7936-4001-911BB174E527}"/>
                  </a:ext>
                </a:extLst>
              </p14:cNvPr>
              <p14:cNvContentPartPr/>
              <p14:nvPr/>
            </p14:nvContentPartPr>
            <p14:xfrm>
              <a:off x="3640048" y="2416761"/>
              <a:ext cx="1073160" cy="525600"/>
            </p14:xfrm>
          </p:contentPart>
        </mc:Choice>
        <mc:Fallback>
          <p:pic>
            <p:nvPicPr>
              <p:cNvPr id="23" name="Tinta 22">
                <a:extLst>
                  <a:ext uri="{FF2B5EF4-FFF2-40B4-BE49-F238E27FC236}">
                    <a16:creationId xmlns:a16="http://schemas.microsoft.com/office/drawing/2014/main" id="{41627E78-DBC4-7936-4001-911BB174E527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3633928" y="2410641"/>
                <a:ext cx="1085400" cy="537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5">
            <p14:nvContentPartPr>
              <p14:cNvPr id="41" name="Tinta 40">
                <a:extLst>
                  <a:ext uri="{FF2B5EF4-FFF2-40B4-BE49-F238E27FC236}">
                    <a16:creationId xmlns:a16="http://schemas.microsoft.com/office/drawing/2014/main" id="{65EA9C69-2EE3-8261-19F2-3411FF7292F4}"/>
                  </a:ext>
                </a:extLst>
              </p14:cNvPr>
              <p14:cNvContentPartPr/>
              <p14:nvPr/>
            </p14:nvContentPartPr>
            <p14:xfrm>
              <a:off x="6053488" y="593721"/>
              <a:ext cx="1003320" cy="271800"/>
            </p14:xfrm>
          </p:contentPart>
        </mc:Choice>
        <mc:Fallback>
          <p:pic>
            <p:nvPicPr>
              <p:cNvPr id="41" name="Tinta 40">
                <a:extLst>
                  <a:ext uri="{FF2B5EF4-FFF2-40B4-BE49-F238E27FC236}">
                    <a16:creationId xmlns:a16="http://schemas.microsoft.com/office/drawing/2014/main" id="{65EA9C69-2EE3-8261-19F2-3411FF7292F4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6047368" y="587601"/>
                <a:ext cx="1015560" cy="284040"/>
              </a:xfrm>
              <a:prstGeom prst="rect">
                <a:avLst/>
              </a:prstGeom>
            </p:spPr>
          </p:pic>
        </mc:Fallback>
      </mc:AlternateContent>
      <p:grpSp>
        <p:nvGrpSpPr>
          <p:cNvPr id="69" name="Agrupar 68">
            <a:extLst>
              <a:ext uri="{FF2B5EF4-FFF2-40B4-BE49-F238E27FC236}">
                <a16:creationId xmlns:a16="http://schemas.microsoft.com/office/drawing/2014/main" id="{1F96D811-A790-A7E4-77F6-0B934AA399C1}"/>
              </a:ext>
            </a:extLst>
          </p:cNvPr>
          <p:cNvGrpSpPr/>
          <p:nvPr/>
        </p:nvGrpSpPr>
        <p:grpSpPr>
          <a:xfrm>
            <a:off x="898648" y="2942001"/>
            <a:ext cx="642600" cy="497880"/>
            <a:chOff x="898648" y="2942001"/>
            <a:chExt cx="642600" cy="4978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7">
              <p14:nvContentPartPr>
                <p14:cNvPr id="67" name="Tinta 66">
                  <a:extLst>
                    <a:ext uri="{FF2B5EF4-FFF2-40B4-BE49-F238E27FC236}">
                      <a16:creationId xmlns:a16="http://schemas.microsoft.com/office/drawing/2014/main" id="{B3CFA2F9-1FBE-B867-A2B6-3E939261403E}"/>
                    </a:ext>
                  </a:extLst>
                </p14:cNvPr>
                <p14:cNvContentPartPr/>
                <p14:nvPr/>
              </p14:nvContentPartPr>
              <p14:xfrm>
                <a:off x="898648" y="3050361"/>
                <a:ext cx="257760" cy="389520"/>
              </p14:xfrm>
            </p:contentPart>
          </mc:Choice>
          <mc:Fallback>
            <p:pic>
              <p:nvPicPr>
                <p:cNvPr id="67" name="Tinta 66">
                  <a:extLst>
                    <a:ext uri="{FF2B5EF4-FFF2-40B4-BE49-F238E27FC236}">
                      <a16:creationId xmlns:a16="http://schemas.microsoft.com/office/drawing/2014/main" id="{B3CFA2F9-1FBE-B867-A2B6-3E939261403E}"/>
                    </a:ext>
                  </a:extLst>
                </p:cNvPr>
                <p:cNvPicPr/>
                <p:nvPr/>
              </p:nvPicPr>
              <p:blipFill>
                <a:blip r:embed="rId8"/>
                <a:stretch>
                  <a:fillRect/>
                </a:stretch>
              </p:blipFill>
              <p:spPr>
                <a:xfrm>
                  <a:off x="892528" y="3044241"/>
                  <a:ext cx="270000" cy="401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">
              <p14:nvContentPartPr>
                <p14:cNvPr id="68" name="Tinta 67">
                  <a:extLst>
                    <a:ext uri="{FF2B5EF4-FFF2-40B4-BE49-F238E27FC236}">
                      <a16:creationId xmlns:a16="http://schemas.microsoft.com/office/drawing/2014/main" id="{E013D2D4-7801-A580-1E06-6509B648B47E}"/>
                    </a:ext>
                  </a:extLst>
                </p14:cNvPr>
                <p14:cNvContentPartPr/>
                <p14:nvPr/>
              </p14:nvContentPartPr>
              <p14:xfrm>
                <a:off x="1378528" y="2942001"/>
                <a:ext cx="162720" cy="476280"/>
              </p14:xfrm>
            </p:contentPart>
          </mc:Choice>
          <mc:Fallback>
            <p:pic>
              <p:nvPicPr>
                <p:cNvPr id="68" name="Tinta 67">
                  <a:extLst>
                    <a:ext uri="{FF2B5EF4-FFF2-40B4-BE49-F238E27FC236}">
                      <a16:creationId xmlns:a16="http://schemas.microsoft.com/office/drawing/2014/main" id="{E013D2D4-7801-A580-1E06-6509B648B47E}"/>
                    </a:ext>
                  </a:extLst>
                </p:cNvPr>
                <p:cNvPicPr/>
                <p:nvPr/>
              </p:nvPicPr>
              <p:blipFill>
                <a:blip r:embed="rId10"/>
                <a:stretch>
                  <a:fillRect/>
                </a:stretch>
              </p:blipFill>
              <p:spPr>
                <a:xfrm>
                  <a:off x="1372408" y="2935881"/>
                  <a:ext cx="174960" cy="4885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74" name="Agrupar 73">
            <a:extLst>
              <a:ext uri="{FF2B5EF4-FFF2-40B4-BE49-F238E27FC236}">
                <a16:creationId xmlns:a16="http://schemas.microsoft.com/office/drawing/2014/main" id="{A5912858-6CB4-E845-3B66-0D7C507C0F4E}"/>
              </a:ext>
            </a:extLst>
          </p:cNvPr>
          <p:cNvGrpSpPr/>
          <p:nvPr/>
        </p:nvGrpSpPr>
        <p:grpSpPr>
          <a:xfrm>
            <a:off x="2105008" y="3248721"/>
            <a:ext cx="952200" cy="362880"/>
            <a:chOff x="2105008" y="3248721"/>
            <a:chExt cx="952200" cy="3628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1">
              <p14:nvContentPartPr>
                <p14:cNvPr id="70" name="Tinta 69">
                  <a:extLst>
                    <a:ext uri="{FF2B5EF4-FFF2-40B4-BE49-F238E27FC236}">
                      <a16:creationId xmlns:a16="http://schemas.microsoft.com/office/drawing/2014/main" id="{A49BB516-304C-F1B4-FD76-2B02599E2FA5}"/>
                    </a:ext>
                  </a:extLst>
                </p14:cNvPr>
                <p14:cNvContentPartPr/>
                <p14:nvPr/>
              </p14:nvContentPartPr>
              <p14:xfrm>
                <a:off x="2105008" y="3248721"/>
                <a:ext cx="204840" cy="234360"/>
              </p14:xfrm>
            </p:contentPart>
          </mc:Choice>
          <mc:Fallback>
            <p:pic>
              <p:nvPicPr>
                <p:cNvPr id="70" name="Tinta 69">
                  <a:extLst>
                    <a:ext uri="{FF2B5EF4-FFF2-40B4-BE49-F238E27FC236}">
                      <a16:creationId xmlns:a16="http://schemas.microsoft.com/office/drawing/2014/main" id="{A49BB516-304C-F1B4-FD76-2B02599E2FA5}"/>
                    </a:ext>
                  </a:extLst>
                </p:cNvPr>
                <p:cNvPicPr/>
                <p:nvPr/>
              </p:nvPicPr>
              <p:blipFill>
                <a:blip r:embed="rId12"/>
                <a:stretch>
                  <a:fillRect/>
                </a:stretch>
              </p:blipFill>
              <p:spPr>
                <a:xfrm>
                  <a:off x="2098888" y="3242601"/>
                  <a:ext cx="217080" cy="246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">
              <p14:nvContentPartPr>
                <p14:cNvPr id="71" name="Tinta 70">
                  <a:extLst>
                    <a:ext uri="{FF2B5EF4-FFF2-40B4-BE49-F238E27FC236}">
                      <a16:creationId xmlns:a16="http://schemas.microsoft.com/office/drawing/2014/main" id="{99F0C9C8-B5C5-3C3B-B5D8-B478F0801AC0}"/>
                    </a:ext>
                  </a:extLst>
                </p14:cNvPr>
                <p14:cNvContentPartPr/>
                <p14:nvPr/>
              </p14:nvContentPartPr>
              <p14:xfrm>
                <a:off x="2332888" y="3475161"/>
                <a:ext cx="256680" cy="2520"/>
              </p14:xfrm>
            </p:contentPart>
          </mc:Choice>
          <mc:Fallback>
            <p:pic>
              <p:nvPicPr>
                <p:cNvPr id="71" name="Tinta 70">
                  <a:extLst>
                    <a:ext uri="{FF2B5EF4-FFF2-40B4-BE49-F238E27FC236}">
                      <a16:creationId xmlns:a16="http://schemas.microsoft.com/office/drawing/2014/main" id="{99F0C9C8-B5C5-3C3B-B5D8-B478F0801AC0}"/>
                    </a:ext>
                  </a:extLst>
                </p:cNvPr>
                <p:cNvPicPr/>
                <p:nvPr/>
              </p:nvPicPr>
              <p:blipFill>
                <a:blip r:embed="rId14"/>
                <a:stretch>
                  <a:fillRect/>
                </a:stretch>
              </p:blipFill>
              <p:spPr>
                <a:xfrm>
                  <a:off x="2326768" y="3469041"/>
                  <a:ext cx="268920" cy="14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">
              <p14:nvContentPartPr>
                <p14:cNvPr id="72" name="Tinta 71">
                  <a:extLst>
                    <a:ext uri="{FF2B5EF4-FFF2-40B4-BE49-F238E27FC236}">
                      <a16:creationId xmlns:a16="http://schemas.microsoft.com/office/drawing/2014/main" id="{9C88A475-A51A-9AB7-8E7A-2073863EBE71}"/>
                    </a:ext>
                  </a:extLst>
                </p14:cNvPr>
                <p14:cNvContentPartPr/>
                <p14:nvPr/>
              </p14:nvContentPartPr>
              <p14:xfrm>
                <a:off x="2403448" y="3452481"/>
                <a:ext cx="12240" cy="159120"/>
              </p14:xfrm>
            </p:contentPart>
          </mc:Choice>
          <mc:Fallback>
            <p:pic>
              <p:nvPicPr>
                <p:cNvPr id="72" name="Tinta 71">
                  <a:extLst>
                    <a:ext uri="{FF2B5EF4-FFF2-40B4-BE49-F238E27FC236}">
                      <a16:creationId xmlns:a16="http://schemas.microsoft.com/office/drawing/2014/main" id="{9C88A475-A51A-9AB7-8E7A-2073863EBE71}"/>
                    </a:ext>
                  </a:extLst>
                </p:cNvPr>
                <p:cNvPicPr/>
                <p:nvPr/>
              </p:nvPicPr>
              <p:blipFill>
                <a:blip r:embed="rId16"/>
                <a:stretch>
                  <a:fillRect/>
                </a:stretch>
              </p:blipFill>
              <p:spPr>
                <a:xfrm>
                  <a:off x="2397328" y="3446361"/>
                  <a:ext cx="24480" cy="171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">
              <p14:nvContentPartPr>
                <p14:cNvPr id="73" name="Tinta 72">
                  <a:extLst>
                    <a:ext uri="{FF2B5EF4-FFF2-40B4-BE49-F238E27FC236}">
                      <a16:creationId xmlns:a16="http://schemas.microsoft.com/office/drawing/2014/main" id="{355BBC3D-C6D2-C4BF-B1C3-69B8779EE84E}"/>
                    </a:ext>
                  </a:extLst>
                </p14:cNvPr>
                <p14:cNvContentPartPr/>
                <p14:nvPr/>
              </p14:nvContentPartPr>
              <p14:xfrm>
                <a:off x="2812408" y="3311721"/>
                <a:ext cx="244800" cy="161280"/>
              </p14:xfrm>
            </p:contentPart>
          </mc:Choice>
          <mc:Fallback>
            <p:pic>
              <p:nvPicPr>
                <p:cNvPr id="73" name="Tinta 72">
                  <a:extLst>
                    <a:ext uri="{FF2B5EF4-FFF2-40B4-BE49-F238E27FC236}">
                      <a16:creationId xmlns:a16="http://schemas.microsoft.com/office/drawing/2014/main" id="{355BBC3D-C6D2-C4BF-B1C3-69B8779EE84E}"/>
                    </a:ext>
                  </a:extLst>
                </p:cNvPr>
                <p:cNvPicPr/>
                <p:nvPr/>
              </p:nvPicPr>
              <p:blipFill>
                <a:blip r:embed="rId18"/>
                <a:stretch>
                  <a:fillRect/>
                </a:stretch>
              </p:blipFill>
              <p:spPr>
                <a:xfrm>
                  <a:off x="2806288" y="3305601"/>
                  <a:ext cx="257040" cy="1735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86" name="Agrupar 85">
            <a:extLst>
              <a:ext uri="{FF2B5EF4-FFF2-40B4-BE49-F238E27FC236}">
                <a16:creationId xmlns:a16="http://schemas.microsoft.com/office/drawing/2014/main" id="{5D4BF125-8B81-D80B-4239-07822CC6546D}"/>
              </a:ext>
            </a:extLst>
          </p:cNvPr>
          <p:cNvGrpSpPr/>
          <p:nvPr/>
        </p:nvGrpSpPr>
        <p:grpSpPr>
          <a:xfrm>
            <a:off x="2847688" y="3806721"/>
            <a:ext cx="174240" cy="114840"/>
            <a:chOff x="2847688" y="3806721"/>
            <a:chExt cx="174240" cy="1148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9">
              <p14:nvContentPartPr>
                <p14:cNvPr id="84" name="Tinta 83">
                  <a:extLst>
                    <a:ext uri="{FF2B5EF4-FFF2-40B4-BE49-F238E27FC236}">
                      <a16:creationId xmlns:a16="http://schemas.microsoft.com/office/drawing/2014/main" id="{263981E1-700A-776F-D9D9-04FA063113E0}"/>
                    </a:ext>
                  </a:extLst>
                </p14:cNvPr>
                <p14:cNvContentPartPr/>
                <p14:nvPr/>
              </p14:nvContentPartPr>
              <p14:xfrm>
                <a:off x="2847688" y="3806721"/>
                <a:ext cx="162720" cy="23760"/>
              </p14:xfrm>
            </p:contentPart>
          </mc:Choice>
          <mc:Fallback>
            <p:pic>
              <p:nvPicPr>
                <p:cNvPr id="84" name="Tinta 83">
                  <a:extLst>
                    <a:ext uri="{FF2B5EF4-FFF2-40B4-BE49-F238E27FC236}">
                      <a16:creationId xmlns:a16="http://schemas.microsoft.com/office/drawing/2014/main" id="{263981E1-700A-776F-D9D9-04FA063113E0}"/>
                    </a:ext>
                  </a:extLst>
                </p:cNvPr>
                <p:cNvPicPr/>
                <p:nvPr/>
              </p:nvPicPr>
              <p:blipFill>
                <a:blip r:embed="rId20"/>
                <a:stretch>
                  <a:fillRect/>
                </a:stretch>
              </p:blipFill>
              <p:spPr>
                <a:xfrm>
                  <a:off x="2841568" y="3800601"/>
                  <a:ext cx="174960" cy="3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1">
              <p14:nvContentPartPr>
                <p14:cNvPr id="85" name="Tinta 84">
                  <a:extLst>
                    <a:ext uri="{FF2B5EF4-FFF2-40B4-BE49-F238E27FC236}">
                      <a16:creationId xmlns:a16="http://schemas.microsoft.com/office/drawing/2014/main" id="{DDF32C9B-345A-F4E2-7A78-41A76411E888}"/>
                    </a:ext>
                  </a:extLst>
                </p14:cNvPr>
                <p14:cNvContentPartPr/>
                <p14:nvPr/>
              </p14:nvContentPartPr>
              <p14:xfrm>
                <a:off x="2868928" y="3883761"/>
                <a:ext cx="153000" cy="37800"/>
              </p14:xfrm>
            </p:contentPart>
          </mc:Choice>
          <mc:Fallback>
            <p:pic>
              <p:nvPicPr>
                <p:cNvPr id="85" name="Tinta 84">
                  <a:extLst>
                    <a:ext uri="{FF2B5EF4-FFF2-40B4-BE49-F238E27FC236}">
                      <a16:creationId xmlns:a16="http://schemas.microsoft.com/office/drawing/2014/main" id="{DDF32C9B-345A-F4E2-7A78-41A76411E888}"/>
                    </a:ext>
                  </a:extLst>
                </p:cNvPr>
                <p:cNvPicPr/>
                <p:nvPr/>
              </p:nvPicPr>
              <p:blipFill>
                <a:blip r:embed="rId22"/>
                <a:stretch>
                  <a:fillRect/>
                </a:stretch>
              </p:blipFill>
              <p:spPr>
                <a:xfrm>
                  <a:off x="2862808" y="3877641"/>
                  <a:ext cx="165240" cy="500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01" name="Agrupar 100">
            <a:extLst>
              <a:ext uri="{FF2B5EF4-FFF2-40B4-BE49-F238E27FC236}">
                <a16:creationId xmlns:a16="http://schemas.microsoft.com/office/drawing/2014/main" id="{21A20160-D35D-9E45-2FF4-BF0B74C2C489}"/>
              </a:ext>
            </a:extLst>
          </p:cNvPr>
          <p:cNvGrpSpPr/>
          <p:nvPr/>
        </p:nvGrpSpPr>
        <p:grpSpPr>
          <a:xfrm>
            <a:off x="2837968" y="4256361"/>
            <a:ext cx="219240" cy="111240"/>
            <a:chOff x="2837968" y="4256361"/>
            <a:chExt cx="219240" cy="1112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3">
              <p14:nvContentPartPr>
                <p14:cNvPr id="99" name="Tinta 98">
                  <a:extLst>
                    <a:ext uri="{FF2B5EF4-FFF2-40B4-BE49-F238E27FC236}">
                      <a16:creationId xmlns:a16="http://schemas.microsoft.com/office/drawing/2014/main" id="{6E5BC0E6-7BF0-632A-B912-A4B480497A1F}"/>
                    </a:ext>
                  </a:extLst>
                </p14:cNvPr>
                <p14:cNvContentPartPr/>
                <p14:nvPr/>
              </p14:nvContentPartPr>
              <p14:xfrm>
                <a:off x="2837968" y="4256361"/>
                <a:ext cx="207720" cy="29520"/>
              </p14:xfrm>
            </p:contentPart>
          </mc:Choice>
          <mc:Fallback>
            <p:pic>
              <p:nvPicPr>
                <p:cNvPr id="99" name="Tinta 98">
                  <a:extLst>
                    <a:ext uri="{FF2B5EF4-FFF2-40B4-BE49-F238E27FC236}">
                      <a16:creationId xmlns:a16="http://schemas.microsoft.com/office/drawing/2014/main" id="{6E5BC0E6-7BF0-632A-B912-A4B480497A1F}"/>
                    </a:ext>
                  </a:extLst>
                </p:cNvPr>
                <p:cNvPicPr/>
                <p:nvPr/>
              </p:nvPicPr>
              <p:blipFill>
                <a:blip r:embed="rId24"/>
                <a:stretch>
                  <a:fillRect/>
                </a:stretch>
              </p:blipFill>
              <p:spPr>
                <a:xfrm>
                  <a:off x="2831848" y="4250241"/>
                  <a:ext cx="219960" cy="41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5">
              <p14:nvContentPartPr>
                <p14:cNvPr id="100" name="Tinta 99">
                  <a:extLst>
                    <a:ext uri="{FF2B5EF4-FFF2-40B4-BE49-F238E27FC236}">
                      <a16:creationId xmlns:a16="http://schemas.microsoft.com/office/drawing/2014/main" id="{04798A2B-E9AB-3BDD-9A4C-1ECA476B8764}"/>
                    </a:ext>
                  </a:extLst>
                </p14:cNvPr>
                <p14:cNvContentPartPr/>
                <p14:nvPr/>
              </p14:nvContentPartPr>
              <p14:xfrm>
                <a:off x="2847688" y="4349961"/>
                <a:ext cx="209520" cy="17640"/>
              </p14:xfrm>
            </p:contentPart>
          </mc:Choice>
          <mc:Fallback>
            <p:pic>
              <p:nvPicPr>
                <p:cNvPr id="100" name="Tinta 99">
                  <a:extLst>
                    <a:ext uri="{FF2B5EF4-FFF2-40B4-BE49-F238E27FC236}">
                      <a16:creationId xmlns:a16="http://schemas.microsoft.com/office/drawing/2014/main" id="{04798A2B-E9AB-3BDD-9A4C-1ECA476B8764}"/>
                    </a:ext>
                  </a:extLst>
                </p:cNvPr>
                <p:cNvPicPr/>
                <p:nvPr/>
              </p:nvPicPr>
              <p:blipFill>
                <a:blip r:embed="rId26"/>
                <a:stretch>
                  <a:fillRect/>
                </a:stretch>
              </p:blipFill>
              <p:spPr>
                <a:xfrm>
                  <a:off x="2841568" y="4343841"/>
                  <a:ext cx="221760" cy="298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11" name="Agrupar 110">
            <a:extLst>
              <a:ext uri="{FF2B5EF4-FFF2-40B4-BE49-F238E27FC236}">
                <a16:creationId xmlns:a16="http://schemas.microsoft.com/office/drawing/2014/main" id="{59113F67-E17E-CA09-5412-CA6164E47AE5}"/>
              </a:ext>
            </a:extLst>
          </p:cNvPr>
          <p:cNvGrpSpPr/>
          <p:nvPr/>
        </p:nvGrpSpPr>
        <p:grpSpPr>
          <a:xfrm>
            <a:off x="3569128" y="3096801"/>
            <a:ext cx="2541960" cy="1332720"/>
            <a:chOff x="3569128" y="3096801"/>
            <a:chExt cx="2541960" cy="13327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7">
              <p14:nvContentPartPr>
                <p14:cNvPr id="82" name="Tinta 81">
                  <a:extLst>
                    <a:ext uri="{FF2B5EF4-FFF2-40B4-BE49-F238E27FC236}">
                      <a16:creationId xmlns:a16="http://schemas.microsoft.com/office/drawing/2014/main" id="{16E560FB-8DFD-5835-DA85-D06B721AE07E}"/>
                    </a:ext>
                  </a:extLst>
                </p14:cNvPr>
                <p14:cNvContentPartPr/>
                <p14:nvPr/>
              </p14:nvContentPartPr>
              <p14:xfrm>
                <a:off x="4921288" y="3185361"/>
                <a:ext cx="409320" cy="376920"/>
              </p14:xfrm>
            </p:contentPart>
          </mc:Choice>
          <mc:Fallback>
            <p:pic>
              <p:nvPicPr>
                <p:cNvPr id="82" name="Tinta 81">
                  <a:extLst>
                    <a:ext uri="{FF2B5EF4-FFF2-40B4-BE49-F238E27FC236}">
                      <a16:creationId xmlns:a16="http://schemas.microsoft.com/office/drawing/2014/main" id="{16E560FB-8DFD-5835-DA85-D06B721AE07E}"/>
                    </a:ext>
                  </a:extLst>
                </p:cNvPr>
                <p:cNvPicPr/>
                <p:nvPr/>
              </p:nvPicPr>
              <p:blipFill>
                <a:blip r:embed="rId28"/>
                <a:stretch>
                  <a:fillRect/>
                </a:stretch>
              </p:blipFill>
              <p:spPr>
                <a:xfrm>
                  <a:off x="4915168" y="3179241"/>
                  <a:ext cx="421560" cy="389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9">
              <p14:nvContentPartPr>
                <p14:cNvPr id="75" name="Tinta 74">
                  <a:extLst>
                    <a:ext uri="{FF2B5EF4-FFF2-40B4-BE49-F238E27FC236}">
                      <a16:creationId xmlns:a16="http://schemas.microsoft.com/office/drawing/2014/main" id="{6E793630-928B-C83F-637A-EC5E596AAC9F}"/>
                    </a:ext>
                  </a:extLst>
                </p14:cNvPr>
                <p14:cNvContentPartPr/>
                <p14:nvPr/>
              </p14:nvContentPartPr>
              <p14:xfrm>
                <a:off x="3569128" y="3309921"/>
                <a:ext cx="375120" cy="173160"/>
              </p14:xfrm>
            </p:contentPart>
          </mc:Choice>
          <mc:Fallback>
            <p:pic>
              <p:nvPicPr>
                <p:cNvPr id="75" name="Tinta 74">
                  <a:extLst>
                    <a:ext uri="{FF2B5EF4-FFF2-40B4-BE49-F238E27FC236}">
                      <a16:creationId xmlns:a16="http://schemas.microsoft.com/office/drawing/2014/main" id="{6E793630-928B-C83F-637A-EC5E596AAC9F}"/>
                    </a:ext>
                  </a:extLst>
                </p:cNvPr>
                <p:cNvPicPr/>
                <p:nvPr/>
              </p:nvPicPr>
              <p:blipFill>
                <a:blip r:embed="rId30"/>
                <a:stretch>
                  <a:fillRect/>
                </a:stretch>
              </p:blipFill>
              <p:spPr>
                <a:xfrm>
                  <a:off x="3563008" y="3303801"/>
                  <a:ext cx="387360" cy="185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1">
              <p14:nvContentPartPr>
                <p14:cNvPr id="76" name="Tinta 75">
                  <a:extLst>
                    <a:ext uri="{FF2B5EF4-FFF2-40B4-BE49-F238E27FC236}">
                      <a16:creationId xmlns:a16="http://schemas.microsoft.com/office/drawing/2014/main" id="{05942C60-5AB2-E413-4096-D0CC904EF6F4}"/>
                    </a:ext>
                  </a:extLst>
                </p14:cNvPr>
                <p14:cNvContentPartPr/>
                <p14:nvPr/>
              </p14:nvContentPartPr>
              <p14:xfrm>
                <a:off x="4117048" y="3096801"/>
                <a:ext cx="196560" cy="199800"/>
              </p14:xfrm>
            </p:contentPart>
          </mc:Choice>
          <mc:Fallback>
            <p:pic>
              <p:nvPicPr>
                <p:cNvPr id="76" name="Tinta 75">
                  <a:extLst>
                    <a:ext uri="{FF2B5EF4-FFF2-40B4-BE49-F238E27FC236}">
                      <a16:creationId xmlns:a16="http://schemas.microsoft.com/office/drawing/2014/main" id="{05942C60-5AB2-E413-4096-D0CC904EF6F4}"/>
                    </a:ext>
                  </a:extLst>
                </p:cNvPr>
                <p:cNvPicPr/>
                <p:nvPr/>
              </p:nvPicPr>
              <p:blipFill>
                <a:blip r:embed="rId32"/>
                <a:stretch>
                  <a:fillRect/>
                </a:stretch>
              </p:blipFill>
              <p:spPr>
                <a:xfrm>
                  <a:off x="4110928" y="3090681"/>
                  <a:ext cx="208800" cy="212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3">
              <p14:nvContentPartPr>
                <p14:cNvPr id="78" name="Tinta 77">
                  <a:extLst>
                    <a:ext uri="{FF2B5EF4-FFF2-40B4-BE49-F238E27FC236}">
                      <a16:creationId xmlns:a16="http://schemas.microsoft.com/office/drawing/2014/main" id="{90C87F6B-F427-BCB7-4468-63B89B4E2B5D}"/>
                    </a:ext>
                  </a:extLst>
                </p14:cNvPr>
                <p14:cNvContentPartPr/>
                <p14:nvPr/>
              </p14:nvContentPartPr>
              <p14:xfrm>
                <a:off x="4491088" y="3433041"/>
                <a:ext cx="127440" cy="49680"/>
              </p14:xfrm>
            </p:contentPart>
          </mc:Choice>
          <mc:Fallback>
            <p:pic>
              <p:nvPicPr>
                <p:cNvPr id="78" name="Tinta 77">
                  <a:extLst>
                    <a:ext uri="{FF2B5EF4-FFF2-40B4-BE49-F238E27FC236}">
                      <a16:creationId xmlns:a16="http://schemas.microsoft.com/office/drawing/2014/main" id="{90C87F6B-F427-BCB7-4468-63B89B4E2B5D}"/>
                    </a:ext>
                  </a:extLst>
                </p:cNvPr>
                <p:cNvPicPr/>
                <p:nvPr/>
              </p:nvPicPr>
              <p:blipFill>
                <a:blip r:embed="rId34"/>
                <a:stretch>
                  <a:fillRect/>
                </a:stretch>
              </p:blipFill>
              <p:spPr>
                <a:xfrm>
                  <a:off x="4484968" y="3426921"/>
                  <a:ext cx="139680" cy="61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5">
              <p14:nvContentPartPr>
                <p14:cNvPr id="79" name="Tinta 78">
                  <a:extLst>
                    <a:ext uri="{FF2B5EF4-FFF2-40B4-BE49-F238E27FC236}">
                      <a16:creationId xmlns:a16="http://schemas.microsoft.com/office/drawing/2014/main" id="{83D54279-9536-EDC8-A622-F580DEFC95DC}"/>
                    </a:ext>
                  </a:extLst>
                </p14:cNvPr>
                <p14:cNvContentPartPr/>
                <p14:nvPr/>
              </p14:nvContentPartPr>
              <p14:xfrm>
                <a:off x="4455808" y="3393441"/>
                <a:ext cx="94320" cy="51840"/>
              </p14:xfrm>
            </p:contentPart>
          </mc:Choice>
          <mc:Fallback>
            <p:pic>
              <p:nvPicPr>
                <p:cNvPr id="79" name="Tinta 78">
                  <a:extLst>
                    <a:ext uri="{FF2B5EF4-FFF2-40B4-BE49-F238E27FC236}">
                      <a16:creationId xmlns:a16="http://schemas.microsoft.com/office/drawing/2014/main" id="{83D54279-9536-EDC8-A622-F580DEFC95DC}"/>
                    </a:ext>
                  </a:extLst>
                </p:cNvPr>
                <p:cNvPicPr/>
                <p:nvPr/>
              </p:nvPicPr>
              <p:blipFill>
                <a:blip r:embed="rId36"/>
                <a:stretch>
                  <a:fillRect/>
                </a:stretch>
              </p:blipFill>
              <p:spPr>
                <a:xfrm>
                  <a:off x="4449688" y="3387321"/>
                  <a:ext cx="106560" cy="64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7">
              <p14:nvContentPartPr>
                <p14:cNvPr id="80" name="Tinta 79">
                  <a:extLst>
                    <a:ext uri="{FF2B5EF4-FFF2-40B4-BE49-F238E27FC236}">
                      <a16:creationId xmlns:a16="http://schemas.microsoft.com/office/drawing/2014/main" id="{DC4EBE64-B671-5ABC-E3AA-DEDA595A1E3A}"/>
                    </a:ext>
                  </a:extLst>
                </p14:cNvPr>
                <p14:cNvContentPartPr/>
                <p14:nvPr/>
              </p14:nvContentPartPr>
              <p14:xfrm>
                <a:off x="4549768" y="3319281"/>
                <a:ext cx="23760" cy="195840"/>
              </p14:xfrm>
            </p:contentPart>
          </mc:Choice>
          <mc:Fallback>
            <p:pic>
              <p:nvPicPr>
                <p:cNvPr id="80" name="Tinta 79">
                  <a:extLst>
                    <a:ext uri="{FF2B5EF4-FFF2-40B4-BE49-F238E27FC236}">
                      <a16:creationId xmlns:a16="http://schemas.microsoft.com/office/drawing/2014/main" id="{DC4EBE64-B671-5ABC-E3AA-DEDA595A1E3A}"/>
                    </a:ext>
                  </a:extLst>
                </p:cNvPr>
                <p:cNvPicPr/>
                <p:nvPr/>
              </p:nvPicPr>
              <p:blipFill>
                <a:blip r:embed="rId38"/>
                <a:stretch>
                  <a:fillRect/>
                </a:stretch>
              </p:blipFill>
              <p:spPr>
                <a:xfrm>
                  <a:off x="4543648" y="3313161"/>
                  <a:ext cx="36000" cy="208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9">
              <p14:nvContentPartPr>
                <p14:cNvPr id="87" name="Tinta 86">
                  <a:extLst>
                    <a:ext uri="{FF2B5EF4-FFF2-40B4-BE49-F238E27FC236}">
                      <a16:creationId xmlns:a16="http://schemas.microsoft.com/office/drawing/2014/main" id="{6E6EB5AD-5ABE-8E4B-7F49-BE61131057E1}"/>
                    </a:ext>
                  </a:extLst>
                </p14:cNvPr>
                <p14:cNvContentPartPr/>
                <p14:nvPr/>
              </p14:nvContentPartPr>
              <p14:xfrm>
                <a:off x="3674608" y="3820041"/>
                <a:ext cx="151200" cy="205200"/>
              </p14:xfrm>
            </p:contentPart>
          </mc:Choice>
          <mc:Fallback>
            <p:pic>
              <p:nvPicPr>
                <p:cNvPr id="87" name="Tinta 86">
                  <a:extLst>
                    <a:ext uri="{FF2B5EF4-FFF2-40B4-BE49-F238E27FC236}">
                      <a16:creationId xmlns:a16="http://schemas.microsoft.com/office/drawing/2014/main" id="{6E6EB5AD-5ABE-8E4B-7F49-BE61131057E1}"/>
                    </a:ext>
                  </a:extLst>
                </p:cNvPr>
                <p:cNvPicPr/>
                <p:nvPr/>
              </p:nvPicPr>
              <p:blipFill>
                <a:blip r:embed="rId40"/>
                <a:stretch>
                  <a:fillRect/>
                </a:stretch>
              </p:blipFill>
              <p:spPr>
                <a:xfrm>
                  <a:off x="3668488" y="3813921"/>
                  <a:ext cx="163440" cy="217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1">
              <p14:nvContentPartPr>
                <p14:cNvPr id="88" name="Tinta 87">
                  <a:extLst>
                    <a:ext uri="{FF2B5EF4-FFF2-40B4-BE49-F238E27FC236}">
                      <a16:creationId xmlns:a16="http://schemas.microsoft.com/office/drawing/2014/main" id="{FDF4F389-5AD0-659C-2D7D-98C4595F81BC}"/>
                    </a:ext>
                  </a:extLst>
                </p14:cNvPr>
                <p14:cNvContentPartPr/>
                <p14:nvPr/>
              </p14:nvContentPartPr>
              <p14:xfrm>
                <a:off x="3848128" y="3870081"/>
                <a:ext cx="198360" cy="136080"/>
              </p14:xfrm>
            </p:contentPart>
          </mc:Choice>
          <mc:Fallback>
            <p:pic>
              <p:nvPicPr>
                <p:cNvPr id="88" name="Tinta 87">
                  <a:extLst>
                    <a:ext uri="{FF2B5EF4-FFF2-40B4-BE49-F238E27FC236}">
                      <a16:creationId xmlns:a16="http://schemas.microsoft.com/office/drawing/2014/main" id="{FDF4F389-5AD0-659C-2D7D-98C4595F81BC}"/>
                    </a:ext>
                  </a:extLst>
                </p:cNvPr>
                <p:cNvPicPr/>
                <p:nvPr/>
              </p:nvPicPr>
              <p:blipFill>
                <a:blip r:embed="rId42"/>
                <a:stretch>
                  <a:fillRect/>
                </a:stretch>
              </p:blipFill>
              <p:spPr>
                <a:xfrm>
                  <a:off x="3842008" y="3863961"/>
                  <a:ext cx="210600" cy="148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3">
              <p14:nvContentPartPr>
                <p14:cNvPr id="89" name="Tinta 88">
                  <a:extLst>
                    <a:ext uri="{FF2B5EF4-FFF2-40B4-BE49-F238E27FC236}">
                      <a16:creationId xmlns:a16="http://schemas.microsoft.com/office/drawing/2014/main" id="{E7570842-3E21-AFE1-E1AF-42401879B4AD}"/>
                    </a:ext>
                  </a:extLst>
                </p14:cNvPr>
                <p14:cNvContentPartPr/>
                <p14:nvPr/>
              </p14:nvContentPartPr>
              <p14:xfrm>
                <a:off x="4234768" y="3586401"/>
                <a:ext cx="198360" cy="180720"/>
              </p14:xfrm>
            </p:contentPart>
          </mc:Choice>
          <mc:Fallback>
            <p:pic>
              <p:nvPicPr>
                <p:cNvPr id="89" name="Tinta 88">
                  <a:extLst>
                    <a:ext uri="{FF2B5EF4-FFF2-40B4-BE49-F238E27FC236}">
                      <a16:creationId xmlns:a16="http://schemas.microsoft.com/office/drawing/2014/main" id="{E7570842-3E21-AFE1-E1AF-42401879B4AD}"/>
                    </a:ext>
                  </a:extLst>
                </p:cNvPr>
                <p:cNvPicPr/>
                <p:nvPr/>
              </p:nvPicPr>
              <p:blipFill>
                <a:blip r:embed="rId44"/>
                <a:stretch>
                  <a:fillRect/>
                </a:stretch>
              </p:blipFill>
              <p:spPr>
                <a:xfrm>
                  <a:off x="4228648" y="3580281"/>
                  <a:ext cx="210600" cy="192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5">
              <p14:nvContentPartPr>
                <p14:cNvPr id="91" name="Tinta 90">
                  <a:extLst>
                    <a:ext uri="{FF2B5EF4-FFF2-40B4-BE49-F238E27FC236}">
                      <a16:creationId xmlns:a16="http://schemas.microsoft.com/office/drawing/2014/main" id="{9CBD0447-FE9D-DF2B-C511-975FF184E3A8}"/>
                    </a:ext>
                  </a:extLst>
                </p14:cNvPr>
                <p14:cNvContentPartPr/>
                <p14:nvPr/>
              </p14:nvContentPartPr>
              <p14:xfrm>
                <a:off x="4560568" y="3792321"/>
                <a:ext cx="175320" cy="198360"/>
              </p14:xfrm>
            </p:contentPart>
          </mc:Choice>
          <mc:Fallback>
            <p:pic>
              <p:nvPicPr>
                <p:cNvPr id="91" name="Tinta 90">
                  <a:extLst>
                    <a:ext uri="{FF2B5EF4-FFF2-40B4-BE49-F238E27FC236}">
                      <a16:creationId xmlns:a16="http://schemas.microsoft.com/office/drawing/2014/main" id="{9CBD0447-FE9D-DF2B-C511-975FF184E3A8}"/>
                    </a:ext>
                  </a:extLst>
                </p:cNvPr>
                <p:cNvPicPr/>
                <p:nvPr/>
              </p:nvPicPr>
              <p:blipFill>
                <a:blip r:embed="rId46"/>
                <a:stretch>
                  <a:fillRect/>
                </a:stretch>
              </p:blipFill>
              <p:spPr>
                <a:xfrm>
                  <a:off x="4554448" y="3786201"/>
                  <a:ext cx="187560" cy="210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7">
              <p14:nvContentPartPr>
                <p14:cNvPr id="92" name="Tinta 91">
                  <a:extLst>
                    <a:ext uri="{FF2B5EF4-FFF2-40B4-BE49-F238E27FC236}">
                      <a16:creationId xmlns:a16="http://schemas.microsoft.com/office/drawing/2014/main" id="{B92B19A2-1680-F6F4-256C-8BDE95A63934}"/>
                    </a:ext>
                  </a:extLst>
                </p14:cNvPr>
                <p14:cNvContentPartPr/>
                <p14:nvPr/>
              </p14:nvContentPartPr>
              <p14:xfrm>
                <a:off x="4537888" y="3879081"/>
                <a:ext cx="127440" cy="74520"/>
              </p14:xfrm>
            </p:contentPart>
          </mc:Choice>
          <mc:Fallback>
            <p:pic>
              <p:nvPicPr>
                <p:cNvPr id="92" name="Tinta 91">
                  <a:extLst>
                    <a:ext uri="{FF2B5EF4-FFF2-40B4-BE49-F238E27FC236}">
                      <a16:creationId xmlns:a16="http://schemas.microsoft.com/office/drawing/2014/main" id="{B92B19A2-1680-F6F4-256C-8BDE95A63934}"/>
                    </a:ext>
                  </a:extLst>
                </p:cNvPr>
                <p:cNvPicPr/>
                <p:nvPr/>
              </p:nvPicPr>
              <p:blipFill>
                <a:blip r:embed="rId48"/>
                <a:stretch>
                  <a:fillRect/>
                </a:stretch>
              </p:blipFill>
              <p:spPr>
                <a:xfrm>
                  <a:off x="4531768" y="3872961"/>
                  <a:ext cx="139680" cy="86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9">
              <p14:nvContentPartPr>
                <p14:cNvPr id="93" name="Tinta 92">
                  <a:extLst>
                    <a:ext uri="{FF2B5EF4-FFF2-40B4-BE49-F238E27FC236}">
                      <a16:creationId xmlns:a16="http://schemas.microsoft.com/office/drawing/2014/main" id="{A66AAF26-9D0F-93D9-24BD-4E5F2569FCF7}"/>
                    </a:ext>
                  </a:extLst>
                </p14:cNvPr>
                <p14:cNvContentPartPr/>
                <p14:nvPr/>
              </p14:nvContentPartPr>
              <p14:xfrm>
                <a:off x="4688368" y="3750561"/>
                <a:ext cx="47520" cy="225720"/>
              </p14:xfrm>
            </p:contentPart>
          </mc:Choice>
          <mc:Fallback>
            <p:pic>
              <p:nvPicPr>
                <p:cNvPr id="93" name="Tinta 92">
                  <a:extLst>
                    <a:ext uri="{FF2B5EF4-FFF2-40B4-BE49-F238E27FC236}">
                      <a16:creationId xmlns:a16="http://schemas.microsoft.com/office/drawing/2014/main" id="{A66AAF26-9D0F-93D9-24BD-4E5F2569FCF7}"/>
                    </a:ext>
                  </a:extLst>
                </p:cNvPr>
                <p:cNvPicPr/>
                <p:nvPr/>
              </p:nvPicPr>
              <p:blipFill>
                <a:blip r:embed="rId50"/>
                <a:stretch>
                  <a:fillRect/>
                </a:stretch>
              </p:blipFill>
              <p:spPr>
                <a:xfrm>
                  <a:off x="4682248" y="3744441"/>
                  <a:ext cx="59760" cy="237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1">
              <p14:nvContentPartPr>
                <p14:cNvPr id="94" name="Tinta 93">
                  <a:extLst>
                    <a:ext uri="{FF2B5EF4-FFF2-40B4-BE49-F238E27FC236}">
                      <a16:creationId xmlns:a16="http://schemas.microsoft.com/office/drawing/2014/main" id="{E52BE65D-67F1-C9BA-9C38-803F7948C30E}"/>
                    </a:ext>
                  </a:extLst>
                </p14:cNvPr>
                <p14:cNvContentPartPr/>
                <p14:nvPr/>
              </p14:nvContentPartPr>
              <p14:xfrm>
                <a:off x="4537888" y="3874041"/>
                <a:ext cx="150840" cy="22680"/>
              </p14:xfrm>
            </p:contentPart>
          </mc:Choice>
          <mc:Fallback>
            <p:pic>
              <p:nvPicPr>
                <p:cNvPr id="94" name="Tinta 93">
                  <a:extLst>
                    <a:ext uri="{FF2B5EF4-FFF2-40B4-BE49-F238E27FC236}">
                      <a16:creationId xmlns:a16="http://schemas.microsoft.com/office/drawing/2014/main" id="{E52BE65D-67F1-C9BA-9C38-803F7948C30E}"/>
                    </a:ext>
                  </a:extLst>
                </p:cNvPr>
                <p:cNvPicPr/>
                <p:nvPr/>
              </p:nvPicPr>
              <p:blipFill>
                <a:blip r:embed="rId52"/>
                <a:stretch>
                  <a:fillRect/>
                </a:stretch>
              </p:blipFill>
              <p:spPr>
                <a:xfrm>
                  <a:off x="4531768" y="3867921"/>
                  <a:ext cx="163080" cy="34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3">
              <p14:nvContentPartPr>
                <p14:cNvPr id="96" name="Tinta 95">
                  <a:extLst>
                    <a:ext uri="{FF2B5EF4-FFF2-40B4-BE49-F238E27FC236}">
                      <a16:creationId xmlns:a16="http://schemas.microsoft.com/office/drawing/2014/main" id="{6EBEBF19-7993-72A7-ECFC-B523D337201C}"/>
                    </a:ext>
                  </a:extLst>
                </p14:cNvPr>
                <p14:cNvContentPartPr/>
                <p14:nvPr/>
              </p14:nvContentPartPr>
              <p14:xfrm>
                <a:off x="5026768" y="3771081"/>
                <a:ext cx="198360" cy="255960"/>
              </p14:xfrm>
            </p:contentPart>
          </mc:Choice>
          <mc:Fallback>
            <p:pic>
              <p:nvPicPr>
                <p:cNvPr id="96" name="Tinta 95">
                  <a:extLst>
                    <a:ext uri="{FF2B5EF4-FFF2-40B4-BE49-F238E27FC236}">
                      <a16:creationId xmlns:a16="http://schemas.microsoft.com/office/drawing/2014/main" id="{6EBEBF19-7993-72A7-ECFC-B523D337201C}"/>
                    </a:ext>
                  </a:extLst>
                </p:cNvPr>
                <p:cNvPicPr/>
                <p:nvPr/>
              </p:nvPicPr>
              <p:blipFill>
                <a:blip r:embed="rId54"/>
                <a:stretch>
                  <a:fillRect/>
                </a:stretch>
              </p:blipFill>
              <p:spPr>
                <a:xfrm>
                  <a:off x="5020648" y="3764961"/>
                  <a:ext cx="210600" cy="268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5">
              <p14:nvContentPartPr>
                <p14:cNvPr id="97" name="Tinta 96">
                  <a:extLst>
                    <a:ext uri="{FF2B5EF4-FFF2-40B4-BE49-F238E27FC236}">
                      <a16:creationId xmlns:a16="http://schemas.microsoft.com/office/drawing/2014/main" id="{5D20CD14-F4B5-4687-46B7-3AD0AC2D3E28}"/>
                    </a:ext>
                  </a:extLst>
                </p14:cNvPr>
                <p14:cNvContentPartPr/>
                <p14:nvPr/>
              </p14:nvContentPartPr>
              <p14:xfrm>
                <a:off x="5377768" y="3851721"/>
                <a:ext cx="185400" cy="123480"/>
              </p14:xfrm>
            </p:contentPart>
          </mc:Choice>
          <mc:Fallback>
            <p:pic>
              <p:nvPicPr>
                <p:cNvPr id="97" name="Tinta 96">
                  <a:extLst>
                    <a:ext uri="{FF2B5EF4-FFF2-40B4-BE49-F238E27FC236}">
                      <a16:creationId xmlns:a16="http://schemas.microsoft.com/office/drawing/2014/main" id="{5D20CD14-F4B5-4687-46B7-3AD0AC2D3E28}"/>
                    </a:ext>
                  </a:extLst>
                </p:cNvPr>
                <p:cNvPicPr/>
                <p:nvPr/>
              </p:nvPicPr>
              <p:blipFill>
                <a:blip r:embed="rId56"/>
                <a:stretch>
                  <a:fillRect/>
                </a:stretch>
              </p:blipFill>
              <p:spPr>
                <a:xfrm>
                  <a:off x="5371648" y="3845601"/>
                  <a:ext cx="197640" cy="135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7">
              <p14:nvContentPartPr>
                <p14:cNvPr id="102" name="Tinta 101">
                  <a:extLst>
                    <a:ext uri="{FF2B5EF4-FFF2-40B4-BE49-F238E27FC236}">
                      <a16:creationId xmlns:a16="http://schemas.microsoft.com/office/drawing/2014/main" id="{3FEA2CBD-91F5-6B3E-A4D1-9A930680F637}"/>
                    </a:ext>
                  </a:extLst>
                </p14:cNvPr>
                <p14:cNvContentPartPr/>
                <p14:nvPr/>
              </p14:nvContentPartPr>
              <p14:xfrm>
                <a:off x="3580288" y="4218561"/>
                <a:ext cx="199080" cy="180000"/>
              </p14:xfrm>
            </p:contentPart>
          </mc:Choice>
          <mc:Fallback>
            <p:pic>
              <p:nvPicPr>
                <p:cNvPr id="102" name="Tinta 101">
                  <a:extLst>
                    <a:ext uri="{FF2B5EF4-FFF2-40B4-BE49-F238E27FC236}">
                      <a16:creationId xmlns:a16="http://schemas.microsoft.com/office/drawing/2014/main" id="{3FEA2CBD-91F5-6B3E-A4D1-9A930680F637}"/>
                    </a:ext>
                  </a:extLst>
                </p:cNvPr>
                <p:cNvPicPr/>
                <p:nvPr/>
              </p:nvPicPr>
              <p:blipFill>
                <a:blip r:embed="rId58"/>
                <a:stretch>
                  <a:fillRect/>
                </a:stretch>
              </p:blipFill>
              <p:spPr>
                <a:xfrm>
                  <a:off x="3574168" y="4212441"/>
                  <a:ext cx="211320" cy="192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9">
              <p14:nvContentPartPr>
                <p14:cNvPr id="103" name="Tinta 102">
                  <a:extLst>
                    <a:ext uri="{FF2B5EF4-FFF2-40B4-BE49-F238E27FC236}">
                      <a16:creationId xmlns:a16="http://schemas.microsoft.com/office/drawing/2014/main" id="{EDEF4E5E-8359-11FA-8D89-C71D3EF95954}"/>
                    </a:ext>
                  </a:extLst>
                </p14:cNvPr>
                <p14:cNvContentPartPr/>
                <p14:nvPr/>
              </p14:nvContentPartPr>
              <p14:xfrm>
                <a:off x="3884128" y="4290201"/>
                <a:ext cx="187560" cy="87840"/>
              </p14:xfrm>
            </p:contentPart>
          </mc:Choice>
          <mc:Fallback>
            <p:pic>
              <p:nvPicPr>
                <p:cNvPr id="103" name="Tinta 102">
                  <a:extLst>
                    <a:ext uri="{FF2B5EF4-FFF2-40B4-BE49-F238E27FC236}">
                      <a16:creationId xmlns:a16="http://schemas.microsoft.com/office/drawing/2014/main" id="{EDEF4E5E-8359-11FA-8D89-C71D3EF95954}"/>
                    </a:ext>
                  </a:extLst>
                </p:cNvPr>
                <p:cNvPicPr/>
                <p:nvPr/>
              </p:nvPicPr>
              <p:blipFill>
                <a:blip r:embed="rId60"/>
                <a:stretch>
                  <a:fillRect/>
                </a:stretch>
              </p:blipFill>
              <p:spPr>
                <a:xfrm>
                  <a:off x="3878008" y="4284081"/>
                  <a:ext cx="199800" cy="100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1">
              <p14:nvContentPartPr>
                <p14:cNvPr id="104" name="Tinta 103">
                  <a:extLst>
                    <a:ext uri="{FF2B5EF4-FFF2-40B4-BE49-F238E27FC236}">
                      <a16:creationId xmlns:a16="http://schemas.microsoft.com/office/drawing/2014/main" id="{9F4AC0DD-2973-5491-3EDF-8785EEAA9D65}"/>
                    </a:ext>
                  </a:extLst>
                </p14:cNvPr>
                <p14:cNvContentPartPr/>
                <p14:nvPr/>
              </p14:nvContentPartPr>
              <p14:xfrm>
                <a:off x="4145488" y="4274361"/>
                <a:ext cx="160920" cy="102960"/>
              </p14:xfrm>
            </p:contentPart>
          </mc:Choice>
          <mc:Fallback>
            <p:pic>
              <p:nvPicPr>
                <p:cNvPr id="104" name="Tinta 103">
                  <a:extLst>
                    <a:ext uri="{FF2B5EF4-FFF2-40B4-BE49-F238E27FC236}">
                      <a16:creationId xmlns:a16="http://schemas.microsoft.com/office/drawing/2014/main" id="{9F4AC0DD-2973-5491-3EDF-8785EEAA9D65}"/>
                    </a:ext>
                  </a:extLst>
                </p:cNvPr>
                <p:cNvPicPr/>
                <p:nvPr/>
              </p:nvPicPr>
              <p:blipFill>
                <a:blip r:embed="rId62"/>
                <a:stretch>
                  <a:fillRect/>
                </a:stretch>
              </p:blipFill>
              <p:spPr>
                <a:xfrm>
                  <a:off x="4139368" y="4268241"/>
                  <a:ext cx="173160" cy="115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3">
              <p14:nvContentPartPr>
                <p14:cNvPr id="105" name="Tinta 104">
                  <a:extLst>
                    <a:ext uri="{FF2B5EF4-FFF2-40B4-BE49-F238E27FC236}">
                      <a16:creationId xmlns:a16="http://schemas.microsoft.com/office/drawing/2014/main" id="{9B39233C-749C-0510-8031-F649B2EE2F35}"/>
                    </a:ext>
                  </a:extLst>
                </p14:cNvPr>
                <p14:cNvContentPartPr/>
                <p14:nvPr/>
              </p14:nvContentPartPr>
              <p14:xfrm>
                <a:off x="4337368" y="4279761"/>
                <a:ext cx="167040" cy="95040"/>
              </p14:xfrm>
            </p:contentPart>
          </mc:Choice>
          <mc:Fallback>
            <p:pic>
              <p:nvPicPr>
                <p:cNvPr id="105" name="Tinta 104">
                  <a:extLst>
                    <a:ext uri="{FF2B5EF4-FFF2-40B4-BE49-F238E27FC236}">
                      <a16:creationId xmlns:a16="http://schemas.microsoft.com/office/drawing/2014/main" id="{9B39233C-749C-0510-8031-F649B2EE2F35}"/>
                    </a:ext>
                  </a:extLst>
                </p:cNvPr>
                <p:cNvPicPr/>
                <p:nvPr/>
              </p:nvPicPr>
              <p:blipFill>
                <a:blip r:embed="rId64"/>
                <a:stretch>
                  <a:fillRect/>
                </a:stretch>
              </p:blipFill>
              <p:spPr>
                <a:xfrm>
                  <a:off x="4331248" y="4273641"/>
                  <a:ext cx="179280" cy="107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5">
              <p14:nvContentPartPr>
                <p14:cNvPr id="107" name="Tinta 106">
                  <a:extLst>
                    <a:ext uri="{FF2B5EF4-FFF2-40B4-BE49-F238E27FC236}">
                      <a16:creationId xmlns:a16="http://schemas.microsoft.com/office/drawing/2014/main" id="{2421DC57-0061-A96A-4344-8B706C129061}"/>
                    </a:ext>
                  </a:extLst>
                </p14:cNvPr>
                <p14:cNvContentPartPr/>
                <p14:nvPr/>
              </p14:nvContentPartPr>
              <p14:xfrm>
                <a:off x="4758208" y="4322961"/>
                <a:ext cx="431280" cy="106560"/>
              </p14:xfrm>
            </p:contentPart>
          </mc:Choice>
          <mc:Fallback>
            <p:pic>
              <p:nvPicPr>
                <p:cNvPr id="107" name="Tinta 106">
                  <a:extLst>
                    <a:ext uri="{FF2B5EF4-FFF2-40B4-BE49-F238E27FC236}">
                      <a16:creationId xmlns:a16="http://schemas.microsoft.com/office/drawing/2014/main" id="{2421DC57-0061-A96A-4344-8B706C129061}"/>
                    </a:ext>
                  </a:extLst>
                </p:cNvPr>
                <p:cNvPicPr/>
                <p:nvPr/>
              </p:nvPicPr>
              <p:blipFill>
                <a:blip r:embed="rId66"/>
                <a:stretch>
                  <a:fillRect/>
                </a:stretch>
              </p:blipFill>
              <p:spPr>
                <a:xfrm>
                  <a:off x="4752088" y="4316841"/>
                  <a:ext cx="443520" cy="118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7">
              <p14:nvContentPartPr>
                <p14:cNvPr id="108" name="Tinta 107">
                  <a:extLst>
                    <a:ext uri="{FF2B5EF4-FFF2-40B4-BE49-F238E27FC236}">
                      <a16:creationId xmlns:a16="http://schemas.microsoft.com/office/drawing/2014/main" id="{C9D74205-F17A-39CE-5FBB-E0161002D201}"/>
                    </a:ext>
                  </a:extLst>
                </p14:cNvPr>
                <p14:cNvContentPartPr/>
                <p14:nvPr/>
              </p14:nvContentPartPr>
              <p14:xfrm>
                <a:off x="5346448" y="4161321"/>
                <a:ext cx="299160" cy="215280"/>
              </p14:xfrm>
            </p:contentPart>
          </mc:Choice>
          <mc:Fallback>
            <p:pic>
              <p:nvPicPr>
                <p:cNvPr id="108" name="Tinta 107">
                  <a:extLst>
                    <a:ext uri="{FF2B5EF4-FFF2-40B4-BE49-F238E27FC236}">
                      <a16:creationId xmlns:a16="http://schemas.microsoft.com/office/drawing/2014/main" id="{C9D74205-F17A-39CE-5FBB-E0161002D201}"/>
                    </a:ext>
                  </a:extLst>
                </p:cNvPr>
                <p:cNvPicPr/>
                <p:nvPr/>
              </p:nvPicPr>
              <p:blipFill>
                <a:blip r:embed="rId68"/>
                <a:stretch>
                  <a:fillRect/>
                </a:stretch>
              </p:blipFill>
              <p:spPr>
                <a:xfrm>
                  <a:off x="5340328" y="4155201"/>
                  <a:ext cx="311400" cy="227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9">
              <p14:nvContentPartPr>
                <p14:cNvPr id="109" name="Tinta 108">
                  <a:extLst>
                    <a:ext uri="{FF2B5EF4-FFF2-40B4-BE49-F238E27FC236}">
                      <a16:creationId xmlns:a16="http://schemas.microsoft.com/office/drawing/2014/main" id="{26FA0307-8AA0-413E-1219-75E8FF61D5A7}"/>
                    </a:ext>
                  </a:extLst>
                </p14:cNvPr>
                <p14:cNvContentPartPr/>
                <p14:nvPr/>
              </p14:nvContentPartPr>
              <p14:xfrm>
                <a:off x="5484688" y="4239441"/>
                <a:ext cx="266760" cy="126720"/>
              </p14:xfrm>
            </p:contentPart>
          </mc:Choice>
          <mc:Fallback>
            <p:pic>
              <p:nvPicPr>
                <p:cNvPr id="109" name="Tinta 108">
                  <a:extLst>
                    <a:ext uri="{FF2B5EF4-FFF2-40B4-BE49-F238E27FC236}">
                      <a16:creationId xmlns:a16="http://schemas.microsoft.com/office/drawing/2014/main" id="{26FA0307-8AA0-413E-1219-75E8FF61D5A7}"/>
                    </a:ext>
                  </a:extLst>
                </p:cNvPr>
                <p:cNvPicPr/>
                <p:nvPr/>
              </p:nvPicPr>
              <p:blipFill>
                <a:blip r:embed="rId70"/>
                <a:stretch>
                  <a:fillRect/>
                </a:stretch>
              </p:blipFill>
              <p:spPr>
                <a:xfrm>
                  <a:off x="5478568" y="4233321"/>
                  <a:ext cx="279000" cy="138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1">
              <p14:nvContentPartPr>
                <p14:cNvPr id="110" name="Tinta 109">
                  <a:extLst>
                    <a:ext uri="{FF2B5EF4-FFF2-40B4-BE49-F238E27FC236}">
                      <a16:creationId xmlns:a16="http://schemas.microsoft.com/office/drawing/2014/main" id="{A0F42F97-6D4E-4C37-956D-E3F70BC4AF1F}"/>
                    </a:ext>
                  </a:extLst>
                </p14:cNvPr>
                <p14:cNvContentPartPr/>
                <p14:nvPr/>
              </p14:nvContentPartPr>
              <p14:xfrm>
                <a:off x="5902288" y="4029921"/>
                <a:ext cx="208800" cy="140040"/>
              </p14:xfrm>
            </p:contentPart>
          </mc:Choice>
          <mc:Fallback>
            <p:pic>
              <p:nvPicPr>
                <p:cNvPr id="110" name="Tinta 109">
                  <a:extLst>
                    <a:ext uri="{FF2B5EF4-FFF2-40B4-BE49-F238E27FC236}">
                      <a16:creationId xmlns:a16="http://schemas.microsoft.com/office/drawing/2014/main" id="{A0F42F97-6D4E-4C37-956D-E3F70BC4AF1F}"/>
                    </a:ext>
                  </a:extLst>
                </p:cNvPr>
                <p:cNvPicPr/>
                <p:nvPr/>
              </p:nvPicPr>
              <p:blipFill>
                <a:blip r:embed="rId72"/>
                <a:stretch>
                  <a:fillRect/>
                </a:stretch>
              </p:blipFill>
              <p:spPr>
                <a:xfrm>
                  <a:off x="5896168" y="4023801"/>
                  <a:ext cx="221040" cy="152280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273564440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6635B96-2106-3843-1D08-FB6C5B5C97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pt-BR"/>
          </a:p>
        </p:txBody>
      </p:sp>
      <p:pic>
        <p:nvPicPr>
          <p:cNvPr id="4" name="Espaço Reservado para Conteúdo 5">
            <a:extLst>
              <a:ext uri="{FF2B5EF4-FFF2-40B4-BE49-F238E27FC236}">
                <a16:creationId xmlns:a16="http://schemas.microsoft.com/office/drawing/2014/main" id="{AF3AC283-FDC1-1CEF-260B-4D3C204E65C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89486" y="424380"/>
            <a:ext cx="9906000" cy="1866846"/>
          </a:xfrm>
        </p:spPr>
      </p:pic>
      <p:grpSp>
        <p:nvGrpSpPr>
          <p:cNvPr id="7" name="Agrupar 6">
            <a:extLst>
              <a:ext uri="{FF2B5EF4-FFF2-40B4-BE49-F238E27FC236}">
                <a16:creationId xmlns:a16="http://schemas.microsoft.com/office/drawing/2014/main" id="{8E5CDC27-F03A-1C15-C156-FF3B64B20ABB}"/>
              </a:ext>
            </a:extLst>
          </p:cNvPr>
          <p:cNvGrpSpPr/>
          <p:nvPr/>
        </p:nvGrpSpPr>
        <p:grpSpPr>
          <a:xfrm>
            <a:off x="946168" y="2461761"/>
            <a:ext cx="886320" cy="534960"/>
            <a:chOff x="946168" y="2461761"/>
            <a:chExt cx="886320" cy="5349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3">
              <p14:nvContentPartPr>
                <p14:cNvPr id="5" name="Tinta 4">
                  <a:extLst>
                    <a:ext uri="{FF2B5EF4-FFF2-40B4-BE49-F238E27FC236}">
                      <a16:creationId xmlns:a16="http://schemas.microsoft.com/office/drawing/2014/main" id="{25F17F39-210E-DC36-CA48-B66567F3F84E}"/>
                    </a:ext>
                  </a:extLst>
                </p14:cNvPr>
                <p14:cNvContentPartPr/>
                <p14:nvPr/>
              </p14:nvContentPartPr>
              <p14:xfrm>
                <a:off x="946168" y="2690001"/>
                <a:ext cx="407160" cy="223560"/>
              </p14:xfrm>
            </p:contentPart>
          </mc:Choice>
          <mc:Fallback>
            <p:pic>
              <p:nvPicPr>
                <p:cNvPr id="5" name="Tinta 4">
                  <a:extLst>
                    <a:ext uri="{FF2B5EF4-FFF2-40B4-BE49-F238E27FC236}">
                      <a16:creationId xmlns:a16="http://schemas.microsoft.com/office/drawing/2014/main" id="{25F17F39-210E-DC36-CA48-B66567F3F84E}"/>
                    </a:ext>
                  </a:extLst>
                </p:cNvPr>
                <p:cNvPicPr/>
                <p:nvPr/>
              </p:nvPicPr>
              <p:blipFill>
                <a:blip r:embed="rId4"/>
                <a:stretch>
                  <a:fillRect/>
                </a:stretch>
              </p:blipFill>
              <p:spPr>
                <a:xfrm>
                  <a:off x="940048" y="2683881"/>
                  <a:ext cx="419400" cy="235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">
              <p14:nvContentPartPr>
                <p14:cNvPr id="6" name="Tinta 5">
                  <a:extLst>
                    <a:ext uri="{FF2B5EF4-FFF2-40B4-BE49-F238E27FC236}">
                      <a16:creationId xmlns:a16="http://schemas.microsoft.com/office/drawing/2014/main" id="{6F906A3B-8E28-3159-E432-3E610CEAE85B}"/>
                    </a:ext>
                  </a:extLst>
                </p14:cNvPr>
                <p14:cNvContentPartPr/>
                <p14:nvPr/>
              </p14:nvContentPartPr>
              <p14:xfrm>
                <a:off x="1504888" y="2461761"/>
                <a:ext cx="327600" cy="534960"/>
              </p14:xfrm>
            </p:contentPart>
          </mc:Choice>
          <mc:Fallback>
            <p:pic>
              <p:nvPicPr>
                <p:cNvPr id="6" name="Tinta 5">
                  <a:extLst>
                    <a:ext uri="{FF2B5EF4-FFF2-40B4-BE49-F238E27FC236}">
                      <a16:creationId xmlns:a16="http://schemas.microsoft.com/office/drawing/2014/main" id="{6F906A3B-8E28-3159-E432-3E610CEAE85B}"/>
                    </a:ext>
                  </a:extLst>
                </p:cNvPr>
                <p:cNvPicPr/>
                <p:nvPr/>
              </p:nvPicPr>
              <p:blipFill>
                <a:blip r:embed="rId6"/>
                <a:stretch>
                  <a:fillRect/>
                </a:stretch>
              </p:blipFill>
              <p:spPr>
                <a:xfrm>
                  <a:off x="1498768" y="2455641"/>
                  <a:ext cx="339840" cy="54720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7">
            <p14:nvContentPartPr>
              <p14:cNvPr id="8" name="Tinta 7">
                <a:extLst>
                  <a:ext uri="{FF2B5EF4-FFF2-40B4-BE49-F238E27FC236}">
                    <a16:creationId xmlns:a16="http://schemas.microsoft.com/office/drawing/2014/main" id="{D28167BE-12AB-395D-A693-E55D1D63A81C}"/>
                  </a:ext>
                </a:extLst>
              </p14:cNvPr>
              <p14:cNvContentPartPr/>
              <p14:nvPr/>
            </p14:nvContentPartPr>
            <p14:xfrm>
              <a:off x="2576968" y="2729961"/>
              <a:ext cx="189000" cy="198360"/>
            </p14:xfrm>
          </p:contentPart>
        </mc:Choice>
        <mc:Fallback>
          <p:pic>
            <p:nvPicPr>
              <p:cNvPr id="8" name="Tinta 7">
                <a:extLst>
                  <a:ext uri="{FF2B5EF4-FFF2-40B4-BE49-F238E27FC236}">
                    <a16:creationId xmlns:a16="http://schemas.microsoft.com/office/drawing/2014/main" id="{D28167BE-12AB-395D-A693-E55D1D63A81C}"/>
                  </a:ext>
                </a:extLst>
              </p:cNvPr>
              <p:cNvPicPr/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2570848" y="2723841"/>
                <a:ext cx="201240" cy="210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9">
            <p14:nvContentPartPr>
              <p14:cNvPr id="9" name="Tinta 8">
                <a:extLst>
                  <a:ext uri="{FF2B5EF4-FFF2-40B4-BE49-F238E27FC236}">
                    <a16:creationId xmlns:a16="http://schemas.microsoft.com/office/drawing/2014/main" id="{6E117821-F7D9-A470-55EF-0109B4E438F8}"/>
                  </a:ext>
                </a:extLst>
              </p14:cNvPr>
              <p14:cNvContentPartPr/>
              <p14:nvPr/>
            </p14:nvContentPartPr>
            <p14:xfrm>
              <a:off x="3080248" y="2834001"/>
              <a:ext cx="47520" cy="27000"/>
            </p14:xfrm>
          </p:contentPart>
        </mc:Choice>
        <mc:Fallback>
          <p:pic>
            <p:nvPicPr>
              <p:cNvPr id="9" name="Tinta 8">
                <a:extLst>
                  <a:ext uri="{FF2B5EF4-FFF2-40B4-BE49-F238E27FC236}">
                    <a16:creationId xmlns:a16="http://schemas.microsoft.com/office/drawing/2014/main" id="{6E117821-F7D9-A470-55EF-0109B4E438F8}"/>
                  </a:ext>
                </a:extLst>
              </p:cNvPr>
              <p:cNvPicPr/>
              <p:nvPr/>
            </p:nvPicPr>
            <p:blipFill>
              <a:blip r:embed="rId10"/>
              <a:stretch>
                <a:fillRect/>
              </a:stretch>
            </p:blipFill>
            <p:spPr>
              <a:xfrm>
                <a:off x="3074128" y="2827881"/>
                <a:ext cx="59760" cy="39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1">
            <p14:nvContentPartPr>
              <p14:cNvPr id="10" name="Tinta 9">
                <a:extLst>
                  <a:ext uri="{FF2B5EF4-FFF2-40B4-BE49-F238E27FC236}">
                    <a16:creationId xmlns:a16="http://schemas.microsoft.com/office/drawing/2014/main" id="{136DA86B-DEC2-6EE2-70EC-9D2F631ACC3E}"/>
                  </a:ext>
                </a:extLst>
              </p14:cNvPr>
              <p14:cNvContentPartPr/>
              <p14:nvPr/>
            </p14:nvContentPartPr>
            <p14:xfrm>
              <a:off x="2811328" y="3006441"/>
              <a:ext cx="222480" cy="124200"/>
            </p14:xfrm>
          </p:contentPart>
        </mc:Choice>
        <mc:Fallback>
          <p:pic>
            <p:nvPicPr>
              <p:cNvPr id="10" name="Tinta 9">
                <a:extLst>
                  <a:ext uri="{FF2B5EF4-FFF2-40B4-BE49-F238E27FC236}">
                    <a16:creationId xmlns:a16="http://schemas.microsoft.com/office/drawing/2014/main" id="{136DA86B-DEC2-6EE2-70EC-9D2F631ACC3E}"/>
                  </a:ext>
                </a:extLst>
              </p:cNvPr>
              <p:cNvPicPr/>
              <p:nvPr/>
            </p:nvPicPr>
            <p:blipFill>
              <a:blip r:embed="rId12"/>
              <a:stretch>
                <a:fillRect/>
              </a:stretch>
            </p:blipFill>
            <p:spPr>
              <a:xfrm>
                <a:off x="2805208" y="3000321"/>
                <a:ext cx="234720" cy="136440"/>
              </a:xfrm>
              <a:prstGeom prst="rect">
                <a:avLst/>
              </a:prstGeom>
            </p:spPr>
          </p:pic>
        </mc:Fallback>
      </mc:AlternateContent>
      <p:grpSp>
        <p:nvGrpSpPr>
          <p:cNvPr id="13" name="Agrupar 12">
            <a:extLst>
              <a:ext uri="{FF2B5EF4-FFF2-40B4-BE49-F238E27FC236}">
                <a16:creationId xmlns:a16="http://schemas.microsoft.com/office/drawing/2014/main" id="{AB4EADB6-D31A-0AC4-9C7B-FB338E1557C8}"/>
              </a:ext>
            </a:extLst>
          </p:cNvPr>
          <p:cNvGrpSpPr/>
          <p:nvPr/>
        </p:nvGrpSpPr>
        <p:grpSpPr>
          <a:xfrm>
            <a:off x="3313168" y="2886201"/>
            <a:ext cx="209880" cy="120960"/>
            <a:chOff x="3313168" y="2886201"/>
            <a:chExt cx="209880" cy="1209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3">
              <p14:nvContentPartPr>
                <p14:cNvPr id="11" name="Tinta 10">
                  <a:extLst>
                    <a:ext uri="{FF2B5EF4-FFF2-40B4-BE49-F238E27FC236}">
                      <a16:creationId xmlns:a16="http://schemas.microsoft.com/office/drawing/2014/main" id="{700F867A-AF0D-3AF2-7BF6-8C031ACC7EB7}"/>
                    </a:ext>
                  </a:extLst>
                </p14:cNvPr>
                <p14:cNvContentPartPr/>
                <p14:nvPr/>
              </p14:nvContentPartPr>
              <p14:xfrm>
                <a:off x="3360328" y="2886201"/>
                <a:ext cx="162720" cy="14400"/>
              </p14:xfrm>
            </p:contentPart>
          </mc:Choice>
          <mc:Fallback>
            <p:pic>
              <p:nvPicPr>
                <p:cNvPr id="11" name="Tinta 10">
                  <a:extLst>
                    <a:ext uri="{FF2B5EF4-FFF2-40B4-BE49-F238E27FC236}">
                      <a16:creationId xmlns:a16="http://schemas.microsoft.com/office/drawing/2014/main" id="{700F867A-AF0D-3AF2-7BF6-8C031ACC7EB7}"/>
                    </a:ext>
                  </a:extLst>
                </p:cNvPr>
                <p:cNvPicPr/>
                <p:nvPr/>
              </p:nvPicPr>
              <p:blipFill>
                <a:blip r:embed="rId14"/>
                <a:stretch>
                  <a:fillRect/>
                </a:stretch>
              </p:blipFill>
              <p:spPr>
                <a:xfrm>
                  <a:off x="3354208" y="2880081"/>
                  <a:ext cx="174960" cy="26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">
              <p14:nvContentPartPr>
                <p14:cNvPr id="12" name="Tinta 11">
                  <a:extLst>
                    <a:ext uri="{FF2B5EF4-FFF2-40B4-BE49-F238E27FC236}">
                      <a16:creationId xmlns:a16="http://schemas.microsoft.com/office/drawing/2014/main" id="{49E6F72A-2C45-A9B2-49AD-083ABF278169}"/>
                    </a:ext>
                  </a:extLst>
                </p14:cNvPr>
                <p14:cNvContentPartPr/>
                <p14:nvPr/>
              </p14:nvContentPartPr>
              <p14:xfrm>
                <a:off x="3313168" y="2992401"/>
                <a:ext cx="106200" cy="14760"/>
              </p14:xfrm>
            </p:contentPart>
          </mc:Choice>
          <mc:Fallback>
            <p:pic>
              <p:nvPicPr>
                <p:cNvPr id="12" name="Tinta 11">
                  <a:extLst>
                    <a:ext uri="{FF2B5EF4-FFF2-40B4-BE49-F238E27FC236}">
                      <a16:creationId xmlns:a16="http://schemas.microsoft.com/office/drawing/2014/main" id="{49E6F72A-2C45-A9B2-49AD-083ABF278169}"/>
                    </a:ext>
                  </a:extLst>
                </p:cNvPr>
                <p:cNvPicPr/>
                <p:nvPr/>
              </p:nvPicPr>
              <p:blipFill>
                <a:blip r:embed="rId16"/>
                <a:stretch>
                  <a:fillRect/>
                </a:stretch>
              </p:blipFill>
              <p:spPr>
                <a:xfrm>
                  <a:off x="3307048" y="2986281"/>
                  <a:ext cx="118440" cy="2700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17">
            <p14:nvContentPartPr>
              <p14:cNvPr id="15" name="Tinta 14">
                <a:extLst>
                  <a:ext uri="{FF2B5EF4-FFF2-40B4-BE49-F238E27FC236}">
                    <a16:creationId xmlns:a16="http://schemas.microsoft.com/office/drawing/2014/main" id="{311F67ED-8E3A-8E17-E018-8F37E5D91732}"/>
                  </a:ext>
                </a:extLst>
              </p14:cNvPr>
              <p14:cNvContentPartPr/>
              <p14:nvPr/>
            </p14:nvContentPartPr>
            <p14:xfrm>
              <a:off x="4605208" y="2405601"/>
              <a:ext cx="236160" cy="138240"/>
            </p14:xfrm>
          </p:contentPart>
        </mc:Choice>
        <mc:Fallback>
          <p:pic>
            <p:nvPicPr>
              <p:cNvPr id="15" name="Tinta 14">
                <a:extLst>
                  <a:ext uri="{FF2B5EF4-FFF2-40B4-BE49-F238E27FC236}">
                    <a16:creationId xmlns:a16="http://schemas.microsoft.com/office/drawing/2014/main" id="{311F67ED-8E3A-8E17-E018-8F37E5D91732}"/>
                  </a:ext>
                </a:extLst>
              </p:cNvPr>
              <p:cNvPicPr/>
              <p:nvPr/>
            </p:nvPicPr>
            <p:blipFill>
              <a:blip r:embed="rId18"/>
              <a:stretch>
                <a:fillRect/>
              </a:stretch>
            </p:blipFill>
            <p:spPr>
              <a:xfrm>
                <a:off x="4599088" y="2399481"/>
                <a:ext cx="248400" cy="150480"/>
              </a:xfrm>
              <a:prstGeom prst="rect">
                <a:avLst/>
              </a:prstGeom>
            </p:spPr>
          </p:pic>
        </mc:Fallback>
      </mc:AlternateContent>
      <p:grpSp>
        <p:nvGrpSpPr>
          <p:cNvPr id="21" name="Agrupar 20">
            <a:extLst>
              <a:ext uri="{FF2B5EF4-FFF2-40B4-BE49-F238E27FC236}">
                <a16:creationId xmlns:a16="http://schemas.microsoft.com/office/drawing/2014/main" id="{9B61645F-F0BE-6F2D-D973-5C554F72E455}"/>
              </a:ext>
            </a:extLst>
          </p:cNvPr>
          <p:cNvGrpSpPr/>
          <p:nvPr/>
        </p:nvGrpSpPr>
        <p:grpSpPr>
          <a:xfrm>
            <a:off x="4070248" y="2650401"/>
            <a:ext cx="432720" cy="639360"/>
            <a:chOff x="4070248" y="2650401"/>
            <a:chExt cx="432720" cy="6393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9">
              <p14:nvContentPartPr>
                <p14:cNvPr id="14" name="Tinta 13">
                  <a:extLst>
                    <a:ext uri="{FF2B5EF4-FFF2-40B4-BE49-F238E27FC236}">
                      <a16:creationId xmlns:a16="http://schemas.microsoft.com/office/drawing/2014/main" id="{B77CAA86-2FEC-AA2F-5FFF-EB106F7CC201}"/>
                    </a:ext>
                  </a:extLst>
                </p14:cNvPr>
                <p14:cNvContentPartPr/>
                <p14:nvPr/>
              </p14:nvContentPartPr>
              <p14:xfrm>
                <a:off x="4164208" y="2650401"/>
                <a:ext cx="186480" cy="173160"/>
              </p14:xfrm>
            </p:contentPart>
          </mc:Choice>
          <mc:Fallback>
            <p:pic>
              <p:nvPicPr>
                <p:cNvPr id="14" name="Tinta 13">
                  <a:extLst>
                    <a:ext uri="{FF2B5EF4-FFF2-40B4-BE49-F238E27FC236}">
                      <a16:creationId xmlns:a16="http://schemas.microsoft.com/office/drawing/2014/main" id="{B77CAA86-2FEC-AA2F-5FFF-EB106F7CC201}"/>
                    </a:ext>
                  </a:extLst>
                </p:cNvPr>
                <p:cNvPicPr/>
                <p:nvPr/>
              </p:nvPicPr>
              <p:blipFill>
                <a:blip r:embed="rId20"/>
                <a:stretch>
                  <a:fillRect/>
                </a:stretch>
              </p:blipFill>
              <p:spPr>
                <a:xfrm>
                  <a:off x="4158088" y="2644281"/>
                  <a:ext cx="198720" cy="185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1">
              <p14:nvContentPartPr>
                <p14:cNvPr id="16" name="Tinta 15">
                  <a:extLst>
                    <a:ext uri="{FF2B5EF4-FFF2-40B4-BE49-F238E27FC236}">
                      <a16:creationId xmlns:a16="http://schemas.microsoft.com/office/drawing/2014/main" id="{806A8F5C-3F3D-B36D-F6BB-B5BC3B50FB9B}"/>
                    </a:ext>
                  </a:extLst>
                </p14:cNvPr>
                <p14:cNvContentPartPr/>
                <p14:nvPr/>
              </p14:nvContentPartPr>
              <p14:xfrm>
                <a:off x="4117048" y="2900241"/>
                <a:ext cx="385920" cy="22680"/>
              </p14:xfrm>
            </p:contentPart>
          </mc:Choice>
          <mc:Fallback>
            <p:pic>
              <p:nvPicPr>
                <p:cNvPr id="16" name="Tinta 15">
                  <a:extLst>
                    <a:ext uri="{FF2B5EF4-FFF2-40B4-BE49-F238E27FC236}">
                      <a16:creationId xmlns:a16="http://schemas.microsoft.com/office/drawing/2014/main" id="{806A8F5C-3F3D-B36D-F6BB-B5BC3B50FB9B}"/>
                    </a:ext>
                  </a:extLst>
                </p:cNvPr>
                <p:cNvPicPr/>
                <p:nvPr/>
              </p:nvPicPr>
              <p:blipFill>
                <a:blip r:embed="rId22"/>
                <a:stretch>
                  <a:fillRect/>
                </a:stretch>
              </p:blipFill>
              <p:spPr>
                <a:xfrm>
                  <a:off x="4110928" y="2894121"/>
                  <a:ext cx="398160" cy="34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3">
              <p14:nvContentPartPr>
                <p14:cNvPr id="17" name="Tinta 16">
                  <a:extLst>
                    <a:ext uri="{FF2B5EF4-FFF2-40B4-BE49-F238E27FC236}">
                      <a16:creationId xmlns:a16="http://schemas.microsoft.com/office/drawing/2014/main" id="{88CC067A-0A26-DC2C-9233-8EBFAB6650C0}"/>
                    </a:ext>
                  </a:extLst>
                </p14:cNvPr>
                <p14:cNvContentPartPr/>
                <p14:nvPr/>
              </p14:nvContentPartPr>
              <p14:xfrm>
                <a:off x="4070248" y="3049281"/>
                <a:ext cx="362520" cy="240480"/>
              </p14:xfrm>
            </p:contentPart>
          </mc:Choice>
          <mc:Fallback>
            <p:pic>
              <p:nvPicPr>
                <p:cNvPr id="17" name="Tinta 16">
                  <a:extLst>
                    <a:ext uri="{FF2B5EF4-FFF2-40B4-BE49-F238E27FC236}">
                      <a16:creationId xmlns:a16="http://schemas.microsoft.com/office/drawing/2014/main" id="{88CC067A-0A26-DC2C-9233-8EBFAB6650C0}"/>
                    </a:ext>
                  </a:extLst>
                </p:cNvPr>
                <p:cNvPicPr/>
                <p:nvPr/>
              </p:nvPicPr>
              <p:blipFill>
                <a:blip r:embed="rId24"/>
                <a:stretch>
                  <a:fillRect/>
                </a:stretch>
              </p:blipFill>
              <p:spPr>
                <a:xfrm>
                  <a:off x="4064128" y="3043161"/>
                  <a:ext cx="374760" cy="252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5">
              <p14:nvContentPartPr>
                <p14:cNvPr id="19" name="Tinta 18">
                  <a:extLst>
                    <a:ext uri="{FF2B5EF4-FFF2-40B4-BE49-F238E27FC236}">
                      <a16:creationId xmlns:a16="http://schemas.microsoft.com/office/drawing/2014/main" id="{94A820D6-4F9E-F663-EC67-A051FD28BA5B}"/>
                    </a:ext>
                  </a:extLst>
                </p14:cNvPr>
                <p14:cNvContentPartPr/>
                <p14:nvPr/>
              </p14:nvContentPartPr>
              <p14:xfrm>
                <a:off x="4293448" y="2811321"/>
                <a:ext cx="174240" cy="32760"/>
              </p14:xfrm>
            </p:contentPart>
          </mc:Choice>
          <mc:Fallback>
            <p:pic>
              <p:nvPicPr>
                <p:cNvPr id="19" name="Tinta 18">
                  <a:extLst>
                    <a:ext uri="{FF2B5EF4-FFF2-40B4-BE49-F238E27FC236}">
                      <a16:creationId xmlns:a16="http://schemas.microsoft.com/office/drawing/2014/main" id="{94A820D6-4F9E-F663-EC67-A051FD28BA5B}"/>
                    </a:ext>
                  </a:extLst>
                </p:cNvPr>
                <p:cNvPicPr/>
                <p:nvPr/>
              </p:nvPicPr>
              <p:blipFill>
                <a:blip r:embed="rId26"/>
                <a:stretch>
                  <a:fillRect/>
                </a:stretch>
              </p:blipFill>
              <p:spPr>
                <a:xfrm>
                  <a:off x="4287328" y="2805201"/>
                  <a:ext cx="186480" cy="45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7">
              <p14:nvContentPartPr>
                <p14:cNvPr id="20" name="Tinta 19">
                  <a:extLst>
                    <a:ext uri="{FF2B5EF4-FFF2-40B4-BE49-F238E27FC236}">
                      <a16:creationId xmlns:a16="http://schemas.microsoft.com/office/drawing/2014/main" id="{DDAE3474-F4B7-15D1-30FA-ECBEF1D9002B}"/>
                    </a:ext>
                  </a:extLst>
                </p14:cNvPr>
                <p14:cNvContentPartPr/>
                <p14:nvPr/>
              </p14:nvContentPartPr>
              <p14:xfrm>
                <a:off x="4314688" y="2865681"/>
                <a:ext cx="23760" cy="93960"/>
              </p14:xfrm>
            </p:contentPart>
          </mc:Choice>
          <mc:Fallback>
            <p:pic>
              <p:nvPicPr>
                <p:cNvPr id="20" name="Tinta 19">
                  <a:extLst>
                    <a:ext uri="{FF2B5EF4-FFF2-40B4-BE49-F238E27FC236}">
                      <a16:creationId xmlns:a16="http://schemas.microsoft.com/office/drawing/2014/main" id="{DDAE3474-F4B7-15D1-30FA-ECBEF1D9002B}"/>
                    </a:ext>
                  </a:extLst>
                </p:cNvPr>
                <p:cNvPicPr/>
                <p:nvPr/>
              </p:nvPicPr>
              <p:blipFill>
                <a:blip r:embed="rId28"/>
                <a:stretch>
                  <a:fillRect/>
                </a:stretch>
              </p:blipFill>
              <p:spPr>
                <a:xfrm>
                  <a:off x="4308568" y="2859561"/>
                  <a:ext cx="36000" cy="10620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29">
            <p14:nvContentPartPr>
              <p14:cNvPr id="31" name="Tinta 30">
                <a:extLst>
                  <a:ext uri="{FF2B5EF4-FFF2-40B4-BE49-F238E27FC236}">
                    <a16:creationId xmlns:a16="http://schemas.microsoft.com/office/drawing/2014/main" id="{C9DE8EB9-A2CF-2142-1D66-81D81BEAD79C}"/>
                  </a:ext>
                </a:extLst>
              </p14:cNvPr>
              <p14:cNvContentPartPr/>
              <p14:nvPr/>
            </p14:nvContentPartPr>
            <p14:xfrm>
              <a:off x="8617408" y="2708721"/>
              <a:ext cx="328680" cy="191880"/>
            </p14:xfrm>
          </p:contentPart>
        </mc:Choice>
        <mc:Fallback>
          <p:pic>
            <p:nvPicPr>
              <p:cNvPr id="31" name="Tinta 30">
                <a:extLst>
                  <a:ext uri="{FF2B5EF4-FFF2-40B4-BE49-F238E27FC236}">
                    <a16:creationId xmlns:a16="http://schemas.microsoft.com/office/drawing/2014/main" id="{C9DE8EB9-A2CF-2142-1D66-81D81BEAD79C}"/>
                  </a:ext>
                </a:extLst>
              </p:cNvPr>
              <p:cNvPicPr/>
              <p:nvPr/>
            </p:nvPicPr>
            <p:blipFill>
              <a:blip r:embed="rId30"/>
              <a:stretch>
                <a:fillRect/>
              </a:stretch>
            </p:blipFill>
            <p:spPr>
              <a:xfrm>
                <a:off x="8611288" y="2702601"/>
                <a:ext cx="340920" cy="204120"/>
              </a:xfrm>
              <a:prstGeom prst="rect">
                <a:avLst/>
              </a:prstGeom>
            </p:spPr>
          </p:pic>
        </mc:Fallback>
      </mc:AlternateContent>
      <p:grpSp>
        <p:nvGrpSpPr>
          <p:cNvPr id="55" name="Agrupar 54">
            <a:extLst>
              <a:ext uri="{FF2B5EF4-FFF2-40B4-BE49-F238E27FC236}">
                <a16:creationId xmlns:a16="http://schemas.microsoft.com/office/drawing/2014/main" id="{11F8BFB5-F0AD-09A7-AC96-37D09D9EEA15}"/>
              </a:ext>
            </a:extLst>
          </p:cNvPr>
          <p:cNvGrpSpPr/>
          <p:nvPr/>
        </p:nvGrpSpPr>
        <p:grpSpPr>
          <a:xfrm>
            <a:off x="9131488" y="3594681"/>
            <a:ext cx="1841760" cy="996120"/>
            <a:chOff x="9131488" y="3594681"/>
            <a:chExt cx="1841760" cy="9961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31">
              <p14:nvContentPartPr>
                <p14:cNvPr id="34" name="Tinta 33">
                  <a:extLst>
                    <a:ext uri="{FF2B5EF4-FFF2-40B4-BE49-F238E27FC236}">
                      <a16:creationId xmlns:a16="http://schemas.microsoft.com/office/drawing/2014/main" id="{F4C942B2-A907-8BAE-E01B-41832E8AC97F}"/>
                    </a:ext>
                  </a:extLst>
                </p14:cNvPr>
                <p14:cNvContentPartPr/>
                <p14:nvPr/>
              </p14:nvContentPartPr>
              <p14:xfrm>
                <a:off x="9446128" y="3892041"/>
                <a:ext cx="1002960" cy="411480"/>
              </p14:xfrm>
            </p:contentPart>
          </mc:Choice>
          <mc:Fallback>
            <p:pic>
              <p:nvPicPr>
                <p:cNvPr id="34" name="Tinta 33">
                  <a:extLst>
                    <a:ext uri="{FF2B5EF4-FFF2-40B4-BE49-F238E27FC236}">
                      <a16:creationId xmlns:a16="http://schemas.microsoft.com/office/drawing/2014/main" id="{F4C942B2-A907-8BAE-E01B-41832E8AC97F}"/>
                    </a:ext>
                  </a:extLst>
                </p:cNvPr>
                <p:cNvPicPr/>
                <p:nvPr/>
              </p:nvPicPr>
              <p:blipFill>
                <a:blip r:embed="rId32"/>
                <a:stretch>
                  <a:fillRect/>
                </a:stretch>
              </p:blipFill>
              <p:spPr>
                <a:xfrm>
                  <a:off x="9440008" y="3885921"/>
                  <a:ext cx="1015200" cy="423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3">
              <p14:nvContentPartPr>
                <p14:cNvPr id="35" name="Tinta 34">
                  <a:extLst>
                    <a:ext uri="{FF2B5EF4-FFF2-40B4-BE49-F238E27FC236}">
                      <a16:creationId xmlns:a16="http://schemas.microsoft.com/office/drawing/2014/main" id="{F5BB6FFE-43D4-E565-9334-0CED99F205A0}"/>
                    </a:ext>
                  </a:extLst>
                </p14:cNvPr>
                <p14:cNvContentPartPr/>
                <p14:nvPr/>
              </p14:nvContentPartPr>
              <p14:xfrm>
                <a:off x="9959128" y="4099401"/>
                <a:ext cx="23760" cy="46080"/>
              </p14:xfrm>
            </p:contentPart>
          </mc:Choice>
          <mc:Fallback>
            <p:pic>
              <p:nvPicPr>
                <p:cNvPr id="35" name="Tinta 34">
                  <a:extLst>
                    <a:ext uri="{FF2B5EF4-FFF2-40B4-BE49-F238E27FC236}">
                      <a16:creationId xmlns:a16="http://schemas.microsoft.com/office/drawing/2014/main" id="{F5BB6FFE-43D4-E565-9334-0CED99F205A0}"/>
                    </a:ext>
                  </a:extLst>
                </p:cNvPr>
                <p:cNvPicPr/>
                <p:nvPr/>
              </p:nvPicPr>
              <p:blipFill>
                <a:blip r:embed="rId34"/>
                <a:stretch>
                  <a:fillRect/>
                </a:stretch>
              </p:blipFill>
              <p:spPr>
                <a:xfrm>
                  <a:off x="9953008" y="4093281"/>
                  <a:ext cx="36000" cy="58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5">
              <p14:nvContentPartPr>
                <p14:cNvPr id="37" name="Tinta 36">
                  <a:extLst>
                    <a:ext uri="{FF2B5EF4-FFF2-40B4-BE49-F238E27FC236}">
                      <a16:creationId xmlns:a16="http://schemas.microsoft.com/office/drawing/2014/main" id="{3BDA20A1-FA3E-FC38-510A-F2C28612B34E}"/>
                    </a:ext>
                  </a:extLst>
                </p14:cNvPr>
                <p14:cNvContentPartPr/>
                <p14:nvPr/>
              </p14:nvContentPartPr>
              <p14:xfrm>
                <a:off x="10017808" y="3891321"/>
                <a:ext cx="70920" cy="15840"/>
              </p14:xfrm>
            </p:contentPart>
          </mc:Choice>
          <mc:Fallback>
            <p:pic>
              <p:nvPicPr>
                <p:cNvPr id="37" name="Tinta 36">
                  <a:extLst>
                    <a:ext uri="{FF2B5EF4-FFF2-40B4-BE49-F238E27FC236}">
                      <a16:creationId xmlns:a16="http://schemas.microsoft.com/office/drawing/2014/main" id="{3BDA20A1-FA3E-FC38-510A-F2C28612B34E}"/>
                    </a:ext>
                  </a:extLst>
                </p:cNvPr>
                <p:cNvPicPr/>
                <p:nvPr/>
              </p:nvPicPr>
              <p:blipFill>
                <a:blip r:embed="rId36"/>
                <a:stretch>
                  <a:fillRect/>
                </a:stretch>
              </p:blipFill>
              <p:spPr>
                <a:xfrm>
                  <a:off x="10011688" y="3885201"/>
                  <a:ext cx="83160" cy="28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7">
              <p14:nvContentPartPr>
                <p14:cNvPr id="38" name="Tinta 37">
                  <a:extLst>
                    <a:ext uri="{FF2B5EF4-FFF2-40B4-BE49-F238E27FC236}">
                      <a16:creationId xmlns:a16="http://schemas.microsoft.com/office/drawing/2014/main" id="{A44DA59C-8D4C-27F3-F164-84712D5059F2}"/>
                    </a:ext>
                  </a:extLst>
                </p14:cNvPr>
                <p14:cNvContentPartPr/>
                <p14:nvPr/>
              </p14:nvContentPartPr>
              <p14:xfrm>
                <a:off x="10006288" y="3883041"/>
                <a:ext cx="94680" cy="56520"/>
              </p14:xfrm>
            </p:contentPart>
          </mc:Choice>
          <mc:Fallback>
            <p:pic>
              <p:nvPicPr>
                <p:cNvPr id="38" name="Tinta 37">
                  <a:extLst>
                    <a:ext uri="{FF2B5EF4-FFF2-40B4-BE49-F238E27FC236}">
                      <a16:creationId xmlns:a16="http://schemas.microsoft.com/office/drawing/2014/main" id="{A44DA59C-8D4C-27F3-F164-84712D5059F2}"/>
                    </a:ext>
                  </a:extLst>
                </p:cNvPr>
                <p:cNvPicPr/>
                <p:nvPr/>
              </p:nvPicPr>
              <p:blipFill>
                <a:blip r:embed="rId38"/>
                <a:stretch>
                  <a:fillRect/>
                </a:stretch>
              </p:blipFill>
              <p:spPr>
                <a:xfrm>
                  <a:off x="10000168" y="3876921"/>
                  <a:ext cx="106920" cy="68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9">
              <p14:nvContentPartPr>
                <p14:cNvPr id="40" name="Tinta 39">
                  <a:extLst>
                    <a:ext uri="{FF2B5EF4-FFF2-40B4-BE49-F238E27FC236}">
                      <a16:creationId xmlns:a16="http://schemas.microsoft.com/office/drawing/2014/main" id="{255CD471-5FAB-354C-1F88-93699B6C68CB}"/>
                    </a:ext>
                  </a:extLst>
                </p14:cNvPr>
                <p14:cNvContentPartPr/>
                <p14:nvPr/>
              </p14:nvContentPartPr>
              <p14:xfrm>
                <a:off x="9270088" y="3792321"/>
                <a:ext cx="865440" cy="72360"/>
              </p14:xfrm>
            </p:contentPart>
          </mc:Choice>
          <mc:Fallback>
            <p:pic>
              <p:nvPicPr>
                <p:cNvPr id="40" name="Tinta 39">
                  <a:extLst>
                    <a:ext uri="{FF2B5EF4-FFF2-40B4-BE49-F238E27FC236}">
                      <a16:creationId xmlns:a16="http://schemas.microsoft.com/office/drawing/2014/main" id="{255CD471-5FAB-354C-1F88-93699B6C68CB}"/>
                    </a:ext>
                  </a:extLst>
                </p:cNvPr>
                <p:cNvPicPr/>
                <p:nvPr/>
              </p:nvPicPr>
              <p:blipFill>
                <a:blip r:embed="rId40"/>
                <a:stretch>
                  <a:fillRect/>
                </a:stretch>
              </p:blipFill>
              <p:spPr>
                <a:xfrm>
                  <a:off x="9263968" y="3786201"/>
                  <a:ext cx="877680" cy="84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1">
              <p14:nvContentPartPr>
                <p14:cNvPr id="41" name="Tinta 40">
                  <a:extLst>
                    <a:ext uri="{FF2B5EF4-FFF2-40B4-BE49-F238E27FC236}">
                      <a16:creationId xmlns:a16="http://schemas.microsoft.com/office/drawing/2014/main" id="{438F128F-9857-2A4C-5A74-5AC07C3976CB}"/>
                    </a:ext>
                  </a:extLst>
                </p14:cNvPr>
                <p14:cNvContentPartPr/>
                <p14:nvPr/>
              </p14:nvContentPartPr>
              <p14:xfrm>
                <a:off x="9328408" y="3594681"/>
                <a:ext cx="387000" cy="277200"/>
              </p14:xfrm>
            </p:contentPart>
          </mc:Choice>
          <mc:Fallback>
            <p:pic>
              <p:nvPicPr>
                <p:cNvPr id="41" name="Tinta 40">
                  <a:extLst>
                    <a:ext uri="{FF2B5EF4-FFF2-40B4-BE49-F238E27FC236}">
                      <a16:creationId xmlns:a16="http://schemas.microsoft.com/office/drawing/2014/main" id="{438F128F-9857-2A4C-5A74-5AC07C3976CB}"/>
                    </a:ext>
                  </a:extLst>
                </p:cNvPr>
                <p:cNvPicPr/>
                <p:nvPr/>
              </p:nvPicPr>
              <p:blipFill>
                <a:blip r:embed="rId42"/>
                <a:stretch>
                  <a:fillRect/>
                </a:stretch>
              </p:blipFill>
              <p:spPr>
                <a:xfrm>
                  <a:off x="9322288" y="3588561"/>
                  <a:ext cx="399240" cy="289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3">
              <p14:nvContentPartPr>
                <p14:cNvPr id="42" name="Tinta 41">
                  <a:extLst>
                    <a:ext uri="{FF2B5EF4-FFF2-40B4-BE49-F238E27FC236}">
                      <a16:creationId xmlns:a16="http://schemas.microsoft.com/office/drawing/2014/main" id="{DD2EFAAE-E3AD-2CBC-AEFC-4E05D5904F1F}"/>
                    </a:ext>
                  </a:extLst>
                </p14:cNvPr>
                <p14:cNvContentPartPr/>
                <p14:nvPr/>
              </p14:nvContentPartPr>
              <p14:xfrm>
                <a:off x="9317248" y="3891321"/>
                <a:ext cx="303840" cy="55080"/>
              </p14:xfrm>
            </p:contentPart>
          </mc:Choice>
          <mc:Fallback>
            <p:pic>
              <p:nvPicPr>
                <p:cNvPr id="42" name="Tinta 41">
                  <a:extLst>
                    <a:ext uri="{FF2B5EF4-FFF2-40B4-BE49-F238E27FC236}">
                      <a16:creationId xmlns:a16="http://schemas.microsoft.com/office/drawing/2014/main" id="{DD2EFAAE-E3AD-2CBC-AEFC-4E05D5904F1F}"/>
                    </a:ext>
                  </a:extLst>
                </p:cNvPr>
                <p:cNvPicPr/>
                <p:nvPr/>
              </p:nvPicPr>
              <p:blipFill>
                <a:blip r:embed="rId44"/>
                <a:stretch>
                  <a:fillRect/>
                </a:stretch>
              </p:blipFill>
              <p:spPr>
                <a:xfrm>
                  <a:off x="9311128" y="3885201"/>
                  <a:ext cx="316080" cy="67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5">
              <p14:nvContentPartPr>
                <p14:cNvPr id="44" name="Tinta 43">
                  <a:extLst>
                    <a:ext uri="{FF2B5EF4-FFF2-40B4-BE49-F238E27FC236}">
                      <a16:creationId xmlns:a16="http://schemas.microsoft.com/office/drawing/2014/main" id="{F69E0715-0931-31E1-39E0-B057340F50F7}"/>
                    </a:ext>
                  </a:extLst>
                </p14:cNvPr>
                <p14:cNvContentPartPr/>
                <p14:nvPr/>
              </p14:nvContentPartPr>
              <p14:xfrm>
                <a:off x="9131488" y="4099761"/>
                <a:ext cx="244800" cy="394200"/>
              </p14:xfrm>
            </p:contentPart>
          </mc:Choice>
          <mc:Fallback>
            <p:pic>
              <p:nvPicPr>
                <p:cNvPr id="44" name="Tinta 43">
                  <a:extLst>
                    <a:ext uri="{FF2B5EF4-FFF2-40B4-BE49-F238E27FC236}">
                      <a16:creationId xmlns:a16="http://schemas.microsoft.com/office/drawing/2014/main" id="{F69E0715-0931-31E1-39E0-B057340F50F7}"/>
                    </a:ext>
                  </a:extLst>
                </p:cNvPr>
                <p:cNvPicPr/>
                <p:nvPr/>
              </p:nvPicPr>
              <p:blipFill>
                <a:blip r:embed="rId46"/>
                <a:stretch>
                  <a:fillRect/>
                </a:stretch>
              </p:blipFill>
              <p:spPr>
                <a:xfrm>
                  <a:off x="9125368" y="4093641"/>
                  <a:ext cx="257040" cy="406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7">
              <p14:nvContentPartPr>
                <p14:cNvPr id="45" name="Tinta 44">
                  <a:extLst>
                    <a:ext uri="{FF2B5EF4-FFF2-40B4-BE49-F238E27FC236}">
                      <a16:creationId xmlns:a16="http://schemas.microsoft.com/office/drawing/2014/main" id="{B21F9155-27E8-790B-96D1-2548B9053630}"/>
                    </a:ext>
                  </a:extLst>
                </p14:cNvPr>
                <p14:cNvContentPartPr/>
                <p14:nvPr/>
              </p14:nvContentPartPr>
              <p14:xfrm>
                <a:off x="9329128" y="4382001"/>
                <a:ext cx="106200" cy="55080"/>
              </p14:xfrm>
            </p:contentPart>
          </mc:Choice>
          <mc:Fallback>
            <p:pic>
              <p:nvPicPr>
                <p:cNvPr id="45" name="Tinta 44">
                  <a:extLst>
                    <a:ext uri="{FF2B5EF4-FFF2-40B4-BE49-F238E27FC236}">
                      <a16:creationId xmlns:a16="http://schemas.microsoft.com/office/drawing/2014/main" id="{B21F9155-27E8-790B-96D1-2548B9053630}"/>
                    </a:ext>
                  </a:extLst>
                </p:cNvPr>
                <p:cNvPicPr/>
                <p:nvPr/>
              </p:nvPicPr>
              <p:blipFill>
                <a:blip r:embed="rId48"/>
                <a:stretch>
                  <a:fillRect/>
                </a:stretch>
              </p:blipFill>
              <p:spPr>
                <a:xfrm>
                  <a:off x="9323008" y="4375881"/>
                  <a:ext cx="118440" cy="67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9">
              <p14:nvContentPartPr>
                <p14:cNvPr id="47" name="Tinta 46">
                  <a:extLst>
                    <a:ext uri="{FF2B5EF4-FFF2-40B4-BE49-F238E27FC236}">
                      <a16:creationId xmlns:a16="http://schemas.microsoft.com/office/drawing/2014/main" id="{4804ED9F-0075-785D-BD81-046B3805A782}"/>
                    </a:ext>
                  </a:extLst>
                </p14:cNvPr>
                <p14:cNvContentPartPr/>
                <p14:nvPr/>
              </p14:nvContentPartPr>
              <p14:xfrm>
                <a:off x="9958768" y="4312161"/>
                <a:ext cx="129960" cy="20880"/>
              </p14:xfrm>
            </p:contentPart>
          </mc:Choice>
          <mc:Fallback>
            <p:pic>
              <p:nvPicPr>
                <p:cNvPr id="47" name="Tinta 46">
                  <a:extLst>
                    <a:ext uri="{FF2B5EF4-FFF2-40B4-BE49-F238E27FC236}">
                      <a16:creationId xmlns:a16="http://schemas.microsoft.com/office/drawing/2014/main" id="{4804ED9F-0075-785D-BD81-046B3805A782}"/>
                    </a:ext>
                  </a:extLst>
                </p:cNvPr>
                <p:cNvPicPr/>
                <p:nvPr/>
              </p:nvPicPr>
              <p:blipFill>
                <a:blip r:embed="rId50"/>
                <a:stretch>
                  <a:fillRect/>
                </a:stretch>
              </p:blipFill>
              <p:spPr>
                <a:xfrm>
                  <a:off x="9952648" y="4306041"/>
                  <a:ext cx="142200" cy="33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1">
              <p14:nvContentPartPr>
                <p14:cNvPr id="48" name="Tinta 47">
                  <a:extLst>
                    <a:ext uri="{FF2B5EF4-FFF2-40B4-BE49-F238E27FC236}">
                      <a16:creationId xmlns:a16="http://schemas.microsoft.com/office/drawing/2014/main" id="{815886EE-9611-9CA1-841A-343A8740DF6B}"/>
                    </a:ext>
                  </a:extLst>
                </p14:cNvPr>
                <p14:cNvContentPartPr/>
                <p14:nvPr/>
              </p14:nvContentPartPr>
              <p14:xfrm>
                <a:off x="9900448" y="4372281"/>
                <a:ext cx="690120" cy="84240"/>
              </p14:xfrm>
            </p:contentPart>
          </mc:Choice>
          <mc:Fallback>
            <p:pic>
              <p:nvPicPr>
                <p:cNvPr id="48" name="Tinta 47">
                  <a:extLst>
                    <a:ext uri="{FF2B5EF4-FFF2-40B4-BE49-F238E27FC236}">
                      <a16:creationId xmlns:a16="http://schemas.microsoft.com/office/drawing/2014/main" id="{815886EE-9611-9CA1-841A-343A8740DF6B}"/>
                    </a:ext>
                  </a:extLst>
                </p:cNvPr>
                <p:cNvPicPr/>
                <p:nvPr/>
              </p:nvPicPr>
              <p:blipFill>
                <a:blip r:embed="rId52"/>
                <a:stretch>
                  <a:fillRect/>
                </a:stretch>
              </p:blipFill>
              <p:spPr>
                <a:xfrm>
                  <a:off x="9894328" y="4366161"/>
                  <a:ext cx="702360" cy="96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3">
              <p14:nvContentPartPr>
                <p14:cNvPr id="49" name="Tinta 48">
                  <a:extLst>
                    <a:ext uri="{FF2B5EF4-FFF2-40B4-BE49-F238E27FC236}">
                      <a16:creationId xmlns:a16="http://schemas.microsoft.com/office/drawing/2014/main" id="{DDCDA1D2-4B54-5ABF-8283-23DC676A37EE}"/>
                    </a:ext>
                  </a:extLst>
                </p14:cNvPr>
                <p14:cNvContentPartPr/>
                <p14:nvPr/>
              </p14:nvContentPartPr>
              <p14:xfrm>
                <a:off x="10436488" y="4431681"/>
                <a:ext cx="258840" cy="159120"/>
              </p14:xfrm>
            </p:contentPart>
          </mc:Choice>
          <mc:Fallback>
            <p:pic>
              <p:nvPicPr>
                <p:cNvPr id="49" name="Tinta 48">
                  <a:extLst>
                    <a:ext uri="{FF2B5EF4-FFF2-40B4-BE49-F238E27FC236}">
                      <a16:creationId xmlns:a16="http://schemas.microsoft.com/office/drawing/2014/main" id="{DDCDA1D2-4B54-5ABF-8283-23DC676A37EE}"/>
                    </a:ext>
                  </a:extLst>
                </p:cNvPr>
                <p:cNvPicPr/>
                <p:nvPr/>
              </p:nvPicPr>
              <p:blipFill>
                <a:blip r:embed="rId54"/>
                <a:stretch>
                  <a:fillRect/>
                </a:stretch>
              </p:blipFill>
              <p:spPr>
                <a:xfrm>
                  <a:off x="10430368" y="4425561"/>
                  <a:ext cx="271080" cy="171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5">
              <p14:nvContentPartPr>
                <p14:cNvPr id="50" name="Tinta 49">
                  <a:extLst>
                    <a:ext uri="{FF2B5EF4-FFF2-40B4-BE49-F238E27FC236}">
                      <a16:creationId xmlns:a16="http://schemas.microsoft.com/office/drawing/2014/main" id="{CEA1B53C-5D58-40D6-EAB3-576559E52621}"/>
                    </a:ext>
                  </a:extLst>
                </p14:cNvPr>
                <p14:cNvContentPartPr/>
                <p14:nvPr/>
              </p14:nvContentPartPr>
              <p14:xfrm>
                <a:off x="10356208" y="4166721"/>
                <a:ext cx="80280" cy="32400"/>
              </p14:xfrm>
            </p:contentPart>
          </mc:Choice>
          <mc:Fallback>
            <p:pic>
              <p:nvPicPr>
                <p:cNvPr id="50" name="Tinta 49">
                  <a:extLst>
                    <a:ext uri="{FF2B5EF4-FFF2-40B4-BE49-F238E27FC236}">
                      <a16:creationId xmlns:a16="http://schemas.microsoft.com/office/drawing/2014/main" id="{CEA1B53C-5D58-40D6-EAB3-576559E52621}"/>
                    </a:ext>
                  </a:extLst>
                </p:cNvPr>
                <p:cNvPicPr/>
                <p:nvPr/>
              </p:nvPicPr>
              <p:blipFill>
                <a:blip r:embed="rId56"/>
                <a:stretch>
                  <a:fillRect/>
                </a:stretch>
              </p:blipFill>
              <p:spPr>
                <a:xfrm>
                  <a:off x="10350088" y="4160601"/>
                  <a:ext cx="92520" cy="44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7">
              <p14:nvContentPartPr>
                <p14:cNvPr id="51" name="Tinta 50">
                  <a:extLst>
                    <a:ext uri="{FF2B5EF4-FFF2-40B4-BE49-F238E27FC236}">
                      <a16:creationId xmlns:a16="http://schemas.microsoft.com/office/drawing/2014/main" id="{6FC47A17-8F63-252E-1F65-D1208B014BA2}"/>
                    </a:ext>
                  </a:extLst>
                </p14:cNvPr>
                <p14:cNvContentPartPr/>
                <p14:nvPr/>
              </p14:nvContentPartPr>
              <p14:xfrm>
                <a:off x="10624408" y="3856761"/>
                <a:ext cx="82800" cy="243000"/>
              </p14:xfrm>
            </p:contentPart>
          </mc:Choice>
          <mc:Fallback>
            <p:pic>
              <p:nvPicPr>
                <p:cNvPr id="51" name="Tinta 50">
                  <a:extLst>
                    <a:ext uri="{FF2B5EF4-FFF2-40B4-BE49-F238E27FC236}">
                      <a16:creationId xmlns:a16="http://schemas.microsoft.com/office/drawing/2014/main" id="{6FC47A17-8F63-252E-1F65-D1208B014BA2}"/>
                    </a:ext>
                  </a:extLst>
                </p:cNvPr>
                <p:cNvPicPr/>
                <p:nvPr/>
              </p:nvPicPr>
              <p:blipFill>
                <a:blip r:embed="rId58"/>
                <a:stretch>
                  <a:fillRect/>
                </a:stretch>
              </p:blipFill>
              <p:spPr>
                <a:xfrm>
                  <a:off x="10618288" y="3850641"/>
                  <a:ext cx="95040" cy="255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9">
              <p14:nvContentPartPr>
                <p14:cNvPr id="53" name="Tinta 52">
                  <a:extLst>
                    <a:ext uri="{FF2B5EF4-FFF2-40B4-BE49-F238E27FC236}">
                      <a16:creationId xmlns:a16="http://schemas.microsoft.com/office/drawing/2014/main" id="{EB16A273-DB20-B801-2258-2C1C397FF619}"/>
                    </a:ext>
                  </a:extLst>
                </p14:cNvPr>
                <p14:cNvContentPartPr/>
                <p14:nvPr/>
              </p14:nvContentPartPr>
              <p14:xfrm>
                <a:off x="10577608" y="3802041"/>
                <a:ext cx="198000" cy="139680"/>
              </p14:xfrm>
            </p:contentPart>
          </mc:Choice>
          <mc:Fallback>
            <p:pic>
              <p:nvPicPr>
                <p:cNvPr id="53" name="Tinta 52">
                  <a:extLst>
                    <a:ext uri="{FF2B5EF4-FFF2-40B4-BE49-F238E27FC236}">
                      <a16:creationId xmlns:a16="http://schemas.microsoft.com/office/drawing/2014/main" id="{EB16A273-DB20-B801-2258-2C1C397FF619}"/>
                    </a:ext>
                  </a:extLst>
                </p:cNvPr>
                <p:cNvPicPr/>
                <p:nvPr/>
              </p:nvPicPr>
              <p:blipFill>
                <a:blip r:embed="rId60"/>
                <a:stretch>
                  <a:fillRect/>
                </a:stretch>
              </p:blipFill>
              <p:spPr>
                <a:xfrm>
                  <a:off x="10571488" y="3795921"/>
                  <a:ext cx="210240" cy="151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1">
              <p14:nvContentPartPr>
                <p14:cNvPr id="54" name="Tinta 53">
                  <a:extLst>
                    <a:ext uri="{FF2B5EF4-FFF2-40B4-BE49-F238E27FC236}">
                      <a16:creationId xmlns:a16="http://schemas.microsoft.com/office/drawing/2014/main" id="{A5A17CE0-ACD9-539C-A020-70FBD0C1BFA3}"/>
                    </a:ext>
                  </a:extLst>
                </p14:cNvPr>
                <p14:cNvContentPartPr/>
                <p14:nvPr/>
              </p14:nvContentPartPr>
              <p14:xfrm>
                <a:off x="10512088" y="3799881"/>
                <a:ext cx="461160" cy="128880"/>
              </p14:xfrm>
            </p:contentPart>
          </mc:Choice>
          <mc:Fallback>
            <p:pic>
              <p:nvPicPr>
                <p:cNvPr id="54" name="Tinta 53">
                  <a:extLst>
                    <a:ext uri="{FF2B5EF4-FFF2-40B4-BE49-F238E27FC236}">
                      <a16:creationId xmlns:a16="http://schemas.microsoft.com/office/drawing/2014/main" id="{A5A17CE0-ACD9-539C-A020-70FBD0C1BFA3}"/>
                    </a:ext>
                  </a:extLst>
                </p:cNvPr>
                <p:cNvPicPr/>
                <p:nvPr/>
              </p:nvPicPr>
              <p:blipFill>
                <a:blip r:embed="rId62"/>
                <a:stretch>
                  <a:fillRect/>
                </a:stretch>
              </p:blipFill>
              <p:spPr>
                <a:xfrm>
                  <a:off x="10505968" y="3793761"/>
                  <a:ext cx="473400" cy="14112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63">
            <p14:nvContentPartPr>
              <p14:cNvPr id="56" name="Tinta 55">
                <a:extLst>
                  <a:ext uri="{FF2B5EF4-FFF2-40B4-BE49-F238E27FC236}">
                    <a16:creationId xmlns:a16="http://schemas.microsoft.com/office/drawing/2014/main" id="{F796D3F0-0301-502F-F1CD-32ECBBDC02A7}"/>
                  </a:ext>
                </a:extLst>
              </p14:cNvPr>
              <p14:cNvContentPartPr/>
              <p14:nvPr/>
            </p14:nvContentPartPr>
            <p14:xfrm>
              <a:off x="7300168" y="3046041"/>
              <a:ext cx="701280" cy="60480"/>
            </p14:xfrm>
          </p:contentPart>
        </mc:Choice>
        <mc:Fallback>
          <p:pic>
            <p:nvPicPr>
              <p:cNvPr id="56" name="Tinta 55">
                <a:extLst>
                  <a:ext uri="{FF2B5EF4-FFF2-40B4-BE49-F238E27FC236}">
                    <a16:creationId xmlns:a16="http://schemas.microsoft.com/office/drawing/2014/main" id="{F796D3F0-0301-502F-F1CD-32ECBBDC02A7}"/>
                  </a:ext>
                </a:extLst>
              </p:cNvPr>
              <p:cNvPicPr/>
              <p:nvPr/>
            </p:nvPicPr>
            <p:blipFill>
              <a:blip r:embed="rId64"/>
              <a:stretch>
                <a:fillRect/>
              </a:stretch>
            </p:blipFill>
            <p:spPr>
              <a:xfrm>
                <a:off x="7294048" y="3039921"/>
                <a:ext cx="713520" cy="72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65">
            <p14:nvContentPartPr>
              <p14:cNvPr id="57" name="Tinta 56">
                <a:extLst>
                  <a:ext uri="{FF2B5EF4-FFF2-40B4-BE49-F238E27FC236}">
                    <a16:creationId xmlns:a16="http://schemas.microsoft.com/office/drawing/2014/main" id="{897A2369-C214-1FF9-6FF2-77E999C01CC2}"/>
                  </a:ext>
                </a:extLst>
              </p14:cNvPr>
              <p14:cNvContentPartPr/>
              <p14:nvPr/>
            </p14:nvContentPartPr>
            <p14:xfrm>
              <a:off x="8607328" y="3051801"/>
              <a:ext cx="407520" cy="79200"/>
            </p14:xfrm>
          </p:contentPart>
        </mc:Choice>
        <mc:Fallback>
          <p:pic>
            <p:nvPicPr>
              <p:cNvPr id="57" name="Tinta 56">
                <a:extLst>
                  <a:ext uri="{FF2B5EF4-FFF2-40B4-BE49-F238E27FC236}">
                    <a16:creationId xmlns:a16="http://schemas.microsoft.com/office/drawing/2014/main" id="{897A2369-C214-1FF9-6FF2-77E999C01CC2}"/>
                  </a:ext>
                </a:extLst>
              </p:cNvPr>
              <p:cNvPicPr/>
              <p:nvPr/>
            </p:nvPicPr>
            <p:blipFill>
              <a:blip r:embed="rId66"/>
              <a:stretch>
                <a:fillRect/>
              </a:stretch>
            </p:blipFill>
            <p:spPr>
              <a:xfrm>
                <a:off x="8601208" y="3045681"/>
                <a:ext cx="419760" cy="91440"/>
              </a:xfrm>
              <a:prstGeom prst="rect">
                <a:avLst/>
              </a:prstGeom>
            </p:spPr>
          </p:pic>
        </mc:Fallback>
      </mc:AlternateContent>
      <p:grpSp>
        <p:nvGrpSpPr>
          <p:cNvPr id="63" name="Agrupar 62">
            <a:extLst>
              <a:ext uri="{FF2B5EF4-FFF2-40B4-BE49-F238E27FC236}">
                <a16:creationId xmlns:a16="http://schemas.microsoft.com/office/drawing/2014/main" id="{6BA36C52-3003-BB69-57A0-E34D8ECD8E96}"/>
              </a:ext>
            </a:extLst>
          </p:cNvPr>
          <p:cNvGrpSpPr/>
          <p:nvPr/>
        </p:nvGrpSpPr>
        <p:grpSpPr>
          <a:xfrm>
            <a:off x="1528648" y="3711681"/>
            <a:ext cx="1060920" cy="351360"/>
            <a:chOff x="1528648" y="3711681"/>
            <a:chExt cx="1060920" cy="3513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67">
              <p14:nvContentPartPr>
                <p14:cNvPr id="58" name="Tinta 57">
                  <a:extLst>
                    <a:ext uri="{FF2B5EF4-FFF2-40B4-BE49-F238E27FC236}">
                      <a16:creationId xmlns:a16="http://schemas.microsoft.com/office/drawing/2014/main" id="{E8167BBC-DEA3-B364-089A-F4E0D1172E50}"/>
                    </a:ext>
                  </a:extLst>
                </p14:cNvPr>
                <p14:cNvContentPartPr/>
                <p14:nvPr/>
              </p14:nvContentPartPr>
              <p14:xfrm>
                <a:off x="1528648" y="3711681"/>
                <a:ext cx="374040" cy="225000"/>
              </p14:xfrm>
            </p:contentPart>
          </mc:Choice>
          <mc:Fallback>
            <p:pic>
              <p:nvPicPr>
                <p:cNvPr id="58" name="Tinta 57">
                  <a:extLst>
                    <a:ext uri="{FF2B5EF4-FFF2-40B4-BE49-F238E27FC236}">
                      <a16:creationId xmlns:a16="http://schemas.microsoft.com/office/drawing/2014/main" id="{E8167BBC-DEA3-B364-089A-F4E0D1172E50}"/>
                    </a:ext>
                  </a:extLst>
                </p:cNvPr>
                <p:cNvPicPr/>
                <p:nvPr/>
              </p:nvPicPr>
              <p:blipFill>
                <a:blip r:embed="rId68"/>
                <a:stretch>
                  <a:fillRect/>
                </a:stretch>
              </p:blipFill>
              <p:spPr>
                <a:xfrm>
                  <a:off x="1522528" y="3705561"/>
                  <a:ext cx="386280" cy="237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9">
              <p14:nvContentPartPr>
                <p14:cNvPr id="59" name="Tinta 58">
                  <a:extLst>
                    <a:ext uri="{FF2B5EF4-FFF2-40B4-BE49-F238E27FC236}">
                      <a16:creationId xmlns:a16="http://schemas.microsoft.com/office/drawing/2014/main" id="{50ACE20E-F24C-F55F-412B-BE6F8EE13188}"/>
                    </a:ext>
                  </a:extLst>
                </p14:cNvPr>
                <p14:cNvContentPartPr/>
                <p14:nvPr/>
              </p14:nvContentPartPr>
              <p14:xfrm>
                <a:off x="2017888" y="3903921"/>
                <a:ext cx="141480" cy="15480"/>
              </p14:xfrm>
            </p:contentPart>
          </mc:Choice>
          <mc:Fallback>
            <p:pic>
              <p:nvPicPr>
                <p:cNvPr id="59" name="Tinta 58">
                  <a:extLst>
                    <a:ext uri="{FF2B5EF4-FFF2-40B4-BE49-F238E27FC236}">
                      <a16:creationId xmlns:a16="http://schemas.microsoft.com/office/drawing/2014/main" id="{50ACE20E-F24C-F55F-412B-BE6F8EE13188}"/>
                    </a:ext>
                  </a:extLst>
                </p:cNvPr>
                <p:cNvPicPr/>
                <p:nvPr/>
              </p:nvPicPr>
              <p:blipFill>
                <a:blip r:embed="rId70"/>
                <a:stretch>
                  <a:fillRect/>
                </a:stretch>
              </p:blipFill>
              <p:spPr>
                <a:xfrm>
                  <a:off x="2011768" y="3897801"/>
                  <a:ext cx="153720" cy="27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1">
              <p14:nvContentPartPr>
                <p14:cNvPr id="60" name="Tinta 59">
                  <a:extLst>
                    <a:ext uri="{FF2B5EF4-FFF2-40B4-BE49-F238E27FC236}">
                      <a16:creationId xmlns:a16="http://schemas.microsoft.com/office/drawing/2014/main" id="{F54BB9D3-1786-52F5-DB6F-2A763EF7F907}"/>
                    </a:ext>
                  </a:extLst>
                </p14:cNvPr>
                <p14:cNvContentPartPr/>
                <p14:nvPr/>
              </p14:nvContentPartPr>
              <p14:xfrm>
                <a:off x="2029408" y="3911481"/>
                <a:ext cx="70920" cy="151560"/>
              </p14:xfrm>
            </p:contentPart>
          </mc:Choice>
          <mc:Fallback>
            <p:pic>
              <p:nvPicPr>
                <p:cNvPr id="60" name="Tinta 59">
                  <a:extLst>
                    <a:ext uri="{FF2B5EF4-FFF2-40B4-BE49-F238E27FC236}">
                      <a16:creationId xmlns:a16="http://schemas.microsoft.com/office/drawing/2014/main" id="{F54BB9D3-1786-52F5-DB6F-2A763EF7F907}"/>
                    </a:ext>
                  </a:extLst>
                </p:cNvPr>
                <p:cNvPicPr/>
                <p:nvPr/>
              </p:nvPicPr>
              <p:blipFill>
                <a:blip r:embed="rId72"/>
                <a:stretch>
                  <a:fillRect/>
                </a:stretch>
              </p:blipFill>
              <p:spPr>
                <a:xfrm>
                  <a:off x="2023288" y="3905361"/>
                  <a:ext cx="83160" cy="163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3">
              <p14:nvContentPartPr>
                <p14:cNvPr id="61" name="Tinta 60">
                  <a:extLst>
                    <a:ext uri="{FF2B5EF4-FFF2-40B4-BE49-F238E27FC236}">
                      <a16:creationId xmlns:a16="http://schemas.microsoft.com/office/drawing/2014/main" id="{90C1786E-9FBF-DDB9-AFED-46626FE3B796}"/>
                    </a:ext>
                  </a:extLst>
                </p14:cNvPr>
                <p14:cNvContentPartPr/>
                <p14:nvPr/>
              </p14:nvContentPartPr>
              <p14:xfrm>
                <a:off x="2414968" y="3836241"/>
                <a:ext cx="141480" cy="26280"/>
              </p14:xfrm>
            </p:contentPart>
          </mc:Choice>
          <mc:Fallback>
            <p:pic>
              <p:nvPicPr>
                <p:cNvPr id="61" name="Tinta 60">
                  <a:extLst>
                    <a:ext uri="{FF2B5EF4-FFF2-40B4-BE49-F238E27FC236}">
                      <a16:creationId xmlns:a16="http://schemas.microsoft.com/office/drawing/2014/main" id="{90C1786E-9FBF-DDB9-AFED-46626FE3B796}"/>
                    </a:ext>
                  </a:extLst>
                </p:cNvPr>
                <p:cNvPicPr/>
                <p:nvPr/>
              </p:nvPicPr>
              <p:blipFill>
                <a:blip r:embed="rId74"/>
                <a:stretch>
                  <a:fillRect/>
                </a:stretch>
              </p:blipFill>
              <p:spPr>
                <a:xfrm>
                  <a:off x="2408848" y="3830121"/>
                  <a:ext cx="153720" cy="38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5">
              <p14:nvContentPartPr>
                <p14:cNvPr id="62" name="Tinta 61">
                  <a:extLst>
                    <a:ext uri="{FF2B5EF4-FFF2-40B4-BE49-F238E27FC236}">
                      <a16:creationId xmlns:a16="http://schemas.microsoft.com/office/drawing/2014/main" id="{206055C8-FB63-6DE6-1ED8-B648DEE679A6}"/>
                    </a:ext>
                  </a:extLst>
                </p14:cNvPr>
                <p14:cNvContentPartPr/>
                <p14:nvPr/>
              </p14:nvContentPartPr>
              <p14:xfrm>
                <a:off x="2368168" y="3836601"/>
                <a:ext cx="221400" cy="67680"/>
              </p14:xfrm>
            </p:contentPart>
          </mc:Choice>
          <mc:Fallback>
            <p:pic>
              <p:nvPicPr>
                <p:cNvPr id="62" name="Tinta 61">
                  <a:extLst>
                    <a:ext uri="{FF2B5EF4-FFF2-40B4-BE49-F238E27FC236}">
                      <a16:creationId xmlns:a16="http://schemas.microsoft.com/office/drawing/2014/main" id="{206055C8-FB63-6DE6-1ED8-B648DEE679A6}"/>
                    </a:ext>
                  </a:extLst>
                </p:cNvPr>
                <p:cNvPicPr/>
                <p:nvPr/>
              </p:nvPicPr>
              <p:blipFill>
                <a:blip r:embed="rId76"/>
                <a:stretch>
                  <a:fillRect/>
                </a:stretch>
              </p:blipFill>
              <p:spPr>
                <a:xfrm>
                  <a:off x="2362048" y="3830481"/>
                  <a:ext cx="233640" cy="799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66" name="Agrupar 65">
            <a:extLst>
              <a:ext uri="{FF2B5EF4-FFF2-40B4-BE49-F238E27FC236}">
                <a16:creationId xmlns:a16="http://schemas.microsoft.com/office/drawing/2014/main" id="{798FC9DB-509C-D804-1961-92AC0191CC8B}"/>
              </a:ext>
            </a:extLst>
          </p:cNvPr>
          <p:cNvGrpSpPr/>
          <p:nvPr/>
        </p:nvGrpSpPr>
        <p:grpSpPr>
          <a:xfrm>
            <a:off x="3080248" y="3673881"/>
            <a:ext cx="449280" cy="215640"/>
            <a:chOff x="3080248" y="3673881"/>
            <a:chExt cx="449280" cy="2156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77">
              <p14:nvContentPartPr>
                <p14:cNvPr id="64" name="Tinta 63">
                  <a:extLst>
                    <a:ext uri="{FF2B5EF4-FFF2-40B4-BE49-F238E27FC236}">
                      <a16:creationId xmlns:a16="http://schemas.microsoft.com/office/drawing/2014/main" id="{C4C78DE3-C953-9221-5B06-DAA4D42EF51C}"/>
                    </a:ext>
                  </a:extLst>
                </p14:cNvPr>
                <p14:cNvContentPartPr/>
                <p14:nvPr/>
              </p14:nvContentPartPr>
              <p14:xfrm>
                <a:off x="3080248" y="3673881"/>
                <a:ext cx="185760" cy="198360"/>
              </p14:xfrm>
            </p:contentPart>
          </mc:Choice>
          <mc:Fallback>
            <p:pic>
              <p:nvPicPr>
                <p:cNvPr id="64" name="Tinta 63">
                  <a:extLst>
                    <a:ext uri="{FF2B5EF4-FFF2-40B4-BE49-F238E27FC236}">
                      <a16:creationId xmlns:a16="http://schemas.microsoft.com/office/drawing/2014/main" id="{C4C78DE3-C953-9221-5B06-DAA4D42EF51C}"/>
                    </a:ext>
                  </a:extLst>
                </p:cNvPr>
                <p:cNvPicPr/>
                <p:nvPr/>
              </p:nvPicPr>
              <p:blipFill>
                <a:blip r:embed="rId78"/>
                <a:stretch>
                  <a:fillRect/>
                </a:stretch>
              </p:blipFill>
              <p:spPr>
                <a:xfrm>
                  <a:off x="3074128" y="3667761"/>
                  <a:ext cx="198000" cy="210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9">
              <p14:nvContentPartPr>
                <p14:cNvPr id="65" name="Tinta 64">
                  <a:extLst>
                    <a:ext uri="{FF2B5EF4-FFF2-40B4-BE49-F238E27FC236}">
                      <a16:creationId xmlns:a16="http://schemas.microsoft.com/office/drawing/2014/main" id="{34B0090F-9447-35C9-E99C-69BE4D641E1C}"/>
                    </a:ext>
                  </a:extLst>
                </p14:cNvPr>
                <p14:cNvContentPartPr/>
                <p14:nvPr/>
              </p14:nvContentPartPr>
              <p14:xfrm>
                <a:off x="3302008" y="3709161"/>
                <a:ext cx="227520" cy="180360"/>
              </p14:xfrm>
            </p:contentPart>
          </mc:Choice>
          <mc:Fallback>
            <p:pic>
              <p:nvPicPr>
                <p:cNvPr id="65" name="Tinta 64">
                  <a:extLst>
                    <a:ext uri="{FF2B5EF4-FFF2-40B4-BE49-F238E27FC236}">
                      <a16:creationId xmlns:a16="http://schemas.microsoft.com/office/drawing/2014/main" id="{34B0090F-9447-35C9-E99C-69BE4D641E1C}"/>
                    </a:ext>
                  </a:extLst>
                </p:cNvPr>
                <p:cNvPicPr/>
                <p:nvPr/>
              </p:nvPicPr>
              <p:blipFill>
                <a:blip r:embed="rId80"/>
                <a:stretch>
                  <a:fillRect/>
                </a:stretch>
              </p:blipFill>
              <p:spPr>
                <a:xfrm>
                  <a:off x="3295888" y="3703041"/>
                  <a:ext cx="239760" cy="1926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68" name="Agrupar 67">
            <a:extLst>
              <a:ext uri="{FF2B5EF4-FFF2-40B4-BE49-F238E27FC236}">
                <a16:creationId xmlns:a16="http://schemas.microsoft.com/office/drawing/2014/main" id="{C8FA38E9-7513-C92D-B965-4E52811692F7}"/>
              </a:ext>
            </a:extLst>
          </p:cNvPr>
          <p:cNvGrpSpPr/>
          <p:nvPr/>
        </p:nvGrpSpPr>
        <p:grpSpPr>
          <a:xfrm>
            <a:off x="6018568" y="2587761"/>
            <a:ext cx="2227320" cy="491040"/>
            <a:chOff x="6018568" y="2587761"/>
            <a:chExt cx="2227320" cy="4910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81">
              <p14:nvContentPartPr>
                <p14:cNvPr id="22" name="Tinta 21">
                  <a:extLst>
                    <a:ext uri="{FF2B5EF4-FFF2-40B4-BE49-F238E27FC236}">
                      <a16:creationId xmlns:a16="http://schemas.microsoft.com/office/drawing/2014/main" id="{2713A33D-9507-12A7-7040-747ADA385879}"/>
                    </a:ext>
                  </a:extLst>
                </p14:cNvPr>
                <p14:cNvContentPartPr/>
                <p14:nvPr/>
              </p14:nvContentPartPr>
              <p14:xfrm>
                <a:off x="6018568" y="2732121"/>
                <a:ext cx="407520" cy="138600"/>
              </p14:xfrm>
            </p:contentPart>
          </mc:Choice>
          <mc:Fallback>
            <p:pic>
              <p:nvPicPr>
                <p:cNvPr id="22" name="Tinta 21">
                  <a:extLst>
                    <a:ext uri="{FF2B5EF4-FFF2-40B4-BE49-F238E27FC236}">
                      <a16:creationId xmlns:a16="http://schemas.microsoft.com/office/drawing/2014/main" id="{2713A33D-9507-12A7-7040-747ADA385879}"/>
                    </a:ext>
                  </a:extLst>
                </p:cNvPr>
                <p:cNvPicPr/>
                <p:nvPr/>
              </p:nvPicPr>
              <p:blipFill>
                <a:blip r:embed="rId82"/>
                <a:stretch>
                  <a:fillRect/>
                </a:stretch>
              </p:blipFill>
              <p:spPr>
                <a:xfrm>
                  <a:off x="6012448" y="2726001"/>
                  <a:ext cx="419760" cy="150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3">
              <p14:nvContentPartPr>
                <p14:cNvPr id="23" name="Tinta 22">
                  <a:extLst>
                    <a:ext uri="{FF2B5EF4-FFF2-40B4-BE49-F238E27FC236}">
                      <a16:creationId xmlns:a16="http://schemas.microsoft.com/office/drawing/2014/main" id="{E1FDAAE1-17A5-1690-354D-DD580F81675E}"/>
                    </a:ext>
                  </a:extLst>
                </p14:cNvPr>
                <p14:cNvContentPartPr/>
                <p14:nvPr/>
              </p14:nvContentPartPr>
              <p14:xfrm>
                <a:off x="6355168" y="2808801"/>
                <a:ext cx="153000" cy="22320"/>
              </p14:xfrm>
            </p:contentPart>
          </mc:Choice>
          <mc:Fallback>
            <p:pic>
              <p:nvPicPr>
                <p:cNvPr id="23" name="Tinta 22">
                  <a:extLst>
                    <a:ext uri="{FF2B5EF4-FFF2-40B4-BE49-F238E27FC236}">
                      <a16:creationId xmlns:a16="http://schemas.microsoft.com/office/drawing/2014/main" id="{E1FDAAE1-17A5-1690-354D-DD580F81675E}"/>
                    </a:ext>
                  </a:extLst>
                </p:cNvPr>
                <p:cNvPicPr/>
                <p:nvPr/>
              </p:nvPicPr>
              <p:blipFill>
                <a:blip r:embed="rId84"/>
                <a:stretch>
                  <a:fillRect/>
                </a:stretch>
              </p:blipFill>
              <p:spPr>
                <a:xfrm>
                  <a:off x="6349048" y="2802681"/>
                  <a:ext cx="165240" cy="34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5">
              <p14:nvContentPartPr>
                <p14:cNvPr id="24" name="Tinta 23">
                  <a:extLst>
                    <a:ext uri="{FF2B5EF4-FFF2-40B4-BE49-F238E27FC236}">
                      <a16:creationId xmlns:a16="http://schemas.microsoft.com/office/drawing/2014/main" id="{0B25097A-29DD-BDC4-9D65-A3F4633417E7}"/>
                    </a:ext>
                  </a:extLst>
                </p14:cNvPr>
                <p14:cNvContentPartPr/>
                <p14:nvPr/>
              </p14:nvContentPartPr>
              <p14:xfrm>
                <a:off x="6345808" y="2815641"/>
                <a:ext cx="45000" cy="154440"/>
              </p14:xfrm>
            </p:contentPart>
          </mc:Choice>
          <mc:Fallback>
            <p:pic>
              <p:nvPicPr>
                <p:cNvPr id="24" name="Tinta 23">
                  <a:extLst>
                    <a:ext uri="{FF2B5EF4-FFF2-40B4-BE49-F238E27FC236}">
                      <a16:creationId xmlns:a16="http://schemas.microsoft.com/office/drawing/2014/main" id="{0B25097A-29DD-BDC4-9D65-A3F4633417E7}"/>
                    </a:ext>
                  </a:extLst>
                </p:cNvPr>
                <p:cNvPicPr/>
                <p:nvPr/>
              </p:nvPicPr>
              <p:blipFill>
                <a:blip r:embed="rId86"/>
                <a:stretch>
                  <a:fillRect/>
                </a:stretch>
              </p:blipFill>
              <p:spPr>
                <a:xfrm>
                  <a:off x="6339688" y="2809521"/>
                  <a:ext cx="57240" cy="166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7">
              <p14:nvContentPartPr>
                <p14:cNvPr id="25" name="Tinta 24">
                  <a:extLst>
                    <a:ext uri="{FF2B5EF4-FFF2-40B4-BE49-F238E27FC236}">
                      <a16:creationId xmlns:a16="http://schemas.microsoft.com/office/drawing/2014/main" id="{9C555F47-0791-FF82-0FC1-170646D5F4BD}"/>
                    </a:ext>
                  </a:extLst>
                </p14:cNvPr>
                <p14:cNvContentPartPr/>
                <p14:nvPr/>
              </p14:nvContentPartPr>
              <p14:xfrm>
                <a:off x="6728848" y="2764161"/>
                <a:ext cx="82800" cy="19800"/>
              </p14:xfrm>
            </p:contentPart>
          </mc:Choice>
          <mc:Fallback>
            <p:pic>
              <p:nvPicPr>
                <p:cNvPr id="25" name="Tinta 24">
                  <a:extLst>
                    <a:ext uri="{FF2B5EF4-FFF2-40B4-BE49-F238E27FC236}">
                      <a16:creationId xmlns:a16="http://schemas.microsoft.com/office/drawing/2014/main" id="{9C555F47-0791-FF82-0FC1-170646D5F4BD}"/>
                    </a:ext>
                  </a:extLst>
                </p:cNvPr>
                <p:cNvPicPr/>
                <p:nvPr/>
              </p:nvPicPr>
              <p:blipFill>
                <a:blip r:embed="rId88"/>
                <a:stretch>
                  <a:fillRect/>
                </a:stretch>
              </p:blipFill>
              <p:spPr>
                <a:xfrm>
                  <a:off x="6722728" y="2758041"/>
                  <a:ext cx="95040" cy="32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9">
              <p14:nvContentPartPr>
                <p14:cNvPr id="27" name="Tinta 26">
                  <a:extLst>
                    <a:ext uri="{FF2B5EF4-FFF2-40B4-BE49-F238E27FC236}">
                      <a16:creationId xmlns:a16="http://schemas.microsoft.com/office/drawing/2014/main" id="{6AE2D043-2070-35C6-1823-7357A4D96B7A}"/>
                    </a:ext>
                  </a:extLst>
                </p14:cNvPr>
                <p14:cNvContentPartPr/>
                <p14:nvPr/>
              </p14:nvContentPartPr>
              <p14:xfrm>
                <a:off x="6646768" y="2798361"/>
                <a:ext cx="141480" cy="22680"/>
              </p14:xfrm>
            </p:contentPart>
          </mc:Choice>
          <mc:Fallback>
            <p:pic>
              <p:nvPicPr>
                <p:cNvPr id="27" name="Tinta 26">
                  <a:extLst>
                    <a:ext uri="{FF2B5EF4-FFF2-40B4-BE49-F238E27FC236}">
                      <a16:creationId xmlns:a16="http://schemas.microsoft.com/office/drawing/2014/main" id="{6AE2D043-2070-35C6-1823-7357A4D96B7A}"/>
                    </a:ext>
                  </a:extLst>
                </p:cNvPr>
                <p:cNvPicPr/>
                <p:nvPr/>
              </p:nvPicPr>
              <p:blipFill>
                <a:blip r:embed="rId90"/>
                <a:stretch>
                  <a:fillRect/>
                </a:stretch>
              </p:blipFill>
              <p:spPr>
                <a:xfrm>
                  <a:off x="6640648" y="2792241"/>
                  <a:ext cx="153720" cy="34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1">
              <p14:nvContentPartPr>
                <p14:cNvPr id="28" name="Tinta 27">
                  <a:extLst>
                    <a:ext uri="{FF2B5EF4-FFF2-40B4-BE49-F238E27FC236}">
                      <a16:creationId xmlns:a16="http://schemas.microsoft.com/office/drawing/2014/main" id="{82003E1B-0A30-5680-FF90-70CC111F7376}"/>
                    </a:ext>
                  </a:extLst>
                </p14:cNvPr>
                <p14:cNvContentPartPr/>
                <p14:nvPr/>
              </p14:nvContentPartPr>
              <p14:xfrm>
                <a:off x="7417888" y="2765961"/>
                <a:ext cx="513000" cy="148320"/>
              </p14:xfrm>
            </p:contentPart>
          </mc:Choice>
          <mc:Fallback>
            <p:pic>
              <p:nvPicPr>
                <p:cNvPr id="28" name="Tinta 27">
                  <a:extLst>
                    <a:ext uri="{FF2B5EF4-FFF2-40B4-BE49-F238E27FC236}">
                      <a16:creationId xmlns:a16="http://schemas.microsoft.com/office/drawing/2014/main" id="{82003E1B-0A30-5680-FF90-70CC111F7376}"/>
                    </a:ext>
                  </a:extLst>
                </p:cNvPr>
                <p:cNvPicPr/>
                <p:nvPr/>
              </p:nvPicPr>
              <p:blipFill>
                <a:blip r:embed="rId92"/>
                <a:stretch>
                  <a:fillRect/>
                </a:stretch>
              </p:blipFill>
              <p:spPr>
                <a:xfrm>
                  <a:off x="7411768" y="2759841"/>
                  <a:ext cx="525240" cy="160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3">
              <p14:nvContentPartPr>
                <p14:cNvPr id="29" name="Tinta 28">
                  <a:extLst>
                    <a:ext uri="{FF2B5EF4-FFF2-40B4-BE49-F238E27FC236}">
                      <a16:creationId xmlns:a16="http://schemas.microsoft.com/office/drawing/2014/main" id="{B84F1C0C-66C6-3448-329F-3AA1A06F6C43}"/>
                    </a:ext>
                  </a:extLst>
                </p14:cNvPr>
                <p14:cNvContentPartPr/>
                <p14:nvPr/>
              </p14:nvContentPartPr>
              <p14:xfrm>
                <a:off x="8095048" y="2788641"/>
                <a:ext cx="138960" cy="84960"/>
              </p14:xfrm>
            </p:contentPart>
          </mc:Choice>
          <mc:Fallback>
            <p:pic>
              <p:nvPicPr>
                <p:cNvPr id="29" name="Tinta 28">
                  <a:extLst>
                    <a:ext uri="{FF2B5EF4-FFF2-40B4-BE49-F238E27FC236}">
                      <a16:creationId xmlns:a16="http://schemas.microsoft.com/office/drawing/2014/main" id="{B84F1C0C-66C6-3448-329F-3AA1A06F6C43}"/>
                    </a:ext>
                  </a:extLst>
                </p:cNvPr>
                <p:cNvPicPr/>
                <p:nvPr/>
              </p:nvPicPr>
              <p:blipFill>
                <a:blip r:embed="rId94"/>
                <a:stretch>
                  <a:fillRect/>
                </a:stretch>
              </p:blipFill>
              <p:spPr>
                <a:xfrm>
                  <a:off x="8088928" y="2782521"/>
                  <a:ext cx="151200" cy="97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5">
              <p14:nvContentPartPr>
                <p14:cNvPr id="30" name="Tinta 29">
                  <a:extLst>
                    <a:ext uri="{FF2B5EF4-FFF2-40B4-BE49-F238E27FC236}">
                      <a16:creationId xmlns:a16="http://schemas.microsoft.com/office/drawing/2014/main" id="{DE387345-6102-C16F-E0D9-F4DB551C8E3D}"/>
                    </a:ext>
                  </a:extLst>
                </p14:cNvPr>
                <p14:cNvContentPartPr/>
                <p14:nvPr/>
              </p14:nvContentPartPr>
              <p14:xfrm>
                <a:off x="8095048" y="2796201"/>
                <a:ext cx="150840" cy="89280"/>
              </p14:xfrm>
            </p:contentPart>
          </mc:Choice>
          <mc:Fallback>
            <p:pic>
              <p:nvPicPr>
                <p:cNvPr id="30" name="Tinta 29">
                  <a:extLst>
                    <a:ext uri="{FF2B5EF4-FFF2-40B4-BE49-F238E27FC236}">
                      <a16:creationId xmlns:a16="http://schemas.microsoft.com/office/drawing/2014/main" id="{DE387345-6102-C16F-E0D9-F4DB551C8E3D}"/>
                    </a:ext>
                  </a:extLst>
                </p:cNvPr>
                <p:cNvPicPr/>
                <p:nvPr/>
              </p:nvPicPr>
              <p:blipFill>
                <a:blip r:embed="rId96"/>
                <a:stretch>
                  <a:fillRect/>
                </a:stretch>
              </p:blipFill>
              <p:spPr>
                <a:xfrm>
                  <a:off x="8088928" y="2790081"/>
                  <a:ext cx="163080" cy="101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7">
              <p14:nvContentPartPr>
                <p14:cNvPr id="67" name="Tinta 66">
                  <a:extLst>
                    <a:ext uri="{FF2B5EF4-FFF2-40B4-BE49-F238E27FC236}">
                      <a16:creationId xmlns:a16="http://schemas.microsoft.com/office/drawing/2014/main" id="{98E87923-6959-72D2-6C2D-55E3C88C0124}"/>
                    </a:ext>
                  </a:extLst>
                </p14:cNvPr>
                <p14:cNvContentPartPr/>
                <p14:nvPr/>
              </p14:nvContentPartPr>
              <p14:xfrm>
                <a:off x="7148608" y="2587761"/>
                <a:ext cx="1074600" cy="491040"/>
              </p14:xfrm>
            </p:contentPart>
          </mc:Choice>
          <mc:Fallback>
            <p:pic>
              <p:nvPicPr>
                <p:cNvPr id="67" name="Tinta 66">
                  <a:extLst>
                    <a:ext uri="{FF2B5EF4-FFF2-40B4-BE49-F238E27FC236}">
                      <a16:creationId xmlns:a16="http://schemas.microsoft.com/office/drawing/2014/main" id="{98E87923-6959-72D2-6C2D-55E3C88C0124}"/>
                    </a:ext>
                  </a:extLst>
                </p:cNvPr>
                <p:cNvPicPr/>
                <p:nvPr/>
              </p:nvPicPr>
              <p:blipFill>
                <a:blip r:embed="rId98"/>
                <a:stretch>
                  <a:fillRect/>
                </a:stretch>
              </p:blipFill>
              <p:spPr>
                <a:xfrm>
                  <a:off x="7142488" y="2581641"/>
                  <a:ext cx="1086840" cy="5032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81" name="Agrupar 80">
            <a:extLst>
              <a:ext uri="{FF2B5EF4-FFF2-40B4-BE49-F238E27FC236}">
                <a16:creationId xmlns:a16="http://schemas.microsoft.com/office/drawing/2014/main" id="{B4F1D94A-B6D4-1CEF-3EAB-EDB1718B51C5}"/>
              </a:ext>
            </a:extLst>
          </p:cNvPr>
          <p:cNvGrpSpPr/>
          <p:nvPr/>
        </p:nvGrpSpPr>
        <p:grpSpPr>
          <a:xfrm>
            <a:off x="3712408" y="3727521"/>
            <a:ext cx="183960" cy="139320"/>
            <a:chOff x="3712408" y="3727521"/>
            <a:chExt cx="183960" cy="1393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99">
              <p14:nvContentPartPr>
                <p14:cNvPr id="69" name="Tinta 68">
                  <a:extLst>
                    <a:ext uri="{FF2B5EF4-FFF2-40B4-BE49-F238E27FC236}">
                      <a16:creationId xmlns:a16="http://schemas.microsoft.com/office/drawing/2014/main" id="{3664E84C-F0A5-2780-972C-4F6ADF862192}"/>
                    </a:ext>
                  </a:extLst>
                </p14:cNvPr>
                <p14:cNvContentPartPr/>
                <p14:nvPr/>
              </p14:nvContentPartPr>
              <p14:xfrm>
                <a:off x="3712408" y="3727521"/>
                <a:ext cx="78480" cy="139320"/>
              </p14:xfrm>
            </p:contentPart>
          </mc:Choice>
          <mc:Fallback>
            <p:pic>
              <p:nvPicPr>
                <p:cNvPr id="69" name="Tinta 68">
                  <a:extLst>
                    <a:ext uri="{FF2B5EF4-FFF2-40B4-BE49-F238E27FC236}">
                      <a16:creationId xmlns:a16="http://schemas.microsoft.com/office/drawing/2014/main" id="{3664E84C-F0A5-2780-972C-4F6ADF862192}"/>
                    </a:ext>
                  </a:extLst>
                </p:cNvPr>
                <p:cNvPicPr/>
                <p:nvPr/>
              </p:nvPicPr>
              <p:blipFill>
                <a:blip r:embed="rId100"/>
                <a:stretch>
                  <a:fillRect/>
                </a:stretch>
              </p:blipFill>
              <p:spPr>
                <a:xfrm>
                  <a:off x="3706288" y="3721401"/>
                  <a:ext cx="90720" cy="151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1">
              <p14:nvContentPartPr>
                <p14:cNvPr id="70" name="Tinta 69">
                  <a:extLst>
                    <a:ext uri="{FF2B5EF4-FFF2-40B4-BE49-F238E27FC236}">
                      <a16:creationId xmlns:a16="http://schemas.microsoft.com/office/drawing/2014/main" id="{3126A6F8-36E7-3CB9-AE8E-135035A47837}"/>
                    </a:ext>
                  </a:extLst>
                </p14:cNvPr>
                <p14:cNvContentPartPr/>
                <p14:nvPr/>
              </p14:nvContentPartPr>
              <p14:xfrm>
                <a:off x="3722128" y="3787281"/>
                <a:ext cx="174240" cy="69840"/>
              </p14:xfrm>
            </p:contentPart>
          </mc:Choice>
          <mc:Fallback>
            <p:pic>
              <p:nvPicPr>
                <p:cNvPr id="70" name="Tinta 69">
                  <a:extLst>
                    <a:ext uri="{FF2B5EF4-FFF2-40B4-BE49-F238E27FC236}">
                      <a16:creationId xmlns:a16="http://schemas.microsoft.com/office/drawing/2014/main" id="{3126A6F8-36E7-3CB9-AE8E-135035A47837}"/>
                    </a:ext>
                  </a:extLst>
                </p:cNvPr>
                <p:cNvPicPr/>
                <p:nvPr/>
              </p:nvPicPr>
              <p:blipFill>
                <a:blip r:embed="rId102"/>
                <a:stretch>
                  <a:fillRect/>
                </a:stretch>
              </p:blipFill>
              <p:spPr>
                <a:xfrm>
                  <a:off x="3716008" y="3781161"/>
                  <a:ext cx="186480" cy="820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80" name="Agrupar 79">
            <a:extLst>
              <a:ext uri="{FF2B5EF4-FFF2-40B4-BE49-F238E27FC236}">
                <a16:creationId xmlns:a16="http://schemas.microsoft.com/office/drawing/2014/main" id="{D4B9506C-3DA8-0840-1801-3D8C73AD78B5}"/>
              </a:ext>
            </a:extLst>
          </p:cNvPr>
          <p:cNvGrpSpPr/>
          <p:nvPr/>
        </p:nvGrpSpPr>
        <p:grpSpPr>
          <a:xfrm>
            <a:off x="4337728" y="3635721"/>
            <a:ext cx="590400" cy="231840"/>
            <a:chOff x="4337728" y="3635721"/>
            <a:chExt cx="590400" cy="2318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03">
              <p14:nvContentPartPr>
                <p14:cNvPr id="71" name="Tinta 70">
                  <a:extLst>
                    <a:ext uri="{FF2B5EF4-FFF2-40B4-BE49-F238E27FC236}">
                      <a16:creationId xmlns:a16="http://schemas.microsoft.com/office/drawing/2014/main" id="{5BFD2DEC-3B75-2DBB-FD0B-DA77CA9DDC43}"/>
                    </a:ext>
                  </a:extLst>
                </p14:cNvPr>
                <p14:cNvContentPartPr/>
                <p14:nvPr/>
              </p14:nvContentPartPr>
              <p14:xfrm>
                <a:off x="4337728" y="3635721"/>
                <a:ext cx="268560" cy="231840"/>
              </p14:xfrm>
            </p:contentPart>
          </mc:Choice>
          <mc:Fallback>
            <p:pic>
              <p:nvPicPr>
                <p:cNvPr id="71" name="Tinta 70">
                  <a:extLst>
                    <a:ext uri="{FF2B5EF4-FFF2-40B4-BE49-F238E27FC236}">
                      <a16:creationId xmlns:a16="http://schemas.microsoft.com/office/drawing/2014/main" id="{5BFD2DEC-3B75-2DBB-FD0B-DA77CA9DDC43}"/>
                    </a:ext>
                  </a:extLst>
                </p:cNvPr>
                <p:cNvPicPr/>
                <p:nvPr/>
              </p:nvPicPr>
              <p:blipFill>
                <a:blip r:embed="rId104"/>
                <a:stretch>
                  <a:fillRect/>
                </a:stretch>
              </p:blipFill>
              <p:spPr>
                <a:xfrm>
                  <a:off x="4331608" y="3629601"/>
                  <a:ext cx="280800" cy="244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5">
              <p14:nvContentPartPr>
                <p14:cNvPr id="72" name="Tinta 71">
                  <a:extLst>
                    <a:ext uri="{FF2B5EF4-FFF2-40B4-BE49-F238E27FC236}">
                      <a16:creationId xmlns:a16="http://schemas.microsoft.com/office/drawing/2014/main" id="{5B74D01B-F5EB-4EC5-8542-7297ECAE44EC}"/>
                    </a:ext>
                  </a:extLst>
                </p14:cNvPr>
                <p14:cNvContentPartPr/>
                <p14:nvPr/>
              </p14:nvContentPartPr>
              <p14:xfrm>
                <a:off x="4618888" y="3682881"/>
                <a:ext cx="309240" cy="175680"/>
              </p14:xfrm>
            </p:contentPart>
          </mc:Choice>
          <mc:Fallback>
            <p:pic>
              <p:nvPicPr>
                <p:cNvPr id="72" name="Tinta 71">
                  <a:extLst>
                    <a:ext uri="{FF2B5EF4-FFF2-40B4-BE49-F238E27FC236}">
                      <a16:creationId xmlns:a16="http://schemas.microsoft.com/office/drawing/2014/main" id="{5B74D01B-F5EB-4EC5-8542-7297ECAE44EC}"/>
                    </a:ext>
                  </a:extLst>
                </p:cNvPr>
                <p:cNvPicPr/>
                <p:nvPr/>
              </p:nvPicPr>
              <p:blipFill>
                <a:blip r:embed="rId106"/>
                <a:stretch>
                  <a:fillRect/>
                </a:stretch>
              </p:blipFill>
              <p:spPr>
                <a:xfrm>
                  <a:off x="4612768" y="3676761"/>
                  <a:ext cx="321480" cy="1879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79" name="Agrupar 78">
            <a:extLst>
              <a:ext uri="{FF2B5EF4-FFF2-40B4-BE49-F238E27FC236}">
                <a16:creationId xmlns:a16="http://schemas.microsoft.com/office/drawing/2014/main" id="{ACE4C298-61E0-7692-C2C7-EF3361D713B7}"/>
              </a:ext>
            </a:extLst>
          </p:cNvPr>
          <p:cNvGrpSpPr/>
          <p:nvPr/>
        </p:nvGrpSpPr>
        <p:grpSpPr>
          <a:xfrm>
            <a:off x="5224048" y="3750561"/>
            <a:ext cx="235800" cy="116280"/>
            <a:chOff x="5224048" y="3750561"/>
            <a:chExt cx="235800" cy="1162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07">
              <p14:nvContentPartPr>
                <p14:cNvPr id="73" name="Tinta 72">
                  <a:extLst>
                    <a:ext uri="{FF2B5EF4-FFF2-40B4-BE49-F238E27FC236}">
                      <a16:creationId xmlns:a16="http://schemas.microsoft.com/office/drawing/2014/main" id="{EA8A4BC2-C9A2-4029-BADF-77C560FC237D}"/>
                    </a:ext>
                  </a:extLst>
                </p14:cNvPr>
                <p14:cNvContentPartPr/>
                <p14:nvPr/>
              </p14:nvContentPartPr>
              <p14:xfrm>
                <a:off x="5224048" y="3750561"/>
                <a:ext cx="224280" cy="45000"/>
              </p14:xfrm>
            </p:contentPart>
          </mc:Choice>
          <mc:Fallback>
            <p:pic>
              <p:nvPicPr>
                <p:cNvPr id="73" name="Tinta 72">
                  <a:extLst>
                    <a:ext uri="{FF2B5EF4-FFF2-40B4-BE49-F238E27FC236}">
                      <a16:creationId xmlns:a16="http://schemas.microsoft.com/office/drawing/2014/main" id="{EA8A4BC2-C9A2-4029-BADF-77C560FC237D}"/>
                    </a:ext>
                  </a:extLst>
                </p:cNvPr>
                <p:cNvPicPr/>
                <p:nvPr/>
              </p:nvPicPr>
              <p:blipFill>
                <a:blip r:embed="rId108"/>
                <a:stretch>
                  <a:fillRect/>
                </a:stretch>
              </p:blipFill>
              <p:spPr>
                <a:xfrm>
                  <a:off x="5217928" y="3744441"/>
                  <a:ext cx="236520" cy="57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9">
              <p14:nvContentPartPr>
                <p14:cNvPr id="74" name="Tinta 73">
                  <a:extLst>
                    <a:ext uri="{FF2B5EF4-FFF2-40B4-BE49-F238E27FC236}">
                      <a16:creationId xmlns:a16="http://schemas.microsoft.com/office/drawing/2014/main" id="{D8DF797A-A2B8-16EF-8613-43A57C08246D}"/>
                    </a:ext>
                  </a:extLst>
                </p14:cNvPr>
                <p14:cNvContentPartPr/>
                <p14:nvPr/>
              </p14:nvContentPartPr>
              <p14:xfrm>
                <a:off x="5294968" y="3856761"/>
                <a:ext cx="164880" cy="10080"/>
              </p14:xfrm>
            </p:contentPart>
          </mc:Choice>
          <mc:Fallback>
            <p:pic>
              <p:nvPicPr>
                <p:cNvPr id="74" name="Tinta 73">
                  <a:extLst>
                    <a:ext uri="{FF2B5EF4-FFF2-40B4-BE49-F238E27FC236}">
                      <a16:creationId xmlns:a16="http://schemas.microsoft.com/office/drawing/2014/main" id="{D8DF797A-A2B8-16EF-8613-43A57C08246D}"/>
                    </a:ext>
                  </a:extLst>
                </p:cNvPr>
                <p:cNvPicPr/>
                <p:nvPr/>
              </p:nvPicPr>
              <p:blipFill>
                <a:blip r:embed="rId110"/>
                <a:stretch>
                  <a:fillRect/>
                </a:stretch>
              </p:blipFill>
              <p:spPr>
                <a:xfrm>
                  <a:off x="5288848" y="3850641"/>
                  <a:ext cx="177120" cy="223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78" name="Agrupar 77">
            <a:extLst>
              <a:ext uri="{FF2B5EF4-FFF2-40B4-BE49-F238E27FC236}">
                <a16:creationId xmlns:a16="http://schemas.microsoft.com/office/drawing/2014/main" id="{A6C20E44-DFD6-CBC4-E81D-06F692DEA728}"/>
              </a:ext>
            </a:extLst>
          </p:cNvPr>
          <p:cNvGrpSpPr/>
          <p:nvPr/>
        </p:nvGrpSpPr>
        <p:grpSpPr>
          <a:xfrm>
            <a:off x="6053488" y="3656601"/>
            <a:ext cx="1143000" cy="241920"/>
            <a:chOff x="6053488" y="3656601"/>
            <a:chExt cx="1143000" cy="2419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11">
              <p14:nvContentPartPr>
                <p14:cNvPr id="75" name="Tinta 74">
                  <a:extLst>
                    <a:ext uri="{FF2B5EF4-FFF2-40B4-BE49-F238E27FC236}">
                      <a16:creationId xmlns:a16="http://schemas.microsoft.com/office/drawing/2014/main" id="{3E1AA2C3-9281-51EB-FFFB-C4EDE8189C21}"/>
                    </a:ext>
                  </a:extLst>
                </p14:cNvPr>
                <p14:cNvContentPartPr/>
                <p14:nvPr/>
              </p14:nvContentPartPr>
              <p14:xfrm>
                <a:off x="6053488" y="3659841"/>
                <a:ext cx="280800" cy="236520"/>
              </p14:xfrm>
            </p:contentPart>
          </mc:Choice>
          <mc:Fallback>
            <p:pic>
              <p:nvPicPr>
                <p:cNvPr id="75" name="Tinta 74">
                  <a:extLst>
                    <a:ext uri="{FF2B5EF4-FFF2-40B4-BE49-F238E27FC236}">
                      <a16:creationId xmlns:a16="http://schemas.microsoft.com/office/drawing/2014/main" id="{3E1AA2C3-9281-51EB-FFFB-C4EDE8189C21}"/>
                    </a:ext>
                  </a:extLst>
                </p:cNvPr>
                <p:cNvPicPr/>
                <p:nvPr/>
              </p:nvPicPr>
              <p:blipFill>
                <a:blip r:embed="rId112"/>
                <a:stretch>
                  <a:fillRect/>
                </a:stretch>
              </p:blipFill>
              <p:spPr>
                <a:xfrm>
                  <a:off x="6047368" y="3653721"/>
                  <a:ext cx="293040" cy="248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3">
              <p14:nvContentPartPr>
                <p14:cNvPr id="76" name="Tinta 75">
                  <a:extLst>
                    <a:ext uri="{FF2B5EF4-FFF2-40B4-BE49-F238E27FC236}">
                      <a16:creationId xmlns:a16="http://schemas.microsoft.com/office/drawing/2014/main" id="{B9F341D3-991E-8C7D-20D4-74C6489408C8}"/>
                    </a:ext>
                  </a:extLst>
                </p14:cNvPr>
                <p14:cNvContentPartPr/>
                <p14:nvPr/>
              </p14:nvContentPartPr>
              <p14:xfrm>
                <a:off x="6438328" y="3740121"/>
                <a:ext cx="267480" cy="158400"/>
              </p14:xfrm>
            </p:contentPart>
          </mc:Choice>
          <mc:Fallback>
            <p:pic>
              <p:nvPicPr>
                <p:cNvPr id="76" name="Tinta 75">
                  <a:extLst>
                    <a:ext uri="{FF2B5EF4-FFF2-40B4-BE49-F238E27FC236}">
                      <a16:creationId xmlns:a16="http://schemas.microsoft.com/office/drawing/2014/main" id="{B9F341D3-991E-8C7D-20D4-74C6489408C8}"/>
                    </a:ext>
                  </a:extLst>
                </p:cNvPr>
                <p:cNvPicPr/>
                <p:nvPr/>
              </p:nvPicPr>
              <p:blipFill>
                <a:blip r:embed="rId114"/>
                <a:stretch>
                  <a:fillRect/>
                </a:stretch>
              </p:blipFill>
              <p:spPr>
                <a:xfrm>
                  <a:off x="6432208" y="3734001"/>
                  <a:ext cx="279720" cy="170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5">
              <p14:nvContentPartPr>
                <p14:cNvPr id="77" name="Tinta 76">
                  <a:extLst>
                    <a:ext uri="{FF2B5EF4-FFF2-40B4-BE49-F238E27FC236}">
                      <a16:creationId xmlns:a16="http://schemas.microsoft.com/office/drawing/2014/main" id="{76076E1E-B156-35FF-71E2-7C6DF4FB78B1}"/>
                    </a:ext>
                  </a:extLst>
                </p14:cNvPr>
                <p14:cNvContentPartPr/>
                <p14:nvPr/>
              </p14:nvContentPartPr>
              <p14:xfrm>
                <a:off x="6799048" y="3656601"/>
                <a:ext cx="397440" cy="222480"/>
              </p14:xfrm>
            </p:contentPart>
          </mc:Choice>
          <mc:Fallback>
            <p:pic>
              <p:nvPicPr>
                <p:cNvPr id="77" name="Tinta 76">
                  <a:extLst>
                    <a:ext uri="{FF2B5EF4-FFF2-40B4-BE49-F238E27FC236}">
                      <a16:creationId xmlns:a16="http://schemas.microsoft.com/office/drawing/2014/main" id="{76076E1E-B156-35FF-71E2-7C6DF4FB78B1}"/>
                    </a:ext>
                  </a:extLst>
                </p:cNvPr>
                <p:cNvPicPr/>
                <p:nvPr/>
              </p:nvPicPr>
              <p:blipFill>
                <a:blip r:embed="rId116"/>
                <a:stretch>
                  <a:fillRect/>
                </a:stretch>
              </p:blipFill>
              <p:spPr>
                <a:xfrm>
                  <a:off x="6792928" y="3650481"/>
                  <a:ext cx="409680" cy="2347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86" name="Agrupar 85">
            <a:extLst>
              <a:ext uri="{FF2B5EF4-FFF2-40B4-BE49-F238E27FC236}">
                <a16:creationId xmlns:a16="http://schemas.microsoft.com/office/drawing/2014/main" id="{2CAF84C8-06F5-1C30-3FB5-D20DB03E3DC5}"/>
              </a:ext>
            </a:extLst>
          </p:cNvPr>
          <p:cNvGrpSpPr/>
          <p:nvPr/>
        </p:nvGrpSpPr>
        <p:grpSpPr>
          <a:xfrm>
            <a:off x="2544568" y="4483881"/>
            <a:ext cx="874800" cy="211320"/>
            <a:chOff x="2544568" y="4483881"/>
            <a:chExt cx="874800" cy="2113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17">
              <p14:nvContentPartPr>
                <p14:cNvPr id="82" name="Tinta 81">
                  <a:extLst>
                    <a:ext uri="{FF2B5EF4-FFF2-40B4-BE49-F238E27FC236}">
                      <a16:creationId xmlns:a16="http://schemas.microsoft.com/office/drawing/2014/main" id="{CF7F8D87-859A-A3A8-DC05-45B0F32CE684}"/>
                    </a:ext>
                  </a:extLst>
                </p14:cNvPr>
                <p14:cNvContentPartPr/>
                <p14:nvPr/>
              </p14:nvContentPartPr>
              <p14:xfrm>
                <a:off x="2544568" y="4483881"/>
                <a:ext cx="244800" cy="170640"/>
              </p14:xfrm>
            </p:contentPart>
          </mc:Choice>
          <mc:Fallback>
            <p:pic>
              <p:nvPicPr>
                <p:cNvPr id="82" name="Tinta 81">
                  <a:extLst>
                    <a:ext uri="{FF2B5EF4-FFF2-40B4-BE49-F238E27FC236}">
                      <a16:creationId xmlns:a16="http://schemas.microsoft.com/office/drawing/2014/main" id="{CF7F8D87-859A-A3A8-DC05-45B0F32CE684}"/>
                    </a:ext>
                  </a:extLst>
                </p:cNvPr>
                <p:cNvPicPr/>
                <p:nvPr/>
              </p:nvPicPr>
              <p:blipFill>
                <a:blip r:embed="rId118"/>
                <a:stretch>
                  <a:fillRect/>
                </a:stretch>
              </p:blipFill>
              <p:spPr>
                <a:xfrm>
                  <a:off x="2538448" y="4477761"/>
                  <a:ext cx="257040" cy="182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9">
              <p14:nvContentPartPr>
                <p14:cNvPr id="83" name="Tinta 82">
                  <a:extLst>
                    <a:ext uri="{FF2B5EF4-FFF2-40B4-BE49-F238E27FC236}">
                      <a16:creationId xmlns:a16="http://schemas.microsoft.com/office/drawing/2014/main" id="{14076AE6-2066-BF9C-D519-594CA15D70A1}"/>
                    </a:ext>
                  </a:extLst>
                </p14:cNvPr>
                <p14:cNvContentPartPr/>
                <p14:nvPr/>
              </p14:nvContentPartPr>
              <p14:xfrm>
                <a:off x="2950648" y="4602321"/>
                <a:ext cx="148320" cy="92880"/>
              </p14:xfrm>
            </p:contentPart>
          </mc:Choice>
          <mc:Fallback>
            <p:pic>
              <p:nvPicPr>
                <p:cNvPr id="83" name="Tinta 82">
                  <a:extLst>
                    <a:ext uri="{FF2B5EF4-FFF2-40B4-BE49-F238E27FC236}">
                      <a16:creationId xmlns:a16="http://schemas.microsoft.com/office/drawing/2014/main" id="{14076AE6-2066-BF9C-D519-594CA15D70A1}"/>
                    </a:ext>
                  </a:extLst>
                </p:cNvPr>
                <p:cNvPicPr/>
                <p:nvPr/>
              </p:nvPicPr>
              <p:blipFill>
                <a:blip r:embed="rId120"/>
                <a:stretch>
                  <a:fillRect/>
                </a:stretch>
              </p:blipFill>
              <p:spPr>
                <a:xfrm>
                  <a:off x="2944528" y="4596201"/>
                  <a:ext cx="160560" cy="105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1">
              <p14:nvContentPartPr>
                <p14:cNvPr id="84" name="Tinta 83">
                  <a:extLst>
                    <a:ext uri="{FF2B5EF4-FFF2-40B4-BE49-F238E27FC236}">
                      <a16:creationId xmlns:a16="http://schemas.microsoft.com/office/drawing/2014/main" id="{4747EB3D-BDD8-5703-3CD6-61DE9994EEA8}"/>
                    </a:ext>
                  </a:extLst>
                </p14:cNvPr>
                <p14:cNvContentPartPr/>
                <p14:nvPr/>
              </p14:nvContentPartPr>
              <p14:xfrm>
                <a:off x="3269248" y="4560201"/>
                <a:ext cx="138240" cy="25200"/>
              </p14:xfrm>
            </p:contentPart>
          </mc:Choice>
          <mc:Fallback>
            <p:pic>
              <p:nvPicPr>
                <p:cNvPr id="84" name="Tinta 83">
                  <a:extLst>
                    <a:ext uri="{FF2B5EF4-FFF2-40B4-BE49-F238E27FC236}">
                      <a16:creationId xmlns:a16="http://schemas.microsoft.com/office/drawing/2014/main" id="{4747EB3D-BDD8-5703-3CD6-61DE9994EEA8}"/>
                    </a:ext>
                  </a:extLst>
                </p:cNvPr>
                <p:cNvPicPr/>
                <p:nvPr/>
              </p:nvPicPr>
              <p:blipFill>
                <a:blip r:embed="rId122"/>
                <a:stretch>
                  <a:fillRect/>
                </a:stretch>
              </p:blipFill>
              <p:spPr>
                <a:xfrm>
                  <a:off x="3263128" y="4554081"/>
                  <a:ext cx="150480" cy="37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3">
              <p14:nvContentPartPr>
                <p14:cNvPr id="85" name="Tinta 84">
                  <a:extLst>
                    <a:ext uri="{FF2B5EF4-FFF2-40B4-BE49-F238E27FC236}">
                      <a16:creationId xmlns:a16="http://schemas.microsoft.com/office/drawing/2014/main" id="{7FFAED71-3216-8C9D-800F-B64E7F5582AF}"/>
                    </a:ext>
                  </a:extLst>
                </p14:cNvPr>
                <p14:cNvContentPartPr/>
                <p14:nvPr/>
              </p14:nvContentPartPr>
              <p14:xfrm>
                <a:off x="3277528" y="4622481"/>
                <a:ext cx="141840" cy="25200"/>
              </p14:xfrm>
            </p:contentPart>
          </mc:Choice>
          <mc:Fallback>
            <p:pic>
              <p:nvPicPr>
                <p:cNvPr id="85" name="Tinta 84">
                  <a:extLst>
                    <a:ext uri="{FF2B5EF4-FFF2-40B4-BE49-F238E27FC236}">
                      <a16:creationId xmlns:a16="http://schemas.microsoft.com/office/drawing/2014/main" id="{7FFAED71-3216-8C9D-800F-B64E7F5582AF}"/>
                    </a:ext>
                  </a:extLst>
                </p:cNvPr>
                <p:cNvPicPr/>
                <p:nvPr/>
              </p:nvPicPr>
              <p:blipFill>
                <a:blip r:embed="rId124"/>
                <a:stretch>
                  <a:fillRect/>
                </a:stretch>
              </p:blipFill>
              <p:spPr>
                <a:xfrm>
                  <a:off x="3271408" y="4616361"/>
                  <a:ext cx="154080" cy="374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93" name="Agrupar 92">
            <a:extLst>
              <a:ext uri="{FF2B5EF4-FFF2-40B4-BE49-F238E27FC236}">
                <a16:creationId xmlns:a16="http://schemas.microsoft.com/office/drawing/2014/main" id="{179ED5DD-474F-38F7-F720-8A2739F0CF07}"/>
              </a:ext>
            </a:extLst>
          </p:cNvPr>
          <p:cNvGrpSpPr/>
          <p:nvPr/>
        </p:nvGrpSpPr>
        <p:grpSpPr>
          <a:xfrm>
            <a:off x="3989968" y="4285161"/>
            <a:ext cx="1434600" cy="464040"/>
            <a:chOff x="3989968" y="4285161"/>
            <a:chExt cx="1434600" cy="4640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25">
              <p14:nvContentPartPr>
                <p14:cNvPr id="87" name="Tinta 86">
                  <a:extLst>
                    <a:ext uri="{FF2B5EF4-FFF2-40B4-BE49-F238E27FC236}">
                      <a16:creationId xmlns:a16="http://schemas.microsoft.com/office/drawing/2014/main" id="{6CCA1CB2-1DA4-0E74-83EA-E8F13FA5483A}"/>
                    </a:ext>
                  </a:extLst>
                </p14:cNvPr>
                <p14:cNvContentPartPr/>
                <p14:nvPr/>
              </p14:nvContentPartPr>
              <p14:xfrm>
                <a:off x="4013728" y="4503681"/>
                <a:ext cx="221760" cy="245520"/>
              </p14:xfrm>
            </p:contentPart>
          </mc:Choice>
          <mc:Fallback>
            <p:pic>
              <p:nvPicPr>
                <p:cNvPr id="87" name="Tinta 86">
                  <a:extLst>
                    <a:ext uri="{FF2B5EF4-FFF2-40B4-BE49-F238E27FC236}">
                      <a16:creationId xmlns:a16="http://schemas.microsoft.com/office/drawing/2014/main" id="{6CCA1CB2-1DA4-0E74-83EA-E8F13FA5483A}"/>
                    </a:ext>
                  </a:extLst>
                </p:cNvPr>
                <p:cNvPicPr/>
                <p:nvPr/>
              </p:nvPicPr>
              <p:blipFill>
                <a:blip r:embed="rId126"/>
                <a:stretch>
                  <a:fillRect/>
                </a:stretch>
              </p:blipFill>
              <p:spPr>
                <a:xfrm>
                  <a:off x="4007608" y="4497561"/>
                  <a:ext cx="234000" cy="257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7">
              <p14:nvContentPartPr>
                <p14:cNvPr id="88" name="Tinta 87">
                  <a:extLst>
                    <a:ext uri="{FF2B5EF4-FFF2-40B4-BE49-F238E27FC236}">
                      <a16:creationId xmlns:a16="http://schemas.microsoft.com/office/drawing/2014/main" id="{A943C407-1787-18CD-B801-E4A31689BBE8}"/>
                    </a:ext>
                  </a:extLst>
                </p14:cNvPr>
                <p14:cNvContentPartPr/>
                <p14:nvPr/>
              </p14:nvContentPartPr>
              <p14:xfrm>
                <a:off x="4292728" y="4573161"/>
                <a:ext cx="221040" cy="104400"/>
              </p14:xfrm>
            </p:contentPart>
          </mc:Choice>
          <mc:Fallback>
            <p:pic>
              <p:nvPicPr>
                <p:cNvPr id="88" name="Tinta 87">
                  <a:extLst>
                    <a:ext uri="{FF2B5EF4-FFF2-40B4-BE49-F238E27FC236}">
                      <a16:creationId xmlns:a16="http://schemas.microsoft.com/office/drawing/2014/main" id="{A943C407-1787-18CD-B801-E4A31689BBE8}"/>
                    </a:ext>
                  </a:extLst>
                </p:cNvPr>
                <p:cNvPicPr/>
                <p:nvPr/>
              </p:nvPicPr>
              <p:blipFill>
                <a:blip r:embed="rId128"/>
                <a:stretch>
                  <a:fillRect/>
                </a:stretch>
              </p:blipFill>
              <p:spPr>
                <a:xfrm>
                  <a:off x="4286608" y="4567041"/>
                  <a:ext cx="233280" cy="116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9">
              <p14:nvContentPartPr>
                <p14:cNvPr id="89" name="Tinta 88">
                  <a:extLst>
                    <a:ext uri="{FF2B5EF4-FFF2-40B4-BE49-F238E27FC236}">
                      <a16:creationId xmlns:a16="http://schemas.microsoft.com/office/drawing/2014/main" id="{ADFDE662-8441-13FE-1C22-C23AFAF05F9C}"/>
                    </a:ext>
                  </a:extLst>
                </p14:cNvPr>
                <p14:cNvContentPartPr/>
                <p14:nvPr/>
              </p14:nvContentPartPr>
              <p14:xfrm>
                <a:off x="4585408" y="4537881"/>
                <a:ext cx="174240" cy="115200"/>
              </p14:xfrm>
            </p:contentPart>
          </mc:Choice>
          <mc:Fallback>
            <p:pic>
              <p:nvPicPr>
                <p:cNvPr id="89" name="Tinta 88">
                  <a:extLst>
                    <a:ext uri="{FF2B5EF4-FFF2-40B4-BE49-F238E27FC236}">
                      <a16:creationId xmlns:a16="http://schemas.microsoft.com/office/drawing/2014/main" id="{ADFDE662-8441-13FE-1C22-C23AFAF05F9C}"/>
                    </a:ext>
                  </a:extLst>
                </p:cNvPr>
                <p:cNvPicPr/>
                <p:nvPr/>
              </p:nvPicPr>
              <p:blipFill>
                <a:blip r:embed="rId130"/>
                <a:stretch>
                  <a:fillRect/>
                </a:stretch>
              </p:blipFill>
              <p:spPr>
                <a:xfrm>
                  <a:off x="4579288" y="4531761"/>
                  <a:ext cx="186480" cy="127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1">
              <p14:nvContentPartPr>
                <p14:cNvPr id="90" name="Tinta 89">
                  <a:extLst>
                    <a:ext uri="{FF2B5EF4-FFF2-40B4-BE49-F238E27FC236}">
                      <a16:creationId xmlns:a16="http://schemas.microsoft.com/office/drawing/2014/main" id="{8CD9B58B-7F80-C3F1-D45B-C4A886A48481}"/>
                    </a:ext>
                  </a:extLst>
                </p14:cNvPr>
                <p14:cNvContentPartPr/>
                <p14:nvPr/>
              </p14:nvContentPartPr>
              <p14:xfrm>
                <a:off x="3989968" y="4383081"/>
                <a:ext cx="206280" cy="305640"/>
              </p14:xfrm>
            </p:contentPart>
          </mc:Choice>
          <mc:Fallback>
            <p:pic>
              <p:nvPicPr>
                <p:cNvPr id="90" name="Tinta 89">
                  <a:extLst>
                    <a:ext uri="{FF2B5EF4-FFF2-40B4-BE49-F238E27FC236}">
                      <a16:creationId xmlns:a16="http://schemas.microsoft.com/office/drawing/2014/main" id="{8CD9B58B-7F80-C3F1-D45B-C4A886A48481}"/>
                    </a:ext>
                  </a:extLst>
                </p:cNvPr>
                <p:cNvPicPr/>
                <p:nvPr/>
              </p:nvPicPr>
              <p:blipFill>
                <a:blip r:embed="rId132"/>
                <a:stretch>
                  <a:fillRect/>
                </a:stretch>
              </p:blipFill>
              <p:spPr>
                <a:xfrm>
                  <a:off x="3983848" y="4376961"/>
                  <a:ext cx="218520" cy="317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3">
              <p14:nvContentPartPr>
                <p14:cNvPr id="91" name="Tinta 90">
                  <a:extLst>
                    <a:ext uri="{FF2B5EF4-FFF2-40B4-BE49-F238E27FC236}">
                      <a16:creationId xmlns:a16="http://schemas.microsoft.com/office/drawing/2014/main" id="{A38AA5C2-A3F5-5713-36AF-93EB51754B63}"/>
                    </a:ext>
                  </a:extLst>
                </p14:cNvPr>
                <p14:cNvContentPartPr/>
                <p14:nvPr/>
              </p14:nvContentPartPr>
              <p14:xfrm>
                <a:off x="4852888" y="4421601"/>
                <a:ext cx="139320" cy="299160"/>
              </p14:xfrm>
            </p:contentPart>
          </mc:Choice>
          <mc:Fallback>
            <p:pic>
              <p:nvPicPr>
                <p:cNvPr id="91" name="Tinta 90">
                  <a:extLst>
                    <a:ext uri="{FF2B5EF4-FFF2-40B4-BE49-F238E27FC236}">
                      <a16:creationId xmlns:a16="http://schemas.microsoft.com/office/drawing/2014/main" id="{A38AA5C2-A3F5-5713-36AF-93EB51754B63}"/>
                    </a:ext>
                  </a:extLst>
                </p:cNvPr>
                <p:cNvPicPr/>
                <p:nvPr/>
              </p:nvPicPr>
              <p:blipFill>
                <a:blip r:embed="rId134"/>
                <a:stretch>
                  <a:fillRect/>
                </a:stretch>
              </p:blipFill>
              <p:spPr>
                <a:xfrm>
                  <a:off x="4846768" y="4415481"/>
                  <a:ext cx="151560" cy="311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5">
              <p14:nvContentPartPr>
                <p14:cNvPr id="92" name="Tinta 91">
                  <a:extLst>
                    <a:ext uri="{FF2B5EF4-FFF2-40B4-BE49-F238E27FC236}">
                      <a16:creationId xmlns:a16="http://schemas.microsoft.com/office/drawing/2014/main" id="{E5817719-9CAA-9849-E9B5-881D87751C7D}"/>
                    </a:ext>
                  </a:extLst>
                </p14:cNvPr>
                <p14:cNvContentPartPr/>
                <p14:nvPr/>
              </p14:nvContentPartPr>
              <p14:xfrm>
                <a:off x="5189128" y="4285161"/>
                <a:ext cx="235440" cy="192240"/>
              </p14:xfrm>
            </p:contentPart>
          </mc:Choice>
          <mc:Fallback>
            <p:pic>
              <p:nvPicPr>
                <p:cNvPr id="92" name="Tinta 91">
                  <a:extLst>
                    <a:ext uri="{FF2B5EF4-FFF2-40B4-BE49-F238E27FC236}">
                      <a16:creationId xmlns:a16="http://schemas.microsoft.com/office/drawing/2014/main" id="{E5817719-9CAA-9849-E9B5-881D87751C7D}"/>
                    </a:ext>
                  </a:extLst>
                </p:cNvPr>
                <p:cNvPicPr/>
                <p:nvPr/>
              </p:nvPicPr>
              <p:blipFill>
                <a:blip r:embed="rId136"/>
                <a:stretch>
                  <a:fillRect/>
                </a:stretch>
              </p:blipFill>
              <p:spPr>
                <a:xfrm>
                  <a:off x="5183008" y="4279041"/>
                  <a:ext cx="247680" cy="2044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98" name="Agrupar 97">
            <a:extLst>
              <a:ext uri="{FF2B5EF4-FFF2-40B4-BE49-F238E27FC236}">
                <a16:creationId xmlns:a16="http://schemas.microsoft.com/office/drawing/2014/main" id="{D77E5EBB-483A-DCFA-1BCE-B873586982B7}"/>
              </a:ext>
            </a:extLst>
          </p:cNvPr>
          <p:cNvGrpSpPr/>
          <p:nvPr/>
        </p:nvGrpSpPr>
        <p:grpSpPr>
          <a:xfrm>
            <a:off x="3887728" y="4861881"/>
            <a:ext cx="1360800" cy="382680"/>
            <a:chOff x="3887728" y="4861881"/>
            <a:chExt cx="1360800" cy="3826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37">
              <p14:nvContentPartPr>
                <p14:cNvPr id="94" name="Tinta 93">
                  <a:extLst>
                    <a:ext uri="{FF2B5EF4-FFF2-40B4-BE49-F238E27FC236}">
                      <a16:creationId xmlns:a16="http://schemas.microsoft.com/office/drawing/2014/main" id="{874AAA26-53B9-0F74-9774-9E2A7AD45D2E}"/>
                    </a:ext>
                  </a:extLst>
                </p14:cNvPr>
                <p14:cNvContentPartPr/>
                <p14:nvPr/>
              </p14:nvContentPartPr>
              <p14:xfrm>
                <a:off x="3887728" y="4861881"/>
                <a:ext cx="1360800" cy="53640"/>
              </p14:xfrm>
            </p:contentPart>
          </mc:Choice>
          <mc:Fallback>
            <p:pic>
              <p:nvPicPr>
                <p:cNvPr id="94" name="Tinta 93">
                  <a:extLst>
                    <a:ext uri="{FF2B5EF4-FFF2-40B4-BE49-F238E27FC236}">
                      <a16:creationId xmlns:a16="http://schemas.microsoft.com/office/drawing/2014/main" id="{874AAA26-53B9-0F74-9774-9E2A7AD45D2E}"/>
                    </a:ext>
                  </a:extLst>
                </p:cNvPr>
                <p:cNvPicPr/>
                <p:nvPr/>
              </p:nvPicPr>
              <p:blipFill>
                <a:blip r:embed="rId138"/>
                <a:stretch>
                  <a:fillRect/>
                </a:stretch>
              </p:blipFill>
              <p:spPr>
                <a:xfrm>
                  <a:off x="3881608" y="4855761"/>
                  <a:ext cx="1373040" cy="65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9">
              <p14:nvContentPartPr>
                <p14:cNvPr id="95" name="Tinta 94">
                  <a:extLst>
                    <a:ext uri="{FF2B5EF4-FFF2-40B4-BE49-F238E27FC236}">
                      <a16:creationId xmlns:a16="http://schemas.microsoft.com/office/drawing/2014/main" id="{705EA9E0-0625-6359-1E39-6CFB60B9B43C}"/>
                    </a:ext>
                  </a:extLst>
                </p14:cNvPr>
                <p14:cNvContentPartPr/>
                <p14:nvPr/>
              </p14:nvContentPartPr>
              <p14:xfrm>
                <a:off x="4455808" y="5041161"/>
                <a:ext cx="268920" cy="203400"/>
              </p14:xfrm>
            </p:contentPart>
          </mc:Choice>
          <mc:Fallback>
            <p:pic>
              <p:nvPicPr>
                <p:cNvPr id="95" name="Tinta 94">
                  <a:extLst>
                    <a:ext uri="{FF2B5EF4-FFF2-40B4-BE49-F238E27FC236}">
                      <a16:creationId xmlns:a16="http://schemas.microsoft.com/office/drawing/2014/main" id="{705EA9E0-0625-6359-1E39-6CFB60B9B43C}"/>
                    </a:ext>
                  </a:extLst>
                </p:cNvPr>
                <p:cNvPicPr/>
                <p:nvPr/>
              </p:nvPicPr>
              <p:blipFill>
                <a:blip r:embed="rId140"/>
                <a:stretch>
                  <a:fillRect/>
                </a:stretch>
              </p:blipFill>
              <p:spPr>
                <a:xfrm>
                  <a:off x="4449688" y="5035041"/>
                  <a:ext cx="281160" cy="215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1">
              <p14:nvContentPartPr>
                <p14:cNvPr id="96" name="Tinta 95">
                  <a:extLst>
                    <a:ext uri="{FF2B5EF4-FFF2-40B4-BE49-F238E27FC236}">
                      <a16:creationId xmlns:a16="http://schemas.microsoft.com/office/drawing/2014/main" id="{E13839A0-5854-7DF6-FCA7-E374B1ABC391}"/>
                    </a:ext>
                  </a:extLst>
                </p14:cNvPr>
                <p14:cNvContentPartPr/>
                <p14:nvPr/>
              </p14:nvContentPartPr>
              <p14:xfrm>
                <a:off x="4560568" y="4995801"/>
                <a:ext cx="234000" cy="204120"/>
              </p14:xfrm>
            </p:contentPart>
          </mc:Choice>
          <mc:Fallback>
            <p:pic>
              <p:nvPicPr>
                <p:cNvPr id="96" name="Tinta 95">
                  <a:extLst>
                    <a:ext uri="{FF2B5EF4-FFF2-40B4-BE49-F238E27FC236}">
                      <a16:creationId xmlns:a16="http://schemas.microsoft.com/office/drawing/2014/main" id="{E13839A0-5854-7DF6-FCA7-E374B1ABC391}"/>
                    </a:ext>
                  </a:extLst>
                </p:cNvPr>
                <p:cNvPicPr/>
                <p:nvPr/>
              </p:nvPicPr>
              <p:blipFill>
                <a:blip r:embed="rId142"/>
                <a:stretch>
                  <a:fillRect/>
                </a:stretch>
              </p:blipFill>
              <p:spPr>
                <a:xfrm>
                  <a:off x="4554448" y="4989681"/>
                  <a:ext cx="246240" cy="216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3">
              <p14:nvContentPartPr>
                <p14:cNvPr id="97" name="Tinta 96">
                  <a:extLst>
                    <a:ext uri="{FF2B5EF4-FFF2-40B4-BE49-F238E27FC236}">
                      <a16:creationId xmlns:a16="http://schemas.microsoft.com/office/drawing/2014/main" id="{94948C91-4CEE-81F7-2BBE-44170019A503}"/>
                    </a:ext>
                  </a:extLst>
                </p14:cNvPr>
                <p14:cNvContentPartPr/>
                <p14:nvPr/>
              </p14:nvContentPartPr>
              <p14:xfrm>
                <a:off x="4829488" y="5073921"/>
                <a:ext cx="244800" cy="155880"/>
              </p14:xfrm>
            </p:contentPart>
          </mc:Choice>
          <mc:Fallback>
            <p:pic>
              <p:nvPicPr>
                <p:cNvPr id="97" name="Tinta 96">
                  <a:extLst>
                    <a:ext uri="{FF2B5EF4-FFF2-40B4-BE49-F238E27FC236}">
                      <a16:creationId xmlns:a16="http://schemas.microsoft.com/office/drawing/2014/main" id="{94948C91-4CEE-81F7-2BBE-44170019A503}"/>
                    </a:ext>
                  </a:extLst>
                </p:cNvPr>
                <p:cNvPicPr/>
                <p:nvPr/>
              </p:nvPicPr>
              <p:blipFill>
                <a:blip r:embed="rId144"/>
                <a:stretch>
                  <a:fillRect/>
                </a:stretch>
              </p:blipFill>
              <p:spPr>
                <a:xfrm>
                  <a:off x="4823368" y="5067801"/>
                  <a:ext cx="257040" cy="1681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01" name="Agrupar 100">
            <a:extLst>
              <a:ext uri="{FF2B5EF4-FFF2-40B4-BE49-F238E27FC236}">
                <a16:creationId xmlns:a16="http://schemas.microsoft.com/office/drawing/2014/main" id="{FE891368-69D1-3B89-B62A-A281F22BFECA}"/>
              </a:ext>
            </a:extLst>
          </p:cNvPr>
          <p:cNvGrpSpPr/>
          <p:nvPr/>
        </p:nvGrpSpPr>
        <p:grpSpPr>
          <a:xfrm>
            <a:off x="5819128" y="4558041"/>
            <a:ext cx="252360" cy="178560"/>
            <a:chOff x="5819128" y="4558041"/>
            <a:chExt cx="252360" cy="1785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45">
              <p14:nvContentPartPr>
                <p14:cNvPr id="99" name="Tinta 98">
                  <a:extLst>
                    <a:ext uri="{FF2B5EF4-FFF2-40B4-BE49-F238E27FC236}">
                      <a16:creationId xmlns:a16="http://schemas.microsoft.com/office/drawing/2014/main" id="{45D9BE51-35B0-CCDF-5A54-1A79904F03D9}"/>
                    </a:ext>
                  </a:extLst>
                </p14:cNvPr>
                <p14:cNvContentPartPr/>
                <p14:nvPr/>
              </p14:nvContentPartPr>
              <p14:xfrm>
                <a:off x="5901208" y="4558041"/>
                <a:ext cx="170280" cy="66960"/>
              </p14:xfrm>
            </p:contentPart>
          </mc:Choice>
          <mc:Fallback>
            <p:pic>
              <p:nvPicPr>
                <p:cNvPr id="99" name="Tinta 98">
                  <a:extLst>
                    <a:ext uri="{FF2B5EF4-FFF2-40B4-BE49-F238E27FC236}">
                      <a16:creationId xmlns:a16="http://schemas.microsoft.com/office/drawing/2014/main" id="{45D9BE51-35B0-CCDF-5A54-1A79904F03D9}"/>
                    </a:ext>
                  </a:extLst>
                </p:cNvPr>
                <p:cNvPicPr/>
                <p:nvPr/>
              </p:nvPicPr>
              <p:blipFill>
                <a:blip r:embed="rId146"/>
                <a:stretch>
                  <a:fillRect/>
                </a:stretch>
              </p:blipFill>
              <p:spPr>
                <a:xfrm>
                  <a:off x="5895088" y="4551921"/>
                  <a:ext cx="182520" cy="79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7">
              <p14:nvContentPartPr>
                <p14:cNvPr id="100" name="Tinta 99">
                  <a:extLst>
                    <a:ext uri="{FF2B5EF4-FFF2-40B4-BE49-F238E27FC236}">
                      <a16:creationId xmlns:a16="http://schemas.microsoft.com/office/drawing/2014/main" id="{1AB3E1D7-9088-4328-3194-9A051BB4282F}"/>
                    </a:ext>
                  </a:extLst>
                </p14:cNvPr>
                <p14:cNvContentPartPr/>
                <p14:nvPr/>
              </p14:nvContentPartPr>
              <p14:xfrm>
                <a:off x="5819128" y="4691961"/>
                <a:ext cx="164880" cy="44640"/>
              </p14:xfrm>
            </p:contentPart>
          </mc:Choice>
          <mc:Fallback>
            <p:pic>
              <p:nvPicPr>
                <p:cNvPr id="100" name="Tinta 99">
                  <a:extLst>
                    <a:ext uri="{FF2B5EF4-FFF2-40B4-BE49-F238E27FC236}">
                      <a16:creationId xmlns:a16="http://schemas.microsoft.com/office/drawing/2014/main" id="{1AB3E1D7-9088-4328-3194-9A051BB4282F}"/>
                    </a:ext>
                  </a:extLst>
                </p:cNvPr>
                <p:cNvPicPr/>
                <p:nvPr/>
              </p:nvPicPr>
              <p:blipFill>
                <a:blip r:embed="rId148"/>
                <a:stretch>
                  <a:fillRect/>
                </a:stretch>
              </p:blipFill>
              <p:spPr>
                <a:xfrm>
                  <a:off x="5813008" y="4685841"/>
                  <a:ext cx="177120" cy="568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12" name="Agrupar 111">
            <a:extLst>
              <a:ext uri="{FF2B5EF4-FFF2-40B4-BE49-F238E27FC236}">
                <a16:creationId xmlns:a16="http://schemas.microsoft.com/office/drawing/2014/main" id="{5BC4E505-42D6-5826-303F-77C4D50B071D}"/>
              </a:ext>
            </a:extLst>
          </p:cNvPr>
          <p:cNvGrpSpPr/>
          <p:nvPr/>
        </p:nvGrpSpPr>
        <p:grpSpPr>
          <a:xfrm>
            <a:off x="6519688" y="4474881"/>
            <a:ext cx="1709640" cy="371160"/>
            <a:chOff x="6519688" y="4474881"/>
            <a:chExt cx="1709640" cy="3711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49">
              <p14:nvContentPartPr>
                <p14:cNvPr id="102" name="Tinta 101">
                  <a:extLst>
                    <a:ext uri="{FF2B5EF4-FFF2-40B4-BE49-F238E27FC236}">
                      <a16:creationId xmlns:a16="http://schemas.microsoft.com/office/drawing/2014/main" id="{AB236F21-9604-1292-4643-B6A01B62D0DE}"/>
                    </a:ext>
                  </a:extLst>
                </p14:cNvPr>
                <p14:cNvContentPartPr/>
                <p14:nvPr/>
              </p14:nvContentPartPr>
              <p14:xfrm>
                <a:off x="6519688" y="4511961"/>
                <a:ext cx="256680" cy="218880"/>
              </p14:xfrm>
            </p:contentPart>
          </mc:Choice>
          <mc:Fallback>
            <p:pic>
              <p:nvPicPr>
                <p:cNvPr id="102" name="Tinta 101">
                  <a:extLst>
                    <a:ext uri="{FF2B5EF4-FFF2-40B4-BE49-F238E27FC236}">
                      <a16:creationId xmlns:a16="http://schemas.microsoft.com/office/drawing/2014/main" id="{AB236F21-9604-1292-4643-B6A01B62D0DE}"/>
                    </a:ext>
                  </a:extLst>
                </p:cNvPr>
                <p:cNvPicPr/>
                <p:nvPr/>
              </p:nvPicPr>
              <p:blipFill>
                <a:blip r:embed="rId150"/>
                <a:stretch>
                  <a:fillRect/>
                </a:stretch>
              </p:blipFill>
              <p:spPr>
                <a:xfrm>
                  <a:off x="6513568" y="4505841"/>
                  <a:ext cx="268920" cy="231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1">
              <p14:nvContentPartPr>
                <p14:cNvPr id="103" name="Tinta 102">
                  <a:extLst>
                    <a:ext uri="{FF2B5EF4-FFF2-40B4-BE49-F238E27FC236}">
                      <a16:creationId xmlns:a16="http://schemas.microsoft.com/office/drawing/2014/main" id="{137187BE-5B18-5CF7-EC83-48D9B091D39D}"/>
                    </a:ext>
                  </a:extLst>
                </p14:cNvPr>
                <p14:cNvContentPartPr/>
                <p14:nvPr/>
              </p14:nvContentPartPr>
              <p14:xfrm>
                <a:off x="6918208" y="4561641"/>
                <a:ext cx="149400" cy="137160"/>
              </p14:xfrm>
            </p:contentPart>
          </mc:Choice>
          <mc:Fallback>
            <p:pic>
              <p:nvPicPr>
                <p:cNvPr id="103" name="Tinta 102">
                  <a:extLst>
                    <a:ext uri="{FF2B5EF4-FFF2-40B4-BE49-F238E27FC236}">
                      <a16:creationId xmlns:a16="http://schemas.microsoft.com/office/drawing/2014/main" id="{137187BE-5B18-5CF7-EC83-48D9B091D39D}"/>
                    </a:ext>
                  </a:extLst>
                </p:cNvPr>
                <p:cNvPicPr/>
                <p:nvPr/>
              </p:nvPicPr>
              <p:blipFill>
                <a:blip r:embed="rId152"/>
                <a:stretch>
                  <a:fillRect/>
                </a:stretch>
              </p:blipFill>
              <p:spPr>
                <a:xfrm>
                  <a:off x="6912088" y="4555521"/>
                  <a:ext cx="161640" cy="149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3">
              <p14:nvContentPartPr>
                <p14:cNvPr id="104" name="Tinta 103">
                  <a:extLst>
                    <a:ext uri="{FF2B5EF4-FFF2-40B4-BE49-F238E27FC236}">
                      <a16:creationId xmlns:a16="http://schemas.microsoft.com/office/drawing/2014/main" id="{3E7B3DED-47BF-DAE9-C9DF-6EC8CDCAB9AA}"/>
                    </a:ext>
                  </a:extLst>
                </p14:cNvPr>
                <p14:cNvContentPartPr/>
                <p14:nvPr/>
              </p14:nvContentPartPr>
              <p14:xfrm>
                <a:off x="7219888" y="4508721"/>
                <a:ext cx="210240" cy="146880"/>
              </p14:xfrm>
            </p:contentPart>
          </mc:Choice>
          <mc:Fallback>
            <p:pic>
              <p:nvPicPr>
                <p:cNvPr id="104" name="Tinta 103">
                  <a:extLst>
                    <a:ext uri="{FF2B5EF4-FFF2-40B4-BE49-F238E27FC236}">
                      <a16:creationId xmlns:a16="http://schemas.microsoft.com/office/drawing/2014/main" id="{3E7B3DED-47BF-DAE9-C9DF-6EC8CDCAB9AA}"/>
                    </a:ext>
                  </a:extLst>
                </p:cNvPr>
                <p:cNvPicPr/>
                <p:nvPr/>
              </p:nvPicPr>
              <p:blipFill>
                <a:blip r:embed="rId154"/>
                <a:stretch>
                  <a:fillRect/>
                </a:stretch>
              </p:blipFill>
              <p:spPr>
                <a:xfrm>
                  <a:off x="7213768" y="4502601"/>
                  <a:ext cx="222480" cy="159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5">
              <p14:nvContentPartPr>
                <p14:cNvPr id="106" name="Tinta 105">
                  <a:extLst>
                    <a:ext uri="{FF2B5EF4-FFF2-40B4-BE49-F238E27FC236}">
                      <a16:creationId xmlns:a16="http://schemas.microsoft.com/office/drawing/2014/main" id="{F7D63F95-41C5-C5A4-32FF-618E20B43E51}"/>
                    </a:ext>
                  </a:extLst>
                </p14:cNvPr>
                <p14:cNvContentPartPr/>
                <p14:nvPr/>
              </p14:nvContentPartPr>
              <p14:xfrm>
                <a:off x="7590688" y="4474881"/>
                <a:ext cx="258840" cy="165240"/>
              </p14:xfrm>
            </p:contentPart>
          </mc:Choice>
          <mc:Fallback>
            <p:pic>
              <p:nvPicPr>
                <p:cNvPr id="106" name="Tinta 105">
                  <a:extLst>
                    <a:ext uri="{FF2B5EF4-FFF2-40B4-BE49-F238E27FC236}">
                      <a16:creationId xmlns:a16="http://schemas.microsoft.com/office/drawing/2014/main" id="{F7D63F95-41C5-C5A4-32FF-618E20B43E51}"/>
                    </a:ext>
                  </a:extLst>
                </p:cNvPr>
                <p:cNvPicPr/>
                <p:nvPr/>
              </p:nvPicPr>
              <p:blipFill>
                <a:blip r:embed="rId156"/>
                <a:stretch>
                  <a:fillRect/>
                </a:stretch>
              </p:blipFill>
              <p:spPr>
                <a:xfrm>
                  <a:off x="7584568" y="4468761"/>
                  <a:ext cx="271080" cy="177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7">
              <p14:nvContentPartPr>
                <p14:cNvPr id="107" name="Tinta 106">
                  <a:extLst>
                    <a:ext uri="{FF2B5EF4-FFF2-40B4-BE49-F238E27FC236}">
                      <a16:creationId xmlns:a16="http://schemas.microsoft.com/office/drawing/2014/main" id="{1D806A99-8BB3-B290-5356-59F3105017E1}"/>
                    </a:ext>
                  </a:extLst>
                </p14:cNvPr>
                <p14:cNvContentPartPr/>
                <p14:nvPr/>
              </p14:nvContentPartPr>
              <p14:xfrm>
                <a:off x="7964728" y="4478481"/>
                <a:ext cx="264600" cy="195120"/>
              </p14:xfrm>
            </p:contentPart>
          </mc:Choice>
          <mc:Fallback>
            <p:pic>
              <p:nvPicPr>
                <p:cNvPr id="107" name="Tinta 106">
                  <a:extLst>
                    <a:ext uri="{FF2B5EF4-FFF2-40B4-BE49-F238E27FC236}">
                      <a16:creationId xmlns:a16="http://schemas.microsoft.com/office/drawing/2014/main" id="{1D806A99-8BB3-B290-5356-59F3105017E1}"/>
                    </a:ext>
                  </a:extLst>
                </p:cNvPr>
                <p:cNvPicPr/>
                <p:nvPr/>
              </p:nvPicPr>
              <p:blipFill>
                <a:blip r:embed="rId158"/>
                <a:stretch>
                  <a:fillRect/>
                </a:stretch>
              </p:blipFill>
              <p:spPr>
                <a:xfrm>
                  <a:off x="7958608" y="4472361"/>
                  <a:ext cx="276840" cy="207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9">
              <p14:nvContentPartPr>
                <p14:cNvPr id="108" name="Tinta 107">
                  <a:extLst>
                    <a:ext uri="{FF2B5EF4-FFF2-40B4-BE49-F238E27FC236}">
                      <a16:creationId xmlns:a16="http://schemas.microsoft.com/office/drawing/2014/main" id="{6128539E-13DA-EFC3-7DCC-BA3513688D56}"/>
                    </a:ext>
                  </a:extLst>
                </p14:cNvPr>
                <p14:cNvContentPartPr/>
                <p14:nvPr/>
              </p14:nvContentPartPr>
              <p14:xfrm>
                <a:off x="6752608" y="4790601"/>
                <a:ext cx="1432440" cy="55440"/>
              </p14:xfrm>
            </p:contentPart>
          </mc:Choice>
          <mc:Fallback>
            <p:pic>
              <p:nvPicPr>
                <p:cNvPr id="108" name="Tinta 107">
                  <a:extLst>
                    <a:ext uri="{FF2B5EF4-FFF2-40B4-BE49-F238E27FC236}">
                      <a16:creationId xmlns:a16="http://schemas.microsoft.com/office/drawing/2014/main" id="{6128539E-13DA-EFC3-7DCC-BA3513688D56}"/>
                    </a:ext>
                  </a:extLst>
                </p:cNvPr>
                <p:cNvPicPr/>
                <p:nvPr/>
              </p:nvPicPr>
              <p:blipFill>
                <a:blip r:embed="rId160"/>
                <a:stretch>
                  <a:fillRect/>
                </a:stretch>
              </p:blipFill>
              <p:spPr>
                <a:xfrm>
                  <a:off x="6746488" y="4784481"/>
                  <a:ext cx="1444680" cy="676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11" name="Agrupar 110">
            <a:extLst>
              <a:ext uri="{FF2B5EF4-FFF2-40B4-BE49-F238E27FC236}">
                <a16:creationId xmlns:a16="http://schemas.microsoft.com/office/drawing/2014/main" id="{0874719B-E68D-03D9-88ED-74DFA1E326E8}"/>
              </a:ext>
            </a:extLst>
          </p:cNvPr>
          <p:cNvGrpSpPr/>
          <p:nvPr/>
        </p:nvGrpSpPr>
        <p:grpSpPr>
          <a:xfrm>
            <a:off x="7311688" y="4963761"/>
            <a:ext cx="501120" cy="224640"/>
            <a:chOff x="7311688" y="4963761"/>
            <a:chExt cx="501120" cy="2246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61">
              <p14:nvContentPartPr>
                <p14:cNvPr id="109" name="Tinta 108">
                  <a:extLst>
                    <a:ext uri="{FF2B5EF4-FFF2-40B4-BE49-F238E27FC236}">
                      <a16:creationId xmlns:a16="http://schemas.microsoft.com/office/drawing/2014/main" id="{8021FD22-CCC1-D005-7BAC-84DA20FA8284}"/>
                    </a:ext>
                  </a:extLst>
                </p14:cNvPr>
                <p14:cNvContentPartPr/>
                <p14:nvPr/>
              </p14:nvContentPartPr>
              <p14:xfrm>
                <a:off x="7311688" y="4963761"/>
                <a:ext cx="189000" cy="224640"/>
              </p14:xfrm>
            </p:contentPart>
          </mc:Choice>
          <mc:Fallback>
            <p:pic>
              <p:nvPicPr>
                <p:cNvPr id="109" name="Tinta 108">
                  <a:extLst>
                    <a:ext uri="{FF2B5EF4-FFF2-40B4-BE49-F238E27FC236}">
                      <a16:creationId xmlns:a16="http://schemas.microsoft.com/office/drawing/2014/main" id="{8021FD22-CCC1-D005-7BAC-84DA20FA8284}"/>
                    </a:ext>
                  </a:extLst>
                </p:cNvPr>
                <p:cNvPicPr/>
                <p:nvPr/>
              </p:nvPicPr>
              <p:blipFill>
                <a:blip r:embed="rId162"/>
                <a:stretch>
                  <a:fillRect/>
                </a:stretch>
              </p:blipFill>
              <p:spPr>
                <a:xfrm>
                  <a:off x="7305568" y="4957641"/>
                  <a:ext cx="201240" cy="236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3">
              <p14:nvContentPartPr>
                <p14:cNvPr id="110" name="Tinta 109">
                  <a:extLst>
                    <a:ext uri="{FF2B5EF4-FFF2-40B4-BE49-F238E27FC236}">
                      <a16:creationId xmlns:a16="http://schemas.microsoft.com/office/drawing/2014/main" id="{E749456E-1DAB-0986-76AD-8133C82B7174}"/>
                    </a:ext>
                  </a:extLst>
                </p14:cNvPr>
                <p14:cNvContentPartPr/>
                <p14:nvPr/>
              </p14:nvContentPartPr>
              <p14:xfrm>
                <a:off x="7557568" y="5009121"/>
                <a:ext cx="255240" cy="128520"/>
              </p14:xfrm>
            </p:contentPart>
          </mc:Choice>
          <mc:Fallback>
            <p:pic>
              <p:nvPicPr>
                <p:cNvPr id="110" name="Tinta 109">
                  <a:extLst>
                    <a:ext uri="{FF2B5EF4-FFF2-40B4-BE49-F238E27FC236}">
                      <a16:creationId xmlns:a16="http://schemas.microsoft.com/office/drawing/2014/main" id="{E749456E-1DAB-0986-76AD-8133C82B7174}"/>
                    </a:ext>
                  </a:extLst>
                </p:cNvPr>
                <p:cNvPicPr/>
                <p:nvPr/>
              </p:nvPicPr>
              <p:blipFill>
                <a:blip r:embed="rId164"/>
                <a:stretch>
                  <a:fillRect/>
                </a:stretch>
              </p:blipFill>
              <p:spPr>
                <a:xfrm>
                  <a:off x="7551448" y="5003001"/>
                  <a:ext cx="267480" cy="1407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26" name="Agrupar 125">
            <a:extLst>
              <a:ext uri="{FF2B5EF4-FFF2-40B4-BE49-F238E27FC236}">
                <a16:creationId xmlns:a16="http://schemas.microsoft.com/office/drawing/2014/main" id="{495D6AD9-EDE6-DC76-DDAF-C80B3DDED61C}"/>
              </a:ext>
            </a:extLst>
          </p:cNvPr>
          <p:cNvGrpSpPr/>
          <p:nvPr/>
        </p:nvGrpSpPr>
        <p:grpSpPr>
          <a:xfrm>
            <a:off x="8642608" y="4647681"/>
            <a:ext cx="3054240" cy="396360"/>
            <a:chOff x="8642608" y="4647681"/>
            <a:chExt cx="3054240" cy="3963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65">
              <p14:nvContentPartPr>
                <p14:cNvPr id="113" name="Tinta 112">
                  <a:extLst>
                    <a:ext uri="{FF2B5EF4-FFF2-40B4-BE49-F238E27FC236}">
                      <a16:creationId xmlns:a16="http://schemas.microsoft.com/office/drawing/2014/main" id="{383CF91F-FA34-B8F3-76CC-825E18949D7F}"/>
                    </a:ext>
                  </a:extLst>
                </p14:cNvPr>
                <p14:cNvContentPartPr/>
                <p14:nvPr/>
              </p14:nvContentPartPr>
              <p14:xfrm>
                <a:off x="8677888" y="4739121"/>
                <a:ext cx="138960" cy="12960"/>
              </p14:xfrm>
            </p:contentPart>
          </mc:Choice>
          <mc:Fallback>
            <p:pic>
              <p:nvPicPr>
                <p:cNvPr id="113" name="Tinta 112">
                  <a:extLst>
                    <a:ext uri="{FF2B5EF4-FFF2-40B4-BE49-F238E27FC236}">
                      <a16:creationId xmlns:a16="http://schemas.microsoft.com/office/drawing/2014/main" id="{383CF91F-FA34-B8F3-76CC-825E18949D7F}"/>
                    </a:ext>
                  </a:extLst>
                </p:cNvPr>
                <p:cNvPicPr/>
                <p:nvPr/>
              </p:nvPicPr>
              <p:blipFill>
                <a:blip r:embed="rId166"/>
                <a:stretch>
                  <a:fillRect/>
                </a:stretch>
              </p:blipFill>
              <p:spPr>
                <a:xfrm>
                  <a:off x="8671768" y="4733001"/>
                  <a:ext cx="151200" cy="25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7">
              <p14:nvContentPartPr>
                <p14:cNvPr id="114" name="Tinta 113">
                  <a:extLst>
                    <a:ext uri="{FF2B5EF4-FFF2-40B4-BE49-F238E27FC236}">
                      <a16:creationId xmlns:a16="http://schemas.microsoft.com/office/drawing/2014/main" id="{CB89769D-B384-90AA-F164-52710BA08E38}"/>
                    </a:ext>
                  </a:extLst>
                </p14:cNvPr>
                <p14:cNvContentPartPr/>
                <p14:nvPr/>
              </p14:nvContentPartPr>
              <p14:xfrm>
                <a:off x="8642608" y="4807881"/>
                <a:ext cx="103680" cy="17640"/>
              </p14:xfrm>
            </p:contentPart>
          </mc:Choice>
          <mc:Fallback>
            <p:pic>
              <p:nvPicPr>
                <p:cNvPr id="114" name="Tinta 113">
                  <a:extLst>
                    <a:ext uri="{FF2B5EF4-FFF2-40B4-BE49-F238E27FC236}">
                      <a16:creationId xmlns:a16="http://schemas.microsoft.com/office/drawing/2014/main" id="{CB89769D-B384-90AA-F164-52710BA08E38}"/>
                    </a:ext>
                  </a:extLst>
                </p:cNvPr>
                <p:cNvPicPr/>
                <p:nvPr/>
              </p:nvPicPr>
              <p:blipFill>
                <a:blip r:embed="rId168"/>
                <a:stretch>
                  <a:fillRect/>
                </a:stretch>
              </p:blipFill>
              <p:spPr>
                <a:xfrm>
                  <a:off x="8636488" y="4801761"/>
                  <a:ext cx="115920" cy="29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9">
              <p14:nvContentPartPr>
                <p14:cNvPr id="116" name="Tinta 115">
                  <a:extLst>
                    <a:ext uri="{FF2B5EF4-FFF2-40B4-BE49-F238E27FC236}">
                      <a16:creationId xmlns:a16="http://schemas.microsoft.com/office/drawing/2014/main" id="{0F4E190D-3175-25DD-393A-9524D1ACE1DE}"/>
                    </a:ext>
                  </a:extLst>
                </p14:cNvPr>
                <p14:cNvContentPartPr/>
                <p14:nvPr/>
              </p14:nvContentPartPr>
              <p14:xfrm>
                <a:off x="9124648" y="4825161"/>
                <a:ext cx="334800" cy="163440"/>
              </p14:xfrm>
            </p:contentPart>
          </mc:Choice>
          <mc:Fallback>
            <p:pic>
              <p:nvPicPr>
                <p:cNvPr id="116" name="Tinta 115">
                  <a:extLst>
                    <a:ext uri="{FF2B5EF4-FFF2-40B4-BE49-F238E27FC236}">
                      <a16:creationId xmlns:a16="http://schemas.microsoft.com/office/drawing/2014/main" id="{0F4E190D-3175-25DD-393A-9524D1ACE1DE}"/>
                    </a:ext>
                  </a:extLst>
                </p:cNvPr>
                <p:cNvPicPr/>
                <p:nvPr/>
              </p:nvPicPr>
              <p:blipFill>
                <a:blip r:embed="rId170"/>
                <a:stretch>
                  <a:fillRect/>
                </a:stretch>
              </p:blipFill>
              <p:spPr>
                <a:xfrm>
                  <a:off x="9118528" y="4819041"/>
                  <a:ext cx="347040" cy="175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1">
              <p14:nvContentPartPr>
                <p14:cNvPr id="117" name="Tinta 116">
                  <a:extLst>
                    <a:ext uri="{FF2B5EF4-FFF2-40B4-BE49-F238E27FC236}">
                      <a16:creationId xmlns:a16="http://schemas.microsoft.com/office/drawing/2014/main" id="{118BEDA1-1C73-41D3-5924-8AF0852B5C30}"/>
                    </a:ext>
                  </a:extLst>
                </p14:cNvPr>
                <p14:cNvContentPartPr/>
                <p14:nvPr/>
              </p14:nvContentPartPr>
              <p14:xfrm>
                <a:off x="9427048" y="4807881"/>
                <a:ext cx="275760" cy="145080"/>
              </p14:xfrm>
            </p:contentPart>
          </mc:Choice>
          <mc:Fallback>
            <p:pic>
              <p:nvPicPr>
                <p:cNvPr id="117" name="Tinta 116">
                  <a:extLst>
                    <a:ext uri="{FF2B5EF4-FFF2-40B4-BE49-F238E27FC236}">
                      <a16:creationId xmlns:a16="http://schemas.microsoft.com/office/drawing/2014/main" id="{118BEDA1-1C73-41D3-5924-8AF0852B5C30}"/>
                    </a:ext>
                  </a:extLst>
                </p:cNvPr>
                <p:cNvPicPr/>
                <p:nvPr/>
              </p:nvPicPr>
              <p:blipFill>
                <a:blip r:embed="rId172"/>
                <a:stretch>
                  <a:fillRect/>
                </a:stretch>
              </p:blipFill>
              <p:spPr>
                <a:xfrm>
                  <a:off x="9420928" y="4801761"/>
                  <a:ext cx="288000" cy="157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3">
              <p14:nvContentPartPr>
                <p14:cNvPr id="119" name="Tinta 118">
                  <a:extLst>
                    <a:ext uri="{FF2B5EF4-FFF2-40B4-BE49-F238E27FC236}">
                      <a16:creationId xmlns:a16="http://schemas.microsoft.com/office/drawing/2014/main" id="{EBBBFCBA-6B48-4FBF-223E-56454FACE636}"/>
                    </a:ext>
                  </a:extLst>
                </p14:cNvPr>
                <p14:cNvContentPartPr/>
                <p14:nvPr/>
              </p14:nvContentPartPr>
              <p14:xfrm>
                <a:off x="9654928" y="4775121"/>
                <a:ext cx="292680" cy="165240"/>
              </p14:xfrm>
            </p:contentPart>
          </mc:Choice>
          <mc:Fallback>
            <p:pic>
              <p:nvPicPr>
                <p:cNvPr id="119" name="Tinta 118">
                  <a:extLst>
                    <a:ext uri="{FF2B5EF4-FFF2-40B4-BE49-F238E27FC236}">
                      <a16:creationId xmlns:a16="http://schemas.microsoft.com/office/drawing/2014/main" id="{EBBBFCBA-6B48-4FBF-223E-56454FACE636}"/>
                    </a:ext>
                  </a:extLst>
                </p:cNvPr>
                <p:cNvPicPr/>
                <p:nvPr/>
              </p:nvPicPr>
              <p:blipFill>
                <a:blip r:embed="rId174"/>
                <a:stretch>
                  <a:fillRect/>
                </a:stretch>
              </p:blipFill>
              <p:spPr>
                <a:xfrm>
                  <a:off x="9648808" y="4769001"/>
                  <a:ext cx="304920" cy="177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5">
              <p14:nvContentPartPr>
                <p14:cNvPr id="120" name="Tinta 119">
                  <a:extLst>
                    <a:ext uri="{FF2B5EF4-FFF2-40B4-BE49-F238E27FC236}">
                      <a16:creationId xmlns:a16="http://schemas.microsoft.com/office/drawing/2014/main" id="{A06DBC66-1BA4-A324-5504-D65BCCD441DA}"/>
                    </a:ext>
                  </a:extLst>
                </p14:cNvPr>
                <p14:cNvContentPartPr/>
                <p14:nvPr/>
              </p14:nvContentPartPr>
              <p14:xfrm>
                <a:off x="10007008" y="4739121"/>
                <a:ext cx="198000" cy="154440"/>
              </p14:xfrm>
            </p:contentPart>
          </mc:Choice>
          <mc:Fallback>
            <p:pic>
              <p:nvPicPr>
                <p:cNvPr id="120" name="Tinta 119">
                  <a:extLst>
                    <a:ext uri="{FF2B5EF4-FFF2-40B4-BE49-F238E27FC236}">
                      <a16:creationId xmlns:a16="http://schemas.microsoft.com/office/drawing/2014/main" id="{A06DBC66-1BA4-A324-5504-D65BCCD441DA}"/>
                    </a:ext>
                  </a:extLst>
                </p:cNvPr>
                <p:cNvPicPr/>
                <p:nvPr/>
              </p:nvPicPr>
              <p:blipFill>
                <a:blip r:embed="rId176"/>
                <a:stretch>
                  <a:fillRect/>
                </a:stretch>
              </p:blipFill>
              <p:spPr>
                <a:xfrm>
                  <a:off x="10000888" y="4733001"/>
                  <a:ext cx="210240" cy="166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7">
              <p14:nvContentPartPr>
                <p14:cNvPr id="121" name="Tinta 120">
                  <a:extLst>
                    <a:ext uri="{FF2B5EF4-FFF2-40B4-BE49-F238E27FC236}">
                      <a16:creationId xmlns:a16="http://schemas.microsoft.com/office/drawing/2014/main" id="{806BEEF6-1BCB-0DF2-F8C0-FDA14805C710}"/>
                    </a:ext>
                  </a:extLst>
                </p14:cNvPr>
                <p14:cNvContentPartPr/>
                <p14:nvPr/>
              </p14:nvContentPartPr>
              <p14:xfrm>
                <a:off x="10332808" y="4857201"/>
                <a:ext cx="429120" cy="144360"/>
              </p14:xfrm>
            </p:contentPart>
          </mc:Choice>
          <mc:Fallback>
            <p:pic>
              <p:nvPicPr>
                <p:cNvPr id="121" name="Tinta 120">
                  <a:extLst>
                    <a:ext uri="{FF2B5EF4-FFF2-40B4-BE49-F238E27FC236}">
                      <a16:creationId xmlns:a16="http://schemas.microsoft.com/office/drawing/2014/main" id="{806BEEF6-1BCB-0DF2-F8C0-FDA14805C710}"/>
                    </a:ext>
                  </a:extLst>
                </p:cNvPr>
                <p:cNvPicPr/>
                <p:nvPr/>
              </p:nvPicPr>
              <p:blipFill>
                <a:blip r:embed="rId178"/>
                <a:stretch>
                  <a:fillRect/>
                </a:stretch>
              </p:blipFill>
              <p:spPr>
                <a:xfrm>
                  <a:off x="10326688" y="4851081"/>
                  <a:ext cx="441360" cy="156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9">
              <p14:nvContentPartPr>
                <p14:cNvPr id="122" name="Tinta 121">
                  <a:extLst>
                    <a:ext uri="{FF2B5EF4-FFF2-40B4-BE49-F238E27FC236}">
                      <a16:creationId xmlns:a16="http://schemas.microsoft.com/office/drawing/2014/main" id="{C25CCCEA-342D-E42D-36D6-5D2E17DC2221}"/>
                    </a:ext>
                  </a:extLst>
                </p14:cNvPr>
                <p14:cNvContentPartPr/>
                <p14:nvPr/>
              </p14:nvContentPartPr>
              <p14:xfrm>
                <a:off x="10798288" y="4699521"/>
                <a:ext cx="256680" cy="344520"/>
              </p14:xfrm>
            </p:contentPart>
          </mc:Choice>
          <mc:Fallback>
            <p:pic>
              <p:nvPicPr>
                <p:cNvPr id="122" name="Tinta 121">
                  <a:extLst>
                    <a:ext uri="{FF2B5EF4-FFF2-40B4-BE49-F238E27FC236}">
                      <a16:creationId xmlns:a16="http://schemas.microsoft.com/office/drawing/2014/main" id="{C25CCCEA-342D-E42D-36D6-5D2E17DC2221}"/>
                    </a:ext>
                  </a:extLst>
                </p:cNvPr>
                <p:cNvPicPr/>
                <p:nvPr/>
              </p:nvPicPr>
              <p:blipFill>
                <a:blip r:embed="rId180"/>
                <a:stretch>
                  <a:fillRect/>
                </a:stretch>
              </p:blipFill>
              <p:spPr>
                <a:xfrm>
                  <a:off x="10792168" y="4693401"/>
                  <a:ext cx="268920" cy="356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1">
              <p14:nvContentPartPr>
                <p14:cNvPr id="124" name="Tinta 123">
                  <a:extLst>
                    <a:ext uri="{FF2B5EF4-FFF2-40B4-BE49-F238E27FC236}">
                      <a16:creationId xmlns:a16="http://schemas.microsoft.com/office/drawing/2014/main" id="{CECA4E7B-FE25-40AE-27BF-037DF876A141}"/>
                    </a:ext>
                  </a:extLst>
                </p14:cNvPr>
                <p14:cNvContentPartPr/>
                <p14:nvPr/>
              </p14:nvContentPartPr>
              <p14:xfrm>
                <a:off x="10892968" y="4860441"/>
                <a:ext cx="292320" cy="155880"/>
              </p14:xfrm>
            </p:contentPart>
          </mc:Choice>
          <mc:Fallback>
            <p:pic>
              <p:nvPicPr>
                <p:cNvPr id="124" name="Tinta 123">
                  <a:extLst>
                    <a:ext uri="{FF2B5EF4-FFF2-40B4-BE49-F238E27FC236}">
                      <a16:creationId xmlns:a16="http://schemas.microsoft.com/office/drawing/2014/main" id="{CECA4E7B-FE25-40AE-27BF-037DF876A141}"/>
                    </a:ext>
                  </a:extLst>
                </p:cNvPr>
                <p:cNvPicPr/>
                <p:nvPr/>
              </p:nvPicPr>
              <p:blipFill>
                <a:blip r:embed="rId182"/>
                <a:stretch>
                  <a:fillRect/>
                </a:stretch>
              </p:blipFill>
              <p:spPr>
                <a:xfrm>
                  <a:off x="10886848" y="4854321"/>
                  <a:ext cx="304560" cy="168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3">
              <p14:nvContentPartPr>
                <p14:cNvPr id="125" name="Tinta 124">
                  <a:extLst>
                    <a:ext uri="{FF2B5EF4-FFF2-40B4-BE49-F238E27FC236}">
                      <a16:creationId xmlns:a16="http://schemas.microsoft.com/office/drawing/2014/main" id="{578FFC6C-AF39-C9EC-1453-55C0F62B3977}"/>
                    </a:ext>
                  </a:extLst>
                </p14:cNvPr>
                <p14:cNvContentPartPr/>
                <p14:nvPr/>
              </p14:nvContentPartPr>
              <p14:xfrm>
                <a:off x="11196448" y="4647681"/>
                <a:ext cx="500400" cy="181080"/>
              </p14:xfrm>
            </p:contentPart>
          </mc:Choice>
          <mc:Fallback>
            <p:pic>
              <p:nvPicPr>
                <p:cNvPr id="125" name="Tinta 124">
                  <a:extLst>
                    <a:ext uri="{FF2B5EF4-FFF2-40B4-BE49-F238E27FC236}">
                      <a16:creationId xmlns:a16="http://schemas.microsoft.com/office/drawing/2014/main" id="{578FFC6C-AF39-C9EC-1453-55C0F62B3977}"/>
                    </a:ext>
                  </a:extLst>
                </p:cNvPr>
                <p:cNvPicPr/>
                <p:nvPr/>
              </p:nvPicPr>
              <p:blipFill>
                <a:blip r:embed="rId184"/>
                <a:stretch>
                  <a:fillRect/>
                </a:stretch>
              </p:blipFill>
              <p:spPr>
                <a:xfrm>
                  <a:off x="11190328" y="4641561"/>
                  <a:ext cx="512640" cy="193320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339638914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64ACBA4-7DCB-C3AE-DC78-7DBBA4C686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pt-BR"/>
          </a:p>
        </p:txBody>
      </p:sp>
      <p:pic>
        <p:nvPicPr>
          <p:cNvPr id="4" name="Espaço Reservado para Conteúdo 5">
            <a:extLst>
              <a:ext uri="{FF2B5EF4-FFF2-40B4-BE49-F238E27FC236}">
                <a16:creationId xmlns:a16="http://schemas.microsoft.com/office/drawing/2014/main" id="{8112C49A-0004-A172-973C-86F238C6A69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61494" y="424380"/>
            <a:ext cx="9906000" cy="1866846"/>
          </a:xfrm>
        </p:spPr>
      </p:pic>
      <p:grpSp>
        <p:nvGrpSpPr>
          <p:cNvPr id="7" name="Agrupar 6">
            <a:extLst>
              <a:ext uri="{FF2B5EF4-FFF2-40B4-BE49-F238E27FC236}">
                <a16:creationId xmlns:a16="http://schemas.microsoft.com/office/drawing/2014/main" id="{162E653D-7F0C-318F-B487-44ADBE0ED99E}"/>
              </a:ext>
            </a:extLst>
          </p:cNvPr>
          <p:cNvGrpSpPr/>
          <p:nvPr/>
        </p:nvGrpSpPr>
        <p:grpSpPr>
          <a:xfrm>
            <a:off x="6496288" y="2569041"/>
            <a:ext cx="595440" cy="152640"/>
            <a:chOff x="6496288" y="2569041"/>
            <a:chExt cx="595440" cy="1526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3">
              <p14:nvContentPartPr>
                <p14:cNvPr id="5" name="Tinta 4">
                  <a:extLst>
                    <a:ext uri="{FF2B5EF4-FFF2-40B4-BE49-F238E27FC236}">
                      <a16:creationId xmlns:a16="http://schemas.microsoft.com/office/drawing/2014/main" id="{F11638DE-5FB5-6F22-5FC5-A3A8A5EB0BFA}"/>
                    </a:ext>
                  </a:extLst>
                </p14:cNvPr>
                <p14:cNvContentPartPr/>
                <p14:nvPr/>
              </p14:nvContentPartPr>
              <p14:xfrm>
                <a:off x="6973648" y="2570841"/>
                <a:ext cx="118080" cy="12240"/>
              </p14:xfrm>
            </p:contentPart>
          </mc:Choice>
          <mc:Fallback>
            <p:pic>
              <p:nvPicPr>
                <p:cNvPr id="5" name="Tinta 4">
                  <a:extLst>
                    <a:ext uri="{FF2B5EF4-FFF2-40B4-BE49-F238E27FC236}">
                      <a16:creationId xmlns:a16="http://schemas.microsoft.com/office/drawing/2014/main" id="{F11638DE-5FB5-6F22-5FC5-A3A8A5EB0BFA}"/>
                    </a:ext>
                  </a:extLst>
                </p:cNvPr>
                <p:cNvPicPr/>
                <p:nvPr/>
              </p:nvPicPr>
              <p:blipFill>
                <a:blip r:embed="rId4"/>
                <a:stretch>
                  <a:fillRect/>
                </a:stretch>
              </p:blipFill>
              <p:spPr>
                <a:xfrm>
                  <a:off x="6967528" y="2564721"/>
                  <a:ext cx="130320" cy="24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">
              <p14:nvContentPartPr>
                <p14:cNvPr id="6" name="Tinta 5">
                  <a:extLst>
                    <a:ext uri="{FF2B5EF4-FFF2-40B4-BE49-F238E27FC236}">
                      <a16:creationId xmlns:a16="http://schemas.microsoft.com/office/drawing/2014/main" id="{A4D5D47A-E6B6-D0CB-2A6E-97071D6C392D}"/>
                    </a:ext>
                  </a:extLst>
                </p14:cNvPr>
                <p14:cNvContentPartPr/>
                <p14:nvPr/>
              </p14:nvContentPartPr>
              <p14:xfrm>
                <a:off x="6496288" y="2569041"/>
                <a:ext cx="397080" cy="152640"/>
              </p14:xfrm>
            </p:contentPart>
          </mc:Choice>
          <mc:Fallback>
            <p:pic>
              <p:nvPicPr>
                <p:cNvPr id="6" name="Tinta 5">
                  <a:extLst>
                    <a:ext uri="{FF2B5EF4-FFF2-40B4-BE49-F238E27FC236}">
                      <a16:creationId xmlns:a16="http://schemas.microsoft.com/office/drawing/2014/main" id="{A4D5D47A-E6B6-D0CB-2A6E-97071D6C392D}"/>
                    </a:ext>
                  </a:extLst>
                </p:cNvPr>
                <p:cNvPicPr/>
                <p:nvPr/>
              </p:nvPicPr>
              <p:blipFill>
                <a:blip r:embed="rId6"/>
                <a:stretch>
                  <a:fillRect/>
                </a:stretch>
              </p:blipFill>
              <p:spPr>
                <a:xfrm>
                  <a:off x="6490168" y="2562921"/>
                  <a:ext cx="409320" cy="1648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0" name="Agrupar 9">
            <a:extLst>
              <a:ext uri="{FF2B5EF4-FFF2-40B4-BE49-F238E27FC236}">
                <a16:creationId xmlns:a16="http://schemas.microsoft.com/office/drawing/2014/main" id="{D6E99D48-3909-8CEF-618D-A5F5F9A7A811}"/>
              </a:ext>
            </a:extLst>
          </p:cNvPr>
          <p:cNvGrpSpPr/>
          <p:nvPr/>
        </p:nvGrpSpPr>
        <p:grpSpPr>
          <a:xfrm>
            <a:off x="909808" y="2575521"/>
            <a:ext cx="935640" cy="519120"/>
            <a:chOff x="909808" y="2575521"/>
            <a:chExt cx="935640" cy="5191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7">
              <p14:nvContentPartPr>
                <p14:cNvPr id="8" name="Tinta 7">
                  <a:extLst>
                    <a:ext uri="{FF2B5EF4-FFF2-40B4-BE49-F238E27FC236}">
                      <a16:creationId xmlns:a16="http://schemas.microsoft.com/office/drawing/2014/main" id="{57314E35-9DEF-7E51-AF9B-87F88410174A}"/>
                    </a:ext>
                  </a:extLst>
                </p14:cNvPr>
                <p14:cNvContentPartPr/>
                <p14:nvPr/>
              </p14:nvContentPartPr>
              <p14:xfrm>
                <a:off x="909808" y="2723841"/>
                <a:ext cx="475560" cy="304560"/>
              </p14:xfrm>
            </p:contentPart>
          </mc:Choice>
          <mc:Fallback>
            <p:pic>
              <p:nvPicPr>
                <p:cNvPr id="8" name="Tinta 7">
                  <a:extLst>
                    <a:ext uri="{FF2B5EF4-FFF2-40B4-BE49-F238E27FC236}">
                      <a16:creationId xmlns:a16="http://schemas.microsoft.com/office/drawing/2014/main" id="{57314E35-9DEF-7E51-AF9B-87F88410174A}"/>
                    </a:ext>
                  </a:extLst>
                </p:cNvPr>
                <p:cNvPicPr/>
                <p:nvPr/>
              </p:nvPicPr>
              <p:blipFill>
                <a:blip r:embed="rId8"/>
                <a:stretch>
                  <a:fillRect/>
                </a:stretch>
              </p:blipFill>
              <p:spPr>
                <a:xfrm>
                  <a:off x="903688" y="2717721"/>
                  <a:ext cx="487800" cy="316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">
              <p14:nvContentPartPr>
                <p14:cNvPr id="9" name="Tinta 8">
                  <a:extLst>
                    <a:ext uri="{FF2B5EF4-FFF2-40B4-BE49-F238E27FC236}">
                      <a16:creationId xmlns:a16="http://schemas.microsoft.com/office/drawing/2014/main" id="{E3D2F8B8-BFCD-D494-1F3D-AE1B2BC50D5A}"/>
                    </a:ext>
                  </a:extLst>
                </p14:cNvPr>
                <p14:cNvContentPartPr/>
                <p14:nvPr/>
              </p14:nvContentPartPr>
              <p14:xfrm>
                <a:off x="1563928" y="2575521"/>
                <a:ext cx="281520" cy="519120"/>
              </p14:xfrm>
            </p:contentPart>
          </mc:Choice>
          <mc:Fallback>
            <p:pic>
              <p:nvPicPr>
                <p:cNvPr id="9" name="Tinta 8">
                  <a:extLst>
                    <a:ext uri="{FF2B5EF4-FFF2-40B4-BE49-F238E27FC236}">
                      <a16:creationId xmlns:a16="http://schemas.microsoft.com/office/drawing/2014/main" id="{E3D2F8B8-BFCD-D494-1F3D-AE1B2BC50D5A}"/>
                    </a:ext>
                  </a:extLst>
                </p:cNvPr>
                <p:cNvPicPr/>
                <p:nvPr/>
              </p:nvPicPr>
              <p:blipFill>
                <a:blip r:embed="rId10"/>
                <a:stretch>
                  <a:fillRect/>
                </a:stretch>
              </p:blipFill>
              <p:spPr>
                <a:xfrm>
                  <a:off x="1557808" y="2569401"/>
                  <a:ext cx="293760" cy="53136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11">
            <p14:nvContentPartPr>
              <p14:cNvPr id="11" name="Tinta 10">
                <a:extLst>
                  <a:ext uri="{FF2B5EF4-FFF2-40B4-BE49-F238E27FC236}">
                    <a16:creationId xmlns:a16="http://schemas.microsoft.com/office/drawing/2014/main" id="{8F000DA2-9217-967C-2F45-D782565ED68F}"/>
                  </a:ext>
                </a:extLst>
              </p14:cNvPr>
              <p14:cNvContentPartPr/>
              <p14:nvPr/>
            </p14:nvContentPartPr>
            <p14:xfrm>
              <a:off x="2857048" y="3323241"/>
              <a:ext cx="1111320" cy="653400"/>
            </p14:xfrm>
          </p:contentPart>
        </mc:Choice>
        <mc:Fallback>
          <p:pic>
            <p:nvPicPr>
              <p:cNvPr id="11" name="Tinta 10">
                <a:extLst>
                  <a:ext uri="{FF2B5EF4-FFF2-40B4-BE49-F238E27FC236}">
                    <a16:creationId xmlns:a16="http://schemas.microsoft.com/office/drawing/2014/main" id="{8F000DA2-9217-967C-2F45-D782565ED68F}"/>
                  </a:ext>
                </a:extLst>
              </p:cNvPr>
              <p:cNvPicPr/>
              <p:nvPr/>
            </p:nvPicPr>
            <p:blipFill>
              <a:blip r:embed="rId12"/>
              <a:stretch>
                <a:fillRect/>
              </a:stretch>
            </p:blipFill>
            <p:spPr>
              <a:xfrm>
                <a:off x="2850928" y="3317121"/>
                <a:ext cx="1123560" cy="665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3">
            <p14:nvContentPartPr>
              <p14:cNvPr id="34" name="Tinta 33">
                <a:extLst>
                  <a:ext uri="{FF2B5EF4-FFF2-40B4-BE49-F238E27FC236}">
                    <a16:creationId xmlns:a16="http://schemas.microsoft.com/office/drawing/2014/main" id="{E1A87A7F-9A96-F943-E989-9567F84A1900}"/>
                  </a:ext>
                </a:extLst>
              </p14:cNvPr>
              <p14:cNvContentPartPr/>
              <p14:nvPr/>
            </p14:nvContentPartPr>
            <p14:xfrm>
              <a:off x="3314968" y="3539241"/>
              <a:ext cx="336960" cy="42840"/>
            </p14:xfrm>
          </p:contentPart>
        </mc:Choice>
        <mc:Fallback>
          <p:pic>
            <p:nvPicPr>
              <p:cNvPr id="34" name="Tinta 33">
                <a:extLst>
                  <a:ext uri="{FF2B5EF4-FFF2-40B4-BE49-F238E27FC236}">
                    <a16:creationId xmlns:a16="http://schemas.microsoft.com/office/drawing/2014/main" id="{E1A87A7F-9A96-F943-E989-9567F84A1900}"/>
                  </a:ext>
                </a:extLst>
              </p:cNvPr>
              <p:cNvPicPr/>
              <p:nvPr/>
            </p:nvPicPr>
            <p:blipFill>
              <a:blip r:embed="rId14"/>
              <a:stretch>
                <a:fillRect/>
              </a:stretch>
            </p:blipFill>
            <p:spPr>
              <a:xfrm>
                <a:off x="3308848" y="3533121"/>
                <a:ext cx="349200" cy="55080"/>
              </a:xfrm>
              <a:prstGeom prst="rect">
                <a:avLst/>
              </a:prstGeom>
            </p:spPr>
          </p:pic>
        </mc:Fallback>
      </mc:AlternateContent>
      <p:grpSp>
        <p:nvGrpSpPr>
          <p:cNvPr id="38" name="Agrupar 37">
            <a:extLst>
              <a:ext uri="{FF2B5EF4-FFF2-40B4-BE49-F238E27FC236}">
                <a16:creationId xmlns:a16="http://schemas.microsoft.com/office/drawing/2014/main" id="{7437B0E1-DD4C-74FB-14E1-D113CAEA2904}"/>
              </a:ext>
            </a:extLst>
          </p:cNvPr>
          <p:cNvGrpSpPr/>
          <p:nvPr/>
        </p:nvGrpSpPr>
        <p:grpSpPr>
          <a:xfrm>
            <a:off x="7441288" y="3358161"/>
            <a:ext cx="955080" cy="474120"/>
            <a:chOff x="7441288" y="3358161"/>
            <a:chExt cx="955080" cy="4741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5">
              <p14:nvContentPartPr>
                <p14:cNvPr id="36" name="Tinta 35">
                  <a:extLst>
                    <a:ext uri="{FF2B5EF4-FFF2-40B4-BE49-F238E27FC236}">
                      <a16:creationId xmlns:a16="http://schemas.microsoft.com/office/drawing/2014/main" id="{EE4C9347-7CA0-7BD8-00F4-0491257AD1A2}"/>
                    </a:ext>
                  </a:extLst>
                </p14:cNvPr>
                <p14:cNvContentPartPr/>
                <p14:nvPr/>
              </p14:nvContentPartPr>
              <p14:xfrm>
                <a:off x="7441288" y="3358161"/>
                <a:ext cx="955080" cy="474120"/>
              </p14:xfrm>
            </p:contentPart>
          </mc:Choice>
          <mc:Fallback>
            <p:pic>
              <p:nvPicPr>
                <p:cNvPr id="36" name="Tinta 35">
                  <a:extLst>
                    <a:ext uri="{FF2B5EF4-FFF2-40B4-BE49-F238E27FC236}">
                      <a16:creationId xmlns:a16="http://schemas.microsoft.com/office/drawing/2014/main" id="{EE4C9347-7CA0-7BD8-00F4-0491257AD1A2}"/>
                    </a:ext>
                  </a:extLst>
                </p:cNvPr>
                <p:cNvPicPr/>
                <p:nvPr/>
              </p:nvPicPr>
              <p:blipFill>
                <a:blip r:embed="rId16"/>
                <a:stretch>
                  <a:fillRect/>
                </a:stretch>
              </p:blipFill>
              <p:spPr>
                <a:xfrm>
                  <a:off x="7435168" y="3352041"/>
                  <a:ext cx="967320" cy="486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">
              <p14:nvContentPartPr>
                <p14:cNvPr id="37" name="Tinta 36">
                  <a:extLst>
                    <a:ext uri="{FF2B5EF4-FFF2-40B4-BE49-F238E27FC236}">
                      <a16:creationId xmlns:a16="http://schemas.microsoft.com/office/drawing/2014/main" id="{C1382FC4-41A9-B561-EC2D-0961126661C6}"/>
                    </a:ext>
                  </a:extLst>
                </p14:cNvPr>
                <p14:cNvContentPartPr/>
                <p14:nvPr/>
              </p14:nvContentPartPr>
              <p14:xfrm>
                <a:off x="8210248" y="3455721"/>
                <a:ext cx="152640" cy="178200"/>
              </p14:xfrm>
            </p:contentPart>
          </mc:Choice>
          <mc:Fallback>
            <p:pic>
              <p:nvPicPr>
                <p:cNvPr id="37" name="Tinta 36">
                  <a:extLst>
                    <a:ext uri="{FF2B5EF4-FFF2-40B4-BE49-F238E27FC236}">
                      <a16:creationId xmlns:a16="http://schemas.microsoft.com/office/drawing/2014/main" id="{C1382FC4-41A9-B561-EC2D-0961126661C6}"/>
                    </a:ext>
                  </a:extLst>
                </p:cNvPr>
                <p:cNvPicPr/>
                <p:nvPr/>
              </p:nvPicPr>
              <p:blipFill>
                <a:blip r:embed="rId18"/>
                <a:stretch>
                  <a:fillRect/>
                </a:stretch>
              </p:blipFill>
              <p:spPr>
                <a:xfrm>
                  <a:off x="8204128" y="3449601"/>
                  <a:ext cx="164880" cy="19044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19">
            <p14:nvContentPartPr>
              <p14:cNvPr id="39" name="Tinta 38">
                <a:extLst>
                  <a:ext uri="{FF2B5EF4-FFF2-40B4-BE49-F238E27FC236}">
                    <a16:creationId xmlns:a16="http://schemas.microsoft.com/office/drawing/2014/main" id="{1A24FFC6-BA39-8871-B317-7F571ABE3E83}"/>
                  </a:ext>
                </a:extLst>
              </p14:cNvPr>
              <p14:cNvContentPartPr/>
              <p14:nvPr/>
            </p14:nvContentPartPr>
            <p14:xfrm>
              <a:off x="7440928" y="3819321"/>
              <a:ext cx="352080" cy="52200"/>
            </p14:xfrm>
          </p:contentPart>
        </mc:Choice>
        <mc:Fallback>
          <p:pic>
            <p:nvPicPr>
              <p:cNvPr id="39" name="Tinta 38">
                <a:extLst>
                  <a:ext uri="{FF2B5EF4-FFF2-40B4-BE49-F238E27FC236}">
                    <a16:creationId xmlns:a16="http://schemas.microsoft.com/office/drawing/2014/main" id="{1A24FFC6-BA39-8871-B317-7F571ABE3E83}"/>
                  </a:ext>
                </a:extLst>
              </p:cNvPr>
              <p:cNvPicPr/>
              <p:nvPr/>
            </p:nvPicPr>
            <p:blipFill>
              <a:blip r:embed="rId20"/>
              <a:stretch>
                <a:fillRect/>
              </a:stretch>
            </p:blipFill>
            <p:spPr>
              <a:xfrm>
                <a:off x="7434808" y="3813201"/>
                <a:ext cx="364320" cy="64440"/>
              </a:xfrm>
              <a:prstGeom prst="rect">
                <a:avLst/>
              </a:prstGeom>
            </p:spPr>
          </p:pic>
        </mc:Fallback>
      </mc:AlternateContent>
      <p:grpSp>
        <p:nvGrpSpPr>
          <p:cNvPr id="59" name="Agrupar 58">
            <a:extLst>
              <a:ext uri="{FF2B5EF4-FFF2-40B4-BE49-F238E27FC236}">
                <a16:creationId xmlns:a16="http://schemas.microsoft.com/office/drawing/2014/main" id="{4B1C9E45-A013-BE6A-1103-0A6A233108D3}"/>
              </a:ext>
            </a:extLst>
          </p:cNvPr>
          <p:cNvGrpSpPr/>
          <p:nvPr/>
        </p:nvGrpSpPr>
        <p:grpSpPr>
          <a:xfrm>
            <a:off x="9493648" y="2645001"/>
            <a:ext cx="1761480" cy="904680"/>
            <a:chOff x="9493648" y="2645001"/>
            <a:chExt cx="1761480" cy="9046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1">
              <p14:nvContentPartPr>
                <p14:cNvPr id="40" name="Tinta 39">
                  <a:extLst>
                    <a:ext uri="{FF2B5EF4-FFF2-40B4-BE49-F238E27FC236}">
                      <a16:creationId xmlns:a16="http://schemas.microsoft.com/office/drawing/2014/main" id="{381693C0-7482-676F-D77C-62E9A832D08A}"/>
                    </a:ext>
                  </a:extLst>
                </p14:cNvPr>
                <p14:cNvContentPartPr/>
                <p14:nvPr/>
              </p14:nvContentPartPr>
              <p14:xfrm>
                <a:off x="9714688" y="2790801"/>
                <a:ext cx="186120" cy="22680"/>
              </p14:xfrm>
            </p:contentPart>
          </mc:Choice>
          <mc:Fallback>
            <p:pic>
              <p:nvPicPr>
                <p:cNvPr id="40" name="Tinta 39">
                  <a:extLst>
                    <a:ext uri="{FF2B5EF4-FFF2-40B4-BE49-F238E27FC236}">
                      <a16:creationId xmlns:a16="http://schemas.microsoft.com/office/drawing/2014/main" id="{381693C0-7482-676F-D77C-62E9A832D08A}"/>
                    </a:ext>
                  </a:extLst>
                </p:cNvPr>
                <p:cNvPicPr/>
                <p:nvPr/>
              </p:nvPicPr>
              <p:blipFill>
                <a:blip r:embed="rId22"/>
                <a:stretch>
                  <a:fillRect/>
                </a:stretch>
              </p:blipFill>
              <p:spPr>
                <a:xfrm>
                  <a:off x="9708568" y="2784681"/>
                  <a:ext cx="198360" cy="34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3">
              <p14:nvContentPartPr>
                <p14:cNvPr id="41" name="Tinta 40">
                  <a:extLst>
                    <a:ext uri="{FF2B5EF4-FFF2-40B4-BE49-F238E27FC236}">
                      <a16:creationId xmlns:a16="http://schemas.microsoft.com/office/drawing/2014/main" id="{88B7638C-DF4B-1741-1B1C-F407756454C4}"/>
                    </a:ext>
                  </a:extLst>
                </p14:cNvPr>
                <p14:cNvContentPartPr/>
                <p14:nvPr/>
              </p14:nvContentPartPr>
              <p14:xfrm>
                <a:off x="9691288" y="2699721"/>
                <a:ext cx="70920" cy="497880"/>
              </p14:xfrm>
            </p:contentPart>
          </mc:Choice>
          <mc:Fallback>
            <p:pic>
              <p:nvPicPr>
                <p:cNvPr id="41" name="Tinta 40">
                  <a:extLst>
                    <a:ext uri="{FF2B5EF4-FFF2-40B4-BE49-F238E27FC236}">
                      <a16:creationId xmlns:a16="http://schemas.microsoft.com/office/drawing/2014/main" id="{88B7638C-DF4B-1741-1B1C-F407756454C4}"/>
                    </a:ext>
                  </a:extLst>
                </p:cNvPr>
                <p:cNvPicPr/>
                <p:nvPr/>
              </p:nvPicPr>
              <p:blipFill>
                <a:blip r:embed="rId24"/>
                <a:stretch>
                  <a:fillRect/>
                </a:stretch>
              </p:blipFill>
              <p:spPr>
                <a:xfrm>
                  <a:off x="9685168" y="2693601"/>
                  <a:ext cx="83160" cy="510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5">
              <p14:nvContentPartPr>
                <p14:cNvPr id="42" name="Tinta 41">
                  <a:extLst>
                    <a:ext uri="{FF2B5EF4-FFF2-40B4-BE49-F238E27FC236}">
                      <a16:creationId xmlns:a16="http://schemas.microsoft.com/office/drawing/2014/main" id="{B9789DBE-6802-29F3-BB74-6C61FEEF04FD}"/>
                    </a:ext>
                  </a:extLst>
                </p14:cNvPr>
                <p14:cNvContentPartPr/>
                <p14:nvPr/>
              </p14:nvContentPartPr>
              <p14:xfrm>
                <a:off x="9493648" y="2660121"/>
                <a:ext cx="186120" cy="183600"/>
              </p14:xfrm>
            </p:contentPart>
          </mc:Choice>
          <mc:Fallback>
            <p:pic>
              <p:nvPicPr>
                <p:cNvPr id="42" name="Tinta 41">
                  <a:extLst>
                    <a:ext uri="{FF2B5EF4-FFF2-40B4-BE49-F238E27FC236}">
                      <a16:creationId xmlns:a16="http://schemas.microsoft.com/office/drawing/2014/main" id="{B9789DBE-6802-29F3-BB74-6C61FEEF04FD}"/>
                    </a:ext>
                  </a:extLst>
                </p:cNvPr>
                <p:cNvPicPr/>
                <p:nvPr/>
              </p:nvPicPr>
              <p:blipFill>
                <a:blip r:embed="rId26"/>
                <a:stretch>
                  <a:fillRect/>
                </a:stretch>
              </p:blipFill>
              <p:spPr>
                <a:xfrm>
                  <a:off x="9487528" y="2654001"/>
                  <a:ext cx="198360" cy="195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7">
              <p14:nvContentPartPr>
                <p14:cNvPr id="43" name="Tinta 42">
                  <a:extLst>
                    <a:ext uri="{FF2B5EF4-FFF2-40B4-BE49-F238E27FC236}">
                      <a16:creationId xmlns:a16="http://schemas.microsoft.com/office/drawing/2014/main" id="{A0DF9A30-D667-7283-B5BA-901CC7EF1A42}"/>
                    </a:ext>
                  </a:extLst>
                </p14:cNvPr>
                <p14:cNvContentPartPr/>
                <p14:nvPr/>
              </p14:nvContentPartPr>
              <p14:xfrm>
                <a:off x="9572128" y="2645001"/>
                <a:ext cx="397080" cy="127080"/>
              </p14:xfrm>
            </p:contentPart>
          </mc:Choice>
          <mc:Fallback>
            <p:pic>
              <p:nvPicPr>
                <p:cNvPr id="43" name="Tinta 42">
                  <a:extLst>
                    <a:ext uri="{FF2B5EF4-FFF2-40B4-BE49-F238E27FC236}">
                      <a16:creationId xmlns:a16="http://schemas.microsoft.com/office/drawing/2014/main" id="{A0DF9A30-D667-7283-B5BA-901CC7EF1A42}"/>
                    </a:ext>
                  </a:extLst>
                </p:cNvPr>
                <p:cNvPicPr/>
                <p:nvPr/>
              </p:nvPicPr>
              <p:blipFill>
                <a:blip r:embed="rId28"/>
                <a:stretch>
                  <a:fillRect/>
                </a:stretch>
              </p:blipFill>
              <p:spPr>
                <a:xfrm>
                  <a:off x="9566008" y="2638881"/>
                  <a:ext cx="409320" cy="139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9">
              <p14:nvContentPartPr>
                <p14:cNvPr id="45" name="Tinta 44">
                  <a:extLst>
                    <a:ext uri="{FF2B5EF4-FFF2-40B4-BE49-F238E27FC236}">
                      <a16:creationId xmlns:a16="http://schemas.microsoft.com/office/drawing/2014/main" id="{90C642CE-2F0A-F70A-7D1D-76E1C5371436}"/>
                    </a:ext>
                  </a:extLst>
                </p14:cNvPr>
                <p14:cNvContentPartPr/>
                <p14:nvPr/>
              </p14:nvContentPartPr>
              <p14:xfrm>
                <a:off x="9667528" y="3155481"/>
                <a:ext cx="1178280" cy="129240"/>
              </p14:xfrm>
            </p:contentPart>
          </mc:Choice>
          <mc:Fallback>
            <p:pic>
              <p:nvPicPr>
                <p:cNvPr id="45" name="Tinta 44">
                  <a:extLst>
                    <a:ext uri="{FF2B5EF4-FFF2-40B4-BE49-F238E27FC236}">
                      <a16:creationId xmlns:a16="http://schemas.microsoft.com/office/drawing/2014/main" id="{90C642CE-2F0A-F70A-7D1D-76E1C5371436}"/>
                    </a:ext>
                  </a:extLst>
                </p:cNvPr>
                <p:cNvPicPr/>
                <p:nvPr/>
              </p:nvPicPr>
              <p:blipFill>
                <a:blip r:embed="rId30"/>
                <a:stretch>
                  <a:fillRect/>
                </a:stretch>
              </p:blipFill>
              <p:spPr>
                <a:xfrm>
                  <a:off x="9661408" y="3149361"/>
                  <a:ext cx="1190520" cy="141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1">
              <p14:nvContentPartPr>
                <p14:cNvPr id="46" name="Tinta 45">
                  <a:extLst>
                    <a:ext uri="{FF2B5EF4-FFF2-40B4-BE49-F238E27FC236}">
                      <a16:creationId xmlns:a16="http://schemas.microsoft.com/office/drawing/2014/main" id="{D02DFC11-8FB3-CCCB-E50A-5A0D43296701}"/>
                    </a:ext>
                  </a:extLst>
                </p14:cNvPr>
                <p14:cNvContentPartPr/>
                <p14:nvPr/>
              </p14:nvContentPartPr>
              <p14:xfrm>
                <a:off x="10751128" y="3274281"/>
                <a:ext cx="189000" cy="48600"/>
              </p14:xfrm>
            </p:contentPart>
          </mc:Choice>
          <mc:Fallback>
            <p:pic>
              <p:nvPicPr>
                <p:cNvPr id="46" name="Tinta 45">
                  <a:extLst>
                    <a:ext uri="{FF2B5EF4-FFF2-40B4-BE49-F238E27FC236}">
                      <a16:creationId xmlns:a16="http://schemas.microsoft.com/office/drawing/2014/main" id="{D02DFC11-8FB3-CCCB-E50A-5A0D43296701}"/>
                    </a:ext>
                  </a:extLst>
                </p:cNvPr>
                <p:cNvPicPr/>
                <p:nvPr/>
              </p:nvPicPr>
              <p:blipFill>
                <a:blip r:embed="rId32"/>
                <a:stretch>
                  <a:fillRect/>
                </a:stretch>
              </p:blipFill>
              <p:spPr>
                <a:xfrm>
                  <a:off x="10745008" y="3268161"/>
                  <a:ext cx="201240" cy="60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3">
              <p14:nvContentPartPr>
                <p14:cNvPr id="47" name="Tinta 46">
                  <a:extLst>
                    <a:ext uri="{FF2B5EF4-FFF2-40B4-BE49-F238E27FC236}">
                      <a16:creationId xmlns:a16="http://schemas.microsoft.com/office/drawing/2014/main" id="{3CE135E9-BD76-347E-12E5-EAA42633972E}"/>
                    </a:ext>
                  </a:extLst>
                </p14:cNvPr>
                <p14:cNvContentPartPr/>
                <p14:nvPr/>
              </p14:nvContentPartPr>
              <p14:xfrm>
                <a:off x="10673368" y="3198681"/>
                <a:ext cx="185040" cy="142560"/>
              </p14:xfrm>
            </p:contentPart>
          </mc:Choice>
          <mc:Fallback>
            <p:pic>
              <p:nvPicPr>
                <p:cNvPr id="47" name="Tinta 46">
                  <a:extLst>
                    <a:ext uri="{FF2B5EF4-FFF2-40B4-BE49-F238E27FC236}">
                      <a16:creationId xmlns:a16="http://schemas.microsoft.com/office/drawing/2014/main" id="{3CE135E9-BD76-347E-12E5-EAA42633972E}"/>
                    </a:ext>
                  </a:extLst>
                </p:cNvPr>
                <p:cNvPicPr/>
                <p:nvPr/>
              </p:nvPicPr>
              <p:blipFill>
                <a:blip r:embed="rId34"/>
                <a:stretch>
                  <a:fillRect/>
                </a:stretch>
              </p:blipFill>
              <p:spPr>
                <a:xfrm>
                  <a:off x="10667248" y="3192561"/>
                  <a:ext cx="197280" cy="154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5">
              <p14:nvContentPartPr>
                <p14:cNvPr id="49" name="Tinta 48">
                  <a:extLst>
                    <a:ext uri="{FF2B5EF4-FFF2-40B4-BE49-F238E27FC236}">
                      <a16:creationId xmlns:a16="http://schemas.microsoft.com/office/drawing/2014/main" id="{B1E154B0-2F6F-9909-CCDB-21477BF46741}"/>
                    </a:ext>
                  </a:extLst>
                </p14:cNvPr>
                <p14:cNvContentPartPr/>
                <p14:nvPr/>
              </p14:nvContentPartPr>
              <p14:xfrm>
                <a:off x="9702448" y="2735721"/>
                <a:ext cx="1306080" cy="497160"/>
              </p14:xfrm>
            </p:contentPart>
          </mc:Choice>
          <mc:Fallback>
            <p:pic>
              <p:nvPicPr>
                <p:cNvPr id="49" name="Tinta 48">
                  <a:extLst>
                    <a:ext uri="{FF2B5EF4-FFF2-40B4-BE49-F238E27FC236}">
                      <a16:creationId xmlns:a16="http://schemas.microsoft.com/office/drawing/2014/main" id="{B1E154B0-2F6F-9909-CCDB-21477BF46741}"/>
                    </a:ext>
                  </a:extLst>
                </p:cNvPr>
                <p:cNvPicPr/>
                <p:nvPr/>
              </p:nvPicPr>
              <p:blipFill>
                <a:blip r:embed="rId36"/>
                <a:stretch>
                  <a:fillRect/>
                </a:stretch>
              </p:blipFill>
              <p:spPr>
                <a:xfrm>
                  <a:off x="9696328" y="2729601"/>
                  <a:ext cx="1318320" cy="509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7">
              <p14:nvContentPartPr>
                <p14:cNvPr id="50" name="Tinta 49">
                  <a:extLst>
                    <a:ext uri="{FF2B5EF4-FFF2-40B4-BE49-F238E27FC236}">
                      <a16:creationId xmlns:a16="http://schemas.microsoft.com/office/drawing/2014/main" id="{5E5E3830-677E-C1AE-B3AE-915A4D1355F0}"/>
                    </a:ext>
                  </a:extLst>
                </p14:cNvPr>
                <p14:cNvContentPartPr/>
                <p14:nvPr/>
              </p14:nvContentPartPr>
              <p14:xfrm>
                <a:off x="10727728" y="2729961"/>
                <a:ext cx="386280" cy="76320"/>
              </p14:xfrm>
            </p:contentPart>
          </mc:Choice>
          <mc:Fallback>
            <p:pic>
              <p:nvPicPr>
                <p:cNvPr id="50" name="Tinta 49">
                  <a:extLst>
                    <a:ext uri="{FF2B5EF4-FFF2-40B4-BE49-F238E27FC236}">
                      <a16:creationId xmlns:a16="http://schemas.microsoft.com/office/drawing/2014/main" id="{5E5E3830-677E-C1AE-B3AE-915A4D1355F0}"/>
                    </a:ext>
                  </a:extLst>
                </p:cNvPr>
                <p:cNvPicPr/>
                <p:nvPr/>
              </p:nvPicPr>
              <p:blipFill>
                <a:blip r:embed="rId38"/>
                <a:stretch>
                  <a:fillRect/>
                </a:stretch>
              </p:blipFill>
              <p:spPr>
                <a:xfrm>
                  <a:off x="10721608" y="2723841"/>
                  <a:ext cx="398520" cy="88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9">
              <p14:nvContentPartPr>
                <p14:cNvPr id="52" name="Tinta 51">
                  <a:extLst>
                    <a:ext uri="{FF2B5EF4-FFF2-40B4-BE49-F238E27FC236}">
                      <a16:creationId xmlns:a16="http://schemas.microsoft.com/office/drawing/2014/main" id="{EF37E090-43A1-D5C3-143B-5F0F2F19B2EB}"/>
                    </a:ext>
                  </a:extLst>
                </p14:cNvPr>
                <p14:cNvContentPartPr/>
                <p14:nvPr/>
              </p14:nvContentPartPr>
              <p14:xfrm>
                <a:off x="10868848" y="2790801"/>
                <a:ext cx="81720" cy="330480"/>
              </p14:xfrm>
            </p:contentPart>
          </mc:Choice>
          <mc:Fallback>
            <p:pic>
              <p:nvPicPr>
                <p:cNvPr id="52" name="Tinta 51">
                  <a:extLst>
                    <a:ext uri="{FF2B5EF4-FFF2-40B4-BE49-F238E27FC236}">
                      <a16:creationId xmlns:a16="http://schemas.microsoft.com/office/drawing/2014/main" id="{EF37E090-43A1-D5C3-143B-5F0F2F19B2EB}"/>
                    </a:ext>
                  </a:extLst>
                </p:cNvPr>
                <p:cNvPicPr/>
                <p:nvPr/>
              </p:nvPicPr>
              <p:blipFill>
                <a:blip r:embed="rId40"/>
                <a:stretch>
                  <a:fillRect/>
                </a:stretch>
              </p:blipFill>
              <p:spPr>
                <a:xfrm>
                  <a:off x="10862728" y="2784681"/>
                  <a:ext cx="93960" cy="342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1">
              <p14:nvContentPartPr>
                <p14:cNvPr id="53" name="Tinta 52">
                  <a:extLst>
                    <a:ext uri="{FF2B5EF4-FFF2-40B4-BE49-F238E27FC236}">
                      <a16:creationId xmlns:a16="http://schemas.microsoft.com/office/drawing/2014/main" id="{DBCD66AA-EA77-4B37-AC54-8DC01B1F18F8}"/>
                    </a:ext>
                  </a:extLst>
                </p14:cNvPr>
                <p14:cNvContentPartPr/>
                <p14:nvPr/>
              </p14:nvContentPartPr>
              <p14:xfrm>
                <a:off x="10857328" y="2736441"/>
                <a:ext cx="94320" cy="87120"/>
              </p14:xfrm>
            </p:contentPart>
          </mc:Choice>
          <mc:Fallback>
            <p:pic>
              <p:nvPicPr>
                <p:cNvPr id="53" name="Tinta 52">
                  <a:extLst>
                    <a:ext uri="{FF2B5EF4-FFF2-40B4-BE49-F238E27FC236}">
                      <a16:creationId xmlns:a16="http://schemas.microsoft.com/office/drawing/2014/main" id="{DBCD66AA-EA77-4B37-AC54-8DC01B1F18F8}"/>
                    </a:ext>
                  </a:extLst>
                </p:cNvPr>
                <p:cNvPicPr/>
                <p:nvPr/>
              </p:nvPicPr>
              <p:blipFill>
                <a:blip r:embed="rId42"/>
                <a:stretch>
                  <a:fillRect/>
                </a:stretch>
              </p:blipFill>
              <p:spPr>
                <a:xfrm>
                  <a:off x="10851208" y="2730321"/>
                  <a:ext cx="106560" cy="99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3">
              <p14:nvContentPartPr>
                <p14:cNvPr id="55" name="Tinta 54">
                  <a:extLst>
                    <a:ext uri="{FF2B5EF4-FFF2-40B4-BE49-F238E27FC236}">
                      <a16:creationId xmlns:a16="http://schemas.microsoft.com/office/drawing/2014/main" id="{57AF4B39-2027-ACC4-ECA0-DB6436A10E82}"/>
                    </a:ext>
                  </a:extLst>
                </p14:cNvPr>
                <p14:cNvContentPartPr/>
                <p14:nvPr/>
              </p14:nvContentPartPr>
              <p14:xfrm>
                <a:off x="9993688" y="3379041"/>
                <a:ext cx="210600" cy="170640"/>
              </p14:xfrm>
            </p:contentPart>
          </mc:Choice>
          <mc:Fallback>
            <p:pic>
              <p:nvPicPr>
                <p:cNvPr id="55" name="Tinta 54">
                  <a:extLst>
                    <a:ext uri="{FF2B5EF4-FFF2-40B4-BE49-F238E27FC236}">
                      <a16:creationId xmlns:a16="http://schemas.microsoft.com/office/drawing/2014/main" id="{57AF4B39-2027-ACC4-ECA0-DB6436A10E82}"/>
                    </a:ext>
                  </a:extLst>
                </p:cNvPr>
                <p:cNvPicPr/>
                <p:nvPr/>
              </p:nvPicPr>
              <p:blipFill>
                <a:blip r:embed="rId44"/>
                <a:stretch>
                  <a:fillRect/>
                </a:stretch>
              </p:blipFill>
              <p:spPr>
                <a:xfrm>
                  <a:off x="9987568" y="3372921"/>
                  <a:ext cx="222840" cy="182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5">
              <p14:nvContentPartPr>
                <p14:cNvPr id="56" name="Tinta 55">
                  <a:extLst>
                    <a:ext uri="{FF2B5EF4-FFF2-40B4-BE49-F238E27FC236}">
                      <a16:creationId xmlns:a16="http://schemas.microsoft.com/office/drawing/2014/main" id="{B4301076-B432-2D9B-08A0-649A69F35771}"/>
                    </a:ext>
                  </a:extLst>
                </p14:cNvPr>
                <p14:cNvContentPartPr/>
                <p14:nvPr/>
              </p14:nvContentPartPr>
              <p14:xfrm>
                <a:off x="10916008" y="2900241"/>
                <a:ext cx="339120" cy="250200"/>
              </p14:xfrm>
            </p:contentPart>
          </mc:Choice>
          <mc:Fallback>
            <p:pic>
              <p:nvPicPr>
                <p:cNvPr id="56" name="Tinta 55">
                  <a:extLst>
                    <a:ext uri="{FF2B5EF4-FFF2-40B4-BE49-F238E27FC236}">
                      <a16:creationId xmlns:a16="http://schemas.microsoft.com/office/drawing/2014/main" id="{B4301076-B432-2D9B-08A0-649A69F35771}"/>
                    </a:ext>
                  </a:extLst>
                </p:cNvPr>
                <p:cNvPicPr/>
                <p:nvPr/>
              </p:nvPicPr>
              <p:blipFill>
                <a:blip r:embed="rId46"/>
                <a:stretch>
                  <a:fillRect/>
                </a:stretch>
              </p:blipFill>
              <p:spPr>
                <a:xfrm>
                  <a:off x="10909888" y="2894121"/>
                  <a:ext cx="351360" cy="262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7">
              <p14:nvContentPartPr>
                <p14:cNvPr id="58" name="Tinta 57">
                  <a:extLst>
                    <a:ext uri="{FF2B5EF4-FFF2-40B4-BE49-F238E27FC236}">
                      <a16:creationId xmlns:a16="http://schemas.microsoft.com/office/drawing/2014/main" id="{C1715822-A33B-587F-3E8D-60B479827929}"/>
                    </a:ext>
                  </a:extLst>
                </p14:cNvPr>
                <p14:cNvContentPartPr/>
                <p14:nvPr/>
              </p14:nvContentPartPr>
              <p14:xfrm>
                <a:off x="10156768" y="2807361"/>
                <a:ext cx="291960" cy="102960"/>
              </p14:xfrm>
            </p:contentPart>
          </mc:Choice>
          <mc:Fallback>
            <p:pic>
              <p:nvPicPr>
                <p:cNvPr id="58" name="Tinta 57">
                  <a:extLst>
                    <a:ext uri="{FF2B5EF4-FFF2-40B4-BE49-F238E27FC236}">
                      <a16:creationId xmlns:a16="http://schemas.microsoft.com/office/drawing/2014/main" id="{C1715822-A33B-587F-3E8D-60B479827929}"/>
                    </a:ext>
                  </a:extLst>
                </p:cNvPr>
                <p:cNvPicPr/>
                <p:nvPr/>
              </p:nvPicPr>
              <p:blipFill>
                <a:blip r:embed="rId48"/>
                <a:stretch>
                  <a:fillRect/>
                </a:stretch>
              </p:blipFill>
              <p:spPr>
                <a:xfrm>
                  <a:off x="10150648" y="2801241"/>
                  <a:ext cx="304200" cy="1152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71" name="Agrupar 70">
            <a:extLst>
              <a:ext uri="{FF2B5EF4-FFF2-40B4-BE49-F238E27FC236}">
                <a16:creationId xmlns:a16="http://schemas.microsoft.com/office/drawing/2014/main" id="{2729E88A-441F-C240-B7B8-050A9330E5B3}"/>
              </a:ext>
            </a:extLst>
          </p:cNvPr>
          <p:cNvGrpSpPr/>
          <p:nvPr/>
        </p:nvGrpSpPr>
        <p:grpSpPr>
          <a:xfrm>
            <a:off x="9666808" y="3834441"/>
            <a:ext cx="2462760" cy="494640"/>
            <a:chOff x="9666808" y="3834441"/>
            <a:chExt cx="2462760" cy="4946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49">
              <p14:nvContentPartPr>
                <p14:cNvPr id="61" name="Tinta 60">
                  <a:extLst>
                    <a:ext uri="{FF2B5EF4-FFF2-40B4-BE49-F238E27FC236}">
                      <a16:creationId xmlns:a16="http://schemas.microsoft.com/office/drawing/2014/main" id="{C932506C-1DDC-6700-2B02-41556E281042}"/>
                    </a:ext>
                  </a:extLst>
                </p14:cNvPr>
                <p14:cNvContentPartPr/>
                <p14:nvPr/>
              </p14:nvContentPartPr>
              <p14:xfrm>
                <a:off x="10064968" y="3900321"/>
                <a:ext cx="326520" cy="127440"/>
              </p14:xfrm>
            </p:contentPart>
          </mc:Choice>
          <mc:Fallback>
            <p:pic>
              <p:nvPicPr>
                <p:cNvPr id="61" name="Tinta 60">
                  <a:extLst>
                    <a:ext uri="{FF2B5EF4-FFF2-40B4-BE49-F238E27FC236}">
                      <a16:creationId xmlns:a16="http://schemas.microsoft.com/office/drawing/2014/main" id="{C932506C-1DDC-6700-2B02-41556E281042}"/>
                    </a:ext>
                  </a:extLst>
                </p:cNvPr>
                <p:cNvPicPr/>
                <p:nvPr/>
              </p:nvPicPr>
              <p:blipFill>
                <a:blip r:embed="rId50"/>
                <a:stretch>
                  <a:fillRect/>
                </a:stretch>
              </p:blipFill>
              <p:spPr>
                <a:xfrm>
                  <a:off x="10058848" y="3894201"/>
                  <a:ext cx="338760" cy="139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1">
              <p14:nvContentPartPr>
                <p14:cNvPr id="60" name="Tinta 59">
                  <a:extLst>
                    <a:ext uri="{FF2B5EF4-FFF2-40B4-BE49-F238E27FC236}">
                      <a16:creationId xmlns:a16="http://schemas.microsoft.com/office/drawing/2014/main" id="{612E4210-9A01-DD31-3544-B401A9526D4F}"/>
                    </a:ext>
                  </a:extLst>
                </p14:cNvPr>
                <p14:cNvContentPartPr/>
                <p14:nvPr/>
              </p14:nvContentPartPr>
              <p14:xfrm>
                <a:off x="9666808" y="4151601"/>
                <a:ext cx="257400" cy="114120"/>
              </p14:xfrm>
            </p:contentPart>
          </mc:Choice>
          <mc:Fallback>
            <p:pic>
              <p:nvPicPr>
                <p:cNvPr id="60" name="Tinta 59">
                  <a:extLst>
                    <a:ext uri="{FF2B5EF4-FFF2-40B4-BE49-F238E27FC236}">
                      <a16:creationId xmlns:a16="http://schemas.microsoft.com/office/drawing/2014/main" id="{612E4210-9A01-DD31-3544-B401A9526D4F}"/>
                    </a:ext>
                  </a:extLst>
                </p:cNvPr>
                <p:cNvPicPr/>
                <p:nvPr/>
              </p:nvPicPr>
              <p:blipFill>
                <a:blip r:embed="rId52"/>
                <a:stretch>
                  <a:fillRect/>
                </a:stretch>
              </p:blipFill>
              <p:spPr>
                <a:xfrm>
                  <a:off x="9660688" y="4145481"/>
                  <a:ext cx="269640" cy="126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3">
              <p14:nvContentPartPr>
                <p14:cNvPr id="62" name="Tinta 61">
                  <a:extLst>
                    <a:ext uri="{FF2B5EF4-FFF2-40B4-BE49-F238E27FC236}">
                      <a16:creationId xmlns:a16="http://schemas.microsoft.com/office/drawing/2014/main" id="{73AB353E-47CE-22EF-42D8-CA60831C83AF}"/>
                    </a:ext>
                  </a:extLst>
                </p14:cNvPr>
                <p14:cNvContentPartPr/>
                <p14:nvPr/>
              </p14:nvContentPartPr>
              <p14:xfrm>
                <a:off x="10274128" y="4173921"/>
                <a:ext cx="221400" cy="17640"/>
              </p14:xfrm>
            </p:contentPart>
          </mc:Choice>
          <mc:Fallback>
            <p:pic>
              <p:nvPicPr>
                <p:cNvPr id="62" name="Tinta 61">
                  <a:extLst>
                    <a:ext uri="{FF2B5EF4-FFF2-40B4-BE49-F238E27FC236}">
                      <a16:creationId xmlns:a16="http://schemas.microsoft.com/office/drawing/2014/main" id="{73AB353E-47CE-22EF-42D8-CA60831C83AF}"/>
                    </a:ext>
                  </a:extLst>
                </p:cNvPr>
                <p:cNvPicPr/>
                <p:nvPr/>
              </p:nvPicPr>
              <p:blipFill>
                <a:blip r:embed="rId54"/>
                <a:stretch>
                  <a:fillRect/>
                </a:stretch>
              </p:blipFill>
              <p:spPr>
                <a:xfrm>
                  <a:off x="10268008" y="4167801"/>
                  <a:ext cx="233640" cy="29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5">
              <p14:nvContentPartPr>
                <p14:cNvPr id="63" name="Tinta 62">
                  <a:extLst>
                    <a:ext uri="{FF2B5EF4-FFF2-40B4-BE49-F238E27FC236}">
                      <a16:creationId xmlns:a16="http://schemas.microsoft.com/office/drawing/2014/main" id="{9A73AABB-01C1-C829-5143-FCBC90582911}"/>
                    </a:ext>
                  </a:extLst>
                </p14:cNvPr>
                <p14:cNvContentPartPr/>
                <p14:nvPr/>
              </p14:nvContentPartPr>
              <p14:xfrm>
                <a:off x="10180168" y="4261041"/>
                <a:ext cx="164880" cy="10080"/>
              </p14:xfrm>
            </p:contentPart>
          </mc:Choice>
          <mc:Fallback>
            <p:pic>
              <p:nvPicPr>
                <p:cNvPr id="63" name="Tinta 62">
                  <a:extLst>
                    <a:ext uri="{FF2B5EF4-FFF2-40B4-BE49-F238E27FC236}">
                      <a16:creationId xmlns:a16="http://schemas.microsoft.com/office/drawing/2014/main" id="{9A73AABB-01C1-C829-5143-FCBC90582911}"/>
                    </a:ext>
                  </a:extLst>
                </p:cNvPr>
                <p:cNvPicPr/>
                <p:nvPr/>
              </p:nvPicPr>
              <p:blipFill>
                <a:blip r:embed="rId56"/>
                <a:stretch>
                  <a:fillRect/>
                </a:stretch>
              </p:blipFill>
              <p:spPr>
                <a:xfrm>
                  <a:off x="10174048" y="4254921"/>
                  <a:ext cx="177120" cy="22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7">
              <p14:nvContentPartPr>
                <p14:cNvPr id="65" name="Tinta 64">
                  <a:extLst>
                    <a:ext uri="{FF2B5EF4-FFF2-40B4-BE49-F238E27FC236}">
                      <a16:creationId xmlns:a16="http://schemas.microsoft.com/office/drawing/2014/main" id="{2AD8E5BC-4477-9A21-4524-C61961908E5F}"/>
                    </a:ext>
                  </a:extLst>
                </p14:cNvPr>
                <p14:cNvContentPartPr/>
                <p14:nvPr/>
              </p14:nvContentPartPr>
              <p14:xfrm>
                <a:off x="10624048" y="4121361"/>
                <a:ext cx="234000" cy="153720"/>
              </p14:xfrm>
            </p:contentPart>
          </mc:Choice>
          <mc:Fallback>
            <p:pic>
              <p:nvPicPr>
                <p:cNvPr id="65" name="Tinta 64">
                  <a:extLst>
                    <a:ext uri="{FF2B5EF4-FFF2-40B4-BE49-F238E27FC236}">
                      <a16:creationId xmlns:a16="http://schemas.microsoft.com/office/drawing/2014/main" id="{2AD8E5BC-4477-9A21-4524-C61961908E5F}"/>
                    </a:ext>
                  </a:extLst>
                </p:cNvPr>
                <p:cNvPicPr/>
                <p:nvPr/>
              </p:nvPicPr>
              <p:blipFill>
                <a:blip r:embed="rId58"/>
                <a:stretch>
                  <a:fillRect/>
                </a:stretch>
              </p:blipFill>
              <p:spPr>
                <a:xfrm>
                  <a:off x="10617928" y="4115241"/>
                  <a:ext cx="246240" cy="165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9">
              <p14:nvContentPartPr>
                <p14:cNvPr id="66" name="Tinta 65">
                  <a:extLst>
                    <a:ext uri="{FF2B5EF4-FFF2-40B4-BE49-F238E27FC236}">
                      <a16:creationId xmlns:a16="http://schemas.microsoft.com/office/drawing/2014/main" id="{B68D20F0-61C4-52E0-465D-CACE3A123991}"/>
                    </a:ext>
                  </a:extLst>
                </p14:cNvPr>
                <p14:cNvContentPartPr/>
                <p14:nvPr/>
              </p14:nvContentPartPr>
              <p14:xfrm>
                <a:off x="10919968" y="3908241"/>
                <a:ext cx="276480" cy="228600"/>
              </p14:xfrm>
            </p:contentPart>
          </mc:Choice>
          <mc:Fallback>
            <p:pic>
              <p:nvPicPr>
                <p:cNvPr id="66" name="Tinta 65">
                  <a:extLst>
                    <a:ext uri="{FF2B5EF4-FFF2-40B4-BE49-F238E27FC236}">
                      <a16:creationId xmlns:a16="http://schemas.microsoft.com/office/drawing/2014/main" id="{B68D20F0-61C4-52E0-465D-CACE3A123991}"/>
                    </a:ext>
                  </a:extLst>
                </p:cNvPr>
                <p:cNvPicPr/>
                <p:nvPr/>
              </p:nvPicPr>
              <p:blipFill>
                <a:blip r:embed="rId60"/>
                <a:stretch>
                  <a:fillRect/>
                </a:stretch>
              </p:blipFill>
              <p:spPr>
                <a:xfrm>
                  <a:off x="10913848" y="3902121"/>
                  <a:ext cx="288720" cy="240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1">
              <p14:nvContentPartPr>
                <p14:cNvPr id="67" name="Tinta 66">
                  <a:extLst>
                    <a:ext uri="{FF2B5EF4-FFF2-40B4-BE49-F238E27FC236}">
                      <a16:creationId xmlns:a16="http://schemas.microsoft.com/office/drawing/2014/main" id="{4CA89D2E-43D8-6C4F-32EA-E3654168E0D1}"/>
                    </a:ext>
                  </a:extLst>
                </p14:cNvPr>
                <p14:cNvContentPartPr/>
                <p14:nvPr/>
              </p14:nvContentPartPr>
              <p14:xfrm>
                <a:off x="11058928" y="4218201"/>
                <a:ext cx="264240" cy="35640"/>
              </p14:xfrm>
            </p:contentPart>
          </mc:Choice>
          <mc:Fallback>
            <p:pic>
              <p:nvPicPr>
                <p:cNvPr id="67" name="Tinta 66">
                  <a:extLst>
                    <a:ext uri="{FF2B5EF4-FFF2-40B4-BE49-F238E27FC236}">
                      <a16:creationId xmlns:a16="http://schemas.microsoft.com/office/drawing/2014/main" id="{4CA89D2E-43D8-6C4F-32EA-E3654168E0D1}"/>
                    </a:ext>
                  </a:extLst>
                </p:cNvPr>
                <p:cNvPicPr/>
                <p:nvPr/>
              </p:nvPicPr>
              <p:blipFill>
                <a:blip r:embed="rId62"/>
                <a:stretch>
                  <a:fillRect/>
                </a:stretch>
              </p:blipFill>
              <p:spPr>
                <a:xfrm>
                  <a:off x="11052808" y="4212081"/>
                  <a:ext cx="276480" cy="47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3">
              <p14:nvContentPartPr>
                <p14:cNvPr id="68" name="Tinta 67">
                  <a:extLst>
                    <a:ext uri="{FF2B5EF4-FFF2-40B4-BE49-F238E27FC236}">
                      <a16:creationId xmlns:a16="http://schemas.microsoft.com/office/drawing/2014/main" id="{8D746A3F-1542-65C3-66EE-FC00C0F92707}"/>
                    </a:ext>
                  </a:extLst>
                </p14:cNvPr>
                <p14:cNvContentPartPr/>
                <p14:nvPr/>
              </p14:nvContentPartPr>
              <p14:xfrm>
                <a:off x="11183848" y="4144041"/>
                <a:ext cx="59040" cy="106560"/>
              </p14:xfrm>
            </p:contentPart>
          </mc:Choice>
          <mc:Fallback>
            <p:pic>
              <p:nvPicPr>
                <p:cNvPr id="68" name="Tinta 67">
                  <a:extLst>
                    <a:ext uri="{FF2B5EF4-FFF2-40B4-BE49-F238E27FC236}">
                      <a16:creationId xmlns:a16="http://schemas.microsoft.com/office/drawing/2014/main" id="{8D746A3F-1542-65C3-66EE-FC00C0F92707}"/>
                    </a:ext>
                  </a:extLst>
                </p:cNvPr>
                <p:cNvPicPr/>
                <p:nvPr/>
              </p:nvPicPr>
              <p:blipFill>
                <a:blip r:embed="rId64"/>
                <a:stretch>
                  <a:fillRect/>
                </a:stretch>
              </p:blipFill>
              <p:spPr>
                <a:xfrm>
                  <a:off x="11177728" y="4137921"/>
                  <a:ext cx="71280" cy="118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5">
              <p14:nvContentPartPr>
                <p14:cNvPr id="69" name="Tinta 68">
                  <a:extLst>
                    <a:ext uri="{FF2B5EF4-FFF2-40B4-BE49-F238E27FC236}">
                      <a16:creationId xmlns:a16="http://schemas.microsoft.com/office/drawing/2014/main" id="{3A8B81B1-90D5-21A7-358C-DF44FBCA9A61}"/>
                    </a:ext>
                  </a:extLst>
                </p14:cNvPr>
                <p14:cNvContentPartPr/>
                <p14:nvPr/>
              </p14:nvContentPartPr>
              <p14:xfrm>
                <a:off x="11405248" y="4007961"/>
                <a:ext cx="279720" cy="321120"/>
              </p14:xfrm>
            </p:contentPart>
          </mc:Choice>
          <mc:Fallback>
            <p:pic>
              <p:nvPicPr>
                <p:cNvPr id="69" name="Tinta 68">
                  <a:extLst>
                    <a:ext uri="{FF2B5EF4-FFF2-40B4-BE49-F238E27FC236}">
                      <a16:creationId xmlns:a16="http://schemas.microsoft.com/office/drawing/2014/main" id="{3A8B81B1-90D5-21A7-358C-DF44FBCA9A61}"/>
                    </a:ext>
                  </a:extLst>
                </p:cNvPr>
                <p:cNvPicPr/>
                <p:nvPr/>
              </p:nvPicPr>
              <p:blipFill>
                <a:blip r:embed="rId66"/>
                <a:stretch>
                  <a:fillRect/>
                </a:stretch>
              </p:blipFill>
              <p:spPr>
                <a:xfrm>
                  <a:off x="11399128" y="4001841"/>
                  <a:ext cx="291960" cy="333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7">
              <p14:nvContentPartPr>
                <p14:cNvPr id="70" name="Tinta 69">
                  <a:extLst>
                    <a:ext uri="{FF2B5EF4-FFF2-40B4-BE49-F238E27FC236}">
                      <a16:creationId xmlns:a16="http://schemas.microsoft.com/office/drawing/2014/main" id="{25641647-0B06-C4FC-E611-CA1D7219782A}"/>
                    </a:ext>
                  </a:extLst>
                </p14:cNvPr>
                <p14:cNvContentPartPr/>
                <p14:nvPr/>
              </p14:nvContentPartPr>
              <p14:xfrm>
                <a:off x="11802328" y="3834441"/>
                <a:ext cx="327240" cy="205920"/>
              </p14:xfrm>
            </p:contentPart>
          </mc:Choice>
          <mc:Fallback>
            <p:pic>
              <p:nvPicPr>
                <p:cNvPr id="70" name="Tinta 69">
                  <a:extLst>
                    <a:ext uri="{FF2B5EF4-FFF2-40B4-BE49-F238E27FC236}">
                      <a16:creationId xmlns:a16="http://schemas.microsoft.com/office/drawing/2014/main" id="{25641647-0B06-C4FC-E611-CA1D7219782A}"/>
                    </a:ext>
                  </a:extLst>
                </p:cNvPr>
                <p:cNvPicPr/>
                <p:nvPr/>
              </p:nvPicPr>
              <p:blipFill>
                <a:blip r:embed="rId68"/>
                <a:stretch>
                  <a:fillRect/>
                </a:stretch>
              </p:blipFill>
              <p:spPr>
                <a:xfrm>
                  <a:off x="11796208" y="3828321"/>
                  <a:ext cx="339480" cy="21816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69">
            <p14:nvContentPartPr>
              <p14:cNvPr id="72" name="Tinta 71">
                <a:extLst>
                  <a:ext uri="{FF2B5EF4-FFF2-40B4-BE49-F238E27FC236}">
                    <a16:creationId xmlns:a16="http://schemas.microsoft.com/office/drawing/2014/main" id="{70D08ABC-DE72-B3DF-1FE0-EFA362B828E5}"/>
                  </a:ext>
                </a:extLst>
              </p14:cNvPr>
              <p14:cNvContentPartPr/>
              <p14:nvPr/>
            </p14:nvContentPartPr>
            <p14:xfrm>
              <a:off x="3522328" y="3260241"/>
              <a:ext cx="35640" cy="22680"/>
            </p14:xfrm>
          </p:contentPart>
        </mc:Choice>
        <mc:Fallback>
          <p:pic>
            <p:nvPicPr>
              <p:cNvPr id="72" name="Tinta 71">
                <a:extLst>
                  <a:ext uri="{FF2B5EF4-FFF2-40B4-BE49-F238E27FC236}">
                    <a16:creationId xmlns:a16="http://schemas.microsoft.com/office/drawing/2014/main" id="{70D08ABC-DE72-B3DF-1FE0-EFA362B828E5}"/>
                  </a:ext>
                </a:extLst>
              </p:cNvPr>
              <p:cNvPicPr/>
              <p:nvPr/>
            </p:nvPicPr>
            <p:blipFill>
              <a:blip r:embed="rId70"/>
              <a:stretch>
                <a:fillRect/>
              </a:stretch>
            </p:blipFill>
            <p:spPr>
              <a:xfrm>
                <a:off x="3516208" y="3254121"/>
                <a:ext cx="47880" cy="34920"/>
              </a:xfrm>
              <a:prstGeom prst="rect">
                <a:avLst/>
              </a:prstGeom>
            </p:spPr>
          </p:pic>
        </mc:Fallback>
      </mc:AlternateContent>
      <p:grpSp>
        <p:nvGrpSpPr>
          <p:cNvPr id="78" name="Agrupar 77">
            <a:extLst>
              <a:ext uri="{FF2B5EF4-FFF2-40B4-BE49-F238E27FC236}">
                <a16:creationId xmlns:a16="http://schemas.microsoft.com/office/drawing/2014/main" id="{0CC52C0A-5876-55C9-A3D6-3A4078395760}"/>
              </a:ext>
            </a:extLst>
          </p:cNvPr>
          <p:cNvGrpSpPr/>
          <p:nvPr/>
        </p:nvGrpSpPr>
        <p:grpSpPr>
          <a:xfrm>
            <a:off x="2753728" y="3030921"/>
            <a:ext cx="1130760" cy="647640"/>
            <a:chOff x="2753728" y="3030921"/>
            <a:chExt cx="1130760" cy="6476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71">
              <p14:nvContentPartPr>
                <p14:cNvPr id="12" name="Tinta 11">
                  <a:extLst>
                    <a:ext uri="{FF2B5EF4-FFF2-40B4-BE49-F238E27FC236}">
                      <a16:creationId xmlns:a16="http://schemas.microsoft.com/office/drawing/2014/main" id="{C023854F-0A1D-8C1C-53C2-3F31EC6D47B9}"/>
                    </a:ext>
                  </a:extLst>
                </p14:cNvPr>
                <p14:cNvContentPartPr/>
                <p14:nvPr/>
              </p14:nvContentPartPr>
              <p14:xfrm>
                <a:off x="3025528" y="3227481"/>
                <a:ext cx="591480" cy="66240"/>
              </p14:xfrm>
            </p:contentPart>
          </mc:Choice>
          <mc:Fallback>
            <p:pic>
              <p:nvPicPr>
                <p:cNvPr id="12" name="Tinta 11">
                  <a:extLst>
                    <a:ext uri="{FF2B5EF4-FFF2-40B4-BE49-F238E27FC236}">
                      <a16:creationId xmlns:a16="http://schemas.microsoft.com/office/drawing/2014/main" id="{C023854F-0A1D-8C1C-53C2-3F31EC6D47B9}"/>
                    </a:ext>
                  </a:extLst>
                </p:cNvPr>
                <p:cNvPicPr/>
                <p:nvPr/>
              </p:nvPicPr>
              <p:blipFill>
                <a:blip r:embed="rId72"/>
                <a:stretch>
                  <a:fillRect/>
                </a:stretch>
              </p:blipFill>
              <p:spPr>
                <a:xfrm>
                  <a:off x="3019408" y="3221361"/>
                  <a:ext cx="603720" cy="78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3">
              <p14:nvContentPartPr>
                <p14:cNvPr id="13" name="Tinta 12">
                  <a:extLst>
                    <a:ext uri="{FF2B5EF4-FFF2-40B4-BE49-F238E27FC236}">
                      <a16:creationId xmlns:a16="http://schemas.microsoft.com/office/drawing/2014/main" id="{CF72A4AF-B6E0-A75C-188D-52F332BC1A2E}"/>
                    </a:ext>
                  </a:extLst>
                </p14:cNvPr>
                <p14:cNvContentPartPr/>
                <p14:nvPr/>
              </p14:nvContentPartPr>
              <p14:xfrm>
                <a:off x="2976568" y="3136041"/>
                <a:ext cx="278280" cy="86400"/>
              </p14:xfrm>
            </p:contentPart>
          </mc:Choice>
          <mc:Fallback>
            <p:pic>
              <p:nvPicPr>
                <p:cNvPr id="13" name="Tinta 12">
                  <a:extLst>
                    <a:ext uri="{FF2B5EF4-FFF2-40B4-BE49-F238E27FC236}">
                      <a16:creationId xmlns:a16="http://schemas.microsoft.com/office/drawing/2014/main" id="{CF72A4AF-B6E0-A75C-188D-52F332BC1A2E}"/>
                    </a:ext>
                  </a:extLst>
                </p:cNvPr>
                <p:cNvPicPr/>
                <p:nvPr/>
              </p:nvPicPr>
              <p:blipFill>
                <a:blip r:embed="rId74"/>
                <a:stretch>
                  <a:fillRect/>
                </a:stretch>
              </p:blipFill>
              <p:spPr>
                <a:xfrm>
                  <a:off x="2970448" y="3129921"/>
                  <a:ext cx="290520" cy="98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5">
              <p14:nvContentPartPr>
                <p14:cNvPr id="14" name="Tinta 13">
                  <a:extLst>
                    <a:ext uri="{FF2B5EF4-FFF2-40B4-BE49-F238E27FC236}">
                      <a16:creationId xmlns:a16="http://schemas.microsoft.com/office/drawing/2014/main" id="{C5D0DABD-9C97-2699-E2D7-19CDD8B86FED}"/>
                    </a:ext>
                  </a:extLst>
                </p14:cNvPr>
                <p14:cNvContentPartPr/>
                <p14:nvPr/>
              </p14:nvContentPartPr>
              <p14:xfrm>
                <a:off x="2998168" y="3257361"/>
                <a:ext cx="232920" cy="44640"/>
              </p14:xfrm>
            </p:contentPart>
          </mc:Choice>
          <mc:Fallback>
            <p:pic>
              <p:nvPicPr>
                <p:cNvPr id="14" name="Tinta 13">
                  <a:extLst>
                    <a:ext uri="{FF2B5EF4-FFF2-40B4-BE49-F238E27FC236}">
                      <a16:creationId xmlns:a16="http://schemas.microsoft.com/office/drawing/2014/main" id="{C5D0DABD-9C97-2699-E2D7-19CDD8B86FED}"/>
                    </a:ext>
                  </a:extLst>
                </p:cNvPr>
                <p:cNvPicPr/>
                <p:nvPr/>
              </p:nvPicPr>
              <p:blipFill>
                <a:blip r:embed="rId76"/>
                <a:stretch>
                  <a:fillRect/>
                </a:stretch>
              </p:blipFill>
              <p:spPr>
                <a:xfrm>
                  <a:off x="2992048" y="3251241"/>
                  <a:ext cx="245160" cy="56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7">
              <p14:nvContentPartPr>
                <p14:cNvPr id="16" name="Tinta 15">
                  <a:extLst>
                    <a:ext uri="{FF2B5EF4-FFF2-40B4-BE49-F238E27FC236}">
                      <a16:creationId xmlns:a16="http://schemas.microsoft.com/office/drawing/2014/main" id="{C87CBD40-3943-8AA0-06BE-0CC4AB717223}"/>
                    </a:ext>
                  </a:extLst>
                </p14:cNvPr>
                <p14:cNvContentPartPr/>
                <p14:nvPr/>
              </p14:nvContentPartPr>
              <p14:xfrm>
                <a:off x="3011848" y="3125601"/>
                <a:ext cx="231840" cy="173160"/>
              </p14:xfrm>
            </p:contentPart>
          </mc:Choice>
          <mc:Fallback>
            <p:pic>
              <p:nvPicPr>
                <p:cNvPr id="16" name="Tinta 15">
                  <a:extLst>
                    <a:ext uri="{FF2B5EF4-FFF2-40B4-BE49-F238E27FC236}">
                      <a16:creationId xmlns:a16="http://schemas.microsoft.com/office/drawing/2014/main" id="{C87CBD40-3943-8AA0-06BE-0CC4AB717223}"/>
                    </a:ext>
                  </a:extLst>
                </p:cNvPr>
                <p:cNvPicPr/>
                <p:nvPr/>
              </p:nvPicPr>
              <p:blipFill>
                <a:blip r:embed="rId78"/>
                <a:stretch>
                  <a:fillRect/>
                </a:stretch>
              </p:blipFill>
              <p:spPr>
                <a:xfrm>
                  <a:off x="3005728" y="3119481"/>
                  <a:ext cx="244080" cy="185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9">
              <p14:nvContentPartPr>
                <p14:cNvPr id="18" name="Tinta 17">
                  <a:extLst>
                    <a:ext uri="{FF2B5EF4-FFF2-40B4-BE49-F238E27FC236}">
                      <a16:creationId xmlns:a16="http://schemas.microsoft.com/office/drawing/2014/main" id="{B1A04C71-0F22-153B-25FA-AF8845B13FF0}"/>
                    </a:ext>
                  </a:extLst>
                </p14:cNvPr>
                <p14:cNvContentPartPr/>
                <p14:nvPr/>
              </p14:nvContentPartPr>
              <p14:xfrm>
                <a:off x="3592888" y="3249801"/>
                <a:ext cx="198000" cy="7920"/>
              </p14:xfrm>
            </p:contentPart>
          </mc:Choice>
          <mc:Fallback>
            <p:pic>
              <p:nvPicPr>
                <p:cNvPr id="18" name="Tinta 17">
                  <a:extLst>
                    <a:ext uri="{FF2B5EF4-FFF2-40B4-BE49-F238E27FC236}">
                      <a16:creationId xmlns:a16="http://schemas.microsoft.com/office/drawing/2014/main" id="{B1A04C71-0F22-153B-25FA-AF8845B13FF0}"/>
                    </a:ext>
                  </a:extLst>
                </p:cNvPr>
                <p:cNvPicPr/>
                <p:nvPr/>
              </p:nvPicPr>
              <p:blipFill>
                <a:blip r:embed="rId80"/>
                <a:stretch>
                  <a:fillRect/>
                </a:stretch>
              </p:blipFill>
              <p:spPr>
                <a:xfrm>
                  <a:off x="3586768" y="3243681"/>
                  <a:ext cx="210240" cy="20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1">
              <p14:nvContentPartPr>
                <p14:cNvPr id="19" name="Tinta 18">
                  <a:extLst>
                    <a:ext uri="{FF2B5EF4-FFF2-40B4-BE49-F238E27FC236}">
                      <a16:creationId xmlns:a16="http://schemas.microsoft.com/office/drawing/2014/main" id="{177058E6-4E85-445B-5DED-D184A05DD7BC}"/>
                    </a:ext>
                  </a:extLst>
                </p14:cNvPr>
                <p14:cNvContentPartPr/>
                <p14:nvPr/>
              </p14:nvContentPartPr>
              <p14:xfrm>
                <a:off x="3604768" y="3237201"/>
                <a:ext cx="12240" cy="3240"/>
              </p14:xfrm>
            </p:contentPart>
          </mc:Choice>
          <mc:Fallback>
            <p:pic>
              <p:nvPicPr>
                <p:cNvPr id="19" name="Tinta 18">
                  <a:extLst>
                    <a:ext uri="{FF2B5EF4-FFF2-40B4-BE49-F238E27FC236}">
                      <a16:creationId xmlns:a16="http://schemas.microsoft.com/office/drawing/2014/main" id="{177058E6-4E85-445B-5DED-D184A05DD7BC}"/>
                    </a:ext>
                  </a:extLst>
                </p:cNvPr>
                <p:cNvPicPr/>
                <p:nvPr/>
              </p:nvPicPr>
              <p:blipFill>
                <a:blip r:embed="rId82"/>
                <a:stretch>
                  <a:fillRect/>
                </a:stretch>
              </p:blipFill>
              <p:spPr>
                <a:xfrm>
                  <a:off x="3598648" y="3231081"/>
                  <a:ext cx="24480" cy="15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3">
              <p14:nvContentPartPr>
                <p14:cNvPr id="20" name="Tinta 19">
                  <a:extLst>
                    <a:ext uri="{FF2B5EF4-FFF2-40B4-BE49-F238E27FC236}">
                      <a16:creationId xmlns:a16="http://schemas.microsoft.com/office/drawing/2014/main" id="{56057BE5-CAF8-DAC4-C4E1-728C8F585F1A}"/>
                    </a:ext>
                  </a:extLst>
                </p14:cNvPr>
                <p14:cNvContentPartPr/>
                <p14:nvPr/>
              </p14:nvContentPartPr>
              <p14:xfrm>
                <a:off x="3313168" y="3249081"/>
                <a:ext cx="245160" cy="399240"/>
              </p14:xfrm>
            </p:contentPart>
          </mc:Choice>
          <mc:Fallback>
            <p:pic>
              <p:nvPicPr>
                <p:cNvPr id="20" name="Tinta 19">
                  <a:extLst>
                    <a:ext uri="{FF2B5EF4-FFF2-40B4-BE49-F238E27FC236}">
                      <a16:creationId xmlns:a16="http://schemas.microsoft.com/office/drawing/2014/main" id="{56057BE5-CAF8-DAC4-C4E1-728C8F585F1A}"/>
                    </a:ext>
                  </a:extLst>
                </p:cNvPr>
                <p:cNvPicPr/>
                <p:nvPr/>
              </p:nvPicPr>
              <p:blipFill>
                <a:blip r:embed="rId84"/>
                <a:stretch>
                  <a:fillRect/>
                </a:stretch>
              </p:blipFill>
              <p:spPr>
                <a:xfrm>
                  <a:off x="3307048" y="3242961"/>
                  <a:ext cx="257400" cy="411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5">
              <p14:nvContentPartPr>
                <p14:cNvPr id="21" name="Tinta 20">
                  <a:extLst>
                    <a:ext uri="{FF2B5EF4-FFF2-40B4-BE49-F238E27FC236}">
                      <a16:creationId xmlns:a16="http://schemas.microsoft.com/office/drawing/2014/main" id="{736F6E9A-5704-8D9A-7838-DDB5A2BE6C3C}"/>
                    </a:ext>
                  </a:extLst>
                </p14:cNvPr>
                <p14:cNvContentPartPr/>
                <p14:nvPr/>
              </p14:nvContentPartPr>
              <p14:xfrm>
                <a:off x="3325048" y="3591801"/>
                <a:ext cx="70920" cy="86760"/>
              </p14:xfrm>
            </p:contentPart>
          </mc:Choice>
          <mc:Fallback>
            <p:pic>
              <p:nvPicPr>
                <p:cNvPr id="21" name="Tinta 20">
                  <a:extLst>
                    <a:ext uri="{FF2B5EF4-FFF2-40B4-BE49-F238E27FC236}">
                      <a16:creationId xmlns:a16="http://schemas.microsoft.com/office/drawing/2014/main" id="{736F6E9A-5704-8D9A-7838-DDB5A2BE6C3C}"/>
                    </a:ext>
                  </a:extLst>
                </p:cNvPr>
                <p:cNvPicPr/>
                <p:nvPr/>
              </p:nvPicPr>
              <p:blipFill>
                <a:blip r:embed="rId86"/>
                <a:stretch>
                  <a:fillRect/>
                </a:stretch>
              </p:blipFill>
              <p:spPr>
                <a:xfrm>
                  <a:off x="3318928" y="3585681"/>
                  <a:ext cx="83160" cy="99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7">
              <p14:nvContentPartPr>
                <p14:cNvPr id="22" name="Tinta 21">
                  <a:extLst>
                    <a:ext uri="{FF2B5EF4-FFF2-40B4-BE49-F238E27FC236}">
                      <a16:creationId xmlns:a16="http://schemas.microsoft.com/office/drawing/2014/main" id="{EDF7C955-5A4A-4FCD-8BFE-B27E58024AD1}"/>
                    </a:ext>
                  </a:extLst>
                </p14:cNvPr>
                <p14:cNvContentPartPr/>
                <p14:nvPr/>
              </p14:nvContentPartPr>
              <p14:xfrm>
                <a:off x="3371848" y="3596121"/>
                <a:ext cx="115560" cy="45360"/>
              </p14:xfrm>
            </p:contentPart>
          </mc:Choice>
          <mc:Fallback>
            <p:pic>
              <p:nvPicPr>
                <p:cNvPr id="22" name="Tinta 21">
                  <a:extLst>
                    <a:ext uri="{FF2B5EF4-FFF2-40B4-BE49-F238E27FC236}">
                      <a16:creationId xmlns:a16="http://schemas.microsoft.com/office/drawing/2014/main" id="{EDF7C955-5A4A-4FCD-8BFE-B27E58024AD1}"/>
                    </a:ext>
                  </a:extLst>
                </p:cNvPr>
                <p:cNvPicPr/>
                <p:nvPr/>
              </p:nvPicPr>
              <p:blipFill>
                <a:blip r:embed="rId88"/>
                <a:stretch>
                  <a:fillRect/>
                </a:stretch>
              </p:blipFill>
              <p:spPr>
                <a:xfrm>
                  <a:off x="3365728" y="3590001"/>
                  <a:ext cx="127800" cy="57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9">
              <p14:nvContentPartPr>
                <p14:cNvPr id="24" name="Tinta 23">
                  <a:extLst>
                    <a:ext uri="{FF2B5EF4-FFF2-40B4-BE49-F238E27FC236}">
                      <a16:creationId xmlns:a16="http://schemas.microsoft.com/office/drawing/2014/main" id="{99350531-9F4D-BF1C-F71B-AE89EDE8D1B9}"/>
                    </a:ext>
                  </a:extLst>
                </p14:cNvPr>
                <p14:cNvContentPartPr/>
                <p14:nvPr/>
              </p14:nvContentPartPr>
              <p14:xfrm>
                <a:off x="3407128" y="3030921"/>
                <a:ext cx="115560" cy="149760"/>
              </p14:xfrm>
            </p:contentPart>
          </mc:Choice>
          <mc:Fallback>
            <p:pic>
              <p:nvPicPr>
                <p:cNvPr id="24" name="Tinta 23">
                  <a:extLst>
                    <a:ext uri="{FF2B5EF4-FFF2-40B4-BE49-F238E27FC236}">
                      <a16:creationId xmlns:a16="http://schemas.microsoft.com/office/drawing/2014/main" id="{99350531-9F4D-BF1C-F71B-AE89EDE8D1B9}"/>
                    </a:ext>
                  </a:extLst>
                </p:cNvPr>
                <p:cNvPicPr/>
                <p:nvPr/>
              </p:nvPicPr>
              <p:blipFill>
                <a:blip r:embed="rId90"/>
                <a:stretch>
                  <a:fillRect/>
                </a:stretch>
              </p:blipFill>
              <p:spPr>
                <a:xfrm>
                  <a:off x="3401008" y="3024801"/>
                  <a:ext cx="127800" cy="162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1">
              <p14:nvContentPartPr>
                <p14:cNvPr id="25" name="Tinta 24">
                  <a:extLst>
                    <a:ext uri="{FF2B5EF4-FFF2-40B4-BE49-F238E27FC236}">
                      <a16:creationId xmlns:a16="http://schemas.microsoft.com/office/drawing/2014/main" id="{52E71A31-0A77-5DE2-477F-D6E448B3CCB4}"/>
                    </a:ext>
                  </a:extLst>
                </p14:cNvPr>
                <p14:cNvContentPartPr/>
                <p14:nvPr/>
              </p14:nvContentPartPr>
              <p14:xfrm>
                <a:off x="3640048" y="3083481"/>
                <a:ext cx="35640" cy="114120"/>
              </p14:xfrm>
            </p:contentPart>
          </mc:Choice>
          <mc:Fallback>
            <p:pic>
              <p:nvPicPr>
                <p:cNvPr id="25" name="Tinta 24">
                  <a:extLst>
                    <a:ext uri="{FF2B5EF4-FFF2-40B4-BE49-F238E27FC236}">
                      <a16:creationId xmlns:a16="http://schemas.microsoft.com/office/drawing/2014/main" id="{52E71A31-0A77-5DE2-477F-D6E448B3CCB4}"/>
                    </a:ext>
                  </a:extLst>
                </p:cNvPr>
                <p:cNvPicPr/>
                <p:nvPr/>
              </p:nvPicPr>
              <p:blipFill>
                <a:blip r:embed="rId92"/>
                <a:stretch>
                  <a:fillRect/>
                </a:stretch>
              </p:blipFill>
              <p:spPr>
                <a:xfrm>
                  <a:off x="3633928" y="3077361"/>
                  <a:ext cx="47880" cy="126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3">
              <p14:nvContentPartPr>
                <p14:cNvPr id="26" name="Tinta 25">
                  <a:extLst>
                    <a:ext uri="{FF2B5EF4-FFF2-40B4-BE49-F238E27FC236}">
                      <a16:creationId xmlns:a16="http://schemas.microsoft.com/office/drawing/2014/main" id="{AF2BF97B-E6E0-5CA2-CE3B-1F9F6E3AA8DB}"/>
                    </a:ext>
                  </a:extLst>
                </p14:cNvPr>
                <p14:cNvContentPartPr/>
                <p14:nvPr/>
              </p14:nvContentPartPr>
              <p14:xfrm>
                <a:off x="3628168" y="3108321"/>
                <a:ext cx="70920" cy="10080"/>
              </p14:xfrm>
            </p:contentPart>
          </mc:Choice>
          <mc:Fallback>
            <p:pic>
              <p:nvPicPr>
                <p:cNvPr id="26" name="Tinta 25">
                  <a:extLst>
                    <a:ext uri="{FF2B5EF4-FFF2-40B4-BE49-F238E27FC236}">
                      <a16:creationId xmlns:a16="http://schemas.microsoft.com/office/drawing/2014/main" id="{AF2BF97B-E6E0-5CA2-CE3B-1F9F6E3AA8DB}"/>
                    </a:ext>
                  </a:extLst>
                </p:cNvPr>
                <p:cNvPicPr/>
                <p:nvPr/>
              </p:nvPicPr>
              <p:blipFill>
                <a:blip r:embed="rId94"/>
                <a:stretch>
                  <a:fillRect/>
                </a:stretch>
              </p:blipFill>
              <p:spPr>
                <a:xfrm>
                  <a:off x="3622048" y="3102201"/>
                  <a:ext cx="83160" cy="22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5">
              <p14:nvContentPartPr>
                <p14:cNvPr id="27" name="Tinta 26">
                  <a:extLst>
                    <a:ext uri="{FF2B5EF4-FFF2-40B4-BE49-F238E27FC236}">
                      <a16:creationId xmlns:a16="http://schemas.microsoft.com/office/drawing/2014/main" id="{FB4CB02D-61D1-8544-6CE5-98056953F43D}"/>
                    </a:ext>
                  </a:extLst>
                </p14:cNvPr>
                <p14:cNvContentPartPr/>
                <p14:nvPr/>
              </p14:nvContentPartPr>
              <p14:xfrm>
                <a:off x="3640048" y="3410721"/>
                <a:ext cx="23760" cy="9720"/>
              </p14:xfrm>
            </p:contentPart>
          </mc:Choice>
          <mc:Fallback>
            <p:pic>
              <p:nvPicPr>
                <p:cNvPr id="27" name="Tinta 26">
                  <a:extLst>
                    <a:ext uri="{FF2B5EF4-FFF2-40B4-BE49-F238E27FC236}">
                      <a16:creationId xmlns:a16="http://schemas.microsoft.com/office/drawing/2014/main" id="{FB4CB02D-61D1-8544-6CE5-98056953F43D}"/>
                    </a:ext>
                  </a:extLst>
                </p:cNvPr>
                <p:cNvPicPr/>
                <p:nvPr/>
              </p:nvPicPr>
              <p:blipFill>
                <a:blip r:embed="rId96"/>
                <a:stretch>
                  <a:fillRect/>
                </a:stretch>
              </p:blipFill>
              <p:spPr>
                <a:xfrm>
                  <a:off x="3633928" y="3404601"/>
                  <a:ext cx="36000" cy="21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7">
              <p14:nvContentPartPr>
                <p14:cNvPr id="28" name="Tinta 27">
                  <a:extLst>
                    <a:ext uri="{FF2B5EF4-FFF2-40B4-BE49-F238E27FC236}">
                      <a16:creationId xmlns:a16="http://schemas.microsoft.com/office/drawing/2014/main" id="{07E34079-EFF3-49BF-AA6E-ADC1F047C700}"/>
                    </a:ext>
                  </a:extLst>
                </p14:cNvPr>
                <p14:cNvContentPartPr/>
                <p14:nvPr/>
              </p14:nvContentPartPr>
              <p14:xfrm>
                <a:off x="3568408" y="3423321"/>
                <a:ext cx="83520" cy="118440"/>
              </p14:xfrm>
            </p:contentPart>
          </mc:Choice>
          <mc:Fallback>
            <p:pic>
              <p:nvPicPr>
                <p:cNvPr id="28" name="Tinta 27">
                  <a:extLst>
                    <a:ext uri="{FF2B5EF4-FFF2-40B4-BE49-F238E27FC236}">
                      <a16:creationId xmlns:a16="http://schemas.microsoft.com/office/drawing/2014/main" id="{07E34079-EFF3-49BF-AA6E-ADC1F047C700}"/>
                    </a:ext>
                  </a:extLst>
                </p:cNvPr>
                <p:cNvPicPr/>
                <p:nvPr/>
              </p:nvPicPr>
              <p:blipFill>
                <a:blip r:embed="rId98"/>
                <a:stretch>
                  <a:fillRect/>
                </a:stretch>
              </p:blipFill>
              <p:spPr>
                <a:xfrm>
                  <a:off x="3562288" y="3417201"/>
                  <a:ext cx="95760" cy="130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9">
              <p14:nvContentPartPr>
                <p14:cNvPr id="29" name="Tinta 28">
                  <a:extLst>
                    <a:ext uri="{FF2B5EF4-FFF2-40B4-BE49-F238E27FC236}">
                      <a16:creationId xmlns:a16="http://schemas.microsoft.com/office/drawing/2014/main" id="{3E7E4280-33FF-CA7B-9537-60EDE1EF3517}"/>
                    </a:ext>
                  </a:extLst>
                </p14:cNvPr>
                <p14:cNvContentPartPr/>
                <p14:nvPr/>
              </p14:nvContentPartPr>
              <p14:xfrm>
                <a:off x="3743728" y="3510081"/>
                <a:ext cx="140760" cy="41400"/>
              </p14:xfrm>
            </p:contentPart>
          </mc:Choice>
          <mc:Fallback>
            <p:pic>
              <p:nvPicPr>
                <p:cNvPr id="29" name="Tinta 28">
                  <a:extLst>
                    <a:ext uri="{FF2B5EF4-FFF2-40B4-BE49-F238E27FC236}">
                      <a16:creationId xmlns:a16="http://schemas.microsoft.com/office/drawing/2014/main" id="{3E7E4280-33FF-CA7B-9537-60EDE1EF3517}"/>
                    </a:ext>
                  </a:extLst>
                </p:cNvPr>
                <p:cNvPicPr/>
                <p:nvPr/>
              </p:nvPicPr>
              <p:blipFill>
                <a:blip r:embed="rId100"/>
                <a:stretch>
                  <a:fillRect/>
                </a:stretch>
              </p:blipFill>
              <p:spPr>
                <a:xfrm>
                  <a:off x="3737608" y="3503961"/>
                  <a:ext cx="153000" cy="53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1">
              <p14:nvContentPartPr>
                <p14:cNvPr id="31" name="Tinta 30">
                  <a:extLst>
                    <a:ext uri="{FF2B5EF4-FFF2-40B4-BE49-F238E27FC236}">
                      <a16:creationId xmlns:a16="http://schemas.microsoft.com/office/drawing/2014/main" id="{57AC553F-E9CC-37AF-4FBB-45579281FA13}"/>
                    </a:ext>
                  </a:extLst>
                </p14:cNvPr>
                <p14:cNvContentPartPr/>
                <p14:nvPr/>
              </p14:nvContentPartPr>
              <p14:xfrm>
                <a:off x="3325048" y="3571641"/>
                <a:ext cx="23760" cy="62640"/>
              </p14:xfrm>
            </p:contentPart>
          </mc:Choice>
          <mc:Fallback>
            <p:pic>
              <p:nvPicPr>
                <p:cNvPr id="31" name="Tinta 30">
                  <a:extLst>
                    <a:ext uri="{FF2B5EF4-FFF2-40B4-BE49-F238E27FC236}">
                      <a16:creationId xmlns:a16="http://schemas.microsoft.com/office/drawing/2014/main" id="{57AC553F-E9CC-37AF-4FBB-45579281FA13}"/>
                    </a:ext>
                  </a:extLst>
                </p:cNvPr>
                <p:cNvPicPr/>
                <p:nvPr/>
              </p:nvPicPr>
              <p:blipFill>
                <a:blip r:embed="rId102"/>
                <a:stretch>
                  <a:fillRect/>
                </a:stretch>
              </p:blipFill>
              <p:spPr>
                <a:xfrm>
                  <a:off x="3318928" y="3565521"/>
                  <a:ext cx="36000" cy="74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3">
              <p14:nvContentPartPr>
                <p14:cNvPr id="32" name="Tinta 31">
                  <a:extLst>
                    <a:ext uri="{FF2B5EF4-FFF2-40B4-BE49-F238E27FC236}">
                      <a16:creationId xmlns:a16="http://schemas.microsoft.com/office/drawing/2014/main" id="{2AD68323-B2D7-60FC-C7C3-DF45021858F0}"/>
                    </a:ext>
                  </a:extLst>
                </p14:cNvPr>
                <p14:cNvContentPartPr/>
                <p14:nvPr/>
              </p14:nvContentPartPr>
              <p14:xfrm>
                <a:off x="3487048" y="3591801"/>
                <a:ext cx="82800" cy="34920"/>
              </p14:xfrm>
            </p:contentPart>
          </mc:Choice>
          <mc:Fallback>
            <p:pic>
              <p:nvPicPr>
                <p:cNvPr id="32" name="Tinta 31">
                  <a:extLst>
                    <a:ext uri="{FF2B5EF4-FFF2-40B4-BE49-F238E27FC236}">
                      <a16:creationId xmlns:a16="http://schemas.microsoft.com/office/drawing/2014/main" id="{2AD68323-B2D7-60FC-C7C3-DF45021858F0}"/>
                    </a:ext>
                  </a:extLst>
                </p:cNvPr>
                <p:cNvPicPr/>
                <p:nvPr/>
              </p:nvPicPr>
              <p:blipFill>
                <a:blip r:embed="rId104"/>
                <a:stretch>
                  <a:fillRect/>
                </a:stretch>
              </p:blipFill>
              <p:spPr>
                <a:xfrm>
                  <a:off x="3480928" y="3585681"/>
                  <a:ext cx="95040" cy="47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5">
              <p14:nvContentPartPr>
                <p14:cNvPr id="74" name="Tinta 73">
                  <a:extLst>
                    <a:ext uri="{FF2B5EF4-FFF2-40B4-BE49-F238E27FC236}">
                      <a16:creationId xmlns:a16="http://schemas.microsoft.com/office/drawing/2014/main" id="{F032ED8A-5277-88EB-A9F4-6BDF6A6D977A}"/>
                    </a:ext>
                  </a:extLst>
                </p14:cNvPr>
                <p14:cNvContentPartPr/>
                <p14:nvPr/>
              </p14:nvContentPartPr>
              <p14:xfrm>
                <a:off x="2800528" y="3249801"/>
                <a:ext cx="781560" cy="367200"/>
              </p14:xfrm>
            </p:contentPart>
          </mc:Choice>
          <mc:Fallback>
            <p:pic>
              <p:nvPicPr>
                <p:cNvPr id="74" name="Tinta 73">
                  <a:extLst>
                    <a:ext uri="{FF2B5EF4-FFF2-40B4-BE49-F238E27FC236}">
                      <a16:creationId xmlns:a16="http://schemas.microsoft.com/office/drawing/2014/main" id="{F032ED8A-5277-88EB-A9F4-6BDF6A6D977A}"/>
                    </a:ext>
                  </a:extLst>
                </p:cNvPr>
                <p:cNvPicPr/>
                <p:nvPr/>
              </p:nvPicPr>
              <p:blipFill>
                <a:blip r:embed="rId106"/>
                <a:stretch>
                  <a:fillRect/>
                </a:stretch>
              </p:blipFill>
              <p:spPr>
                <a:xfrm>
                  <a:off x="2794408" y="3243681"/>
                  <a:ext cx="793800" cy="379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7">
              <p14:nvContentPartPr>
                <p14:cNvPr id="75" name="Tinta 74">
                  <a:extLst>
                    <a:ext uri="{FF2B5EF4-FFF2-40B4-BE49-F238E27FC236}">
                      <a16:creationId xmlns:a16="http://schemas.microsoft.com/office/drawing/2014/main" id="{EEA35341-1356-9E93-0C9C-E0F9530D7B37}"/>
                    </a:ext>
                  </a:extLst>
                </p14:cNvPr>
                <p14:cNvContentPartPr/>
                <p14:nvPr/>
              </p14:nvContentPartPr>
              <p14:xfrm>
                <a:off x="2835448" y="3609081"/>
                <a:ext cx="382680" cy="40320"/>
              </p14:xfrm>
            </p:contentPart>
          </mc:Choice>
          <mc:Fallback>
            <p:pic>
              <p:nvPicPr>
                <p:cNvPr id="75" name="Tinta 74">
                  <a:extLst>
                    <a:ext uri="{FF2B5EF4-FFF2-40B4-BE49-F238E27FC236}">
                      <a16:creationId xmlns:a16="http://schemas.microsoft.com/office/drawing/2014/main" id="{EEA35341-1356-9E93-0C9C-E0F9530D7B37}"/>
                    </a:ext>
                  </a:extLst>
                </p:cNvPr>
                <p:cNvPicPr/>
                <p:nvPr/>
              </p:nvPicPr>
              <p:blipFill>
                <a:blip r:embed="rId108"/>
                <a:stretch>
                  <a:fillRect/>
                </a:stretch>
              </p:blipFill>
              <p:spPr>
                <a:xfrm>
                  <a:off x="2829328" y="3602961"/>
                  <a:ext cx="394920" cy="52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9">
              <p14:nvContentPartPr>
                <p14:cNvPr id="76" name="Tinta 75">
                  <a:extLst>
                    <a:ext uri="{FF2B5EF4-FFF2-40B4-BE49-F238E27FC236}">
                      <a16:creationId xmlns:a16="http://schemas.microsoft.com/office/drawing/2014/main" id="{AA394813-6BBF-4373-D11E-BD4269C2C85E}"/>
                    </a:ext>
                  </a:extLst>
                </p14:cNvPr>
                <p14:cNvContentPartPr/>
                <p14:nvPr/>
              </p14:nvContentPartPr>
              <p14:xfrm>
                <a:off x="2753728" y="3546801"/>
                <a:ext cx="70920" cy="47520"/>
              </p14:xfrm>
            </p:contentPart>
          </mc:Choice>
          <mc:Fallback>
            <p:pic>
              <p:nvPicPr>
                <p:cNvPr id="76" name="Tinta 75">
                  <a:extLst>
                    <a:ext uri="{FF2B5EF4-FFF2-40B4-BE49-F238E27FC236}">
                      <a16:creationId xmlns:a16="http://schemas.microsoft.com/office/drawing/2014/main" id="{AA394813-6BBF-4373-D11E-BD4269C2C85E}"/>
                    </a:ext>
                  </a:extLst>
                </p:cNvPr>
                <p:cNvPicPr/>
                <p:nvPr/>
              </p:nvPicPr>
              <p:blipFill>
                <a:blip r:embed="rId110"/>
                <a:stretch>
                  <a:fillRect/>
                </a:stretch>
              </p:blipFill>
              <p:spPr>
                <a:xfrm>
                  <a:off x="2747608" y="3540681"/>
                  <a:ext cx="83160" cy="59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1">
              <p14:nvContentPartPr>
                <p14:cNvPr id="77" name="Tinta 76">
                  <a:extLst>
                    <a:ext uri="{FF2B5EF4-FFF2-40B4-BE49-F238E27FC236}">
                      <a16:creationId xmlns:a16="http://schemas.microsoft.com/office/drawing/2014/main" id="{037365D1-4EFB-A9BE-2022-99AA97C3F5E4}"/>
                    </a:ext>
                  </a:extLst>
                </p14:cNvPr>
                <p14:cNvContentPartPr/>
                <p14:nvPr/>
              </p14:nvContentPartPr>
              <p14:xfrm>
                <a:off x="2800528" y="3532401"/>
                <a:ext cx="174600" cy="111240"/>
              </p14:xfrm>
            </p:contentPart>
          </mc:Choice>
          <mc:Fallback>
            <p:pic>
              <p:nvPicPr>
                <p:cNvPr id="77" name="Tinta 76">
                  <a:extLst>
                    <a:ext uri="{FF2B5EF4-FFF2-40B4-BE49-F238E27FC236}">
                      <a16:creationId xmlns:a16="http://schemas.microsoft.com/office/drawing/2014/main" id="{037365D1-4EFB-A9BE-2022-99AA97C3F5E4}"/>
                    </a:ext>
                  </a:extLst>
                </p:cNvPr>
                <p:cNvPicPr/>
                <p:nvPr/>
              </p:nvPicPr>
              <p:blipFill>
                <a:blip r:embed="rId112"/>
                <a:stretch>
                  <a:fillRect/>
                </a:stretch>
              </p:blipFill>
              <p:spPr>
                <a:xfrm>
                  <a:off x="2794408" y="3526281"/>
                  <a:ext cx="186840" cy="1234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85" name="Agrupar 84">
            <a:extLst>
              <a:ext uri="{FF2B5EF4-FFF2-40B4-BE49-F238E27FC236}">
                <a16:creationId xmlns:a16="http://schemas.microsoft.com/office/drawing/2014/main" id="{8100630D-2401-AAD1-6823-B6BEDE24D572}"/>
              </a:ext>
            </a:extLst>
          </p:cNvPr>
          <p:cNvGrpSpPr/>
          <p:nvPr/>
        </p:nvGrpSpPr>
        <p:grpSpPr>
          <a:xfrm>
            <a:off x="2570128" y="4607001"/>
            <a:ext cx="680760" cy="240840"/>
            <a:chOff x="2570128" y="4607001"/>
            <a:chExt cx="680760" cy="2408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13">
              <p14:nvContentPartPr>
                <p14:cNvPr id="79" name="Tinta 78">
                  <a:extLst>
                    <a:ext uri="{FF2B5EF4-FFF2-40B4-BE49-F238E27FC236}">
                      <a16:creationId xmlns:a16="http://schemas.microsoft.com/office/drawing/2014/main" id="{7F8119F2-1C18-CC05-DE59-9A805742879A}"/>
                    </a:ext>
                  </a:extLst>
                </p14:cNvPr>
                <p14:cNvContentPartPr/>
                <p14:nvPr/>
              </p14:nvContentPartPr>
              <p14:xfrm>
                <a:off x="2570128" y="4607001"/>
                <a:ext cx="273960" cy="217800"/>
              </p14:xfrm>
            </p:contentPart>
          </mc:Choice>
          <mc:Fallback>
            <p:pic>
              <p:nvPicPr>
                <p:cNvPr id="79" name="Tinta 78">
                  <a:extLst>
                    <a:ext uri="{FF2B5EF4-FFF2-40B4-BE49-F238E27FC236}">
                      <a16:creationId xmlns:a16="http://schemas.microsoft.com/office/drawing/2014/main" id="{7F8119F2-1C18-CC05-DE59-9A805742879A}"/>
                    </a:ext>
                  </a:extLst>
                </p:cNvPr>
                <p:cNvPicPr/>
                <p:nvPr/>
              </p:nvPicPr>
              <p:blipFill>
                <a:blip r:embed="rId114"/>
                <a:stretch>
                  <a:fillRect/>
                </a:stretch>
              </p:blipFill>
              <p:spPr>
                <a:xfrm>
                  <a:off x="2564008" y="4600881"/>
                  <a:ext cx="286200" cy="230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5">
              <p14:nvContentPartPr>
                <p14:cNvPr id="80" name="Tinta 79">
                  <a:extLst>
                    <a:ext uri="{FF2B5EF4-FFF2-40B4-BE49-F238E27FC236}">
                      <a16:creationId xmlns:a16="http://schemas.microsoft.com/office/drawing/2014/main" id="{202A7977-1B16-E180-F8FC-762E3963825D}"/>
                    </a:ext>
                  </a:extLst>
                </p14:cNvPr>
                <p14:cNvContentPartPr/>
                <p14:nvPr/>
              </p14:nvContentPartPr>
              <p14:xfrm>
                <a:off x="2926888" y="4654161"/>
                <a:ext cx="324000" cy="193680"/>
              </p14:xfrm>
            </p:contentPart>
          </mc:Choice>
          <mc:Fallback>
            <p:pic>
              <p:nvPicPr>
                <p:cNvPr id="80" name="Tinta 79">
                  <a:extLst>
                    <a:ext uri="{FF2B5EF4-FFF2-40B4-BE49-F238E27FC236}">
                      <a16:creationId xmlns:a16="http://schemas.microsoft.com/office/drawing/2014/main" id="{202A7977-1B16-E180-F8FC-762E3963825D}"/>
                    </a:ext>
                  </a:extLst>
                </p:cNvPr>
                <p:cNvPicPr/>
                <p:nvPr/>
              </p:nvPicPr>
              <p:blipFill>
                <a:blip r:embed="rId116"/>
                <a:stretch>
                  <a:fillRect/>
                </a:stretch>
              </p:blipFill>
              <p:spPr>
                <a:xfrm>
                  <a:off x="2920768" y="4648041"/>
                  <a:ext cx="336240" cy="20592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117">
            <p14:nvContentPartPr>
              <p14:cNvPr id="81" name="Tinta 80">
                <a:extLst>
                  <a:ext uri="{FF2B5EF4-FFF2-40B4-BE49-F238E27FC236}">
                    <a16:creationId xmlns:a16="http://schemas.microsoft.com/office/drawing/2014/main" id="{74CA938C-90ED-4FFA-4CA4-65F264322F39}"/>
                  </a:ext>
                </a:extLst>
              </p14:cNvPr>
              <p14:cNvContentPartPr/>
              <p14:nvPr/>
            </p14:nvContentPartPr>
            <p14:xfrm>
              <a:off x="3313168" y="4318281"/>
              <a:ext cx="209880" cy="147960"/>
            </p14:xfrm>
          </p:contentPart>
        </mc:Choice>
        <mc:Fallback>
          <p:pic>
            <p:nvPicPr>
              <p:cNvPr id="81" name="Tinta 80">
                <a:extLst>
                  <a:ext uri="{FF2B5EF4-FFF2-40B4-BE49-F238E27FC236}">
                    <a16:creationId xmlns:a16="http://schemas.microsoft.com/office/drawing/2014/main" id="{74CA938C-90ED-4FFA-4CA4-65F264322F39}"/>
                  </a:ext>
                </a:extLst>
              </p:cNvPr>
              <p:cNvPicPr/>
              <p:nvPr/>
            </p:nvPicPr>
            <p:blipFill>
              <a:blip r:embed="rId118"/>
              <a:stretch>
                <a:fillRect/>
              </a:stretch>
            </p:blipFill>
            <p:spPr>
              <a:xfrm>
                <a:off x="3307048" y="4312161"/>
                <a:ext cx="222120" cy="160200"/>
              </a:xfrm>
              <a:prstGeom prst="rect">
                <a:avLst/>
              </a:prstGeom>
            </p:spPr>
          </p:pic>
        </mc:Fallback>
      </mc:AlternateContent>
      <p:grpSp>
        <p:nvGrpSpPr>
          <p:cNvPr id="84" name="Agrupar 83">
            <a:extLst>
              <a:ext uri="{FF2B5EF4-FFF2-40B4-BE49-F238E27FC236}">
                <a16:creationId xmlns:a16="http://schemas.microsoft.com/office/drawing/2014/main" id="{A800AC1E-565F-60A4-79C8-9C51037058A9}"/>
              </a:ext>
            </a:extLst>
          </p:cNvPr>
          <p:cNvGrpSpPr/>
          <p:nvPr/>
        </p:nvGrpSpPr>
        <p:grpSpPr>
          <a:xfrm>
            <a:off x="3698728" y="4562361"/>
            <a:ext cx="303480" cy="107640"/>
            <a:chOff x="3698728" y="4562361"/>
            <a:chExt cx="303480" cy="1076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19">
              <p14:nvContentPartPr>
                <p14:cNvPr id="82" name="Tinta 81">
                  <a:extLst>
                    <a:ext uri="{FF2B5EF4-FFF2-40B4-BE49-F238E27FC236}">
                      <a16:creationId xmlns:a16="http://schemas.microsoft.com/office/drawing/2014/main" id="{8831088F-CDF7-4A61-4ACC-687AB9D54362}"/>
                    </a:ext>
                  </a:extLst>
                </p14:cNvPr>
                <p14:cNvContentPartPr/>
                <p14:nvPr/>
              </p14:nvContentPartPr>
              <p14:xfrm>
                <a:off x="3802048" y="4562361"/>
                <a:ext cx="200160" cy="25920"/>
              </p14:xfrm>
            </p:contentPart>
          </mc:Choice>
          <mc:Fallback>
            <p:pic>
              <p:nvPicPr>
                <p:cNvPr id="82" name="Tinta 81">
                  <a:extLst>
                    <a:ext uri="{FF2B5EF4-FFF2-40B4-BE49-F238E27FC236}">
                      <a16:creationId xmlns:a16="http://schemas.microsoft.com/office/drawing/2014/main" id="{8831088F-CDF7-4A61-4ACC-687AB9D54362}"/>
                    </a:ext>
                  </a:extLst>
                </p:cNvPr>
                <p:cNvPicPr/>
                <p:nvPr/>
              </p:nvPicPr>
              <p:blipFill>
                <a:blip r:embed="rId120"/>
                <a:stretch>
                  <a:fillRect/>
                </a:stretch>
              </p:blipFill>
              <p:spPr>
                <a:xfrm>
                  <a:off x="3795928" y="4556241"/>
                  <a:ext cx="212400" cy="38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1">
              <p14:nvContentPartPr>
                <p14:cNvPr id="83" name="Tinta 82">
                  <a:extLst>
                    <a:ext uri="{FF2B5EF4-FFF2-40B4-BE49-F238E27FC236}">
                      <a16:creationId xmlns:a16="http://schemas.microsoft.com/office/drawing/2014/main" id="{19D5D514-E538-8D42-F0DD-6B3E35424349}"/>
                    </a:ext>
                  </a:extLst>
                </p14:cNvPr>
                <p14:cNvContentPartPr/>
                <p14:nvPr/>
              </p14:nvContentPartPr>
              <p14:xfrm>
                <a:off x="3698728" y="4654521"/>
                <a:ext cx="186120" cy="15480"/>
              </p14:xfrm>
            </p:contentPart>
          </mc:Choice>
          <mc:Fallback>
            <p:pic>
              <p:nvPicPr>
                <p:cNvPr id="83" name="Tinta 82">
                  <a:extLst>
                    <a:ext uri="{FF2B5EF4-FFF2-40B4-BE49-F238E27FC236}">
                      <a16:creationId xmlns:a16="http://schemas.microsoft.com/office/drawing/2014/main" id="{19D5D514-E538-8D42-F0DD-6B3E35424349}"/>
                    </a:ext>
                  </a:extLst>
                </p:cNvPr>
                <p:cNvPicPr/>
                <p:nvPr/>
              </p:nvPicPr>
              <p:blipFill>
                <a:blip r:embed="rId122"/>
                <a:stretch>
                  <a:fillRect/>
                </a:stretch>
              </p:blipFill>
              <p:spPr>
                <a:xfrm>
                  <a:off x="3692608" y="4648401"/>
                  <a:ext cx="198360" cy="277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99" name="Agrupar 98">
            <a:extLst>
              <a:ext uri="{FF2B5EF4-FFF2-40B4-BE49-F238E27FC236}">
                <a16:creationId xmlns:a16="http://schemas.microsoft.com/office/drawing/2014/main" id="{4C74AD84-F1AA-971E-E381-B2E73770DA26}"/>
              </a:ext>
            </a:extLst>
          </p:cNvPr>
          <p:cNvGrpSpPr/>
          <p:nvPr/>
        </p:nvGrpSpPr>
        <p:grpSpPr>
          <a:xfrm>
            <a:off x="4687288" y="4132881"/>
            <a:ext cx="1343880" cy="687960"/>
            <a:chOff x="4687288" y="4132881"/>
            <a:chExt cx="1343880" cy="6879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23">
              <p14:nvContentPartPr>
                <p14:cNvPr id="86" name="Tinta 85">
                  <a:extLst>
                    <a:ext uri="{FF2B5EF4-FFF2-40B4-BE49-F238E27FC236}">
                      <a16:creationId xmlns:a16="http://schemas.microsoft.com/office/drawing/2014/main" id="{EDCD8E74-FCB7-E3CF-72FC-EC1A7751E795}"/>
                    </a:ext>
                  </a:extLst>
                </p14:cNvPr>
                <p14:cNvContentPartPr/>
                <p14:nvPr/>
              </p14:nvContentPartPr>
              <p14:xfrm>
                <a:off x="4782328" y="4509441"/>
                <a:ext cx="234000" cy="156240"/>
              </p14:xfrm>
            </p:contentPart>
          </mc:Choice>
          <mc:Fallback>
            <p:pic>
              <p:nvPicPr>
                <p:cNvPr id="86" name="Tinta 85">
                  <a:extLst>
                    <a:ext uri="{FF2B5EF4-FFF2-40B4-BE49-F238E27FC236}">
                      <a16:creationId xmlns:a16="http://schemas.microsoft.com/office/drawing/2014/main" id="{EDCD8E74-FCB7-E3CF-72FC-EC1A7751E795}"/>
                    </a:ext>
                  </a:extLst>
                </p:cNvPr>
                <p:cNvPicPr/>
                <p:nvPr/>
              </p:nvPicPr>
              <p:blipFill>
                <a:blip r:embed="rId124"/>
                <a:stretch>
                  <a:fillRect/>
                </a:stretch>
              </p:blipFill>
              <p:spPr>
                <a:xfrm>
                  <a:off x="4776208" y="4503321"/>
                  <a:ext cx="246240" cy="168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5">
              <p14:nvContentPartPr>
                <p14:cNvPr id="87" name="Tinta 86">
                  <a:extLst>
                    <a:ext uri="{FF2B5EF4-FFF2-40B4-BE49-F238E27FC236}">
                      <a16:creationId xmlns:a16="http://schemas.microsoft.com/office/drawing/2014/main" id="{961A9AAE-4396-9EE7-D3F6-FDB7D70E59EF}"/>
                    </a:ext>
                  </a:extLst>
                </p14:cNvPr>
                <p14:cNvContentPartPr/>
                <p14:nvPr/>
              </p14:nvContentPartPr>
              <p14:xfrm>
                <a:off x="5132608" y="4614921"/>
                <a:ext cx="198000" cy="20520"/>
              </p14:xfrm>
            </p:contentPart>
          </mc:Choice>
          <mc:Fallback>
            <p:pic>
              <p:nvPicPr>
                <p:cNvPr id="87" name="Tinta 86">
                  <a:extLst>
                    <a:ext uri="{FF2B5EF4-FFF2-40B4-BE49-F238E27FC236}">
                      <a16:creationId xmlns:a16="http://schemas.microsoft.com/office/drawing/2014/main" id="{961A9AAE-4396-9EE7-D3F6-FDB7D70E59EF}"/>
                    </a:ext>
                  </a:extLst>
                </p:cNvPr>
                <p:cNvPicPr/>
                <p:nvPr/>
              </p:nvPicPr>
              <p:blipFill>
                <a:blip r:embed="rId126"/>
                <a:stretch>
                  <a:fillRect/>
                </a:stretch>
              </p:blipFill>
              <p:spPr>
                <a:xfrm>
                  <a:off x="5126488" y="4608801"/>
                  <a:ext cx="210240" cy="32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7">
              <p14:nvContentPartPr>
                <p14:cNvPr id="88" name="Tinta 87">
                  <a:extLst>
                    <a:ext uri="{FF2B5EF4-FFF2-40B4-BE49-F238E27FC236}">
                      <a16:creationId xmlns:a16="http://schemas.microsoft.com/office/drawing/2014/main" id="{E6ECDAA5-AC65-423B-0266-ECAD84BC87F0}"/>
                    </a:ext>
                  </a:extLst>
                </p14:cNvPr>
                <p14:cNvContentPartPr/>
                <p14:nvPr/>
              </p14:nvContentPartPr>
              <p14:xfrm>
                <a:off x="5085808" y="4671801"/>
                <a:ext cx="47520" cy="124560"/>
              </p14:xfrm>
            </p:contentPart>
          </mc:Choice>
          <mc:Fallback>
            <p:pic>
              <p:nvPicPr>
                <p:cNvPr id="88" name="Tinta 87">
                  <a:extLst>
                    <a:ext uri="{FF2B5EF4-FFF2-40B4-BE49-F238E27FC236}">
                      <a16:creationId xmlns:a16="http://schemas.microsoft.com/office/drawing/2014/main" id="{E6ECDAA5-AC65-423B-0266-ECAD84BC87F0}"/>
                    </a:ext>
                  </a:extLst>
                </p:cNvPr>
                <p:cNvPicPr/>
                <p:nvPr/>
              </p:nvPicPr>
              <p:blipFill>
                <a:blip r:embed="rId128"/>
                <a:stretch>
                  <a:fillRect/>
                </a:stretch>
              </p:blipFill>
              <p:spPr>
                <a:xfrm>
                  <a:off x="5079688" y="4665681"/>
                  <a:ext cx="59760" cy="136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9">
              <p14:nvContentPartPr>
                <p14:cNvPr id="89" name="Tinta 88">
                  <a:extLst>
                    <a:ext uri="{FF2B5EF4-FFF2-40B4-BE49-F238E27FC236}">
                      <a16:creationId xmlns:a16="http://schemas.microsoft.com/office/drawing/2014/main" id="{816F1167-71A7-E2EA-DFD0-2E254C073417}"/>
                    </a:ext>
                  </a:extLst>
                </p14:cNvPr>
                <p14:cNvContentPartPr/>
                <p14:nvPr/>
              </p14:nvContentPartPr>
              <p14:xfrm>
                <a:off x="5365888" y="4349961"/>
                <a:ext cx="291600" cy="101880"/>
              </p14:xfrm>
            </p:contentPart>
          </mc:Choice>
          <mc:Fallback>
            <p:pic>
              <p:nvPicPr>
                <p:cNvPr id="89" name="Tinta 88">
                  <a:extLst>
                    <a:ext uri="{FF2B5EF4-FFF2-40B4-BE49-F238E27FC236}">
                      <a16:creationId xmlns:a16="http://schemas.microsoft.com/office/drawing/2014/main" id="{816F1167-71A7-E2EA-DFD0-2E254C073417}"/>
                    </a:ext>
                  </a:extLst>
                </p:cNvPr>
                <p:cNvPicPr/>
                <p:nvPr/>
              </p:nvPicPr>
              <p:blipFill>
                <a:blip r:embed="rId130"/>
                <a:stretch>
                  <a:fillRect/>
                </a:stretch>
              </p:blipFill>
              <p:spPr>
                <a:xfrm>
                  <a:off x="5359768" y="4343841"/>
                  <a:ext cx="303840" cy="114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1">
              <p14:nvContentPartPr>
                <p14:cNvPr id="90" name="Tinta 89">
                  <a:extLst>
                    <a:ext uri="{FF2B5EF4-FFF2-40B4-BE49-F238E27FC236}">
                      <a16:creationId xmlns:a16="http://schemas.microsoft.com/office/drawing/2014/main" id="{17AA2D9C-108D-B7B0-C853-FD07308DDA5D}"/>
                    </a:ext>
                  </a:extLst>
                </p14:cNvPr>
                <p14:cNvContentPartPr/>
                <p14:nvPr/>
              </p14:nvContentPartPr>
              <p14:xfrm>
                <a:off x="5751088" y="4718961"/>
                <a:ext cx="280080" cy="20520"/>
              </p14:xfrm>
            </p:contentPart>
          </mc:Choice>
          <mc:Fallback>
            <p:pic>
              <p:nvPicPr>
                <p:cNvPr id="90" name="Tinta 89">
                  <a:extLst>
                    <a:ext uri="{FF2B5EF4-FFF2-40B4-BE49-F238E27FC236}">
                      <a16:creationId xmlns:a16="http://schemas.microsoft.com/office/drawing/2014/main" id="{17AA2D9C-108D-B7B0-C853-FD07308DDA5D}"/>
                    </a:ext>
                  </a:extLst>
                </p:cNvPr>
                <p:cNvPicPr/>
                <p:nvPr/>
              </p:nvPicPr>
              <p:blipFill>
                <a:blip r:embed="rId132"/>
                <a:stretch>
                  <a:fillRect/>
                </a:stretch>
              </p:blipFill>
              <p:spPr>
                <a:xfrm>
                  <a:off x="5744968" y="4712841"/>
                  <a:ext cx="292320" cy="32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3">
              <p14:nvContentPartPr>
                <p14:cNvPr id="91" name="Tinta 90">
                  <a:extLst>
                    <a:ext uri="{FF2B5EF4-FFF2-40B4-BE49-F238E27FC236}">
                      <a16:creationId xmlns:a16="http://schemas.microsoft.com/office/drawing/2014/main" id="{F465D3DE-CFC1-3EE8-1260-3915A26916AD}"/>
                    </a:ext>
                  </a:extLst>
                </p14:cNvPr>
                <p14:cNvContentPartPr/>
                <p14:nvPr/>
              </p14:nvContentPartPr>
              <p14:xfrm>
                <a:off x="5866288" y="4619961"/>
                <a:ext cx="47520" cy="200880"/>
              </p14:xfrm>
            </p:contentPart>
          </mc:Choice>
          <mc:Fallback>
            <p:pic>
              <p:nvPicPr>
                <p:cNvPr id="91" name="Tinta 90">
                  <a:extLst>
                    <a:ext uri="{FF2B5EF4-FFF2-40B4-BE49-F238E27FC236}">
                      <a16:creationId xmlns:a16="http://schemas.microsoft.com/office/drawing/2014/main" id="{F465D3DE-CFC1-3EE8-1260-3915A26916AD}"/>
                    </a:ext>
                  </a:extLst>
                </p:cNvPr>
                <p:cNvPicPr/>
                <p:nvPr/>
              </p:nvPicPr>
              <p:blipFill>
                <a:blip r:embed="rId134"/>
                <a:stretch>
                  <a:fillRect/>
                </a:stretch>
              </p:blipFill>
              <p:spPr>
                <a:xfrm>
                  <a:off x="5860168" y="4613841"/>
                  <a:ext cx="59760" cy="213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5">
              <p14:nvContentPartPr>
                <p14:cNvPr id="98" name="Tinta 97">
                  <a:extLst>
                    <a:ext uri="{FF2B5EF4-FFF2-40B4-BE49-F238E27FC236}">
                      <a16:creationId xmlns:a16="http://schemas.microsoft.com/office/drawing/2014/main" id="{C0189D51-56B3-AE6D-880C-5AD2C34DA4CA}"/>
                    </a:ext>
                  </a:extLst>
                </p14:cNvPr>
                <p14:cNvContentPartPr/>
                <p14:nvPr/>
              </p14:nvContentPartPr>
              <p14:xfrm>
                <a:off x="4687288" y="4132881"/>
                <a:ext cx="946800" cy="645840"/>
              </p14:xfrm>
            </p:contentPart>
          </mc:Choice>
          <mc:Fallback>
            <p:pic>
              <p:nvPicPr>
                <p:cNvPr id="98" name="Tinta 97">
                  <a:extLst>
                    <a:ext uri="{FF2B5EF4-FFF2-40B4-BE49-F238E27FC236}">
                      <a16:creationId xmlns:a16="http://schemas.microsoft.com/office/drawing/2014/main" id="{C0189D51-56B3-AE6D-880C-5AD2C34DA4CA}"/>
                    </a:ext>
                  </a:extLst>
                </p:cNvPr>
                <p:cNvPicPr/>
                <p:nvPr/>
              </p:nvPicPr>
              <p:blipFill>
                <a:blip r:embed="rId136"/>
                <a:stretch>
                  <a:fillRect/>
                </a:stretch>
              </p:blipFill>
              <p:spPr>
                <a:xfrm>
                  <a:off x="4681168" y="4126761"/>
                  <a:ext cx="959040" cy="6580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01" name="Agrupar 100">
            <a:extLst>
              <a:ext uri="{FF2B5EF4-FFF2-40B4-BE49-F238E27FC236}">
                <a16:creationId xmlns:a16="http://schemas.microsoft.com/office/drawing/2014/main" id="{9877806E-E5BF-A516-3848-89952714CED5}"/>
              </a:ext>
            </a:extLst>
          </p:cNvPr>
          <p:cNvGrpSpPr/>
          <p:nvPr/>
        </p:nvGrpSpPr>
        <p:grpSpPr>
          <a:xfrm>
            <a:off x="6530488" y="4085001"/>
            <a:ext cx="1120320" cy="688680"/>
            <a:chOff x="6530488" y="4085001"/>
            <a:chExt cx="1120320" cy="6886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37">
              <p14:nvContentPartPr>
                <p14:cNvPr id="92" name="Tinta 91">
                  <a:extLst>
                    <a:ext uri="{FF2B5EF4-FFF2-40B4-BE49-F238E27FC236}">
                      <a16:creationId xmlns:a16="http://schemas.microsoft.com/office/drawing/2014/main" id="{3362BB4B-5D64-0B0B-90DE-BCD60216C7BB}"/>
                    </a:ext>
                  </a:extLst>
                </p14:cNvPr>
                <p14:cNvContentPartPr/>
                <p14:nvPr/>
              </p14:nvContentPartPr>
              <p14:xfrm>
                <a:off x="6681688" y="4431681"/>
                <a:ext cx="177840" cy="210960"/>
              </p14:xfrm>
            </p:contentPart>
          </mc:Choice>
          <mc:Fallback>
            <p:pic>
              <p:nvPicPr>
                <p:cNvPr id="92" name="Tinta 91">
                  <a:extLst>
                    <a:ext uri="{FF2B5EF4-FFF2-40B4-BE49-F238E27FC236}">
                      <a16:creationId xmlns:a16="http://schemas.microsoft.com/office/drawing/2014/main" id="{3362BB4B-5D64-0B0B-90DE-BCD60216C7BB}"/>
                    </a:ext>
                  </a:extLst>
                </p:cNvPr>
                <p:cNvPicPr/>
                <p:nvPr/>
              </p:nvPicPr>
              <p:blipFill>
                <a:blip r:embed="rId138"/>
                <a:stretch>
                  <a:fillRect/>
                </a:stretch>
              </p:blipFill>
              <p:spPr>
                <a:xfrm>
                  <a:off x="6675568" y="4425561"/>
                  <a:ext cx="190080" cy="223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9">
              <p14:nvContentPartPr>
                <p14:cNvPr id="93" name="Tinta 92">
                  <a:extLst>
                    <a:ext uri="{FF2B5EF4-FFF2-40B4-BE49-F238E27FC236}">
                      <a16:creationId xmlns:a16="http://schemas.microsoft.com/office/drawing/2014/main" id="{23852E47-9034-6B7F-A852-E8DB7818983F}"/>
                    </a:ext>
                  </a:extLst>
                </p14:cNvPr>
                <p14:cNvContentPartPr/>
                <p14:nvPr/>
              </p14:nvContentPartPr>
              <p14:xfrm>
                <a:off x="6851248" y="4589721"/>
                <a:ext cx="287640" cy="106560"/>
              </p14:xfrm>
            </p:contentPart>
          </mc:Choice>
          <mc:Fallback>
            <p:pic>
              <p:nvPicPr>
                <p:cNvPr id="93" name="Tinta 92">
                  <a:extLst>
                    <a:ext uri="{FF2B5EF4-FFF2-40B4-BE49-F238E27FC236}">
                      <a16:creationId xmlns:a16="http://schemas.microsoft.com/office/drawing/2014/main" id="{23852E47-9034-6B7F-A852-E8DB7818983F}"/>
                    </a:ext>
                  </a:extLst>
                </p:cNvPr>
                <p:cNvPicPr/>
                <p:nvPr/>
              </p:nvPicPr>
              <p:blipFill>
                <a:blip r:embed="rId140"/>
                <a:stretch>
                  <a:fillRect/>
                </a:stretch>
              </p:blipFill>
              <p:spPr>
                <a:xfrm>
                  <a:off x="6845128" y="4583601"/>
                  <a:ext cx="299880" cy="118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1">
              <p14:nvContentPartPr>
                <p14:cNvPr id="94" name="Tinta 93">
                  <a:extLst>
                    <a:ext uri="{FF2B5EF4-FFF2-40B4-BE49-F238E27FC236}">
                      <a16:creationId xmlns:a16="http://schemas.microsoft.com/office/drawing/2014/main" id="{7F198762-BDAE-1C3E-9282-284BECF15CAA}"/>
                    </a:ext>
                  </a:extLst>
                </p14:cNvPr>
                <p14:cNvContentPartPr/>
                <p14:nvPr/>
              </p14:nvContentPartPr>
              <p14:xfrm>
                <a:off x="7229608" y="4210641"/>
                <a:ext cx="258840" cy="171720"/>
              </p14:xfrm>
            </p:contentPart>
          </mc:Choice>
          <mc:Fallback>
            <p:pic>
              <p:nvPicPr>
                <p:cNvPr id="94" name="Tinta 93">
                  <a:extLst>
                    <a:ext uri="{FF2B5EF4-FFF2-40B4-BE49-F238E27FC236}">
                      <a16:creationId xmlns:a16="http://schemas.microsoft.com/office/drawing/2014/main" id="{7F198762-BDAE-1C3E-9282-284BECF15CAA}"/>
                    </a:ext>
                  </a:extLst>
                </p:cNvPr>
                <p:cNvPicPr/>
                <p:nvPr/>
              </p:nvPicPr>
              <p:blipFill>
                <a:blip r:embed="rId142"/>
                <a:stretch>
                  <a:fillRect/>
                </a:stretch>
              </p:blipFill>
              <p:spPr>
                <a:xfrm>
                  <a:off x="7223488" y="4204521"/>
                  <a:ext cx="271080" cy="183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3">
              <p14:nvContentPartPr>
                <p14:cNvPr id="100" name="Tinta 99">
                  <a:extLst>
                    <a:ext uri="{FF2B5EF4-FFF2-40B4-BE49-F238E27FC236}">
                      <a16:creationId xmlns:a16="http://schemas.microsoft.com/office/drawing/2014/main" id="{EFD3DE03-F713-F55B-BEF2-F2BE82DB5D02}"/>
                    </a:ext>
                  </a:extLst>
                </p14:cNvPr>
                <p14:cNvContentPartPr/>
                <p14:nvPr/>
              </p14:nvContentPartPr>
              <p14:xfrm>
                <a:off x="6530488" y="4085001"/>
                <a:ext cx="1120320" cy="688680"/>
              </p14:xfrm>
            </p:contentPart>
          </mc:Choice>
          <mc:Fallback>
            <p:pic>
              <p:nvPicPr>
                <p:cNvPr id="100" name="Tinta 99">
                  <a:extLst>
                    <a:ext uri="{FF2B5EF4-FFF2-40B4-BE49-F238E27FC236}">
                      <a16:creationId xmlns:a16="http://schemas.microsoft.com/office/drawing/2014/main" id="{EFD3DE03-F713-F55B-BEF2-F2BE82DB5D02}"/>
                    </a:ext>
                  </a:extLst>
                </p:cNvPr>
                <p:cNvPicPr/>
                <p:nvPr/>
              </p:nvPicPr>
              <p:blipFill>
                <a:blip r:embed="rId144"/>
                <a:stretch>
                  <a:fillRect/>
                </a:stretch>
              </p:blipFill>
              <p:spPr>
                <a:xfrm>
                  <a:off x="6524368" y="4078881"/>
                  <a:ext cx="1132560" cy="7009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07" name="Agrupar 106">
            <a:extLst>
              <a:ext uri="{FF2B5EF4-FFF2-40B4-BE49-F238E27FC236}">
                <a16:creationId xmlns:a16="http://schemas.microsoft.com/office/drawing/2014/main" id="{1F6A4F6E-5553-03C3-257D-DA0271A6340E}"/>
              </a:ext>
            </a:extLst>
          </p:cNvPr>
          <p:cNvGrpSpPr/>
          <p:nvPr/>
        </p:nvGrpSpPr>
        <p:grpSpPr>
          <a:xfrm>
            <a:off x="1563928" y="5075361"/>
            <a:ext cx="828000" cy="345240"/>
            <a:chOff x="1563928" y="5075361"/>
            <a:chExt cx="828000" cy="3452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45">
              <p14:nvContentPartPr>
                <p14:cNvPr id="102" name="Tinta 101">
                  <a:extLst>
                    <a:ext uri="{FF2B5EF4-FFF2-40B4-BE49-F238E27FC236}">
                      <a16:creationId xmlns:a16="http://schemas.microsoft.com/office/drawing/2014/main" id="{851EA732-F4B4-F282-42B7-554379313E63}"/>
                    </a:ext>
                  </a:extLst>
                </p14:cNvPr>
                <p14:cNvContentPartPr/>
                <p14:nvPr/>
              </p14:nvContentPartPr>
              <p14:xfrm>
                <a:off x="1563928" y="5075361"/>
                <a:ext cx="233280" cy="283680"/>
              </p14:xfrm>
            </p:contentPart>
          </mc:Choice>
          <mc:Fallback>
            <p:pic>
              <p:nvPicPr>
                <p:cNvPr id="102" name="Tinta 101">
                  <a:extLst>
                    <a:ext uri="{FF2B5EF4-FFF2-40B4-BE49-F238E27FC236}">
                      <a16:creationId xmlns:a16="http://schemas.microsoft.com/office/drawing/2014/main" id="{851EA732-F4B4-F282-42B7-554379313E63}"/>
                    </a:ext>
                  </a:extLst>
                </p:cNvPr>
                <p:cNvPicPr/>
                <p:nvPr/>
              </p:nvPicPr>
              <p:blipFill>
                <a:blip r:embed="rId146"/>
                <a:stretch>
                  <a:fillRect/>
                </a:stretch>
              </p:blipFill>
              <p:spPr>
                <a:xfrm>
                  <a:off x="1557808" y="5069241"/>
                  <a:ext cx="245520" cy="295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7">
              <p14:nvContentPartPr>
                <p14:cNvPr id="103" name="Tinta 102">
                  <a:extLst>
                    <a:ext uri="{FF2B5EF4-FFF2-40B4-BE49-F238E27FC236}">
                      <a16:creationId xmlns:a16="http://schemas.microsoft.com/office/drawing/2014/main" id="{DFFD7465-1111-E05F-7A8F-ECA094255E52}"/>
                    </a:ext>
                  </a:extLst>
                </p14:cNvPr>
                <p14:cNvContentPartPr/>
                <p14:nvPr/>
              </p14:nvContentPartPr>
              <p14:xfrm>
                <a:off x="1982608" y="5212161"/>
                <a:ext cx="23760" cy="208440"/>
              </p14:xfrm>
            </p:contentPart>
          </mc:Choice>
          <mc:Fallback>
            <p:pic>
              <p:nvPicPr>
                <p:cNvPr id="103" name="Tinta 102">
                  <a:extLst>
                    <a:ext uri="{FF2B5EF4-FFF2-40B4-BE49-F238E27FC236}">
                      <a16:creationId xmlns:a16="http://schemas.microsoft.com/office/drawing/2014/main" id="{DFFD7465-1111-E05F-7A8F-ECA094255E52}"/>
                    </a:ext>
                  </a:extLst>
                </p:cNvPr>
                <p:cNvPicPr/>
                <p:nvPr/>
              </p:nvPicPr>
              <p:blipFill>
                <a:blip r:embed="rId148"/>
                <a:stretch>
                  <a:fillRect/>
                </a:stretch>
              </p:blipFill>
              <p:spPr>
                <a:xfrm>
                  <a:off x="1976488" y="5206041"/>
                  <a:ext cx="36000" cy="220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9">
              <p14:nvContentPartPr>
                <p14:cNvPr id="104" name="Tinta 103">
                  <a:extLst>
                    <a:ext uri="{FF2B5EF4-FFF2-40B4-BE49-F238E27FC236}">
                      <a16:creationId xmlns:a16="http://schemas.microsoft.com/office/drawing/2014/main" id="{E07E1819-7F68-E145-3E0A-9899EE9BCA82}"/>
                    </a:ext>
                  </a:extLst>
                </p14:cNvPr>
                <p14:cNvContentPartPr/>
                <p14:nvPr/>
              </p14:nvContentPartPr>
              <p14:xfrm>
                <a:off x="1855528" y="5221881"/>
                <a:ext cx="138960" cy="37800"/>
              </p14:xfrm>
            </p:contentPart>
          </mc:Choice>
          <mc:Fallback>
            <p:pic>
              <p:nvPicPr>
                <p:cNvPr id="104" name="Tinta 103">
                  <a:extLst>
                    <a:ext uri="{FF2B5EF4-FFF2-40B4-BE49-F238E27FC236}">
                      <a16:creationId xmlns:a16="http://schemas.microsoft.com/office/drawing/2014/main" id="{E07E1819-7F68-E145-3E0A-9899EE9BCA82}"/>
                    </a:ext>
                  </a:extLst>
                </p:cNvPr>
                <p:cNvPicPr/>
                <p:nvPr/>
              </p:nvPicPr>
              <p:blipFill>
                <a:blip r:embed="rId150"/>
                <a:stretch>
                  <a:fillRect/>
                </a:stretch>
              </p:blipFill>
              <p:spPr>
                <a:xfrm>
                  <a:off x="1849408" y="5215761"/>
                  <a:ext cx="151200" cy="50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1">
              <p14:nvContentPartPr>
                <p14:cNvPr id="105" name="Tinta 104">
                  <a:extLst>
                    <a:ext uri="{FF2B5EF4-FFF2-40B4-BE49-F238E27FC236}">
                      <a16:creationId xmlns:a16="http://schemas.microsoft.com/office/drawing/2014/main" id="{48BDFE0D-2674-9013-7D34-C38001A7DDE6}"/>
                    </a:ext>
                  </a:extLst>
                </p14:cNvPr>
                <p14:cNvContentPartPr/>
                <p14:nvPr/>
              </p14:nvContentPartPr>
              <p14:xfrm>
                <a:off x="2309128" y="5206761"/>
                <a:ext cx="82800" cy="360"/>
              </p14:xfrm>
            </p:contentPart>
          </mc:Choice>
          <mc:Fallback>
            <p:pic>
              <p:nvPicPr>
                <p:cNvPr id="105" name="Tinta 104">
                  <a:extLst>
                    <a:ext uri="{FF2B5EF4-FFF2-40B4-BE49-F238E27FC236}">
                      <a16:creationId xmlns:a16="http://schemas.microsoft.com/office/drawing/2014/main" id="{48BDFE0D-2674-9013-7D34-C38001A7DDE6}"/>
                    </a:ext>
                  </a:extLst>
                </p:cNvPr>
                <p:cNvPicPr/>
                <p:nvPr/>
              </p:nvPicPr>
              <p:blipFill>
                <a:blip r:embed="rId152"/>
                <a:stretch>
                  <a:fillRect/>
                </a:stretch>
              </p:blipFill>
              <p:spPr>
                <a:xfrm>
                  <a:off x="2303008" y="5200641"/>
                  <a:ext cx="95040" cy="12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3">
              <p14:nvContentPartPr>
                <p14:cNvPr id="106" name="Tinta 105">
                  <a:extLst>
                    <a:ext uri="{FF2B5EF4-FFF2-40B4-BE49-F238E27FC236}">
                      <a16:creationId xmlns:a16="http://schemas.microsoft.com/office/drawing/2014/main" id="{D4FF2CD5-A117-3BE8-FFD8-5F1490A2A05A}"/>
                    </a:ext>
                  </a:extLst>
                </p14:cNvPr>
                <p14:cNvContentPartPr/>
                <p14:nvPr/>
              </p14:nvContentPartPr>
              <p14:xfrm>
                <a:off x="2217688" y="5259321"/>
                <a:ext cx="115560" cy="39960"/>
              </p14:xfrm>
            </p:contentPart>
          </mc:Choice>
          <mc:Fallback>
            <p:pic>
              <p:nvPicPr>
                <p:cNvPr id="106" name="Tinta 105">
                  <a:extLst>
                    <a:ext uri="{FF2B5EF4-FFF2-40B4-BE49-F238E27FC236}">
                      <a16:creationId xmlns:a16="http://schemas.microsoft.com/office/drawing/2014/main" id="{D4FF2CD5-A117-3BE8-FFD8-5F1490A2A05A}"/>
                    </a:ext>
                  </a:extLst>
                </p:cNvPr>
                <p:cNvPicPr/>
                <p:nvPr/>
              </p:nvPicPr>
              <p:blipFill>
                <a:blip r:embed="rId154"/>
                <a:stretch>
                  <a:fillRect/>
                </a:stretch>
              </p:blipFill>
              <p:spPr>
                <a:xfrm>
                  <a:off x="2211568" y="5253201"/>
                  <a:ext cx="127800" cy="522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15" name="Agrupar 114">
            <a:extLst>
              <a:ext uri="{FF2B5EF4-FFF2-40B4-BE49-F238E27FC236}">
                <a16:creationId xmlns:a16="http://schemas.microsoft.com/office/drawing/2014/main" id="{44A2723F-B507-70C0-6395-E47903FA1B7E}"/>
              </a:ext>
            </a:extLst>
          </p:cNvPr>
          <p:cNvGrpSpPr/>
          <p:nvPr/>
        </p:nvGrpSpPr>
        <p:grpSpPr>
          <a:xfrm>
            <a:off x="2986288" y="5076801"/>
            <a:ext cx="712800" cy="373680"/>
            <a:chOff x="2986288" y="5076801"/>
            <a:chExt cx="712800" cy="3736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55">
              <p14:nvContentPartPr>
                <p14:cNvPr id="108" name="Tinta 107">
                  <a:extLst>
                    <a:ext uri="{FF2B5EF4-FFF2-40B4-BE49-F238E27FC236}">
                      <a16:creationId xmlns:a16="http://schemas.microsoft.com/office/drawing/2014/main" id="{4D4421AE-27FA-F878-D70B-55A3481DF1ED}"/>
                    </a:ext>
                  </a:extLst>
                </p14:cNvPr>
                <p14:cNvContentPartPr/>
                <p14:nvPr/>
              </p14:nvContentPartPr>
              <p14:xfrm>
                <a:off x="2986288" y="5076801"/>
                <a:ext cx="269640" cy="287280"/>
              </p14:xfrm>
            </p:contentPart>
          </mc:Choice>
          <mc:Fallback>
            <p:pic>
              <p:nvPicPr>
                <p:cNvPr id="108" name="Tinta 107">
                  <a:extLst>
                    <a:ext uri="{FF2B5EF4-FFF2-40B4-BE49-F238E27FC236}">
                      <a16:creationId xmlns:a16="http://schemas.microsoft.com/office/drawing/2014/main" id="{4D4421AE-27FA-F878-D70B-55A3481DF1ED}"/>
                    </a:ext>
                  </a:extLst>
                </p:cNvPr>
                <p:cNvPicPr/>
                <p:nvPr/>
              </p:nvPicPr>
              <p:blipFill>
                <a:blip r:embed="rId156"/>
                <a:stretch>
                  <a:fillRect/>
                </a:stretch>
              </p:blipFill>
              <p:spPr>
                <a:xfrm>
                  <a:off x="2980168" y="5070681"/>
                  <a:ext cx="281880" cy="299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7">
              <p14:nvContentPartPr>
                <p14:cNvPr id="109" name="Tinta 108">
                  <a:extLst>
                    <a:ext uri="{FF2B5EF4-FFF2-40B4-BE49-F238E27FC236}">
                      <a16:creationId xmlns:a16="http://schemas.microsoft.com/office/drawing/2014/main" id="{4F77CAE5-AE44-2187-F78D-67AA9C1A8F71}"/>
                    </a:ext>
                  </a:extLst>
                </p14:cNvPr>
                <p14:cNvContentPartPr/>
                <p14:nvPr/>
              </p14:nvContentPartPr>
              <p14:xfrm>
                <a:off x="3324688" y="5103441"/>
                <a:ext cx="327600" cy="167760"/>
              </p14:xfrm>
            </p:contentPart>
          </mc:Choice>
          <mc:Fallback>
            <p:pic>
              <p:nvPicPr>
                <p:cNvPr id="109" name="Tinta 108">
                  <a:extLst>
                    <a:ext uri="{FF2B5EF4-FFF2-40B4-BE49-F238E27FC236}">
                      <a16:creationId xmlns:a16="http://schemas.microsoft.com/office/drawing/2014/main" id="{4F77CAE5-AE44-2187-F78D-67AA9C1A8F71}"/>
                    </a:ext>
                  </a:extLst>
                </p:cNvPr>
                <p:cNvPicPr/>
                <p:nvPr/>
              </p:nvPicPr>
              <p:blipFill>
                <a:blip r:embed="rId158"/>
                <a:stretch>
                  <a:fillRect/>
                </a:stretch>
              </p:blipFill>
              <p:spPr>
                <a:xfrm>
                  <a:off x="3318568" y="5097321"/>
                  <a:ext cx="339840" cy="180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9">
              <p14:nvContentPartPr>
                <p14:cNvPr id="110" name="Tinta 109">
                  <a:extLst>
                    <a:ext uri="{FF2B5EF4-FFF2-40B4-BE49-F238E27FC236}">
                      <a16:creationId xmlns:a16="http://schemas.microsoft.com/office/drawing/2014/main" id="{B38C8D48-EA90-EA21-BF86-0DF632553AEF}"/>
                    </a:ext>
                  </a:extLst>
                </p14:cNvPr>
                <p14:cNvContentPartPr/>
                <p14:nvPr/>
              </p14:nvContentPartPr>
              <p14:xfrm>
                <a:off x="2986288" y="5422401"/>
                <a:ext cx="712800" cy="28080"/>
              </p14:xfrm>
            </p:contentPart>
          </mc:Choice>
          <mc:Fallback>
            <p:pic>
              <p:nvPicPr>
                <p:cNvPr id="110" name="Tinta 109">
                  <a:extLst>
                    <a:ext uri="{FF2B5EF4-FFF2-40B4-BE49-F238E27FC236}">
                      <a16:creationId xmlns:a16="http://schemas.microsoft.com/office/drawing/2014/main" id="{B38C8D48-EA90-EA21-BF86-0DF632553AEF}"/>
                    </a:ext>
                  </a:extLst>
                </p:cNvPr>
                <p:cNvPicPr/>
                <p:nvPr/>
              </p:nvPicPr>
              <p:blipFill>
                <a:blip r:embed="rId160"/>
                <a:stretch>
                  <a:fillRect/>
                </a:stretch>
              </p:blipFill>
              <p:spPr>
                <a:xfrm>
                  <a:off x="2980168" y="5416281"/>
                  <a:ext cx="725040" cy="403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14" name="Agrupar 113">
            <a:extLst>
              <a:ext uri="{FF2B5EF4-FFF2-40B4-BE49-F238E27FC236}">
                <a16:creationId xmlns:a16="http://schemas.microsoft.com/office/drawing/2014/main" id="{6031DC39-7F85-16BF-BF09-9AB062822BBE}"/>
              </a:ext>
            </a:extLst>
          </p:cNvPr>
          <p:cNvGrpSpPr/>
          <p:nvPr/>
        </p:nvGrpSpPr>
        <p:grpSpPr>
          <a:xfrm>
            <a:off x="2997808" y="5548761"/>
            <a:ext cx="734040" cy="297360"/>
            <a:chOff x="2997808" y="5548761"/>
            <a:chExt cx="734040" cy="2973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61">
              <p14:nvContentPartPr>
                <p14:cNvPr id="111" name="Tinta 110">
                  <a:extLst>
                    <a:ext uri="{FF2B5EF4-FFF2-40B4-BE49-F238E27FC236}">
                      <a16:creationId xmlns:a16="http://schemas.microsoft.com/office/drawing/2014/main" id="{05C35F53-D708-462A-8825-1BA91F0AF370}"/>
                    </a:ext>
                  </a:extLst>
                </p14:cNvPr>
                <p14:cNvContentPartPr/>
                <p14:nvPr/>
              </p14:nvContentPartPr>
              <p14:xfrm>
                <a:off x="2997808" y="5605641"/>
                <a:ext cx="316080" cy="236160"/>
              </p14:xfrm>
            </p:contentPart>
          </mc:Choice>
          <mc:Fallback>
            <p:pic>
              <p:nvPicPr>
                <p:cNvPr id="111" name="Tinta 110">
                  <a:extLst>
                    <a:ext uri="{FF2B5EF4-FFF2-40B4-BE49-F238E27FC236}">
                      <a16:creationId xmlns:a16="http://schemas.microsoft.com/office/drawing/2014/main" id="{05C35F53-D708-462A-8825-1BA91F0AF370}"/>
                    </a:ext>
                  </a:extLst>
                </p:cNvPr>
                <p:cNvPicPr/>
                <p:nvPr/>
              </p:nvPicPr>
              <p:blipFill>
                <a:blip r:embed="rId162"/>
                <a:stretch>
                  <a:fillRect/>
                </a:stretch>
              </p:blipFill>
              <p:spPr>
                <a:xfrm>
                  <a:off x="2991688" y="5599521"/>
                  <a:ext cx="328320" cy="248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3">
              <p14:nvContentPartPr>
                <p14:cNvPr id="112" name="Tinta 111">
                  <a:extLst>
                    <a:ext uri="{FF2B5EF4-FFF2-40B4-BE49-F238E27FC236}">
                      <a16:creationId xmlns:a16="http://schemas.microsoft.com/office/drawing/2014/main" id="{2532ACC7-5B43-418A-A7A3-B1D870C7FA79}"/>
                    </a:ext>
                  </a:extLst>
                </p14:cNvPr>
                <p14:cNvContentPartPr/>
                <p14:nvPr/>
              </p14:nvContentPartPr>
              <p14:xfrm>
                <a:off x="3569488" y="5548761"/>
                <a:ext cx="35640" cy="297360"/>
              </p14:xfrm>
            </p:contentPart>
          </mc:Choice>
          <mc:Fallback>
            <p:pic>
              <p:nvPicPr>
                <p:cNvPr id="112" name="Tinta 111">
                  <a:extLst>
                    <a:ext uri="{FF2B5EF4-FFF2-40B4-BE49-F238E27FC236}">
                      <a16:creationId xmlns:a16="http://schemas.microsoft.com/office/drawing/2014/main" id="{2532ACC7-5B43-418A-A7A3-B1D870C7FA79}"/>
                    </a:ext>
                  </a:extLst>
                </p:cNvPr>
                <p:cNvPicPr/>
                <p:nvPr/>
              </p:nvPicPr>
              <p:blipFill>
                <a:blip r:embed="rId164"/>
                <a:stretch>
                  <a:fillRect/>
                </a:stretch>
              </p:blipFill>
              <p:spPr>
                <a:xfrm>
                  <a:off x="3563368" y="5542641"/>
                  <a:ext cx="47880" cy="309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5">
              <p14:nvContentPartPr>
                <p14:cNvPr id="113" name="Tinta 112">
                  <a:extLst>
                    <a:ext uri="{FF2B5EF4-FFF2-40B4-BE49-F238E27FC236}">
                      <a16:creationId xmlns:a16="http://schemas.microsoft.com/office/drawing/2014/main" id="{0266DAAE-DBE8-AC83-8D76-855F00C4C2DE}"/>
                    </a:ext>
                  </a:extLst>
                </p14:cNvPr>
                <p14:cNvContentPartPr/>
                <p14:nvPr/>
              </p14:nvContentPartPr>
              <p14:xfrm>
                <a:off x="3487048" y="5652801"/>
                <a:ext cx="244800" cy="12960"/>
              </p14:xfrm>
            </p:contentPart>
          </mc:Choice>
          <mc:Fallback>
            <p:pic>
              <p:nvPicPr>
                <p:cNvPr id="113" name="Tinta 112">
                  <a:extLst>
                    <a:ext uri="{FF2B5EF4-FFF2-40B4-BE49-F238E27FC236}">
                      <a16:creationId xmlns:a16="http://schemas.microsoft.com/office/drawing/2014/main" id="{0266DAAE-DBE8-AC83-8D76-855F00C4C2DE}"/>
                    </a:ext>
                  </a:extLst>
                </p:cNvPr>
                <p:cNvPicPr/>
                <p:nvPr/>
              </p:nvPicPr>
              <p:blipFill>
                <a:blip r:embed="rId166"/>
                <a:stretch>
                  <a:fillRect/>
                </a:stretch>
              </p:blipFill>
              <p:spPr>
                <a:xfrm>
                  <a:off x="3480928" y="5646681"/>
                  <a:ext cx="257040" cy="252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18" name="Agrupar 117">
            <a:extLst>
              <a:ext uri="{FF2B5EF4-FFF2-40B4-BE49-F238E27FC236}">
                <a16:creationId xmlns:a16="http://schemas.microsoft.com/office/drawing/2014/main" id="{2A3C8D4E-6686-1A2C-ABB2-D3253682D419}"/>
              </a:ext>
            </a:extLst>
          </p:cNvPr>
          <p:cNvGrpSpPr/>
          <p:nvPr/>
        </p:nvGrpSpPr>
        <p:grpSpPr>
          <a:xfrm>
            <a:off x="4152328" y="5313681"/>
            <a:ext cx="174240" cy="109080"/>
            <a:chOff x="4152328" y="5313681"/>
            <a:chExt cx="174240" cy="1090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67">
              <p14:nvContentPartPr>
                <p14:cNvPr id="116" name="Tinta 115">
                  <a:extLst>
                    <a:ext uri="{FF2B5EF4-FFF2-40B4-BE49-F238E27FC236}">
                      <a16:creationId xmlns:a16="http://schemas.microsoft.com/office/drawing/2014/main" id="{2C95EB21-856B-0895-D335-BDBE4ABE7DBC}"/>
                    </a:ext>
                  </a:extLst>
                </p14:cNvPr>
                <p14:cNvContentPartPr/>
                <p14:nvPr/>
              </p14:nvContentPartPr>
              <p14:xfrm>
                <a:off x="4152328" y="5313681"/>
                <a:ext cx="170640" cy="27720"/>
              </p14:xfrm>
            </p:contentPart>
          </mc:Choice>
          <mc:Fallback>
            <p:pic>
              <p:nvPicPr>
                <p:cNvPr id="116" name="Tinta 115">
                  <a:extLst>
                    <a:ext uri="{FF2B5EF4-FFF2-40B4-BE49-F238E27FC236}">
                      <a16:creationId xmlns:a16="http://schemas.microsoft.com/office/drawing/2014/main" id="{2C95EB21-856B-0895-D335-BDBE4ABE7DBC}"/>
                    </a:ext>
                  </a:extLst>
                </p:cNvPr>
                <p:cNvPicPr/>
                <p:nvPr/>
              </p:nvPicPr>
              <p:blipFill>
                <a:blip r:embed="rId168"/>
                <a:stretch>
                  <a:fillRect/>
                </a:stretch>
              </p:blipFill>
              <p:spPr>
                <a:xfrm>
                  <a:off x="4146208" y="5307561"/>
                  <a:ext cx="182880" cy="39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9">
              <p14:nvContentPartPr>
                <p14:cNvPr id="117" name="Tinta 116">
                  <a:extLst>
                    <a:ext uri="{FF2B5EF4-FFF2-40B4-BE49-F238E27FC236}">
                      <a16:creationId xmlns:a16="http://schemas.microsoft.com/office/drawing/2014/main" id="{03530936-8249-E68E-56F6-960F869E2EB7}"/>
                    </a:ext>
                  </a:extLst>
                </p14:cNvPr>
                <p14:cNvContentPartPr/>
                <p14:nvPr/>
              </p14:nvContentPartPr>
              <p14:xfrm>
                <a:off x="4187608" y="5410521"/>
                <a:ext cx="138960" cy="12240"/>
              </p14:xfrm>
            </p:contentPart>
          </mc:Choice>
          <mc:Fallback>
            <p:pic>
              <p:nvPicPr>
                <p:cNvPr id="117" name="Tinta 116">
                  <a:extLst>
                    <a:ext uri="{FF2B5EF4-FFF2-40B4-BE49-F238E27FC236}">
                      <a16:creationId xmlns:a16="http://schemas.microsoft.com/office/drawing/2014/main" id="{03530936-8249-E68E-56F6-960F869E2EB7}"/>
                    </a:ext>
                  </a:extLst>
                </p:cNvPr>
                <p:cNvPicPr/>
                <p:nvPr/>
              </p:nvPicPr>
              <p:blipFill>
                <a:blip r:embed="rId170"/>
                <a:stretch>
                  <a:fillRect/>
                </a:stretch>
              </p:blipFill>
              <p:spPr>
                <a:xfrm>
                  <a:off x="4181488" y="5404401"/>
                  <a:ext cx="151200" cy="244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28" name="Agrupar 127">
            <a:extLst>
              <a:ext uri="{FF2B5EF4-FFF2-40B4-BE49-F238E27FC236}">
                <a16:creationId xmlns:a16="http://schemas.microsoft.com/office/drawing/2014/main" id="{9E5BABF2-373A-54F5-C5D1-31BE57A37D5C}"/>
              </a:ext>
            </a:extLst>
          </p:cNvPr>
          <p:cNvGrpSpPr/>
          <p:nvPr/>
        </p:nvGrpSpPr>
        <p:grpSpPr>
          <a:xfrm>
            <a:off x="4722928" y="5193801"/>
            <a:ext cx="840240" cy="257400"/>
            <a:chOff x="4722928" y="5193801"/>
            <a:chExt cx="840240" cy="2574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71">
              <p14:nvContentPartPr>
                <p14:cNvPr id="119" name="Tinta 118">
                  <a:extLst>
                    <a:ext uri="{FF2B5EF4-FFF2-40B4-BE49-F238E27FC236}">
                      <a16:creationId xmlns:a16="http://schemas.microsoft.com/office/drawing/2014/main" id="{A278FF7F-0E4D-9F1F-1527-DCFB239A4DF3}"/>
                    </a:ext>
                  </a:extLst>
                </p14:cNvPr>
                <p14:cNvContentPartPr/>
                <p14:nvPr/>
              </p14:nvContentPartPr>
              <p14:xfrm>
                <a:off x="4722928" y="5193801"/>
                <a:ext cx="154080" cy="159480"/>
              </p14:xfrm>
            </p:contentPart>
          </mc:Choice>
          <mc:Fallback>
            <p:pic>
              <p:nvPicPr>
                <p:cNvPr id="119" name="Tinta 118">
                  <a:extLst>
                    <a:ext uri="{FF2B5EF4-FFF2-40B4-BE49-F238E27FC236}">
                      <a16:creationId xmlns:a16="http://schemas.microsoft.com/office/drawing/2014/main" id="{A278FF7F-0E4D-9F1F-1527-DCFB239A4DF3}"/>
                    </a:ext>
                  </a:extLst>
                </p:cNvPr>
                <p:cNvPicPr/>
                <p:nvPr/>
              </p:nvPicPr>
              <p:blipFill>
                <a:blip r:embed="rId172"/>
                <a:stretch>
                  <a:fillRect/>
                </a:stretch>
              </p:blipFill>
              <p:spPr>
                <a:xfrm>
                  <a:off x="4716808" y="5187681"/>
                  <a:ext cx="166320" cy="171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3">
              <p14:nvContentPartPr>
                <p14:cNvPr id="120" name="Tinta 119">
                  <a:extLst>
                    <a:ext uri="{FF2B5EF4-FFF2-40B4-BE49-F238E27FC236}">
                      <a16:creationId xmlns:a16="http://schemas.microsoft.com/office/drawing/2014/main" id="{1EA455A3-F6D7-BEAB-DE6E-7A4CC9C5C229}"/>
                    </a:ext>
                  </a:extLst>
                </p14:cNvPr>
                <p14:cNvContentPartPr/>
                <p14:nvPr/>
              </p14:nvContentPartPr>
              <p14:xfrm>
                <a:off x="4897168" y="5370921"/>
                <a:ext cx="83160" cy="80280"/>
              </p14:xfrm>
            </p:contentPart>
          </mc:Choice>
          <mc:Fallback>
            <p:pic>
              <p:nvPicPr>
                <p:cNvPr id="120" name="Tinta 119">
                  <a:extLst>
                    <a:ext uri="{FF2B5EF4-FFF2-40B4-BE49-F238E27FC236}">
                      <a16:creationId xmlns:a16="http://schemas.microsoft.com/office/drawing/2014/main" id="{1EA455A3-F6D7-BEAB-DE6E-7A4CC9C5C229}"/>
                    </a:ext>
                  </a:extLst>
                </p:cNvPr>
                <p:cNvPicPr/>
                <p:nvPr/>
              </p:nvPicPr>
              <p:blipFill>
                <a:blip r:embed="rId174"/>
                <a:stretch>
                  <a:fillRect/>
                </a:stretch>
              </p:blipFill>
              <p:spPr>
                <a:xfrm>
                  <a:off x="4891048" y="5364801"/>
                  <a:ext cx="95400" cy="92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5">
              <p14:nvContentPartPr>
                <p14:cNvPr id="121" name="Tinta 120">
                  <a:extLst>
                    <a:ext uri="{FF2B5EF4-FFF2-40B4-BE49-F238E27FC236}">
                      <a16:creationId xmlns:a16="http://schemas.microsoft.com/office/drawing/2014/main" id="{CBB2910A-4A23-0EBD-E9C4-92E25EBA8803}"/>
                    </a:ext>
                  </a:extLst>
                </p14:cNvPr>
                <p14:cNvContentPartPr/>
                <p14:nvPr/>
              </p14:nvContentPartPr>
              <p14:xfrm>
                <a:off x="4921288" y="5388201"/>
                <a:ext cx="118080" cy="10080"/>
              </p14:xfrm>
            </p:contentPart>
          </mc:Choice>
          <mc:Fallback>
            <p:pic>
              <p:nvPicPr>
                <p:cNvPr id="121" name="Tinta 120">
                  <a:extLst>
                    <a:ext uri="{FF2B5EF4-FFF2-40B4-BE49-F238E27FC236}">
                      <a16:creationId xmlns:a16="http://schemas.microsoft.com/office/drawing/2014/main" id="{CBB2910A-4A23-0EBD-E9C4-92E25EBA8803}"/>
                    </a:ext>
                  </a:extLst>
                </p:cNvPr>
                <p:cNvPicPr/>
                <p:nvPr/>
              </p:nvPicPr>
              <p:blipFill>
                <a:blip r:embed="rId176"/>
                <a:stretch>
                  <a:fillRect/>
                </a:stretch>
              </p:blipFill>
              <p:spPr>
                <a:xfrm>
                  <a:off x="4915168" y="5382081"/>
                  <a:ext cx="130320" cy="22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7">
              <p14:nvContentPartPr>
                <p14:cNvPr id="123" name="Tinta 122">
                  <a:extLst>
                    <a:ext uri="{FF2B5EF4-FFF2-40B4-BE49-F238E27FC236}">
                      <a16:creationId xmlns:a16="http://schemas.microsoft.com/office/drawing/2014/main" id="{339EAFAF-913C-B93B-D7ED-0E198D8AFF76}"/>
                    </a:ext>
                  </a:extLst>
                </p14:cNvPr>
                <p14:cNvContentPartPr/>
                <p14:nvPr/>
              </p14:nvContentPartPr>
              <p14:xfrm>
                <a:off x="4932808" y="5321241"/>
                <a:ext cx="200160" cy="72360"/>
              </p14:xfrm>
            </p:contentPart>
          </mc:Choice>
          <mc:Fallback>
            <p:pic>
              <p:nvPicPr>
                <p:cNvPr id="123" name="Tinta 122">
                  <a:extLst>
                    <a:ext uri="{FF2B5EF4-FFF2-40B4-BE49-F238E27FC236}">
                      <a16:creationId xmlns:a16="http://schemas.microsoft.com/office/drawing/2014/main" id="{339EAFAF-913C-B93B-D7ED-0E198D8AFF76}"/>
                    </a:ext>
                  </a:extLst>
                </p:cNvPr>
                <p:cNvPicPr/>
                <p:nvPr/>
              </p:nvPicPr>
              <p:blipFill>
                <a:blip r:embed="rId178"/>
                <a:stretch>
                  <a:fillRect/>
                </a:stretch>
              </p:blipFill>
              <p:spPr>
                <a:xfrm>
                  <a:off x="4926688" y="5315121"/>
                  <a:ext cx="212400" cy="84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9">
              <p14:nvContentPartPr>
                <p14:cNvPr id="124" name="Tinta 123">
                  <a:extLst>
                    <a:ext uri="{FF2B5EF4-FFF2-40B4-BE49-F238E27FC236}">
                      <a16:creationId xmlns:a16="http://schemas.microsoft.com/office/drawing/2014/main" id="{B726A6FC-AFD6-9B56-4686-7670C516FE0A}"/>
                    </a:ext>
                  </a:extLst>
                </p14:cNvPr>
                <p14:cNvContentPartPr/>
                <p14:nvPr/>
              </p14:nvContentPartPr>
              <p14:xfrm>
                <a:off x="5388928" y="5335641"/>
                <a:ext cx="174240" cy="25920"/>
              </p14:xfrm>
            </p:contentPart>
          </mc:Choice>
          <mc:Fallback>
            <p:pic>
              <p:nvPicPr>
                <p:cNvPr id="124" name="Tinta 123">
                  <a:extLst>
                    <a:ext uri="{FF2B5EF4-FFF2-40B4-BE49-F238E27FC236}">
                      <a16:creationId xmlns:a16="http://schemas.microsoft.com/office/drawing/2014/main" id="{B726A6FC-AFD6-9B56-4686-7670C516FE0A}"/>
                    </a:ext>
                  </a:extLst>
                </p:cNvPr>
                <p:cNvPicPr/>
                <p:nvPr/>
              </p:nvPicPr>
              <p:blipFill>
                <a:blip r:embed="rId180"/>
                <a:stretch>
                  <a:fillRect/>
                </a:stretch>
              </p:blipFill>
              <p:spPr>
                <a:xfrm>
                  <a:off x="5382808" y="5329521"/>
                  <a:ext cx="186480" cy="381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27" name="Agrupar 126">
            <a:extLst>
              <a:ext uri="{FF2B5EF4-FFF2-40B4-BE49-F238E27FC236}">
                <a16:creationId xmlns:a16="http://schemas.microsoft.com/office/drawing/2014/main" id="{AB68BBC5-8915-7575-044F-475AE6D8F3E6}"/>
              </a:ext>
            </a:extLst>
          </p:cNvPr>
          <p:cNvGrpSpPr/>
          <p:nvPr/>
        </p:nvGrpSpPr>
        <p:grpSpPr>
          <a:xfrm>
            <a:off x="5877808" y="5167161"/>
            <a:ext cx="387360" cy="270720"/>
            <a:chOff x="5877808" y="5167161"/>
            <a:chExt cx="387360" cy="2707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81">
              <p14:nvContentPartPr>
                <p14:cNvPr id="125" name="Tinta 124">
                  <a:extLst>
                    <a:ext uri="{FF2B5EF4-FFF2-40B4-BE49-F238E27FC236}">
                      <a16:creationId xmlns:a16="http://schemas.microsoft.com/office/drawing/2014/main" id="{137FD2CF-3B90-8F84-083D-386DC029AFC9}"/>
                    </a:ext>
                  </a:extLst>
                </p14:cNvPr>
                <p14:cNvContentPartPr/>
                <p14:nvPr/>
              </p14:nvContentPartPr>
              <p14:xfrm>
                <a:off x="5877808" y="5167161"/>
                <a:ext cx="268200" cy="155880"/>
              </p14:xfrm>
            </p:contentPart>
          </mc:Choice>
          <mc:Fallback>
            <p:pic>
              <p:nvPicPr>
                <p:cNvPr id="125" name="Tinta 124">
                  <a:extLst>
                    <a:ext uri="{FF2B5EF4-FFF2-40B4-BE49-F238E27FC236}">
                      <a16:creationId xmlns:a16="http://schemas.microsoft.com/office/drawing/2014/main" id="{137FD2CF-3B90-8F84-083D-386DC029AFC9}"/>
                    </a:ext>
                  </a:extLst>
                </p:cNvPr>
                <p:cNvPicPr/>
                <p:nvPr/>
              </p:nvPicPr>
              <p:blipFill>
                <a:blip r:embed="rId182"/>
                <a:stretch>
                  <a:fillRect/>
                </a:stretch>
              </p:blipFill>
              <p:spPr>
                <a:xfrm>
                  <a:off x="5871688" y="5161041"/>
                  <a:ext cx="280440" cy="168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3">
              <p14:nvContentPartPr>
                <p14:cNvPr id="126" name="Tinta 125">
                  <a:extLst>
                    <a:ext uri="{FF2B5EF4-FFF2-40B4-BE49-F238E27FC236}">
                      <a16:creationId xmlns:a16="http://schemas.microsoft.com/office/drawing/2014/main" id="{641E3BDE-4893-A569-5BCF-4DD7661E986B}"/>
                    </a:ext>
                  </a:extLst>
                </p14:cNvPr>
                <p14:cNvContentPartPr/>
                <p14:nvPr/>
              </p14:nvContentPartPr>
              <p14:xfrm>
                <a:off x="6053488" y="5311521"/>
                <a:ext cx="211680" cy="126360"/>
              </p14:xfrm>
            </p:contentPart>
          </mc:Choice>
          <mc:Fallback>
            <p:pic>
              <p:nvPicPr>
                <p:cNvPr id="126" name="Tinta 125">
                  <a:extLst>
                    <a:ext uri="{FF2B5EF4-FFF2-40B4-BE49-F238E27FC236}">
                      <a16:creationId xmlns:a16="http://schemas.microsoft.com/office/drawing/2014/main" id="{641E3BDE-4893-A569-5BCF-4DD7661E986B}"/>
                    </a:ext>
                  </a:extLst>
                </p:cNvPr>
                <p:cNvPicPr/>
                <p:nvPr/>
              </p:nvPicPr>
              <p:blipFill>
                <a:blip r:embed="rId184"/>
                <a:stretch>
                  <a:fillRect/>
                </a:stretch>
              </p:blipFill>
              <p:spPr>
                <a:xfrm>
                  <a:off x="6047368" y="5305401"/>
                  <a:ext cx="223920" cy="13860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185">
            <p14:nvContentPartPr>
              <p14:cNvPr id="129" name="Tinta 128">
                <a:extLst>
                  <a:ext uri="{FF2B5EF4-FFF2-40B4-BE49-F238E27FC236}">
                    <a16:creationId xmlns:a16="http://schemas.microsoft.com/office/drawing/2014/main" id="{CC4F3581-C9A5-F7E5-BD74-810D5B56CA2E}"/>
                  </a:ext>
                </a:extLst>
              </p14:cNvPr>
              <p14:cNvContentPartPr/>
              <p14:nvPr/>
            </p14:nvContentPartPr>
            <p14:xfrm>
              <a:off x="4794208" y="5593761"/>
              <a:ext cx="1139040" cy="79560"/>
            </p14:xfrm>
          </p:contentPart>
        </mc:Choice>
        <mc:Fallback>
          <p:pic>
            <p:nvPicPr>
              <p:cNvPr id="129" name="Tinta 128">
                <a:extLst>
                  <a:ext uri="{FF2B5EF4-FFF2-40B4-BE49-F238E27FC236}">
                    <a16:creationId xmlns:a16="http://schemas.microsoft.com/office/drawing/2014/main" id="{CC4F3581-C9A5-F7E5-BD74-810D5B56CA2E}"/>
                  </a:ext>
                </a:extLst>
              </p:cNvPr>
              <p:cNvPicPr/>
              <p:nvPr/>
            </p:nvPicPr>
            <p:blipFill>
              <a:blip r:embed="rId186"/>
              <a:stretch>
                <a:fillRect/>
              </a:stretch>
            </p:blipFill>
            <p:spPr>
              <a:xfrm>
                <a:off x="4788088" y="5587641"/>
                <a:ext cx="1151280" cy="91800"/>
              </a:xfrm>
              <a:prstGeom prst="rect">
                <a:avLst/>
              </a:prstGeom>
            </p:spPr>
          </p:pic>
        </mc:Fallback>
      </mc:AlternateContent>
      <p:grpSp>
        <p:nvGrpSpPr>
          <p:cNvPr id="139" name="Agrupar 138">
            <a:extLst>
              <a:ext uri="{FF2B5EF4-FFF2-40B4-BE49-F238E27FC236}">
                <a16:creationId xmlns:a16="http://schemas.microsoft.com/office/drawing/2014/main" id="{11C26C3A-3173-F3F7-BDB0-1DD461A1D234}"/>
              </a:ext>
            </a:extLst>
          </p:cNvPr>
          <p:cNvGrpSpPr/>
          <p:nvPr/>
        </p:nvGrpSpPr>
        <p:grpSpPr>
          <a:xfrm>
            <a:off x="4758928" y="5769801"/>
            <a:ext cx="1434600" cy="233280"/>
            <a:chOff x="4758928" y="5769801"/>
            <a:chExt cx="1434600" cy="2332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87">
              <p14:nvContentPartPr>
                <p14:cNvPr id="130" name="Tinta 129">
                  <a:extLst>
                    <a:ext uri="{FF2B5EF4-FFF2-40B4-BE49-F238E27FC236}">
                      <a16:creationId xmlns:a16="http://schemas.microsoft.com/office/drawing/2014/main" id="{D3CEB89B-5B0C-B801-273D-BE97A80D76F6}"/>
                    </a:ext>
                  </a:extLst>
                </p14:cNvPr>
                <p14:cNvContentPartPr/>
                <p14:nvPr/>
              </p14:nvContentPartPr>
              <p14:xfrm>
                <a:off x="4758928" y="5794281"/>
                <a:ext cx="268200" cy="32400"/>
              </p14:xfrm>
            </p:contentPart>
          </mc:Choice>
          <mc:Fallback>
            <p:pic>
              <p:nvPicPr>
                <p:cNvPr id="130" name="Tinta 129">
                  <a:extLst>
                    <a:ext uri="{FF2B5EF4-FFF2-40B4-BE49-F238E27FC236}">
                      <a16:creationId xmlns:a16="http://schemas.microsoft.com/office/drawing/2014/main" id="{D3CEB89B-5B0C-B801-273D-BE97A80D76F6}"/>
                    </a:ext>
                  </a:extLst>
                </p:cNvPr>
                <p:cNvPicPr/>
                <p:nvPr/>
              </p:nvPicPr>
              <p:blipFill>
                <a:blip r:embed="rId188"/>
                <a:stretch>
                  <a:fillRect/>
                </a:stretch>
              </p:blipFill>
              <p:spPr>
                <a:xfrm>
                  <a:off x="4752808" y="5788161"/>
                  <a:ext cx="280440" cy="44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9">
              <p14:nvContentPartPr>
                <p14:cNvPr id="131" name="Tinta 130">
                  <a:extLst>
                    <a:ext uri="{FF2B5EF4-FFF2-40B4-BE49-F238E27FC236}">
                      <a16:creationId xmlns:a16="http://schemas.microsoft.com/office/drawing/2014/main" id="{90C86307-FA74-D7B1-FD78-A0B3800892B6}"/>
                    </a:ext>
                  </a:extLst>
                </p14:cNvPr>
                <p14:cNvContentPartPr/>
                <p14:nvPr/>
              </p14:nvContentPartPr>
              <p14:xfrm>
                <a:off x="4932808" y="5769801"/>
                <a:ext cx="12240" cy="188280"/>
              </p14:xfrm>
            </p:contentPart>
          </mc:Choice>
          <mc:Fallback>
            <p:pic>
              <p:nvPicPr>
                <p:cNvPr id="131" name="Tinta 130">
                  <a:extLst>
                    <a:ext uri="{FF2B5EF4-FFF2-40B4-BE49-F238E27FC236}">
                      <a16:creationId xmlns:a16="http://schemas.microsoft.com/office/drawing/2014/main" id="{90C86307-FA74-D7B1-FD78-A0B3800892B6}"/>
                    </a:ext>
                  </a:extLst>
                </p:cNvPr>
                <p:cNvPicPr/>
                <p:nvPr/>
              </p:nvPicPr>
              <p:blipFill>
                <a:blip r:embed="rId190"/>
                <a:stretch>
                  <a:fillRect/>
                </a:stretch>
              </p:blipFill>
              <p:spPr>
                <a:xfrm>
                  <a:off x="4926688" y="5763681"/>
                  <a:ext cx="24480" cy="200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1">
              <p14:nvContentPartPr>
                <p14:cNvPr id="132" name="Tinta 131">
                  <a:extLst>
                    <a:ext uri="{FF2B5EF4-FFF2-40B4-BE49-F238E27FC236}">
                      <a16:creationId xmlns:a16="http://schemas.microsoft.com/office/drawing/2014/main" id="{DED66726-8557-7A51-2C81-D7BF3BD7E6A3}"/>
                    </a:ext>
                  </a:extLst>
                </p14:cNvPr>
                <p14:cNvContentPartPr/>
                <p14:nvPr/>
              </p14:nvContentPartPr>
              <p14:xfrm>
                <a:off x="5073208" y="5903721"/>
                <a:ext cx="116280" cy="68760"/>
              </p14:xfrm>
            </p:contentPart>
          </mc:Choice>
          <mc:Fallback>
            <p:pic>
              <p:nvPicPr>
                <p:cNvPr id="132" name="Tinta 131">
                  <a:extLst>
                    <a:ext uri="{FF2B5EF4-FFF2-40B4-BE49-F238E27FC236}">
                      <a16:creationId xmlns:a16="http://schemas.microsoft.com/office/drawing/2014/main" id="{DED66726-8557-7A51-2C81-D7BF3BD7E6A3}"/>
                    </a:ext>
                  </a:extLst>
                </p:cNvPr>
                <p:cNvPicPr/>
                <p:nvPr/>
              </p:nvPicPr>
              <p:blipFill>
                <a:blip r:embed="rId192"/>
                <a:stretch>
                  <a:fillRect/>
                </a:stretch>
              </p:blipFill>
              <p:spPr>
                <a:xfrm>
                  <a:off x="5067088" y="5897601"/>
                  <a:ext cx="128520" cy="81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3">
              <p14:nvContentPartPr>
                <p14:cNvPr id="133" name="Tinta 132">
                  <a:extLst>
                    <a:ext uri="{FF2B5EF4-FFF2-40B4-BE49-F238E27FC236}">
                      <a16:creationId xmlns:a16="http://schemas.microsoft.com/office/drawing/2014/main" id="{FCE7722F-71CF-1263-783E-6C92D943C089}"/>
                    </a:ext>
                  </a:extLst>
                </p14:cNvPr>
                <p14:cNvContentPartPr/>
                <p14:nvPr/>
              </p14:nvContentPartPr>
              <p14:xfrm>
                <a:off x="5097328" y="5928561"/>
                <a:ext cx="150840" cy="10080"/>
              </p14:xfrm>
            </p:contentPart>
          </mc:Choice>
          <mc:Fallback>
            <p:pic>
              <p:nvPicPr>
                <p:cNvPr id="133" name="Tinta 132">
                  <a:extLst>
                    <a:ext uri="{FF2B5EF4-FFF2-40B4-BE49-F238E27FC236}">
                      <a16:creationId xmlns:a16="http://schemas.microsoft.com/office/drawing/2014/main" id="{FCE7722F-71CF-1263-783E-6C92D943C089}"/>
                    </a:ext>
                  </a:extLst>
                </p:cNvPr>
                <p:cNvPicPr/>
                <p:nvPr/>
              </p:nvPicPr>
              <p:blipFill>
                <a:blip r:embed="rId194"/>
                <a:stretch>
                  <a:fillRect/>
                </a:stretch>
              </p:blipFill>
              <p:spPr>
                <a:xfrm>
                  <a:off x="5091208" y="5922441"/>
                  <a:ext cx="163080" cy="22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5">
              <p14:nvContentPartPr>
                <p14:cNvPr id="134" name="Tinta 133">
                  <a:extLst>
                    <a:ext uri="{FF2B5EF4-FFF2-40B4-BE49-F238E27FC236}">
                      <a16:creationId xmlns:a16="http://schemas.microsoft.com/office/drawing/2014/main" id="{2C35E378-2506-230E-6628-538240C633B8}"/>
                    </a:ext>
                  </a:extLst>
                </p14:cNvPr>
                <p14:cNvContentPartPr/>
                <p14:nvPr/>
              </p14:nvContentPartPr>
              <p14:xfrm>
                <a:off x="5426368" y="5927841"/>
                <a:ext cx="207720" cy="10440"/>
              </p14:xfrm>
            </p:contentPart>
          </mc:Choice>
          <mc:Fallback>
            <p:pic>
              <p:nvPicPr>
                <p:cNvPr id="134" name="Tinta 133">
                  <a:extLst>
                    <a:ext uri="{FF2B5EF4-FFF2-40B4-BE49-F238E27FC236}">
                      <a16:creationId xmlns:a16="http://schemas.microsoft.com/office/drawing/2014/main" id="{2C35E378-2506-230E-6628-538240C633B8}"/>
                    </a:ext>
                  </a:extLst>
                </p:cNvPr>
                <p:cNvPicPr/>
                <p:nvPr/>
              </p:nvPicPr>
              <p:blipFill>
                <a:blip r:embed="rId196"/>
                <a:stretch>
                  <a:fillRect/>
                </a:stretch>
              </p:blipFill>
              <p:spPr>
                <a:xfrm>
                  <a:off x="5420248" y="5921721"/>
                  <a:ext cx="219960" cy="22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7">
              <p14:nvContentPartPr>
                <p14:cNvPr id="136" name="Tinta 135">
                  <a:extLst>
                    <a:ext uri="{FF2B5EF4-FFF2-40B4-BE49-F238E27FC236}">
                      <a16:creationId xmlns:a16="http://schemas.microsoft.com/office/drawing/2014/main" id="{5FED3FB1-9A1C-013D-DE7D-17124B5EA9B4}"/>
                    </a:ext>
                  </a:extLst>
                </p14:cNvPr>
                <p14:cNvContentPartPr/>
                <p14:nvPr/>
              </p14:nvContentPartPr>
              <p14:xfrm>
                <a:off x="5832808" y="5784561"/>
                <a:ext cx="209880" cy="15480"/>
              </p14:xfrm>
            </p:contentPart>
          </mc:Choice>
          <mc:Fallback>
            <p:pic>
              <p:nvPicPr>
                <p:cNvPr id="136" name="Tinta 135">
                  <a:extLst>
                    <a:ext uri="{FF2B5EF4-FFF2-40B4-BE49-F238E27FC236}">
                      <a16:creationId xmlns:a16="http://schemas.microsoft.com/office/drawing/2014/main" id="{5FED3FB1-9A1C-013D-DE7D-17124B5EA9B4}"/>
                    </a:ext>
                  </a:extLst>
                </p:cNvPr>
                <p:cNvPicPr/>
                <p:nvPr/>
              </p:nvPicPr>
              <p:blipFill>
                <a:blip r:embed="rId198"/>
                <a:stretch>
                  <a:fillRect/>
                </a:stretch>
              </p:blipFill>
              <p:spPr>
                <a:xfrm>
                  <a:off x="5826688" y="5778441"/>
                  <a:ext cx="222120" cy="27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9">
              <p14:nvContentPartPr>
                <p14:cNvPr id="137" name="Tinta 136">
                  <a:extLst>
                    <a:ext uri="{FF2B5EF4-FFF2-40B4-BE49-F238E27FC236}">
                      <a16:creationId xmlns:a16="http://schemas.microsoft.com/office/drawing/2014/main" id="{3763968E-9B18-7E32-74CD-C83144DBBCFC}"/>
                    </a:ext>
                  </a:extLst>
                </p14:cNvPr>
                <p14:cNvContentPartPr/>
                <p14:nvPr/>
              </p14:nvContentPartPr>
              <p14:xfrm>
                <a:off x="5913088" y="5804001"/>
                <a:ext cx="35640" cy="151560"/>
              </p14:xfrm>
            </p:contentPart>
          </mc:Choice>
          <mc:Fallback>
            <p:pic>
              <p:nvPicPr>
                <p:cNvPr id="137" name="Tinta 136">
                  <a:extLst>
                    <a:ext uri="{FF2B5EF4-FFF2-40B4-BE49-F238E27FC236}">
                      <a16:creationId xmlns:a16="http://schemas.microsoft.com/office/drawing/2014/main" id="{3763968E-9B18-7E32-74CD-C83144DBBCFC}"/>
                    </a:ext>
                  </a:extLst>
                </p:cNvPr>
                <p:cNvPicPr/>
                <p:nvPr/>
              </p:nvPicPr>
              <p:blipFill>
                <a:blip r:embed="rId200"/>
                <a:stretch>
                  <a:fillRect/>
                </a:stretch>
              </p:blipFill>
              <p:spPr>
                <a:xfrm>
                  <a:off x="5906968" y="5797881"/>
                  <a:ext cx="47880" cy="163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1">
              <p14:nvContentPartPr>
                <p14:cNvPr id="138" name="Tinta 137">
                  <a:extLst>
                    <a:ext uri="{FF2B5EF4-FFF2-40B4-BE49-F238E27FC236}">
                      <a16:creationId xmlns:a16="http://schemas.microsoft.com/office/drawing/2014/main" id="{D5E96224-1F51-205E-44F3-60150BF4AA96}"/>
                    </a:ext>
                  </a:extLst>
                </p14:cNvPr>
                <p14:cNvContentPartPr/>
                <p14:nvPr/>
              </p14:nvContentPartPr>
              <p14:xfrm>
                <a:off x="6075448" y="5873841"/>
                <a:ext cx="118080" cy="129240"/>
              </p14:xfrm>
            </p:contentPart>
          </mc:Choice>
          <mc:Fallback>
            <p:pic>
              <p:nvPicPr>
                <p:cNvPr id="138" name="Tinta 137">
                  <a:extLst>
                    <a:ext uri="{FF2B5EF4-FFF2-40B4-BE49-F238E27FC236}">
                      <a16:creationId xmlns:a16="http://schemas.microsoft.com/office/drawing/2014/main" id="{D5E96224-1F51-205E-44F3-60150BF4AA96}"/>
                    </a:ext>
                  </a:extLst>
                </p:cNvPr>
                <p:cNvPicPr/>
                <p:nvPr/>
              </p:nvPicPr>
              <p:blipFill>
                <a:blip r:embed="rId202"/>
                <a:stretch>
                  <a:fillRect/>
                </a:stretch>
              </p:blipFill>
              <p:spPr>
                <a:xfrm>
                  <a:off x="6069328" y="5867721"/>
                  <a:ext cx="130320" cy="1414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42" name="Agrupar 141">
            <a:extLst>
              <a:ext uri="{FF2B5EF4-FFF2-40B4-BE49-F238E27FC236}">
                <a16:creationId xmlns:a16="http://schemas.microsoft.com/office/drawing/2014/main" id="{C8AF5ACD-A5FE-4758-138C-BA86E09B2C4B}"/>
              </a:ext>
            </a:extLst>
          </p:cNvPr>
          <p:cNvGrpSpPr/>
          <p:nvPr/>
        </p:nvGrpSpPr>
        <p:grpSpPr>
          <a:xfrm>
            <a:off x="6625528" y="5445081"/>
            <a:ext cx="221400" cy="94680"/>
            <a:chOff x="6625528" y="5445081"/>
            <a:chExt cx="221400" cy="946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03">
              <p14:nvContentPartPr>
                <p14:cNvPr id="140" name="Tinta 139">
                  <a:extLst>
                    <a:ext uri="{FF2B5EF4-FFF2-40B4-BE49-F238E27FC236}">
                      <a16:creationId xmlns:a16="http://schemas.microsoft.com/office/drawing/2014/main" id="{73B51EC5-183B-D0ED-805E-B61CA647DB39}"/>
                    </a:ext>
                  </a:extLst>
                </p14:cNvPr>
                <p14:cNvContentPartPr/>
                <p14:nvPr/>
              </p14:nvContentPartPr>
              <p14:xfrm>
                <a:off x="6637408" y="5445081"/>
                <a:ext cx="198000" cy="25200"/>
              </p14:xfrm>
            </p:contentPart>
          </mc:Choice>
          <mc:Fallback>
            <p:pic>
              <p:nvPicPr>
                <p:cNvPr id="140" name="Tinta 139">
                  <a:extLst>
                    <a:ext uri="{FF2B5EF4-FFF2-40B4-BE49-F238E27FC236}">
                      <a16:creationId xmlns:a16="http://schemas.microsoft.com/office/drawing/2014/main" id="{73B51EC5-183B-D0ED-805E-B61CA647DB39}"/>
                    </a:ext>
                  </a:extLst>
                </p:cNvPr>
                <p:cNvPicPr/>
                <p:nvPr/>
              </p:nvPicPr>
              <p:blipFill>
                <a:blip r:embed="rId204"/>
                <a:stretch>
                  <a:fillRect/>
                </a:stretch>
              </p:blipFill>
              <p:spPr>
                <a:xfrm>
                  <a:off x="6631288" y="5438961"/>
                  <a:ext cx="210240" cy="37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5">
              <p14:nvContentPartPr>
                <p14:cNvPr id="141" name="Tinta 140">
                  <a:extLst>
                    <a:ext uri="{FF2B5EF4-FFF2-40B4-BE49-F238E27FC236}">
                      <a16:creationId xmlns:a16="http://schemas.microsoft.com/office/drawing/2014/main" id="{911C0BB7-802A-CD1F-439F-86967280F2BC}"/>
                    </a:ext>
                  </a:extLst>
                </p14:cNvPr>
                <p14:cNvContentPartPr/>
                <p14:nvPr/>
              </p14:nvContentPartPr>
              <p14:xfrm>
                <a:off x="6625528" y="5524281"/>
                <a:ext cx="221400" cy="15480"/>
              </p14:xfrm>
            </p:contentPart>
          </mc:Choice>
          <mc:Fallback>
            <p:pic>
              <p:nvPicPr>
                <p:cNvPr id="141" name="Tinta 140">
                  <a:extLst>
                    <a:ext uri="{FF2B5EF4-FFF2-40B4-BE49-F238E27FC236}">
                      <a16:creationId xmlns:a16="http://schemas.microsoft.com/office/drawing/2014/main" id="{911C0BB7-802A-CD1F-439F-86967280F2BC}"/>
                    </a:ext>
                  </a:extLst>
                </p:cNvPr>
                <p:cNvPicPr/>
                <p:nvPr/>
              </p:nvPicPr>
              <p:blipFill>
                <a:blip r:embed="rId206"/>
                <a:stretch>
                  <a:fillRect/>
                </a:stretch>
              </p:blipFill>
              <p:spPr>
                <a:xfrm>
                  <a:off x="6619408" y="5518161"/>
                  <a:ext cx="233640" cy="277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45" name="Agrupar 144">
            <a:extLst>
              <a:ext uri="{FF2B5EF4-FFF2-40B4-BE49-F238E27FC236}">
                <a16:creationId xmlns:a16="http://schemas.microsoft.com/office/drawing/2014/main" id="{67D2404F-CED0-4C8A-B5F1-DEEB51AC2898}"/>
              </a:ext>
            </a:extLst>
          </p:cNvPr>
          <p:cNvGrpSpPr/>
          <p:nvPr/>
        </p:nvGrpSpPr>
        <p:grpSpPr>
          <a:xfrm>
            <a:off x="2158288" y="4104801"/>
            <a:ext cx="363600" cy="208080"/>
            <a:chOff x="2158288" y="4104801"/>
            <a:chExt cx="363600" cy="2080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07">
              <p14:nvContentPartPr>
                <p14:cNvPr id="143" name="Tinta 142">
                  <a:extLst>
                    <a:ext uri="{FF2B5EF4-FFF2-40B4-BE49-F238E27FC236}">
                      <a16:creationId xmlns:a16="http://schemas.microsoft.com/office/drawing/2014/main" id="{A6E33746-C283-260A-9C8A-698FC6041AE7}"/>
                    </a:ext>
                  </a:extLst>
                </p14:cNvPr>
                <p14:cNvContentPartPr/>
                <p14:nvPr/>
              </p14:nvContentPartPr>
              <p14:xfrm>
                <a:off x="2158288" y="4104801"/>
                <a:ext cx="163080" cy="191160"/>
              </p14:xfrm>
            </p:contentPart>
          </mc:Choice>
          <mc:Fallback>
            <p:pic>
              <p:nvPicPr>
                <p:cNvPr id="143" name="Tinta 142">
                  <a:extLst>
                    <a:ext uri="{FF2B5EF4-FFF2-40B4-BE49-F238E27FC236}">
                      <a16:creationId xmlns:a16="http://schemas.microsoft.com/office/drawing/2014/main" id="{A6E33746-C283-260A-9C8A-698FC6041AE7}"/>
                    </a:ext>
                  </a:extLst>
                </p:cNvPr>
                <p:cNvPicPr/>
                <p:nvPr/>
              </p:nvPicPr>
              <p:blipFill>
                <a:blip r:embed="rId208"/>
                <a:stretch>
                  <a:fillRect/>
                </a:stretch>
              </p:blipFill>
              <p:spPr>
                <a:xfrm>
                  <a:off x="2152168" y="4098681"/>
                  <a:ext cx="175320" cy="203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9">
              <p14:nvContentPartPr>
                <p14:cNvPr id="144" name="Tinta 143">
                  <a:extLst>
                    <a:ext uri="{FF2B5EF4-FFF2-40B4-BE49-F238E27FC236}">
                      <a16:creationId xmlns:a16="http://schemas.microsoft.com/office/drawing/2014/main" id="{70F40784-77B8-EB7E-EF63-24E1DB67724E}"/>
                    </a:ext>
                  </a:extLst>
                </p14:cNvPr>
                <p14:cNvContentPartPr/>
                <p14:nvPr/>
              </p14:nvContentPartPr>
              <p14:xfrm>
                <a:off x="2368168" y="4191201"/>
                <a:ext cx="153720" cy="121680"/>
              </p14:xfrm>
            </p:contentPart>
          </mc:Choice>
          <mc:Fallback>
            <p:pic>
              <p:nvPicPr>
                <p:cNvPr id="144" name="Tinta 143">
                  <a:extLst>
                    <a:ext uri="{FF2B5EF4-FFF2-40B4-BE49-F238E27FC236}">
                      <a16:creationId xmlns:a16="http://schemas.microsoft.com/office/drawing/2014/main" id="{70F40784-77B8-EB7E-EF63-24E1DB67724E}"/>
                    </a:ext>
                  </a:extLst>
                </p:cNvPr>
                <p:cNvPicPr/>
                <p:nvPr/>
              </p:nvPicPr>
              <p:blipFill>
                <a:blip r:embed="rId210"/>
                <a:stretch>
                  <a:fillRect/>
                </a:stretch>
              </p:blipFill>
              <p:spPr>
                <a:xfrm>
                  <a:off x="2362048" y="4185081"/>
                  <a:ext cx="165960" cy="13392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211">
            <p14:nvContentPartPr>
              <p14:cNvPr id="146" name="Tinta 145">
                <a:extLst>
                  <a:ext uri="{FF2B5EF4-FFF2-40B4-BE49-F238E27FC236}">
                    <a16:creationId xmlns:a16="http://schemas.microsoft.com/office/drawing/2014/main" id="{1B24E9D0-597D-1FC9-3C1F-980C799D0D17}"/>
                  </a:ext>
                </a:extLst>
              </p14:cNvPr>
              <p14:cNvContentPartPr/>
              <p14:nvPr/>
            </p14:nvContentPartPr>
            <p14:xfrm>
              <a:off x="2647888" y="3903561"/>
              <a:ext cx="209520" cy="119160"/>
            </p14:xfrm>
          </p:contentPart>
        </mc:Choice>
        <mc:Fallback>
          <p:pic>
            <p:nvPicPr>
              <p:cNvPr id="146" name="Tinta 145">
                <a:extLst>
                  <a:ext uri="{FF2B5EF4-FFF2-40B4-BE49-F238E27FC236}">
                    <a16:creationId xmlns:a16="http://schemas.microsoft.com/office/drawing/2014/main" id="{1B24E9D0-597D-1FC9-3C1F-980C799D0D17}"/>
                  </a:ext>
                </a:extLst>
              </p:cNvPr>
              <p:cNvPicPr/>
              <p:nvPr/>
            </p:nvPicPr>
            <p:blipFill>
              <a:blip r:embed="rId212"/>
              <a:stretch>
                <a:fillRect/>
              </a:stretch>
            </p:blipFill>
            <p:spPr>
              <a:xfrm>
                <a:off x="2641768" y="3897441"/>
                <a:ext cx="221760" cy="131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13">
            <p14:nvContentPartPr>
              <p14:cNvPr id="147" name="Tinta 146">
                <a:extLst>
                  <a:ext uri="{FF2B5EF4-FFF2-40B4-BE49-F238E27FC236}">
                    <a16:creationId xmlns:a16="http://schemas.microsoft.com/office/drawing/2014/main" id="{0C022CBC-A857-DE70-72D9-0511A994FEA4}"/>
                  </a:ext>
                </a:extLst>
              </p14:cNvPr>
              <p14:cNvContentPartPr/>
              <p14:nvPr/>
            </p14:nvContentPartPr>
            <p14:xfrm>
              <a:off x="3010048" y="4126761"/>
              <a:ext cx="291960" cy="41760"/>
            </p14:xfrm>
          </p:contentPart>
        </mc:Choice>
        <mc:Fallback>
          <p:pic>
            <p:nvPicPr>
              <p:cNvPr id="147" name="Tinta 146">
                <a:extLst>
                  <a:ext uri="{FF2B5EF4-FFF2-40B4-BE49-F238E27FC236}">
                    <a16:creationId xmlns:a16="http://schemas.microsoft.com/office/drawing/2014/main" id="{0C022CBC-A857-DE70-72D9-0511A994FEA4}"/>
                  </a:ext>
                </a:extLst>
              </p:cNvPr>
              <p:cNvPicPr/>
              <p:nvPr/>
            </p:nvPicPr>
            <p:blipFill>
              <a:blip r:embed="rId214"/>
              <a:stretch>
                <a:fillRect/>
              </a:stretch>
            </p:blipFill>
            <p:spPr>
              <a:xfrm>
                <a:off x="3003928" y="4120641"/>
                <a:ext cx="304200" cy="54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15">
            <p14:nvContentPartPr>
              <p14:cNvPr id="148" name="Tinta 147">
                <a:extLst>
                  <a:ext uri="{FF2B5EF4-FFF2-40B4-BE49-F238E27FC236}">
                    <a16:creationId xmlns:a16="http://schemas.microsoft.com/office/drawing/2014/main" id="{FA14EE15-0227-8ED5-30F9-9A48B16BAFB9}"/>
                  </a:ext>
                </a:extLst>
              </p14:cNvPr>
              <p14:cNvContentPartPr/>
              <p14:nvPr/>
            </p14:nvContentPartPr>
            <p14:xfrm>
              <a:off x="2904208" y="4265361"/>
              <a:ext cx="256680" cy="10080"/>
            </p14:xfrm>
          </p:contentPart>
        </mc:Choice>
        <mc:Fallback>
          <p:pic>
            <p:nvPicPr>
              <p:cNvPr id="148" name="Tinta 147">
                <a:extLst>
                  <a:ext uri="{FF2B5EF4-FFF2-40B4-BE49-F238E27FC236}">
                    <a16:creationId xmlns:a16="http://schemas.microsoft.com/office/drawing/2014/main" id="{FA14EE15-0227-8ED5-30F9-9A48B16BAFB9}"/>
                  </a:ext>
                </a:extLst>
              </p:cNvPr>
              <p:cNvPicPr/>
              <p:nvPr/>
            </p:nvPicPr>
            <p:blipFill>
              <a:blip r:embed="rId216"/>
              <a:stretch>
                <a:fillRect/>
              </a:stretch>
            </p:blipFill>
            <p:spPr>
              <a:xfrm>
                <a:off x="2898088" y="4259241"/>
                <a:ext cx="268920" cy="22320"/>
              </a:xfrm>
              <a:prstGeom prst="rect">
                <a:avLst/>
              </a:prstGeom>
            </p:spPr>
          </p:pic>
        </mc:Fallback>
      </mc:AlternateContent>
      <p:grpSp>
        <p:nvGrpSpPr>
          <p:cNvPr id="153" name="Agrupar 152">
            <a:extLst>
              <a:ext uri="{FF2B5EF4-FFF2-40B4-BE49-F238E27FC236}">
                <a16:creationId xmlns:a16="http://schemas.microsoft.com/office/drawing/2014/main" id="{BE12FE55-9A25-8B4C-F278-FAA76E6BADB3}"/>
              </a:ext>
            </a:extLst>
          </p:cNvPr>
          <p:cNvGrpSpPr/>
          <p:nvPr/>
        </p:nvGrpSpPr>
        <p:grpSpPr>
          <a:xfrm>
            <a:off x="3710608" y="3955761"/>
            <a:ext cx="663120" cy="322560"/>
            <a:chOff x="3710608" y="3955761"/>
            <a:chExt cx="663120" cy="3225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17">
              <p14:nvContentPartPr>
                <p14:cNvPr id="149" name="Tinta 148">
                  <a:extLst>
                    <a:ext uri="{FF2B5EF4-FFF2-40B4-BE49-F238E27FC236}">
                      <a16:creationId xmlns:a16="http://schemas.microsoft.com/office/drawing/2014/main" id="{56B6AE98-8B17-07E5-4F7C-8CE4E9ACECE5}"/>
                    </a:ext>
                  </a:extLst>
                </p14:cNvPr>
                <p14:cNvContentPartPr/>
                <p14:nvPr/>
              </p14:nvContentPartPr>
              <p14:xfrm>
                <a:off x="3710608" y="4055841"/>
                <a:ext cx="150840" cy="133560"/>
              </p14:xfrm>
            </p:contentPart>
          </mc:Choice>
          <mc:Fallback>
            <p:pic>
              <p:nvPicPr>
                <p:cNvPr id="149" name="Tinta 148">
                  <a:extLst>
                    <a:ext uri="{FF2B5EF4-FFF2-40B4-BE49-F238E27FC236}">
                      <a16:creationId xmlns:a16="http://schemas.microsoft.com/office/drawing/2014/main" id="{56B6AE98-8B17-07E5-4F7C-8CE4E9ACECE5}"/>
                    </a:ext>
                  </a:extLst>
                </p:cNvPr>
                <p:cNvPicPr/>
                <p:nvPr/>
              </p:nvPicPr>
              <p:blipFill>
                <a:blip r:embed="rId218"/>
                <a:stretch>
                  <a:fillRect/>
                </a:stretch>
              </p:blipFill>
              <p:spPr>
                <a:xfrm>
                  <a:off x="3704488" y="4049721"/>
                  <a:ext cx="163080" cy="145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19">
              <p14:nvContentPartPr>
                <p14:cNvPr id="150" name="Tinta 149">
                  <a:extLst>
                    <a:ext uri="{FF2B5EF4-FFF2-40B4-BE49-F238E27FC236}">
                      <a16:creationId xmlns:a16="http://schemas.microsoft.com/office/drawing/2014/main" id="{FACB2EA7-E3DD-A606-8A6D-4431546F3CB6}"/>
                    </a:ext>
                  </a:extLst>
                </p14:cNvPr>
                <p14:cNvContentPartPr/>
                <p14:nvPr/>
              </p14:nvContentPartPr>
              <p14:xfrm>
                <a:off x="3919048" y="4181481"/>
                <a:ext cx="115920" cy="12240"/>
              </p14:xfrm>
            </p:contentPart>
          </mc:Choice>
          <mc:Fallback>
            <p:pic>
              <p:nvPicPr>
                <p:cNvPr id="150" name="Tinta 149">
                  <a:extLst>
                    <a:ext uri="{FF2B5EF4-FFF2-40B4-BE49-F238E27FC236}">
                      <a16:creationId xmlns:a16="http://schemas.microsoft.com/office/drawing/2014/main" id="{FACB2EA7-E3DD-A606-8A6D-4431546F3CB6}"/>
                    </a:ext>
                  </a:extLst>
                </p:cNvPr>
                <p:cNvPicPr/>
                <p:nvPr/>
              </p:nvPicPr>
              <p:blipFill>
                <a:blip r:embed="rId220"/>
                <a:stretch>
                  <a:fillRect/>
                </a:stretch>
              </p:blipFill>
              <p:spPr>
                <a:xfrm>
                  <a:off x="3912928" y="4175361"/>
                  <a:ext cx="128160" cy="24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1">
              <p14:nvContentPartPr>
                <p14:cNvPr id="151" name="Tinta 150">
                  <a:extLst>
                    <a:ext uri="{FF2B5EF4-FFF2-40B4-BE49-F238E27FC236}">
                      <a16:creationId xmlns:a16="http://schemas.microsoft.com/office/drawing/2014/main" id="{C3A1023F-2029-FDCA-347E-BDA6AC49F5B3}"/>
                    </a:ext>
                  </a:extLst>
                </p14:cNvPr>
                <p14:cNvContentPartPr/>
                <p14:nvPr/>
              </p14:nvContentPartPr>
              <p14:xfrm>
                <a:off x="3907888" y="4189041"/>
                <a:ext cx="47520" cy="89280"/>
              </p14:xfrm>
            </p:contentPart>
          </mc:Choice>
          <mc:Fallback>
            <p:pic>
              <p:nvPicPr>
                <p:cNvPr id="151" name="Tinta 150">
                  <a:extLst>
                    <a:ext uri="{FF2B5EF4-FFF2-40B4-BE49-F238E27FC236}">
                      <a16:creationId xmlns:a16="http://schemas.microsoft.com/office/drawing/2014/main" id="{C3A1023F-2029-FDCA-347E-BDA6AC49F5B3}"/>
                    </a:ext>
                  </a:extLst>
                </p:cNvPr>
                <p:cNvPicPr/>
                <p:nvPr/>
              </p:nvPicPr>
              <p:blipFill>
                <a:blip r:embed="rId222"/>
                <a:stretch>
                  <a:fillRect/>
                </a:stretch>
              </p:blipFill>
              <p:spPr>
                <a:xfrm>
                  <a:off x="3901768" y="4182921"/>
                  <a:ext cx="59760" cy="101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3">
              <p14:nvContentPartPr>
                <p14:cNvPr id="152" name="Tinta 151">
                  <a:extLst>
                    <a:ext uri="{FF2B5EF4-FFF2-40B4-BE49-F238E27FC236}">
                      <a16:creationId xmlns:a16="http://schemas.microsoft.com/office/drawing/2014/main" id="{000D55C5-0929-6B0F-0CC9-F2C65E515B22}"/>
                    </a:ext>
                  </a:extLst>
                </p14:cNvPr>
                <p14:cNvContentPartPr/>
                <p14:nvPr/>
              </p14:nvContentPartPr>
              <p14:xfrm>
                <a:off x="4269328" y="3955761"/>
                <a:ext cx="104400" cy="99360"/>
              </p14:xfrm>
            </p:contentPart>
          </mc:Choice>
          <mc:Fallback>
            <p:pic>
              <p:nvPicPr>
                <p:cNvPr id="152" name="Tinta 151">
                  <a:extLst>
                    <a:ext uri="{FF2B5EF4-FFF2-40B4-BE49-F238E27FC236}">
                      <a16:creationId xmlns:a16="http://schemas.microsoft.com/office/drawing/2014/main" id="{000D55C5-0929-6B0F-0CC9-F2C65E515B22}"/>
                    </a:ext>
                  </a:extLst>
                </p:cNvPr>
                <p:cNvPicPr/>
                <p:nvPr/>
              </p:nvPicPr>
              <p:blipFill>
                <a:blip r:embed="rId224"/>
                <a:stretch>
                  <a:fillRect/>
                </a:stretch>
              </p:blipFill>
              <p:spPr>
                <a:xfrm>
                  <a:off x="4263208" y="3949641"/>
                  <a:ext cx="116640" cy="1116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57" name="Agrupar 156">
            <a:extLst>
              <a:ext uri="{FF2B5EF4-FFF2-40B4-BE49-F238E27FC236}">
                <a16:creationId xmlns:a16="http://schemas.microsoft.com/office/drawing/2014/main" id="{CDB0C264-1CAF-6C9C-BEED-9B664E15EB8D}"/>
              </a:ext>
            </a:extLst>
          </p:cNvPr>
          <p:cNvGrpSpPr/>
          <p:nvPr/>
        </p:nvGrpSpPr>
        <p:grpSpPr>
          <a:xfrm>
            <a:off x="4747048" y="3860001"/>
            <a:ext cx="731160" cy="180360"/>
            <a:chOff x="4747048" y="3860001"/>
            <a:chExt cx="731160" cy="1803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25">
              <p14:nvContentPartPr>
                <p14:cNvPr id="154" name="Tinta 153">
                  <a:extLst>
                    <a:ext uri="{FF2B5EF4-FFF2-40B4-BE49-F238E27FC236}">
                      <a16:creationId xmlns:a16="http://schemas.microsoft.com/office/drawing/2014/main" id="{BC363B78-C40E-3E9E-D697-5B8A5ADE32AE}"/>
                    </a:ext>
                  </a:extLst>
                </p14:cNvPr>
                <p14:cNvContentPartPr/>
                <p14:nvPr/>
              </p14:nvContentPartPr>
              <p14:xfrm>
                <a:off x="4747048" y="3970521"/>
                <a:ext cx="244800" cy="28080"/>
              </p14:xfrm>
            </p:contentPart>
          </mc:Choice>
          <mc:Fallback>
            <p:pic>
              <p:nvPicPr>
                <p:cNvPr id="154" name="Tinta 153">
                  <a:extLst>
                    <a:ext uri="{FF2B5EF4-FFF2-40B4-BE49-F238E27FC236}">
                      <a16:creationId xmlns:a16="http://schemas.microsoft.com/office/drawing/2014/main" id="{BC363B78-C40E-3E9E-D697-5B8A5ADE32AE}"/>
                    </a:ext>
                  </a:extLst>
                </p:cNvPr>
                <p:cNvPicPr/>
                <p:nvPr/>
              </p:nvPicPr>
              <p:blipFill>
                <a:blip r:embed="rId226"/>
                <a:stretch>
                  <a:fillRect/>
                </a:stretch>
              </p:blipFill>
              <p:spPr>
                <a:xfrm>
                  <a:off x="4740928" y="3964401"/>
                  <a:ext cx="257040" cy="40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7">
              <p14:nvContentPartPr>
                <p14:cNvPr id="155" name="Tinta 154">
                  <a:extLst>
                    <a:ext uri="{FF2B5EF4-FFF2-40B4-BE49-F238E27FC236}">
                      <a16:creationId xmlns:a16="http://schemas.microsoft.com/office/drawing/2014/main" id="{36906BB0-2868-3D02-49EE-6BC9E00EA9F9}"/>
                    </a:ext>
                  </a:extLst>
                </p14:cNvPr>
                <p14:cNvContentPartPr/>
                <p14:nvPr/>
              </p14:nvContentPartPr>
              <p14:xfrm>
                <a:off x="4829488" y="3933801"/>
                <a:ext cx="35640" cy="106560"/>
              </p14:xfrm>
            </p:contentPart>
          </mc:Choice>
          <mc:Fallback>
            <p:pic>
              <p:nvPicPr>
                <p:cNvPr id="155" name="Tinta 154">
                  <a:extLst>
                    <a:ext uri="{FF2B5EF4-FFF2-40B4-BE49-F238E27FC236}">
                      <a16:creationId xmlns:a16="http://schemas.microsoft.com/office/drawing/2014/main" id="{36906BB0-2868-3D02-49EE-6BC9E00EA9F9}"/>
                    </a:ext>
                  </a:extLst>
                </p:cNvPr>
                <p:cNvPicPr/>
                <p:nvPr/>
              </p:nvPicPr>
              <p:blipFill>
                <a:blip r:embed="rId228"/>
                <a:stretch>
                  <a:fillRect/>
                </a:stretch>
              </p:blipFill>
              <p:spPr>
                <a:xfrm>
                  <a:off x="4823368" y="3927681"/>
                  <a:ext cx="47880" cy="118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9">
              <p14:nvContentPartPr>
                <p14:cNvPr id="156" name="Tinta 155">
                  <a:extLst>
                    <a:ext uri="{FF2B5EF4-FFF2-40B4-BE49-F238E27FC236}">
                      <a16:creationId xmlns:a16="http://schemas.microsoft.com/office/drawing/2014/main" id="{CEE6DC8C-B4C0-BE71-91C4-BDA634B19CD8}"/>
                    </a:ext>
                  </a:extLst>
                </p14:cNvPr>
                <p14:cNvContentPartPr/>
                <p14:nvPr/>
              </p14:nvContentPartPr>
              <p14:xfrm>
                <a:off x="5241328" y="3860001"/>
                <a:ext cx="236880" cy="157320"/>
              </p14:xfrm>
            </p:contentPart>
          </mc:Choice>
          <mc:Fallback>
            <p:pic>
              <p:nvPicPr>
                <p:cNvPr id="156" name="Tinta 155">
                  <a:extLst>
                    <a:ext uri="{FF2B5EF4-FFF2-40B4-BE49-F238E27FC236}">
                      <a16:creationId xmlns:a16="http://schemas.microsoft.com/office/drawing/2014/main" id="{CEE6DC8C-B4C0-BE71-91C4-BDA634B19CD8}"/>
                    </a:ext>
                  </a:extLst>
                </p:cNvPr>
                <p:cNvPicPr/>
                <p:nvPr/>
              </p:nvPicPr>
              <p:blipFill>
                <a:blip r:embed="rId230"/>
                <a:stretch>
                  <a:fillRect/>
                </a:stretch>
              </p:blipFill>
              <p:spPr>
                <a:xfrm>
                  <a:off x="5235208" y="3853881"/>
                  <a:ext cx="249120" cy="16956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231">
            <p14:nvContentPartPr>
              <p14:cNvPr id="158" name="Tinta 157">
                <a:extLst>
                  <a:ext uri="{FF2B5EF4-FFF2-40B4-BE49-F238E27FC236}">
                    <a16:creationId xmlns:a16="http://schemas.microsoft.com/office/drawing/2014/main" id="{1E28F119-E85D-6223-75D1-62E63CDE78AB}"/>
                  </a:ext>
                </a:extLst>
              </p14:cNvPr>
              <p14:cNvContentPartPr/>
              <p14:nvPr/>
            </p14:nvContentPartPr>
            <p14:xfrm>
              <a:off x="5597368" y="4000401"/>
              <a:ext cx="165600" cy="95400"/>
            </p14:xfrm>
          </p:contentPart>
        </mc:Choice>
        <mc:Fallback>
          <p:pic>
            <p:nvPicPr>
              <p:cNvPr id="158" name="Tinta 157">
                <a:extLst>
                  <a:ext uri="{FF2B5EF4-FFF2-40B4-BE49-F238E27FC236}">
                    <a16:creationId xmlns:a16="http://schemas.microsoft.com/office/drawing/2014/main" id="{1E28F119-E85D-6223-75D1-62E63CDE78AB}"/>
                  </a:ext>
                </a:extLst>
              </p:cNvPr>
              <p:cNvPicPr/>
              <p:nvPr/>
            </p:nvPicPr>
            <p:blipFill>
              <a:blip r:embed="rId232"/>
              <a:stretch>
                <a:fillRect/>
              </a:stretch>
            </p:blipFill>
            <p:spPr>
              <a:xfrm>
                <a:off x="5591248" y="3994281"/>
                <a:ext cx="177840" cy="107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33">
            <p14:nvContentPartPr>
              <p14:cNvPr id="159" name="Tinta 158">
                <a:extLst>
                  <a:ext uri="{FF2B5EF4-FFF2-40B4-BE49-F238E27FC236}">
                    <a16:creationId xmlns:a16="http://schemas.microsoft.com/office/drawing/2014/main" id="{458CCE23-E531-F999-C8A5-97906A8416F6}"/>
                  </a:ext>
                </a:extLst>
              </p14:cNvPr>
              <p14:cNvContentPartPr/>
              <p14:nvPr/>
            </p14:nvContentPartPr>
            <p14:xfrm>
              <a:off x="5703928" y="3548961"/>
              <a:ext cx="327240" cy="127800"/>
            </p14:xfrm>
          </p:contentPart>
        </mc:Choice>
        <mc:Fallback>
          <p:pic>
            <p:nvPicPr>
              <p:cNvPr id="159" name="Tinta 158">
                <a:extLst>
                  <a:ext uri="{FF2B5EF4-FFF2-40B4-BE49-F238E27FC236}">
                    <a16:creationId xmlns:a16="http://schemas.microsoft.com/office/drawing/2014/main" id="{458CCE23-E531-F999-C8A5-97906A8416F6}"/>
                  </a:ext>
                </a:extLst>
              </p:cNvPr>
              <p:cNvPicPr/>
              <p:nvPr/>
            </p:nvPicPr>
            <p:blipFill>
              <a:blip r:embed="rId234"/>
              <a:stretch>
                <a:fillRect/>
              </a:stretch>
            </p:blipFill>
            <p:spPr>
              <a:xfrm>
                <a:off x="5697808" y="3542841"/>
                <a:ext cx="339480" cy="14004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414347378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88B09AB-2FA2-8041-C2CE-BA0C212F1D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pt-BR"/>
          </a:p>
        </p:txBody>
      </p:sp>
      <p:pic>
        <p:nvPicPr>
          <p:cNvPr id="4" name="Espaço Reservado para Conteúdo 5">
            <a:extLst>
              <a:ext uri="{FF2B5EF4-FFF2-40B4-BE49-F238E27FC236}">
                <a16:creationId xmlns:a16="http://schemas.microsoft.com/office/drawing/2014/main" id="{3AB47833-A49B-03DA-627B-F9A96338F37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908148" y="101125"/>
            <a:ext cx="9906000" cy="1866846"/>
          </a:xfrm>
        </p:spPr>
      </p:pic>
      <p:grpSp>
        <p:nvGrpSpPr>
          <p:cNvPr id="11" name="Agrupar 10">
            <a:extLst>
              <a:ext uri="{FF2B5EF4-FFF2-40B4-BE49-F238E27FC236}">
                <a16:creationId xmlns:a16="http://schemas.microsoft.com/office/drawing/2014/main" id="{9CFDE3CE-7CEE-1646-C44F-92ACBA5DBDBC}"/>
              </a:ext>
            </a:extLst>
          </p:cNvPr>
          <p:cNvGrpSpPr/>
          <p:nvPr/>
        </p:nvGrpSpPr>
        <p:grpSpPr>
          <a:xfrm>
            <a:off x="565288" y="2461401"/>
            <a:ext cx="856080" cy="295200"/>
            <a:chOff x="565288" y="2461401"/>
            <a:chExt cx="856080" cy="2952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3">
              <p14:nvContentPartPr>
                <p14:cNvPr id="5" name="Tinta 4">
                  <a:extLst>
                    <a:ext uri="{FF2B5EF4-FFF2-40B4-BE49-F238E27FC236}">
                      <a16:creationId xmlns:a16="http://schemas.microsoft.com/office/drawing/2014/main" id="{5071AEA2-1EDE-B696-B5A4-767C70AE8ECD}"/>
                    </a:ext>
                  </a:extLst>
                </p14:cNvPr>
                <p14:cNvContentPartPr/>
                <p14:nvPr/>
              </p14:nvContentPartPr>
              <p14:xfrm>
                <a:off x="565288" y="2461401"/>
                <a:ext cx="231840" cy="189720"/>
              </p14:xfrm>
            </p:contentPart>
          </mc:Choice>
          <mc:Fallback>
            <p:pic>
              <p:nvPicPr>
                <p:cNvPr id="5" name="Tinta 4">
                  <a:extLst>
                    <a:ext uri="{FF2B5EF4-FFF2-40B4-BE49-F238E27FC236}">
                      <a16:creationId xmlns:a16="http://schemas.microsoft.com/office/drawing/2014/main" id="{5071AEA2-1EDE-B696-B5A4-767C70AE8ECD}"/>
                    </a:ext>
                  </a:extLst>
                </p:cNvPr>
                <p:cNvPicPr/>
                <p:nvPr/>
              </p:nvPicPr>
              <p:blipFill>
                <a:blip r:embed="rId4"/>
                <a:stretch>
                  <a:fillRect/>
                </a:stretch>
              </p:blipFill>
              <p:spPr>
                <a:xfrm>
                  <a:off x="559168" y="2455281"/>
                  <a:ext cx="244080" cy="201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">
              <p14:nvContentPartPr>
                <p14:cNvPr id="6" name="Tinta 5">
                  <a:extLst>
                    <a:ext uri="{FF2B5EF4-FFF2-40B4-BE49-F238E27FC236}">
                      <a16:creationId xmlns:a16="http://schemas.microsoft.com/office/drawing/2014/main" id="{C53F2A54-BF70-55D8-2996-0464114692AE}"/>
                    </a:ext>
                  </a:extLst>
                </p14:cNvPr>
                <p14:cNvContentPartPr/>
                <p14:nvPr/>
              </p14:nvContentPartPr>
              <p14:xfrm>
                <a:off x="851128" y="2622321"/>
                <a:ext cx="154080" cy="28080"/>
              </p14:xfrm>
            </p:contentPart>
          </mc:Choice>
          <mc:Fallback>
            <p:pic>
              <p:nvPicPr>
                <p:cNvPr id="6" name="Tinta 5">
                  <a:extLst>
                    <a:ext uri="{FF2B5EF4-FFF2-40B4-BE49-F238E27FC236}">
                      <a16:creationId xmlns:a16="http://schemas.microsoft.com/office/drawing/2014/main" id="{C53F2A54-BF70-55D8-2996-0464114692AE}"/>
                    </a:ext>
                  </a:extLst>
                </p:cNvPr>
                <p:cNvPicPr/>
                <p:nvPr/>
              </p:nvPicPr>
              <p:blipFill>
                <a:blip r:embed="rId6"/>
                <a:stretch>
                  <a:fillRect/>
                </a:stretch>
              </p:blipFill>
              <p:spPr>
                <a:xfrm>
                  <a:off x="845008" y="2616201"/>
                  <a:ext cx="166320" cy="40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">
              <p14:nvContentPartPr>
                <p14:cNvPr id="7" name="Tinta 6">
                  <a:extLst>
                    <a:ext uri="{FF2B5EF4-FFF2-40B4-BE49-F238E27FC236}">
                      <a16:creationId xmlns:a16="http://schemas.microsoft.com/office/drawing/2014/main" id="{485F54FA-86F7-8B1D-B248-EE4E17C219B8}"/>
                    </a:ext>
                  </a:extLst>
                </p14:cNvPr>
                <p14:cNvContentPartPr/>
                <p14:nvPr/>
              </p14:nvContentPartPr>
              <p14:xfrm>
                <a:off x="819448" y="2588121"/>
                <a:ext cx="104040" cy="168480"/>
              </p14:xfrm>
            </p:contentPart>
          </mc:Choice>
          <mc:Fallback>
            <p:pic>
              <p:nvPicPr>
                <p:cNvPr id="7" name="Tinta 6">
                  <a:extLst>
                    <a:ext uri="{FF2B5EF4-FFF2-40B4-BE49-F238E27FC236}">
                      <a16:creationId xmlns:a16="http://schemas.microsoft.com/office/drawing/2014/main" id="{485F54FA-86F7-8B1D-B248-EE4E17C219B8}"/>
                    </a:ext>
                  </a:extLst>
                </p:cNvPr>
                <p:cNvPicPr/>
                <p:nvPr/>
              </p:nvPicPr>
              <p:blipFill>
                <a:blip r:embed="rId8"/>
                <a:stretch>
                  <a:fillRect/>
                </a:stretch>
              </p:blipFill>
              <p:spPr>
                <a:xfrm>
                  <a:off x="813328" y="2582001"/>
                  <a:ext cx="116280" cy="180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">
              <p14:nvContentPartPr>
                <p14:cNvPr id="9" name="Tinta 8">
                  <a:extLst>
                    <a:ext uri="{FF2B5EF4-FFF2-40B4-BE49-F238E27FC236}">
                      <a16:creationId xmlns:a16="http://schemas.microsoft.com/office/drawing/2014/main" id="{9A72491E-CDD8-DB5D-B6EA-94CD57872B21}"/>
                    </a:ext>
                  </a:extLst>
                </p14:cNvPr>
                <p14:cNvContentPartPr/>
                <p14:nvPr/>
              </p14:nvContentPartPr>
              <p14:xfrm>
                <a:off x="1260808" y="2466441"/>
                <a:ext cx="160560" cy="10440"/>
              </p14:xfrm>
            </p:contentPart>
          </mc:Choice>
          <mc:Fallback>
            <p:pic>
              <p:nvPicPr>
                <p:cNvPr id="9" name="Tinta 8">
                  <a:extLst>
                    <a:ext uri="{FF2B5EF4-FFF2-40B4-BE49-F238E27FC236}">
                      <a16:creationId xmlns:a16="http://schemas.microsoft.com/office/drawing/2014/main" id="{9A72491E-CDD8-DB5D-B6EA-94CD57872B21}"/>
                    </a:ext>
                  </a:extLst>
                </p:cNvPr>
                <p:cNvPicPr/>
                <p:nvPr/>
              </p:nvPicPr>
              <p:blipFill>
                <a:blip r:embed="rId10"/>
                <a:stretch>
                  <a:fillRect/>
                </a:stretch>
              </p:blipFill>
              <p:spPr>
                <a:xfrm>
                  <a:off x="1254688" y="2460321"/>
                  <a:ext cx="172800" cy="22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">
              <p14:nvContentPartPr>
                <p14:cNvPr id="10" name="Tinta 9">
                  <a:extLst>
                    <a:ext uri="{FF2B5EF4-FFF2-40B4-BE49-F238E27FC236}">
                      <a16:creationId xmlns:a16="http://schemas.microsoft.com/office/drawing/2014/main" id="{F4454560-4904-3713-A4ED-223D36620FC4}"/>
                    </a:ext>
                  </a:extLst>
                </p14:cNvPr>
                <p14:cNvContentPartPr/>
                <p14:nvPr/>
              </p14:nvContentPartPr>
              <p14:xfrm>
                <a:off x="1178368" y="2550681"/>
                <a:ext cx="188280" cy="15480"/>
              </p14:xfrm>
            </p:contentPart>
          </mc:Choice>
          <mc:Fallback>
            <p:pic>
              <p:nvPicPr>
                <p:cNvPr id="10" name="Tinta 9">
                  <a:extLst>
                    <a:ext uri="{FF2B5EF4-FFF2-40B4-BE49-F238E27FC236}">
                      <a16:creationId xmlns:a16="http://schemas.microsoft.com/office/drawing/2014/main" id="{F4454560-4904-3713-A4ED-223D36620FC4}"/>
                    </a:ext>
                  </a:extLst>
                </p:cNvPr>
                <p:cNvPicPr/>
                <p:nvPr/>
              </p:nvPicPr>
              <p:blipFill>
                <a:blip r:embed="rId12"/>
                <a:stretch>
                  <a:fillRect/>
                </a:stretch>
              </p:blipFill>
              <p:spPr>
                <a:xfrm>
                  <a:off x="1172248" y="2544561"/>
                  <a:ext cx="200520" cy="277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2" name="Agrupar 21">
            <a:extLst>
              <a:ext uri="{FF2B5EF4-FFF2-40B4-BE49-F238E27FC236}">
                <a16:creationId xmlns:a16="http://schemas.microsoft.com/office/drawing/2014/main" id="{AC75D545-80CE-074E-5926-8DD2672ED415}"/>
              </a:ext>
            </a:extLst>
          </p:cNvPr>
          <p:cNvGrpSpPr/>
          <p:nvPr/>
        </p:nvGrpSpPr>
        <p:grpSpPr>
          <a:xfrm>
            <a:off x="1972888" y="2439081"/>
            <a:ext cx="1002240" cy="255600"/>
            <a:chOff x="1972888" y="2439081"/>
            <a:chExt cx="1002240" cy="2556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3">
              <p14:nvContentPartPr>
                <p14:cNvPr id="12" name="Tinta 11">
                  <a:extLst>
                    <a:ext uri="{FF2B5EF4-FFF2-40B4-BE49-F238E27FC236}">
                      <a16:creationId xmlns:a16="http://schemas.microsoft.com/office/drawing/2014/main" id="{7CFE2368-21FF-82AD-2414-9CF335FD037C}"/>
                    </a:ext>
                  </a:extLst>
                </p14:cNvPr>
                <p14:cNvContentPartPr/>
                <p14:nvPr/>
              </p14:nvContentPartPr>
              <p14:xfrm>
                <a:off x="1972888" y="2439081"/>
                <a:ext cx="442800" cy="255600"/>
              </p14:xfrm>
            </p:contentPart>
          </mc:Choice>
          <mc:Fallback>
            <p:pic>
              <p:nvPicPr>
                <p:cNvPr id="12" name="Tinta 11">
                  <a:extLst>
                    <a:ext uri="{FF2B5EF4-FFF2-40B4-BE49-F238E27FC236}">
                      <a16:creationId xmlns:a16="http://schemas.microsoft.com/office/drawing/2014/main" id="{7CFE2368-21FF-82AD-2414-9CF335FD037C}"/>
                    </a:ext>
                  </a:extLst>
                </p:cNvPr>
                <p:cNvPicPr/>
                <p:nvPr/>
              </p:nvPicPr>
              <p:blipFill>
                <a:blip r:embed="rId14"/>
                <a:stretch>
                  <a:fillRect/>
                </a:stretch>
              </p:blipFill>
              <p:spPr>
                <a:xfrm>
                  <a:off x="1966768" y="2432961"/>
                  <a:ext cx="455040" cy="267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">
              <p14:nvContentPartPr>
                <p14:cNvPr id="13" name="Tinta 12">
                  <a:extLst>
                    <a:ext uri="{FF2B5EF4-FFF2-40B4-BE49-F238E27FC236}">
                      <a16:creationId xmlns:a16="http://schemas.microsoft.com/office/drawing/2014/main" id="{75137B29-25FE-A5E3-0DC5-DD39555BB6C2}"/>
                    </a:ext>
                  </a:extLst>
                </p14:cNvPr>
                <p14:cNvContentPartPr/>
                <p14:nvPr/>
              </p14:nvContentPartPr>
              <p14:xfrm>
                <a:off x="2636008" y="2493801"/>
                <a:ext cx="339120" cy="117360"/>
              </p14:xfrm>
            </p:contentPart>
          </mc:Choice>
          <mc:Fallback>
            <p:pic>
              <p:nvPicPr>
                <p:cNvPr id="13" name="Tinta 12">
                  <a:extLst>
                    <a:ext uri="{FF2B5EF4-FFF2-40B4-BE49-F238E27FC236}">
                      <a16:creationId xmlns:a16="http://schemas.microsoft.com/office/drawing/2014/main" id="{75137B29-25FE-A5E3-0DC5-DD39555BB6C2}"/>
                    </a:ext>
                  </a:extLst>
                </p:cNvPr>
                <p:cNvPicPr/>
                <p:nvPr/>
              </p:nvPicPr>
              <p:blipFill>
                <a:blip r:embed="rId16"/>
                <a:stretch>
                  <a:fillRect/>
                </a:stretch>
              </p:blipFill>
              <p:spPr>
                <a:xfrm>
                  <a:off x="2629888" y="2487681"/>
                  <a:ext cx="351360" cy="12960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17">
            <p14:nvContentPartPr>
              <p14:cNvPr id="14" name="Tinta 13">
                <a:extLst>
                  <a:ext uri="{FF2B5EF4-FFF2-40B4-BE49-F238E27FC236}">
                    <a16:creationId xmlns:a16="http://schemas.microsoft.com/office/drawing/2014/main" id="{E9D0826A-73CD-5BBC-E233-6E48E17442BF}"/>
                  </a:ext>
                </a:extLst>
              </p14:cNvPr>
              <p14:cNvContentPartPr/>
              <p14:nvPr/>
            </p14:nvContentPartPr>
            <p14:xfrm>
              <a:off x="2205808" y="2833641"/>
              <a:ext cx="579600" cy="42120"/>
            </p14:xfrm>
          </p:contentPart>
        </mc:Choice>
        <mc:Fallback>
          <p:pic>
            <p:nvPicPr>
              <p:cNvPr id="14" name="Tinta 13">
                <a:extLst>
                  <a:ext uri="{FF2B5EF4-FFF2-40B4-BE49-F238E27FC236}">
                    <a16:creationId xmlns:a16="http://schemas.microsoft.com/office/drawing/2014/main" id="{E9D0826A-73CD-5BBC-E233-6E48E17442BF}"/>
                  </a:ext>
                </a:extLst>
              </p:cNvPr>
              <p:cNvPicPr/>
              <p:nvPr/>
            </p:nvPicPr>
            <p:blipFill>
              <a:blip r:embed="rId18"/>
              <a:stretch>
                <a:fillRect/>
              </a:stretch>
            </p:blipFill>
            <p:spPr>
              <a:xfrm>
                <a:off x="2199688" y="2827521"/>
                <a:ext cx="591840" cy="54360"/>
              </a:xfrm>
              <a:prstGeom prst="rect">
                <a:avLst/>
              </a:prstGeom>
            </p:spPr>
          </p:pic>
        </mc:Fallback>
      </mc:AlternateContent>
      <p:grpSp>
        <p:nvGrpSpPr>
          <p:cNvPr id="21" name="Agrupar 20">
            <a:extLst>
              <a:ext uri="{FF2B5EF4-FFF2-40B4-BE49-F238E27FC236}">
                <a16:creationId xmlns:a16="http://schemas.microsoft.com/office/drawing/2014/main" id="{FE059CB9-1BA3-FAF4-4C44-E74DBFCAC8D8}"/>
              </a:ext>
            </a:extLst>
          </p:cNvPr>
          <p:cNvGrpSpPr/>
          <p:nvPr/>
        </p:nvGrpSpPr>
        <p:grpSpPr>
          <a:xfrm>
            <a:off x="2274208" y="3002121"/>
            <a:ext cx="653760" cy="245520"/>
            <a:chOff x="2274208" y="3002121"/>
            <a:chExt cx="653760" cy="2455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9">
              <p14:nvContentPartPr>
                <p14:cNvPr id="15" name="Tinta 14">
                  <a:extLst>
                    <a:ext uri="{FF2B5EF4-FFF2-40B4-BE49-F238E27FC236}">
                      <a16:creationId xmlns:a16="http://schemas.microsoft.com/office/drawing/2014/main" id="{D2232F0F-5F6B-4B2D-2B23-4C3DEFB62598}"/>
                    </a:ext>
                  </a:extLst>
                </p14:cNvPr>
                <p14:cNvContentPartPr/>
                <p14:nvPr/>
              </p14:nvContentPartPr>
              <p14:xfrm>
                <a:off x="2274208" y="3034161"/>
                <a:ext cx="336960" cy="213480"/>
              </p14:xfrm>
            </p:contentPart>
          </mc:Choice>
          <mc:Fallback>
            <p:pic>
              <p:nvPicPr>
                <p:cNvPr id="15" name="Tinta 14">
                  <a:extLst>
                    <a:ext uri="{FF2B5EF4-FFF2-40B4-BE49-F238E27FC236}">
                      <a16:creationId xmlns:a16="http://schemas.microsoft.com/office/drawing/2014/main" id="{D2232F0F-5F6B-4B2D-2B23-4C3DEFB62598}"/>
                    </a:ext>
                  </a:extLst>
                </p:cNvPr>
                <p:cNvPicPr/>
                <p:nvPr/>
              </p:nvPicPr>
              <p:blipFill>
                <a:blip r:embed="rId20"/>
                <a:stretch>
                  <a:fillRect/>
                </a:stretch>
              </p:blipFill>
              <p:spPr>
                <a:xfrm>
                  <a:off x="2268088" y="3028041"/>
                  <a:ext cx="349200" cy="225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1">
              <p14:nvContentPartPr>
                <p14:cNvPr id="16" name="Tinta 15">
                  <a:extLst>
                    <a:ext uri="{FF2B5EF4-FFF2-40B4-BE49-F238E27FC236}">
                      <a16:creationId xmlns:a16="http://schemas.microsoft.com/office/drawing/2014/main" id="{8D0EF44F-2B57-2ED9-F66F-8F35BCC963E6}"/>
                    </a:ext>
                  </a:extLst>
                </p14:cNvPr>
                <p14:cNvContentPartPr/>
                <p14:nvPr/>
              </p14:nvContentPartPr>
              <p14:xfrm>
                <a:off x="2824288" y="3002121"/>
                <a:ext cx="12240" cy="218160"/>
              </p14:xfrm>
            </p:contentPart>
          </mc:Choice>
          <mc:Fallback>
            <p:pic>
              <p:nvPicPr>
                <p:cNvPr id="16" name="Tinta 15">
                  <a:extLst>
                    <a:ext uri="{FF2B5EF4-FFF2-40B4-BE49-F238E27FC236}">
                      <a16:creationId xmlns:a16="http://schemas.microsoft.com/office/drawing/2014/main" id="{8D0EF44F-2B57-2ED9-F66F-8F35BCC963E6}"/>
                    </a:ext>
                  </a:extLst>
                </p:cNvPr>
                <p:cNvPicPr/>
                <p:nvPr/>
              </p:nvPicPr>
              <p:blipFill>
                <a:blip r:embed="rId22"/>
                <a:stretch>
                  <a:fillRect/>
                </a:stretch>
              </p:blipFill>
              <p:spPr>
                <a:xfrm>
                  <a:off x="2818168" y="2996001"/>
                  <a:ext cx="24480" cy="230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3">
              <p14:nvContentPartPr>
                <p14:cNvPr id="17" name="Tinta 16">
                  <a:extLst>
                    <a:ext uri="{FF2B5EF4-FFF2-40B4-BE49-F238E27FC236}">
                      <a16:creationId xmlns:a16="http://schemas.microsoft.com/office/drawing/2014/main" id="{D41C9156-D68C-2B12-6799-7B6D01AB0535}"/>
                    </a:ext>
                  </a:extLst>
                </p14:cNvPr>
                <p14:cNvContentPartPr/>
                <p14:nvPr/>
              </p14:nvContentPartPr>
              <p14:xfrm>
                <a:off x="2789008" y="3021561"/>
                <a:ext cx="138960" cy="7920"/>
              </p14:xfrm>
            </p:contentPart>
          </mc:Choice>
          <mc:Fallback>
            <p:pic>
              <p:nvPicPr>
                <p:cNvPr id="17" name="Tinta 16">
                  <a:extLst>
                    <a:ext uri="{FF2B5EF4-FFF2-40B4-BE49-F238E27FC236}">
                      <a16:creationId xmlns:a16="http://schemas.microsoft.com/office/drawing/2014/main" id="{D41C9156-D68C-2B12-6799-7B6D01AB0535}"/>
                    </a:ext>
                  </a:extLst>
                </p:cNvPr>
                <p:cNvPicPr/>
                <p:nvPr/>
              </p:nvPicPr>
              <p:blipFill>
                <a:blip r:embed="rId24"/>
                <a:stretch>
                  <a:fillRect/>
                </a:stretch>
              </p:blipFill>
              <p:spPr>
                <a:xfrm>
                  <a:off x="2782888" y="3015441"/>
                  <a:ext cx="151200" cy="201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0" name="Agrupar 19">
            <a:extLst>
              <a:ext uri="{FF2B5EF4-FFF2-40B4-BE49-F238E27FC236}">
                <a16:creationId xmlns:a16="http://schemas.microsoft.com/office/drawing/2014/main" id="{71438881-E9C7-0F11-B8CE-3DDC28FF9D12}"/>
              </a:ext>
            </a:extLst>
          </p:cNvPr>
          <p:cNvGrpSpPr/>
          <p:nvPr/>
        </p:nvGrpSpPr>
        <p:grpSpPr>
          <a:xfrm>
            <a:off x="3430528" y="2682441"/>
            <a:ext cx="221400" cy="61560"/>
            <a:chOff x="3430528" y="2682441"/>
            <a:chExt cx="221400" cy="615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5">
              <p14:nvContentPartPr>
                <p14:cNvPr id="18" name="Tinta 17">
                  <a:extLst>
                    <a:ext uri="{FF2B5EF4-FFF2-40B4-BE49-F238E27FC236}">
                      <a16:creationId xmlns:a16="http://schemas.microsoft.com/office/drawing/2014/main" id="{B92E359E-98C6-882A-387E-9ADD9FF12AB6}"/>
                    </a:ext>
                  </a:extLst>
                </p14:cNvPr>
                <p14:cNvContentPartPr/>
                <p14:nvPr/>
              </p14:nvContentPartPr>
              <p14:xfrm>
                <a:off x="3451768" y="2682441"/>
                <a:ext cx="200160" cy="2520"/>
              </p14:xfrm>
            </p:contentPart>
          </mc:Choice>
          <mc:Fallback>
            <p:pic>
              <p:nvPicPr>
                <p:cNvPr id="18" name="Tinta 17">
                  <a:extLst>
                    <a:ext uri="{FF2B5EF4-FFF2-40B4-BE49-F238E27FC236}">
                      <a16:creationId xmlns:a16="http://schemas.microsoft.com/office/drawing/2014/main" id="{B92E359E-98C6-882A-387E-9ADD9FF12AB6}"/>
                    </a:ext>
                  </a:extLst>
                </p:cNvPr>
                <p:cNvPicPr/>
                <p:nvPr/>
              </p:nvPicPr>
              <p:blipFill>
                <a:blip r:embed="rId26"/>
                <a:stretch>
                  <a:fillRect/>
                </a:stretch>
              </p:blipFill>
              <p:spPr>
                <a:xfrm>
                  <a:off x="3445648" y="2676321"/>
                  <a:ext cx="212400" cy="14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7">
              <p14:nvContentPartPr>
                <p14:cNvPr id="19" name="Tinta 18">
                  <a:extLst>
                    <a:ext uri="{FF2B5EF4-FFF2-40B4-BE49-F238E27FC236}">
                      <a16:creationId xmlns:a16="http://schemas.microsoft.com/office/drawing/2014/main" id="{3F6557B3-9DB6-F1AB-8768-7D2C4785B766}"/>
                    </a:ext>
                  </a:extLst>
                </p14:cNvPr>
                <p14:cNvContentPartPr/>
                <p14:nvPr/>
              </p14:nvContentPartPr>
              <p14:xfrm>
                <a:off x="3430528" y="2722041"/>
                <a:ext cx="174240" cy="21960"/>
              </p14:xfrm>
            </p:contentPart>
          </mc:Choice>
          <mc:Fallback>
            <p:pic>
              <p:nvPicPr>
                <p:cNvPr id="19" name="Tinta 18">
                  <a:extLst>
                    <a:ext uri="{FF2B5EF4-FFF2-40B4-BE49-F238E27FC236}">
                      <a16:creationId xmlns:a16="http://schemas.microsoft.com/office/drawing/2014/main" id="{3F6557B3-9DB6-F1AB-8768-7D2C4785B766}"/>
                    </a:ext>
                  </a:extLst>
                </p:cNvPr>
                <p:cNvPicPr/>
                <p:nvPr/>
              </p:nvPicPr>
              <p:blipFill>
                <a:blip r:embed="rId28"/>
                <a:stretch>
                  <a:fillRect/>
                </a:stretch>
              </p:blipFill>
              <p:spPr>
                <a:xfrm>
                  <a:off x="3424408" y="2715921"/>
                  <a:ext cx="186480" cy="3420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29">
            <p14:nvContentPartPr>
              <p14:cNvPr id="23" name="Tinta 22">
                <a:extLst>
                  <a:ext uri="{FF2B5EF4-FFF2-40B4-BE49-F238E27FC236}">
                    <a16:creationId xmlns:a16="http://schemas.microsoft.com/office/drawing/2014/main" id="{217FCE61-55E0-36CF-A96C-DC837247D39F}"/>
                  </a:ext>
                </a:extLst>
              </p14:cNvPr>
              <p14:cNvContentPartPr/>
              <p14:nvPr/>
            </p14:nvContentPartPr>
            <p14:xfrm>
              <a:off x="4169248" y="2132721"/>
              <a:ext cx="416520" cy="1048680"/>
            </p14:xfrm>
          </p:contentPart>
        </mc:Choice>
        <mc:Fallback>
          <p:pic>
            <p:nvPicPr>
              <p:cNvPr id="23" name="Tinta 22">
                <a:extLst>
                  <a:ext uri="{FF2B5EF4-FFF2-40B4-BE49-F238E27FC236}">
                    <a16:creationId xmlns:a16="http://schemas.microsoft.com/office/drawing/2014/main" id="{217FCE61-55E0-36CF-A96C-DC837247D39F}"/>
                  </a:ext>
                </a:extLst>
              </p:cNvPr>
              <p:cNvPicPr/>
              <p:nvPr/>
            </p:nvPicPr>
            <p:blipFill>
              <a:blip r:embed="rId30"/>
              <a:stretch>
                <a:fillRect/>
              </a:stretch>
            </p:blipFill>
            <p:spPr>
              <a:xfrm>
                <a:off x="4163128" y="2126601"/>
                <a:ext cx="428760" cy="1060920"/>
              </a:xfrm>
              <a:prstGeom prst="rect">
                <a:avLst/>
              </a:prstGeom>
            </p:spPr>
          </p:pic>
        </mc:Fallback>
      </mc:AlternateContent>
      <p:grpSp>
        <p:nvGrpSpPr>
          <p:cNvPr id="30" name="Agrupar 29">
            <a:extLst>
              <a:ext uri="{FF2B5EF4-FFF2-40B4-BE49-F238E27FC236}">
                <a16:creationId xmlns:a16="http://schemas.microsoft.com/office/drawing/2014/main" id="{3D1EBC29-9306-935C-E949-656B5AE1163D}"/>
              </a:ext>
            </a:extLst>
          </p:cNvPr>
          <p:cNvGrpSpPr/>
          <p:nvPr/>
        </p:nvGrpSpPr>
        <p:grpSpPr>
          <a:xfrm>
            <a:off x="4968088" y="2149641"/>
            <a:ext cx="921960" cy="240480"/>
            <a:chOff x="4968088" y="2149641"/>
            <a:chExt cx="921960" cy="2404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31">
              <p14:nvContentPartPr>
                <p14:cNvPr id="24" name="Tinta 23">
                  <a:extLst>
                    <a:ext uri="{FF2B5EF4-FFF2-40B4-BE49-F238E27FC236}">
                      <a16:creationId xmlns:a16="http://schemas.microsoft.com/office/drawing/2014/main" id="{020A71B1-C024-2CF3-BD1A-EEEFAAE64927}"/>
                    </a:ext>
                  </a:extLst>
                </p14:cNvPr>
                <p14:cNvContentPartPr/>
                <p14:nvPr/>
              </p14:nvContentPartPr>
              <p14:xfrm>
                <a:off x="4968088" y="2149641"/>
                <a:ext cx="372240" cy="170640"/>
              </p14:xfrm>
            </p:contentPart>
          </mc:Choice>
          <mc:Fallback>
            <p:pic>
              <p:nvPicPr>
                <p:cNvPr id="24" name="Tinta 23">
                  <a:extLst>
                    <a:ext uri="{FF2B5EF4-FFF2-40B4-BE49-F238E27FC236}">
                      <a16:creationId xmlns:a16="http://schemas.microsoft.com/office/drawing/2014/main" id="{020A71B1-C024-2CF3-BD1A-EEEFAAE64927}"/>
                    </a:ext>
                  </a:extLst>
                </p:cNvPr>
                <p:cNvPicPr/>
                <p:nvPr/>
              </p:nvPicPr>
              <p:blipFill>
                <a:blip r:embed="rId32"/>
                <a:stretch>
                  <a:fillRect/>
                </a:stretch>
              </p:blipFill>
              <p:spPr>
                <a:xfrm>
                  <a:off x="4961968" y="2143521"/>
                  <a:ext cx="384480" cy="182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3">
              <p14:nvContentPartPr>
                <p14:cNvPr id="25" name="Tinta 24">
                  <a:extLst>
                    <a:ext uri="{FF2B5EF4-FFF2-40B4-BE49-F238E27FC236}">
                      <a16:creationId xmlns:a16="http://schemas.microsoft.com/office/drawing/2014/main" id="{324FF7E6-9493-B801-5E21-EE130AF5121F}"/>
                    </a:ext>
                  </a:extLst>
                </p14:cNvPr>
                <p14:cNvContentPartPr/>
                <p14:nvPr/>
              </p14:nvContentPartPr>
              <p14:xfrm>
                <a:off x="5282368" y="2253681"/>
                <a:ext cx="269280" cy="136440"/>
              </p14:xfrm>
            </p:contentPart>
          </mc:Choice>
          <mc:Fallback>
            <p:pic>
              <p:nvPicPr>
                <p:cNvPr id="25" name="Tinta 24">
                  <a:extLst>
                    <a:ext uri="{FF2B5EF4-FFF2-40B4-BE49-F238E27FC236}">
                      <a16:creationId xmlns:a16="http://schemas.microsoft.com/office/drawing/2014/main" id="{324FF7E6-9493-B801-5E21-EE130AF5121F}"/>
                    </a:ext>
                  </a:extLst>
                </p:cNvPr>
                <p:cNvPicPr/>
                <p:nvPr/>
              </p:nvPicPr>
              <p:blipFill>
                <a:blip r:embed="rId34"/>
                <a:stretch>
                  <a:fillRect/>
                </a:stretch>
              </p:blipFill>
              <p:spPr>
                <a:xfrm>
                  <a:off x="5276248" y="2247561"/>
                  <a:ext cx="281520" cy="148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5">
              <p14:nvContentPartPr>
                <p14:cNvPr id="26" name="Tinta 25">
                  <a:extLst>
                    <a:ext uri="{FF2B5EF4-FFF2-40B4-BE49-F238E27FC236}">
                      <a16:creationId xmlns:a16="http://schemas.microsoft.com/office/drawing/2014/main" id="{15B5EA9F-2CF0-467A-AB3E-560CB200282D}"/>
                    </a:ext>
                  </a:extLst>
                </p14:cNvPr>
                <p14:cNvContentPartPr/>
                <p14:nvPr/>
              </p14:nvContentPartPr>
              <p14:xfrm>
                <a:off x="5365528" y="2293281"/>
                <a:ext cx="186120" cy="22680"/>
              </p14:xfrm>
            </p:contentPart>
          </mc:Choice>
          <mc:Fallback>
            <p:pic>
              <p:nvPicPr>
                <p:cNvPr id="26" name="Tinta 25">
                  <a:extLst>
                    <a:ext uri="{FF2B5EF4-FFF2-40B4-BE49-F238E27FC236}">
                      <a16:creationId xmlns:a16="http://schemas.microsoft.com/office/drawing/2014/main" id="{15B5EA9F-2CF0-467A-AB3E-560CB200282D}"/>
                    </a:ext>
                  </a:extLst>
                </p:cNvPr>
                <p:cNvPicPr/>
                <p:nvPr/>
              </p:nvPicPr>
              <p:blipFill>
                <a:blip r:embed="rId36"/>
                <a:stretch>
                  <a:fillRect/>
                </a:stretch>
              </p:blipFill>
              <p:spPr>
                <a:xfrm>
                  <a:off x="5359408" y="2287161"/>
                  <a:ext cx="198360" cy="34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7">
              <p14:nvContentPartPr>
                <p14:cNvPr id="27" name="Tinta 26">
                  <a:extLst>
                    <a:ext uri="{FF2B5EF4-FFF2-40B4-BE49-F238E27FC236}">
                      <a16:creationId xmlns:a16="http://schemas.microsoft.com/office/drawing/2014/main" id="{63F57477-348A-9B80-582C-F8C41795B73E}"/>
                    </a:ext>
                  </a:extLst>
                </p14:cNvPr>
                <p14:cNvContentPartPr/>
                <p14:nvPr/>
              </p14:nvContentPartPr>
              <p14:xfrm>
                <a:off x="5715808" y="2225961"/>
                <a:ext cx="138960" cy="15480"/>
              </p14:xfrm>
            </p:contentPart>
          </mc:Choice>
          <mc:Fallback>
            <p:pic>
              <p:nvPicPr>
                <p:cNvPr id="27" name="Tinta 26">
                  <a:extLst>
                    <a:ext uri="{FF2B5EF4-FFF2-40B4-BE49-F238E27FC236}">
                      <a16:creationId xmlns:a16="http://schemas.microsoft.com/office/drawing/2014/main" id="{63F57477-348A-9B80-582C-F8C41795B73E}"/>
                    </a:ext>
                  </a:extLst>
                </p:cNvPr>
                <p:cNvPicPr/>
                <p:nvPr/>
              </p:nvPicPr>
              <p:blipFill>
                <a:blip r:embed="rId38"/>
                <a:stretch>
                  <a:fillRect/>
                </a:stretch>
              </p:blipFill>
              <p:spPr>
                <a:xfrm>
                  <a:off x="5709688" y="2219841"/>
                  <a:ext cx="151200" cy="27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9">
              <p14:nvContentPartPr>
                <p14:cNvPr id="28" name="Tinta 27">
                  <a:extLst>
                    <a:ext uri="{FF2B5EF4-FFF2-40B4-BE49-F238E27FC236}">
                      <a16:creationId xmlns:a16="http://schemas.microsoft.com/office/drawing/2014/main" id="{B6BF2326-0609-3BBB-C60E-B8C2AA84DD40}"/>
                    </a:ext>
                  </a:extLst>
                </p14:cNvPr>
                <p14:cNvContentPartPr/>
                <p14:nvPr/>
              </p14:nvContentPartPr>
              <p14:xfrm>
                <a:off x="5703928" y="2265561"/>
                <a:ext cx="186120" cy="5760"/>
              </p14:xfrm>
            </p:contentPart>
          </mc:Choice>
          <mc:Fallback>
            <p:pic>
              <p:nvPicPr>
                <p:cNvPr id="28" name="Tinta 27">
                  <a:extLst>
                    <a:ext uri="{FF2B5EF4-FFF2-40B4-BE49-F238E27FC236}">
                      <a16:creationId xmlns:a16="http://schemas.microsoft.com/office/drawing/2014/main" id="{B6BF2326-0609-3BBB-C60E-B8C2AA84DD40}"/>
                    </a:ext>
                  </a:extLst>
                </p:cNvPr>
                <p:cNvPicPr/>
                <p:nvPr/>
              </p:nvPicPr>
              <p:blipFill>
                <a:blip r:embed="rId40"/>
                <a:stretch>
                  <a:fillRect/>
                </a:stretch>
              </p:blipFill>
              <p:spPr>
                <a:xfrm>
                  <a:off x="5697808" y="2259441"/>
                  <a:ext cx="198360" cy="180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8" name="Agrupar 37">
            <a:extLst>
              <a:ext uri="{FF2B5EF4-FFF2-40B4-BE49-F238E27FC236}">
                <a16:creationId xmlns:a16="http://schemas.microsoft.com/office/drawing/2014/main" id="{2E0D857F-289B-FF6B-2AF9-72A3B0EA0C03}"/>
              </a:ext>
            </a:extLst>
          </p:cNvPr>
          <p:cNvGrpSpPr/>
          <p:nvPr/>
        </p:nvGrpSpPr>
        <p:grpSpPr>
          <a:xfrm>
            <a:off x="7615168" y="2193561"/>
            <a:ext cx="315360" cy="79920"/>
            <a:chOff x="7615168" y="2193561"/>
            <a:chExt cx="315360" cy="799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41">
              <p14:nvContentPartPr>
                <p14:cNvPr id="33" name="Tinta 32">
                  <a:extLst>
                    <a:ext uri="{FF2B5EF4-FFF2-40B4-BE49-F238E27FC236}">
                      <a16:creationId xmlns:a16="http://schemas.microsoft.com/office/drawing/2014/main" id="{3C3ED520-D469-25D6-076E-04F2A8EFAEDC}"/>
                    </a:ext>
                  </a:extLst>
                </p14:cNvPr>
                <p14:cNvContentPartPr/>
                <p14:nvPr/>
              </p14:nvContentPartPr>
              <p14:xfrm>
                <a:off x="7615168" y="2193561"/>
                <a:ext cx="315360" cy="35640"/>
              </p14:xfrm>
            </p:contentPart>
          </mc:Choice>
          <mc:Fallback>
            <p:pic>
              <p:nvPicPr>
                <p:cNvPr id="33" name="Tinta 32">
                  <a:extLst>
                    <a:ext uri="{FF2B5EF4-FFF2-40B4-BE49-F238E27FC236}">
                      <a16:creationId xmlns:a16="http://schemas.microsoft.com/office/drawing/2014/main" id="{3C3ED520-D469-25D6-076E-04F2A8EFAEDC}"/>
                    </a:ext>
                  </a:extLst>
                </p:cNvPr>
                <p:cNvPicPr/>
                <p:nvPr/>
              </p:nvPicPr>
              <p:blipFill>
                <a:blip r:embed="rId42"/>
                <a:stretch>
                  <a:fillRect/>
                </a:stretch>
              </p:blipFill>
              <p:spPr>
                <a:xfrm>
                  <a:off x="7609048" y="2187441"/>
                  <a:ext cx="327600" cy="47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3">
              <p14:nvContentPartPr>
                <p14:cNvPr id="34" name="Tinta 33">
                  <a:extLst>
                    <a:ext uri="{FF2B5EF4-FFF2-40B4-BE49-F238E27FC236}">
                      <a16:creationId xmlns:a16="http://schemas.microsoft.com/office/drawing/2014/main" id="{82CF64F9-513A-F79E-CF79-6EA258464C98}"/>
                    </a:ext>
                  </a:extLst>
                </p14:cNvPr>
                <p14:cNvContentPartPr/>
                <p14:nvPr/>
              </p14:nvContentPartPr>
              <p14:xfrm>
                <a:off x="7638928" y="2258721"/>
                <a:ext cx="268200" cy="14760"/>
              </p14:xfrm>
            </p:contentPart>
          </mc:Choice>
          <mc:Fallback>
            <p:pic>
              <p:nvPicPr>
                <p:cNvPr id="34" name="Tinta 33">
                  <a:extLst>
                    <a:ext uri="{FF2B5EF4-FFF2-40B4-BE49-F238E27FC236}">
                      <a16:creationId xmlns:a16="http://schemas.microsoft.com/office/drawing/2014/main" id="{82CF64F9-513A-F79E-CF79-6EA258464C98}"/>
                    </a:ext>
                  </a:extLst>
                </p:cNvPr>
                <p:cNvPicPr/>
                <p:nvPr/>
              </p:nvPicPr>
              <p:blipFill>
                <a:blip r:embed="rId44"/>
                <a:stretch>
                  <a:fillRect/>
                </a:stretch>
              </p:blipFill>
              <p:spPr>
                <a:xfrm>
                  <a:off x="7632808" y="2252601"/>
                  <a:ext cx="280440" cy="270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51" name="Agrupar 50">
            <a:extLst>
              <a:ext uri="{FF2B5EF4-FFF2-40B4-BE49-F238E27FC236}">
                <a16:creationId xmlns:a16="http://schemas.microsoft.com/office/drawing/2014/main" id="{85A87E8D-2519-E6F9-FF84-05E2C4CFA151}"/>
              </a:ext>
            </a:extLst>
          </p:cNvPr>
          <p:cNvGrpSpPr/>
          <p:nvPr/>
        </p:nvGrpSpPr>
        <p:grpSpPr>
          <a:xfrm>
            <a:off x="8548648" y="2184921"/>
            <a:ext cx="677520" cy="225000"/>
            <a:chOff x="8548648" y="2184921"/>
            <a:chExt cx="677520" cy="2250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45">
              <p14:nvContentPartPr>
                <p14:cNvPr id="35" name="Tinta 34">
                  <a:extLst>
                    <a:ext uri="{FF2B5EF4-FFF2-40B4-BE49-F238E27FC236}">
                      <a16:creationId xmlns:a16="http://schemas.microsoft.com/office/drawing/2014/main" id="{5AA8E710-A363-BF30-F030-0CDB52A4A232}"/>
                    </a:ext>
                  </a:extLst>
                </p14:cNvPr>
                <p14:cNvContentPartPr/>
                <p14:nvPr/>
              </p14:nvContentPartPr>
              <p14:xfrm>
                <a:off x="8548648" y="2184921"/>
                <a:ext cx="163080" cy="225000"/>
              </p14:xfrm>
            </p:contentPart>
          </mc:Choice>
          <mc:Fallback>
            <p:pic>
              <p:nvPicPr>
                <p:cNvPr id="35" name="Tinta 34">
                  <a:extLst>
                    <a:ext uri="{FF2B5EF4-FFF2-40B4-BE49-F238E27FC236}">
                      <a16:creationId xmlns:a16="http://schemas.microsoft.com/office/drawing/2014/main" id="{5AA8E710-A363-BF30-F030-0CDB52A4A232}"/>
                    </a:ext>
                  </a:extLst>
                </p:cNvPr>
                <p:cNvPicPr/>
                <p:nvPr/>
              </p:nvPicPr>
              <p:blipFill>
                <a:blip r:embed="rId46"/>
                <a:stretch>
                  <a:fillRect/>
                </a:stretch>
              </p:blipFill>
              <p:spPr>
                <a:xfrm>
                  <a:off x="8542528" y="2178801"/>
                  <a:ext cx="175320" cy="237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7">
              <p14:nvContentPartPr>
                <p14:cNvPr id="36" name="Tinta 35">
                  <a:extLst>
                    <a:ext uri="{FF2B5EF4-FFF2-40B4-BE49-F238E27FC236}">
                      <a16:creationId xmlns:a16="http://schemas.microsoft.com/office/drawing/2014/main" id="{854A74BE-7DC9-355C-96FE-351A482A8D03}"/>
                    </a:ext>
                  </a:extLst>
                </p14:cNvPr>
                <p14:cNvContentPartPr/>
                <p14:nvPr/>
              </p14:nvContentPartPr>
              <p14:xfrm>
                <a:off x="8714968" y="2222361"/>
                <a:ext cx="277200" cy="155160"/>
              </p14:xfrm>
            </p:contentPart>
          </mc:Choice>
          <mc:Fallback>
            <p:pic>
              <p:nvPicPr>
                <p:cNvPr id="36" name="Tinta 35">
                  <a:extLst>
                    <a:ext uri="{FF2B5EF4-FFF2-40B4-BE49-F238E27FC236}">
                      <a16:creationId xmlns:a16="http://schemas.microsoft.com/office/drawing/2014/main" id="{854A74BE-7DC9-355C-96FE-351A482A8D03}"/>
                    </a:ext>
                  </a:extLst>
                </p:cNvPr>
                <p:cNvPicPr/>
                <p:nvPr/>
              </p:nvPicPr>
              <p:blipFill>
                <a:blip r:embed="rId48"/>
                <a:stretch>
                  <a:fillRect/>
                </a:stretch>
              </p:blipFill>
              <p:spPr>
                <a:xfrm>
                  <a:off x="8708848" y="2216241"/>
                  <a:ext cx="289440" cy="167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9">
              <p14:nvContentPartPr>
                <p14:cNvPr id="39" name="Tinta 38">
                  <a:extLst>
                    <a:ext uri="{FF2B5EF4-FFF2-40B4-BE49-F238E27FC236}">
                      <a16:creationId xmlns:a16="http://schemas.microsoft.com/office/drawing/2014/main" id="{26E8C0B2-893C-CDB1-3000-176558453FD9}"/>
                    </a:ext>
                  </a:extLst>
                </p14:cNvPr>
                <p14:cNvContentPartPr/>
                <p14:nvPr/>
              </p14:nvContentPartPr>
              <p14:xfrm>
                <a:off x="9108088" y="2238561"/>
                <a:ext cx="106200" cy="104400"/>
              </p14:xfrm>
            </p:contentPart>
          </mc:Choice>
          <mc:Fallback>
            <p:pic>
              <p:nvPicPr>
                <p:cNvPr id="39" name="Tinta 38">
                  <a:extLst>
                    <a:ext uri="{FF2B5EF4-FFF2-40B4-BE49-F238E27FC236}">
                      <a16:creationId xmlns:a16="http://schemas.microsoft.com/office/drawing/2014/main" id="{26E8C0B2-893C-CDB1-3000-176558453FD9}"/>
                    </a:ext>
                  </a:extLst>
                </p:cNvPr>
                <p:cNvPicPr/>
                <p:nvPr/>
              </p:nvPicPr>
              <p:blipFill>
                <a:blip r:embed="rId50"/>
                <a:stretch>
                  <a:fillRect/>
                </a:stretch>
              </p:blipFill>
              <p:spPr>
                <a:xfrm>
                  <a:off x="9101968" y="2232441"/>
                  <a:ext cx="118440" cy="116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1">
              <p14:nvContentPartPr>
                <p14:cNvPr id="40" name="Tinta 39">
                  <a:extLst>
                    <a:ext uri="{FF2B5EF4-FFF2-40B4-BE49-F238E27FC236}">
                      <a16:creationId xmlns:a16="http://schemas.microsoft.com/office/drawing/2014/main" id="{52210026-21D4-8FC0-ACB1-BF87ECEB3B1D}"/>
                    </a:ext>
                  </a:extLst>
                </p14:cNvPr>
                <p14:cNvContentPartPr/>
                <p14:nvPr/>
              </p14:nvContentPartPr>
              <p14:xfrm>
                <a:off x="9049408" y="2246121"/>
                <a:ext cx="153000" cy="96840"/>
              </p14:xfrm>
            </p:contentPart>
          </mc:Choice>
          <mc:Fallback>
            <p:pic>
              <p:nvPicPr>
                <p:cNvPr id="40" name="Tinta 39">
                  <a:extLst>
                    <a:ext uri="{FF2B5EF4-FFF2-40B4-BE49-F238E27FC236}">
                      <a16:creationId xmlns:a16="http://schemas.microsoft.com/office/drawing/2014/main" id="{52210026-21D4-8FC0-ACB1-BF87ECEB3B1D}"/>
                    </a:ext>
                  </a:extLst>
                </p:cNvPr>
                <p:cNvPicPr/>
                <p:nvPr/>
              </p:nvPicPr>
              <p:blipFill>
                <a:blip r:embed="rId52"/>
                <a:stretch>
                  <a:fillRect/>
                </a:stretch>
              </p:blipFill>
              <p:spPr>
                <a:xfrm>
                  <a:off x="9043288" y="2240001"/>
                  <a:ext cx="165240" cy="109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3">
              <p14:nvContentPartPr>
                <p14:cNvPr id="41" name="Tinta 40">
                  <a:extLst>
                    <a:ext uri="{FF2B5EF4-FFF2-40B4-BE49-F238E27FC236}">
                      <a16:creationId xmlns:a16="http://schemas.microsoft.com/office/drawing/2014/main" id="{09DE8810-CAE7-7655-CCE5-F7D426222EDC}"/>
                    </a:ext>
                  </a:extLst>
                </p14:cNvPr>
                <p14:cNvContentPartPr/>
                <p14:nvPr/>
              </p14:nvContentPartPr>
              <p14:xfrm>
                <a:off x="9155248" y="2208681"/>
                <a:ext cx="70920" cy="189000"/>
              </p14:xfrm>
            </p:contentPart>
          </mc:Choice>
          <mc:Fallback>
            <p:pic>
              <p:nvPicPr>
                <p:cNvPr id="41" name="Tinta 40">
                  <a:extLst>
                    <a:ext uri="{FF2B5EF4-FFF2-40B4-BE49-F238E27FC236}">
                      <a16:creationId xmlns:a16="http://schemas.microsoft.com/office/drawing/2014/main" id="{09DE8810-CAE7-7655-CCE5-F7D426222EDC}"/>
                    </a:ext>
                  </a:extLst>
                </p:cNvPr>
                <p:cNvPicPr/>
                <p:nvPr/>
              </p:nvPicPr>
              <p:blipFill>
                <a:blip r:embed="rId54"/>
                <a:stretch>
                  <a:fillRect/>
                </a:stretch>
              </p:blipFill>
              <p:spPr>
                <a:xfrm>
                  <a:off x="9149128" y="2202561"/>
                  <a:ext cx="83160" cy="2012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50" name="Agrupar 49">
            <a:extLst>
              <a:ext uri="{FF2B5EF4-FFF2-40B4-BE49-F238E27FC236}">
                <a16:creationId xmlns:a16="http://schemas.microsoft.com/office/drawing/2014/main" id="{D3CA06D4-9281-0517-DFC1-839A9C1422DC}"/>
              </a:ext>
            </a:extLst>
          </p:cNvPr>
          <p:cNvGrpSpPr/>
          <p:nvPr/>
        </p:nvGrpSpPr>
        <p:grpSpPr>
          <a:xfrm>
            <a:off x="9481768" y="2176281"/>
            <a:ext cx="1060920" cy="232920"/>
            <a:chOff x="9481768" y="2176281"/>
            <a:chExt cx="1060920" cy="2329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55">
              <p14:nvContentPartPr>
                <p14:cNvPr id="42" name="Tinta 41">
                  <a:extLst>
                    <a:ext uri="{FF2B5EF4-FFF2-40B4-BE49-F238E27FC236}">
                      <a16:creationId xmlns:a16="http://schemas.microsoft.com/office/drawing/2014/main" id="{81934AE9-C250-C7B9-57B2-21B91EF0B0EF}"/>
                    </a:ext>
                  </a:extLst>
                </p14:cNvPr>
                <p14:cNvContentPartPr/>
                <p14:nvPr/>
              </p14:nvContentPartPr>
              <p14:xfrm>
                <a:off x="9481768" y="2176281"/>
                <a:ext cx="227880" cy="232920"/>
              </p14:xfrm>
            </p:contentPart>
          </mc:Choice>
          <mc:Fallback>
            <p:pic>
              <p:nvPicPr>
                <p:cNvPr id="42" name="Tinta 41">
                  <a:extLst>
                    <a:ext uri="{FF2B5EF4-FFF2-40B4-BE49-F238E27FC236}">
                      <a16:creationId xmlns:a16="http://schemas.microsoft.com/office/drawing/2014/main" id="{81934AE9-C250-C7B9-57B2-21B91EF0B0EF}"/>
                    </a:ext>
                  </a:extLst>
                </p:cNvPr>
                <p:cNvPicPr/>
                <p:nvPr/>
              </p:nvPicPr>
              <p:blipFill>
                <a:blip r:embed="rId56"/>
                <a:stretch>
                  <a:fillRect/>
                </a:stretch>
              </p:blipFill>
              <p:spPr>
                <a:xfrm>
                  <a:off x="9475648" y="2170161"/>
                  <a:ext cx="240120" cy="245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7">
              <p14:nvContentPartPr>
                <p14:cNvPr id="43" name="Tinta 42">
                  <a:extLst>
                    <a:ext uri="{FF2B5EF4-FFF2-40B4-BE49-F238E27FC236}">
                      <a16:creationId xmlns:a16="http://schemas.microsoft.com/office/drawing/2014/main" id="{B339C381-E91D-BB3B-478D-8136EC0B8197}"/>
                    </a:ext>
                  </a:extLst>
                </p14:cNvPr>
                <p14:cNvContentPartPr/>
                <p14:nvPr/>
              </p14:nvContentPartPr>
              <p14:xfrm>
                <a:off x="9761488" y="2206521"/>
                <a:ext cx="327240" cy="168480"/>
              </p14:xfrm>
            </p:contentPart>
          </mc:Choice>
          <mc:Fallback>
            <p:pic>
              <p:nvPicPr>
                <p:cNvPr id="43" name="Tinta 42">
                  <a:extLst>
                    <a:ext uri="{FF2B5EF4-FFF2-40B4-BE49-F238E27FC236}">
                      <a16:creationId xmlns:a16="http://schemas.microsoft.com/office/drawing/2014/main" id="{B339C381-E91D-BB3B-478D-8136EC0B8197}"/>
                    </a:ext>
                  </a:extLst>
                </p:cNvPr>
                <p:cNvPicPr/>
                <p:nvPr/>
              </p:nvPicPr>
              <p:blipFill>
                <a:blip r:embed="rId58"/>
                <a:stretch>
                  <a:fillRect/>
                </a:stretch>
              </p:blipFill>
              <p:spPr>
                <a:xfrm>
                  <a:off x="9755368" y="2200401"/>
                  <a:ext cx="339480" cy="180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9">
              <p14:nvContentPartPr>
                <p14:cNvPr id="44" name="Tinta 43">
                  <a:extLst>
                    <a:ext uri="{FF2B5EF4-FFF2-40B4-BE49-F238E27FC236}">
                      <a16:creationId xmlns:a16="http://schemas.microsoft.com/office/drawing/2014/main" id="{C915CFEC-250A-EA8E-E0FB-84F6ACC2F1A2}"/>
                    </a:ext>
                  </a:extLst>
                </p14:cNvPr>
                <p14:cNvContentPartPr/>
                <p14:nvPr/>
              </p14:nvContentPartPr>
              <p14:xfrm>
                <a:off x="10344688" y="2238561"/>
                <a:ext cx="198000" cy="34920"/>
              </p14:xfrm>
            </p:contentPart>
          </mc:Choice>
          <mc:Fallback>
            <p:pic>
              <p:nvPicPr>
                <p:cNvPr id="44" name="Tinta 43">
                  <a:extLst>
                    <a:ext uri="{FF2B5EF4-FFF2-40B4-BE49-F238E27FC236}">
                      <a16:creationId xmlns:a16="http://schemas.microsoft.com/office/drawing/2014/main" id="{C915CFEC-250A-EA8E-E0FB-84F6ACC2F1A2}"/>
                    </a:ext>
                  </a:extLst>
                </p:cNvPr>
                <p:cNvPicPr/>
                <p:nvPr/>
              </p:nvPicPr>
              <p:blipFill>
                <a:blip r:embed="rId60"/>
                <a:stretch>
                  <a:fillRect/>
                </a:stretch>
              </p:blipFill>
              <p:spPr>
                <a:xfrm>
                  <a:off x="10338568" y="2232441"/>
                  <a:ext cx="210240" cy="47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1">
              <p14:nvContentPartPr>
                <p14:cNvPr id="45" name="Tinta 44">
                  <a:extLst>
                    <a:ext uri="{FF2B5EF4-FFF2-40B4-BE49-F238E27FC236}">
                      <a16:creationId xmlns:a16="http://schemas.microsoft.com/office/drawing/2014/main" id="{E6F57D0C-AA05-2E78-F4F9-9AEC4451EE7E}"/>
                    </a:ext>
                  </a:extLst>
                </p14:cNvPr>
                <p14:cNvContentPartPr/>
                <p14:nvPr/>
              </p14:nvContentPartPr>
              <p14:xfrm>
                <a:off x="10203568" y="2348001"/>
                <a:ext cx="212040" cy="37080"/>
              </p14:xfrm>
            </p:contentPart>
          </mc:Choice>
          <mc:Fallback>
            <p:pic>
              <p:nvPicPr>
                <p:cNvPr id="45" name="Tinta 44">
                  <a:extLst>
                    <a:ext uri="{FF2B5EF4-FFF2-40B4-BE49-F238E27FC236}">
                      <a16:creationId xmlns:a16="http://schemas.microsoft.com/office/drawing/2014/main" id="{E6F57D0C-AA05-2E78-F4F9-9AEC4451EE7E}"/>
                    </a:ext>
                  </a:extLst>
                </p:cNvPr>
                <p:cNvPicPr/>
                <p:nvPr/>
              </p:nvPicPr>
              <p:blipFill>
                <a:blip r:embed="rId62"/>
                <a:stretch>
                  <a:fillRect/>
                </a:stretch>
              </p:blipFill>
              <p:spPr>
                <a:xfrm>
                  <a:off x="10197448" y="2341881"/>
                  <a:ext cx="224280" cy="493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49" name="Agrupar 48">
            <a:extLst>
              <a:ext uri="{FF2B5EF4-FFF2-40B4-BE49-F238E27FC236}">
                <a16:creationId xmlns:a16="http://schemas.microsoft.com/office/drawing/2014/main" id="{61F328C2-91B9-9023-95F3-6180B68316D7}"/>
              </a:ext>
            </a:extLst>
          </p:cNvPr>
          <p:cNvGrpSpPr/>
          <p:nvPr/>
        </p:nvGrpSpPr>
        <p:grpSpPr>
          <a:xfrm>
            <a:off x="10786768" y="2174121"/>
            <a:ext cx="724680" cy="205560"/>
            <a:chOff x="10786768" y="2174121"/>
            <a:chExt cx="724680" cy="2055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63">
              <p14:nvContentPartPr>
                <p14:cNvPr id="46" name="Tinta 45">
                  <a:extLst>
                    <a:ext uri="{FF2B5EF4-FFF2-40B4-BE49-F238E27FC236}">
                      <a16:creationId xmlns:a16="http://schemas.microsoft.com/office/drawing/2014/main" id="{FF7962B5-AF14-FC39-82EF-A3BCF07FC5EF}"/>
                    </a:ext>
                  </a:extLst>
                </p14:cNvPr>
                <p14:cNvContentPartPr/>
                <p14:nvPr/>
              </p14:nvContentPartPr>
              <p14:xfrm>
                <a:off x="10786768" y="2174121"/>
                <a:ext cx="212400" cy="193680"/>
              </p14:xfrm>
            </p:contentPart>
          </mc:Choice>
          <mc:Fallback>
            <p:pic>
              <p:nvPicPr>
                <p:cNvPr id="46" name="Tinta 45">
                  <a:extLst>
                    <a:ext uri="{FF2B5EF4-FFF2-40B4-BE49-F238E27FC236}">
                      <a16:creationId xmlns:a16="http://schemas.microsoft.com/office/drawing/2014/main" id="{FF7962B5-AF14-FC39-82EF-A3BCF07FC5EF}"/>
                    </a:ext>
                  </a:extLst>
                </p:cNvPr>
                <p:cNvPicPr/>
                <p:nvPr/>
              </p:nvPicPr>
              <p:blipFill>
                <a:blip r:embed="rId64"/>
                <a:stretch>
                  <a:fillRect/>
                </a:stretch>
              </p:blipFill>
              <p:spPr>
                <a:xfrm>
                  <a:off x="10780648" y="2168001"/>
                  <a:ext cx="224640" cy="205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5">
              <p14:nvContentPartPr>
                <p14:cNvPr id="47" name="Tinta 46">
                  <a:extLst>
                    <a:ext uri="{FF2B5EF4-FFF2-40B4-BE49-F238E27FC236}">
                      <a16:creationId xmlns:a16="http://schemas.microsoft.com/office/drawing/2014/main" id="{6D901C8F-0299-D8A5-337C-2030E4729D55}"/>
                    </a:ext>
                  </a:extLst>
                </p14:cNvPr>
                <p14:cNvContentPartPr/>
                <p14:nvPr/>
              </p14:nvContentPartPr>
              <p14:xfrm>
                <a:off x="11088808" y="2243601"/>
                <a:ext cx="142560" cy="133920"/>
              </p14:xfrm>
            </p:contentPart>
          </mc:Choice>
          <mc:Fallback>
            <p:pic>
              <p:nvPicPr>
                <p:cNvPr id="47" name="Tinta 46">
                  <a:extLst>
                    <a:ext uri="{FF2B5EF4-FFF2-40B4-BE49-F238E27FC236}">
                      <a16:creationId xmlns:a16="http://schemas.microsoft.com/office/drawing/2014/main" id="{6D901C8F-0299-D8A5-337C-2030E4729D55}"/>
                    </a:ext>
                  </a:extLst>
                </p:cNvPr>
                <p:cNvPicPr/>
                <p:nvPr/>
              </p:nvPicPr>
              <p:blipFill>
                <a:blip r:embed="rId66"/>
                <a:stretch>
                  <a:fillRect/>
                </a:stretch>
              </p:blipFill>
              <p:spPr>
                <a:xfrm>
                  <a:off x="11082688" y="2237481"/>
                  <a:ext cx="154800" cy="146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7">
              <p14:nvContentPartPr>
                <p14:cNvPr id="48" name="Tinta 47">
                  <a:extLst>
                    <a:ext uri="{FF2B5EF4-FFF2-40B4-BE49-F238E27FC236}">
                      <a16:creationId xmlns:a16="http://schemas.microsoft.com/office/drawing/2014/main" id="{C676D9C8-6B9D-2847-9AAC-6A1E319C7C74}"/>
                    </a:ext>
                  </a:extLst>
                </p14:cNvPr>
                <p14:cNvContentPartPr/>
                <p14:nvPr/>
              </p14:nvContentPartPr>
              <p14:xfrm>
                <a:off x="11247568" y="2255841"/>
                <a:ext cx="263880" cy="123840"/>
              </p14:xfrm>
            </p:contentPart>
          </mc:Choice>
          <mc:Fallback>
            <p:pic>
              <p:nvPicPr>
                <p:cNvPr id="48" name="Tinta 47">
                  <a:extLst>
                    <a:ext uri="{FF2B5EF4-FFF2-40B4-BE49-F238E27FC236}">
                      <a16:creationId xmlns:a16="http://schemas.microsoft.com/office/drawing/2014/main" id="{C676D9C8-6B9D-2847-9AAC-6A1E319C7C74}"/>
                    </a:ext>
                  </a:extLst>
                </p:cNvPr>
                <p:cNvPicPr/>
                <p:nvPr/>
              </p:nvPicPr>
              <p:blipFill>
                <a:blip r:embed="rId68"/>
                <a:stretch>
                  <a:fillRect/>
                </a:stretch>
              </p:blipFill>
              <p:spPr>
                <a:xfrm>
                  <a:off x="11241448" y="2249721"/>
                  <a:ext cx="276120" cy="1360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55" name="Agrupar 54">
            <a:extLst>
              <a:ext uri="{FF2B5EF4-FFF2-40B4-BE49-F238E27FC236}">
                <a16:creationId xmlns:a16="http://schemas.microsoft.com/office/drawing/2014/main" id="{E9AD485E-C843-9EFA-6D05-9C533A9EAECB}"/>
              </a:ext>
            </a:extLst>
          </p:cNvPr>
          <p:cNvGrpSpPr/>
          <p:nvPr/>
        </p:nvGrpSpPr>
        <p:grpSpPr>
          <a:xfrm>
            <a:off x="6554968" y="2121561"/>
            <a:ext cx="788040" cy="442080"/>
            <a:chOff x="6554968" y="2121561"/>
            <a:chExt cx="788040" cy="4420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69">
              <p14:nvContentPartPr>
                <p14:cNvPr id="29" name="Tinta 28">
                  <a:extLst>
                    <a:ext uri="{FF2B5EF4-FFF2-40B4-BE49-F238E27FC236}">
                      <a16:creationId xmlns:a16="http://schemas.microsoft.com/office/drawing/2014/main" id="{70636B21-23C6-1BBA-B5E4-1A31A8D6A444}"/>
                    </a:ext>
                  </a:extLst>
                </p14:cNvPr>
                <p14:cNvContentPartPr/>
                <p14:nvPr/>
              </p14:nvContentPartPr>
              <p14:xfrm>
                <a:off x="6566848" y="2169801"/>
                <a:ext cx="326520" cy="155520"/>
              </p14:xfrm>
            </p:contentPart>
          </mc:Choice>
          <mc:Fallback>
            <p:pic>
              <p:nvPicPr>
                <p:cNvPr id="29" name="Tinta 28">
                  <a:extLst>
                    <a:ext uri="{FF2B5EF4-FFF2-40B4-BE49-F238E27FC236}">
                      <a16:creationId xmlns:a16="http://schemas.microsoft.com/office/drawing/2014/main" id="{70636B21-23C6-1BBA-B5E4-1A31A8D6A444}"/>
                    </a:ext>
                  </a:extLst>
                </p:cNvPr>
                <p:cNvPicPr/>
                <p:nvPr/>
              </p:nvPicPr>
              <p:blipFill>
                <a:blip r:embed="rId70"/>
                <a:stretch>
                  <a:fillRect/>
                </a:stretch>
              </p:blipFill>
              <p:spPr>
                <a:xfrm>
                  <a:off x="6560728" y="2163681"/>
                  <a:ext cx="338760" cy="167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1">
              <p14:nvContentPartPr>
                <p14:cNvPr id="31" name="Tinta 30">
                  <a:extLst>
                    <a:ext uri="{FF2B5EF4-FFF2-40B4-BE49-F238E27FC236}">
                      <a16:creationId xmlns:a16="http://schemas.microsoft.com/office/drawing/2014/main" id="{EEC21A77-C24C-1868-547F-7B582A64A344}"/>
                    </a:ext>
                  </a:extLst>
                </p14:cNvPr>
                <p14:cNvContentPartPr/>
                <p14:nvPr/>
              </p14:nvContentPartPr>
              <p14:xfrm>
                <a:off x="6997048" y="2121561"/>
                <a:ext cx="291960" cy="284760"/>
              </p14:xfrm>
            </p:contentPart>
          </mc:Choice>
          <mc:Fallback>
            <p:pic>
              <p:nvPicPr>
                <p:cNvPr id="31" name="Tinta 30">
                  <a:extLst>
                    <a:ext uri="{FF2B5EF4-FFF2-40B4-BE49-F238E27FC236}">
                      <a16:creationId xmlns:a16="http://schemas.microsoft.com/office/drawing/2014/main" id="{EEC21A77-C24C-1868-547F-7B582A64A344}"/>
                    </a:ext>
                  </a:extLst>
                </p:cNvPr>
                <p:cNvPicPr/>
                <p:nvPr/>
              </p:nvPicPr>
              <p:blipFill>
                <a:blip r:embed="rId72"/>
                <a:stretch>
                  <a:fillRect/>
                </a:stretch>
              </p:blipFill>
              <p:spPr>
                <a:xfrm>
                  <a:off x="6990928" y="2115441"/>
                  <a:ext cx="304200" cy="297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3">
              <p14:nvContentPartPr>
                <p14:cNvPr id="52" name="Tinta 51">
                  <a:extLst>
                    <a:ext uri="{FF2B5EF4-FFF2-40B4-BE49-F238E27FC236}">
                      <a16:creationId xmlns:a16="http://schemas.microsoft.com/office/drawing/2014/main" id="{81B391E3-2C1E-2B14-FA75-10C56CF30074}"/>
                    </a:ext>
                  </a:extLst>
                </p14:cNvPr>
                <p14:cNvContentPartPr/>
                <p14:nvPr/>
              </p14:nvContentPartPr>
              <p14:xfrm>
                <a:off x="6554968" y="2339721"/>
                <a:ext cx="380160" cy="112320"/>
              </p14:xfrm>
            </p:contentPart>
          </mc:Choice>
          <mc:Fallback>
            <p:pic>
              <p:nvPicPr>
                <p:cNvPr id="52" name="Tinta 51">
                  <a:extLst>
                    <a:ext uri="{FF2B5EF4-FFF2-40B4-BE49-F238E27FC236}">
                      <a16:creationId xmlns:a16="http://schemas.microsoft.com/office/drawing/2014/main" id="{81B391E3-2C1E-2B14-FA75-10C56CF30074}"/>
                    </a:ext>
                  </a:extLst>
                </p:cNvPr>
                <p:cNvPicPr/>
                <p:nvPr/>
              </p:nvPicPr>
              <p:blipFill>
                <a:blip r:embed="rId74"/>
                <a:stretch>
                  <a:fillRect/>
                </a:stretch>
              </p:blipFill>
              <p:spPr>
                <a:xfrm>
                  <a:off x="6548848" y="2333601"/>
                  <a:ext cx="392400" cy="124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5">
              <p14:nvContentPartPr>
                <p14:cNvPr id="54" name="Tinta 53">
                  <a:extLst>
                    <a:ext uri="{FF2B5EF4-FFF2-40B4-BE49-F238E27FC236}">
                      <a16:creationId xmlns:a16="http://schemas.microsoft.com/office/drawing/2014/main" id="{898CB8D0-D001-5291-FEC9-1148D3332DBB}"/>
                    </a:ext>
                  </a:extLst>
                </p14:cNvPr>
                <p14:cNvContentPartPr/>
                <p14:nvPr/>
              </p14:nvContentPartPr>
              <p14:xfrm>
                <a:off x="7020088" y="2523681"/>
                <a:ext cx="322920" cy="39960"/>
              </p14:xfrm>
            </p:contentPart>
          </mc:Choice>
          <mc:Fallback>
            <p:pic>
              <p:nvPicPr>
                <p:cNvPr id="54" name="Tinta 53">
                  <a:extLst>
                    <a:ext uri="{FF2B5EF4-FFF2-40B4-BE49-F238E27FC236}">
                      <a16:creationId xmlns:a16="http://schemas.microsoft.com/office/drawing/2014/main" id="{898CB8D0-D001-5291-FEC9-1148D3332DBB}"/>
                    </a:ext>
                  </a:extLst>
                </p:cNvPr>
                <p:cNvPicPr/>
                <p:nvPr/>
              </p:nvPicPr>
              <p:blipFill>
                <a:blip r:embed="rId76"/>
                <a:stretch>
                  <a:fillRect/>
                </a:stretch>
              </p:blipFill>
              <p:spPr>
                <a:xfrm>
                  <a:off x="7013968" y="2517561"/>
                  <a:ext cx="335160" cy="522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60" name="Agrupar 59">
            <a:extLst>
              <a:ext uri="{FF2B5EF4-FFF2-40B4-BE49-F238E27FC236}">
                <a16:creationId xmlns:a16="http://schemas.microsoft.com/office/drawing/2014/main" id="{2B9D3D0F-F8DB-CB04-A7B1-695E294B86F1}"/>
              </a:ext>
            </a:extLst>
          </p:cNvPr>
          <p:cNvGrpSpPr/>
          <p:nvPr/>
        </p:nvGrpSpPr>
        <p:grpSpPr>
          <a:xfrm>
            <a:off x="5166808" y="2535921"/>
            <a:ext cx="1002960" cy="235800"/>
            <a:chOff x="5166808" y="2535921"/>
            <a:chExt cx="1002960" cy="2358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77">
              <p14:nvContentPartPr>
                <p14:cNvPr id="56" name="Tinta 55">
                  <a:extLst>
                    <a:ext uri="{FF2B5EF4-FFF2-40B4-BE49-F238E27FC236}">
                      <a16:creationId xmlns:a16="http://schemas.microsoft.com/office/drawing/2014/main" id="{D4EC1399-6B36-2845-00A3-3DC023C1F896}"/>
                    </a:ext>
                  </a:extLst>
                </p14:cNvPr>
                <p14:cNvContentPartPr/>
                <p14:nvPr/>
              </p14:nvContentPartPr>
              <p14:xfrm>
                <a:off x="5166808" y="2535921"/>
                <a:ext cx="293040" cy="176400"/>
              </p14:xfrm>
            </p:contentPart>
          </mc:Choice>
          <mc:Fallback>
            <p:pic>
              <p:nvPicPr>
                <p:cNvPr id="56" name="Tinta 55">
                  <a:extLst>
                    <a:ext uri="{FF2B5EF4-FFF2-40B4-BE49-F238E27FC236}">
                      <a16:creationId xmlns:a16="http://schemas.microsoft.com/office/drawing/2014/main" id="{D4EC1399-6B36-2845-00A3-3DC023C1F896}"/>
                    </a:ext>
                  </a:extLst>
                </p:cNvPr>
                <p:cNvPicPr/>
                <p:nvPr/>
              </p:nvPicPr>
              <p:blipFill>
                <a:blip r:embed="rId78"/>
                <a:stretch>
                  <a:fillRect/>
                </a:stretch>
              </p:blipFill>
              <p:spPr>
                <a:xfrm>
                  <a:off x="5160688" y="2529801"/>
                  <a:ext cx="305280" cy="188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9">
              <p14:nvContentPartPr>
                <p14:cNvPr id="57" name="Tinta 56">
                  <a:extLst>
                    <a:ext uri="{FF2B5EF4-FFF2-40B4-BE49-F238E27FC236}">
                      <a16:creationId xmlns:a16="http://schemas.microsoft.com/office/drawing/2014/main" id="{821E6997-BDEB-8F48-21BC-FE0261651DEE}"/>
                    </a:ext>
                  </a:extLst>
                </p14:cNvPr>
                <p14:cNvContentPartPr/>
                <p14:nvPr/>
              </p14:nvContentPartPr>
              <p14:xfrm>
                <a:off x="5471368" y="2643561"/>
                <a:ext cx="232920" cy="128160"/>
              </p14:xfrm>
            </p:contentPart>
          </mc:Choice>
          <mc:Fallback>
            <p:pic>
              <p:nvPicPr>
                <p:cNvPr id="57" name="Tinta 56">
                  <a:extLst>
                    <a:ext uri="{FF2B5EF4-FFF2-40B4-BE49-F238E27FC236}">
                      <a16:creationId xmlns:a16="http://schemas.microsoft.com/office/drawing/2014/main" id="{821E6997-BDEB-8F48-21BC-FE0261651DEE}"/>
                    </a:ext>
                  </a:extLst>
                </p:cNvPr>
                <p:cNvPicPr/>
                <p:nvPr/>
              </p:nvPicPr>
              <p:blipFill>
                <a:blip r:embed="rId80"/>
                <a:stretch>
                  <a:fillRect/>
                </a:stretch>
              </p:blipFill>
              <p:spPr>
                <a:xfrm>
                  <a:off x="5465248" y="2637441"/>
                  <a:ext cx="245160" cy="140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1">
              <p14:nvContentPartPr>
                <p14:cNvPr id="58" name="Tinta 57">
                  <a:extLst>
                    <a:ext uri="{FF2B5EF4-FFF2-40B4-BE49-F238E27FC236}">
                      <a16:creationId xmlns:a16="http://schemas.microsoft.com/office/drawing/2014/main" id="{917DAA9F-3F07-E4EF-E286-7EAD7F6AF5ED}"/>
                    </a:ext>
                  </a:extLst>
                </p14:cNvPr>
                <p14:cNvContentPartPr/>
                <p14:nvPr/>
              </p14:nvContentPartPr>
              <p14:xfrm>
                <a:off x="6054208" y="2600001"/>
                <a:ext cx="115560" cy="22680"/>
              </p14:xfrm>
            </p:contentPart>
          </mc:Choice>
          <mc:Fallback>
            <p:pic>
              <p:nvPicPr>
                <p:cNvPr id="58" name="Tinta 57">
                  <a:extLst>
                    <a:ext uri="{FF2B5EF4-FFF2-40B4-BE49-F238E27FC236}">
                      <a16:creationId xmlns:a16="http://schemas.microsoft.com/office/drawing/2014/main" id="{917DAA9F-3F07-E4EF-E286-7EAD7F6AF5ED}"/>
                    </a:ext>
                  </a:extLst>
                </p:cNvPr>
                <p:cNvPicPr/>
                <p:nvPr/>
              </p:nvPicPr>
              <p:blipFill>
                <a:blip r:embed="rId82"/>
                <a:stretch>
                  <a:fillRect/>
                </a:stretch>
              </p:blipFill>
              <p:spPr>
                <a:xfrm>
                  <a:off x="6048088" y="2593881"/>
                  <a:ext cx="127800" cy="34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3">
              <p14:nvContentPartPr>
                <p14:cNvPr id="59" name="Tinta 58">
                  <a:extLst>
                    <a:ext uri="{FF2B5EF4-FFF2-40B4-BE49-F238E27FC236}">
                      <a16:creationId xmlns:a16="http://schemas.microsoft.com/office/drawing/2014/main" id="{28D4BD4A-8C2C-F80D-55D2-37A719148CB2}"/>
                    </a:ext>
                  </a:extLst>
                </p14:cNvPr>
                <p14:cNvContentPartPr/>
                <p14:nvPr/>
              </p14:nvContentPartPr>
              <p14:xfrm>
                <a:off x="5924968" y="2684601"/>
                <a:ext cx="82800" cy="10080"/>
              </p14:xfrm>
            </p:contentPart>
          </mc:Choice>
          <mc:Fallback>
            <p:pic>
              <p:nvPicPr>
                <p:cNvPr id="59" name="Tinta 58">
                  <a:extLst>
                    <a:ext uri="{FF2B5EF4-FFF2-40B4-BE49-F238E27FC236}">
                      <a16:creationId xmlns:a16="http://schemas.microsoft.com/office/drawing/2014/main" id="{28D4BD4A-8C2C-F80D-55D2-37A719148CB2}"/>
                    </a:ext>
                  </a:extLst>
                </p:cNvPr>
                <p:cNvPicPr/>
                <p:nvPr/>
              </p:nvPicPr>
              <p:blipFill>
                <a:blip r:embed="rId84"/>
                <a:stretch>
                  <a:fillRect/>
                </a:stretch>
              </p:blipFill>
              <p:spPr>
                <a:xfrm>
                  <a:off x="5918848" y="2678481"/>
                  <a:ext cx="95040" cy="2232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85">
            <p14:nvContentPartPr>
              <p14:cNvPr id="61" name="Tinta 60">
                <a:extLst>
                  <a:ext uri="{FF2B5EF4-FFF2-40B4-BE49-F238E27FC236}">
                    <a16:creationId xmlns:a16="http://schemas.microsoft.com/office/drawing/2014/main" id="{C4413966-F64A-4777-A1D4-34114E2750A5}"/>
                  </a:ext>
                </a:extLst>
              </p14:cNvPr>
              <p14:cNvContentPartPr/>
              <p14:nvPr/>
            </p14:nvContentPartPr>
            <p14:xfrm>
              <a:off x="6680968" y="2630601"/>
              <a:ext cx="362160" cy="178920"/>
            </p14:xfrm>
          </p:contentPart>
        </mc:Choice>
        <mc:Fallback>
          <p:pic>
            <p:nvPicPr>
              <p:cNvPr id="61" name="Tinta 60">
                <a:extLst>
                  <a:ext uri="{FF2B5EF4-FFF2-40B4-BE49-F238E27FC236}">
                    <a16:creationId xmlns:a16="http://schemas.microsoft.com/office/drawing/2014/main" id="{C4413966-F64A-4777-A1D4-34114E2750A5}"/>
                  </a:ext>
                </a:extLst>
              </p:cNvPr>
              <p:cNvPicPr/>
              <p:nvPr/>
            </p:nvPicPr>
            <p:blipFill>
              <a:blip r:embed="rId86"/>
              <a:stretch>
                <a:fillRect/>
              </a:stretch>
            </p:blipFill>
            <p:spPr>
              <a:xfrm>
                <a:off x="6674848" y="2624481"/>
                <a:ext cx="374400" cy="191160"/>
              </a:xfrm>
              <a:prstGeom prst="rect">
                <a:avLst/>
              </a:prstGeom>
            </p:spPr>
          </p:pic>
        </mc:Fallback>
      </mc:AlternateContent>
      <p:grpSp>
        <p:nvGrpSpPr>
          <p:cNvPr id="66" name="Agrupar 65">
            <a:extLst>
              <a:ext uri="{FF2B5EF4-FFF2-40B4-BE49-F238E27FC236}">
                <a16:creationId xmlns:a16="http://schemas.microsoft.com/office/drawing/2014/main" id="{934B3C2B-F045-0B1B-F864-B19B56CE5A33}"/>
              </a:ext>
            </a:extLst>
          </p:cNvPr>
          <p:cNvGrpSpPr/>
          <p:nvPr/>
        </p:nvGrpSpPr>
        <p:grpSpPr>
          <a:xfrm>
            <a:off x="5085808" y="2811321"/>
            <a:ext cx="501120" cy="267120"/>
            <a:chOff x="5085808" y="2811321"/>
            <a:chExt cx="501120" cy="2671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87">
              <p14:nvContentPartPr>
                <p14:cNvPr id="62" name="Tinta 61">
                  <a:extLst>
                    <a:ext uri="{FF2B5EF4-FFF2-40B4-BE49-F238E27FC236}">
                      <a16:creationId xmlns:a16="http://schemas.microsoft.com/office/drawing/2014/main" id="{4BD7D335-11A7-EDFB-811B-78B40DDDF984}"/>
                    </a:ext>
                  </a:extLst>
                </p14:cNvPr>
                <p14:cNvContentPartPr/>
                <p14:nvPr/>
              </p14:nvContentPartPr>
              <p14:xfrm>
                <a:off x="5097328" y="2821761"/>
                <a:ext cx="232920" cy="12240"/>
              </p14:xfrm>
            </p:contentPart>
          </mc:Choice>
          <mc:Fallback>
            <p:pic>
              <p:nvPicPr>
                <p:cNvPr id="62" name="Tinta 61">
                  <a:extLst>
                    <a:ext uri="{FF2B5EF4-FFF2-40B4-BE49-F238E27FC236}">
                      <a16:creationId xmlns:a16="http://schemas.microsoft.com/office/drawing/2014/main" id="{4BD7D335-11A7-EDFB-811B-78B40DDDF984}"/>
                    </a:ext>
                  </a:extLst>
                </p:cNvPr>
                <p:cNvPicPr/>
                <p:nvPr/>
              </p:nvPicPr>
              <p:blipFill>
                <a:blip r:embed="rId88"/>
                <a:stretch>
                  <a:fillRect/>
                </a:stretch>
              </p:blipFill>
              <p:spPr>
                <a:xfrm>
                  <a:off x="5091208" y="2815641"/>
                  <a:ext cx="245160" cy="24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9">
              <p14:nvContentPartPr>
                <p14:cNvPr id="63" name="Tinta 62">
                  <a:extLst>
                    <a:ext uri="{FF2B5EF4-FFF2-40B4-BE49-F238E27FC236}">
                      <a16:creationId xmlns:a16="http://schemas.microsoft.com/office/drawing/2014/main" id="{B404153A-0AC4-F91E-E5F7-579D68CEDEF9}"/>
                    </a:ext>
                  </a:extLst>
                </p14:cNvPr>
                <p14:cNvContentPartPr/>
                <p14:nvPr/>
              </p14:nvContentPartPr>
              <p14:xfrm>
                <a:off x="5085808" y="2811321"/>
                <a:ext cx="115560" cy="253440"/>
              </p14:xfrm>
            </p:contentPart>
          </mc:Choice>
          <mc:Fallback>
            <p:pic>
              <p:nvPicPr>
                <p:cNvPr id="63" name="Tinta 62">
                  <a:extLst>
                    <a:ext uri="{FF2B5EF4-FFF2-40B4-BE49-F238E27FC236}">
                      <a16:creationId xmlns:a16="http://schemas.microsoft.com/office/drawing/2014/main" id="{B404153A-0AC4-F91E-E5F7-579D68CEDEF9}"/>
                    </a:ext>
                  </a:extLst>
                </p:cNvPr>
                <p:cNvPicPr/>
                <p:nvPr/>
              </p:nvPicPr>
              <p:blipFill>
                <a:blip r:embed="rId90"/>
                <a:stretch>
                  <a:fillRect/>
                </a:stretch>
              </p:blipFill>
              <p:spPr>
                <a:xfrm>
                  <a:off x="5079688" y="2805201"/>
                  <a:ext cx="127800" cy="265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1">
              <p14:nvContentPartPr>
                <p14:cNvPr id="64" name="Tinta 63">
                  <a:extLst>
                    <a:ext uri="{FF2B5EF4-FFF2-40B4-BE49-F238E27FC236}">
                      <a16:creationId xmlns:a16="http://schemas.microsoft.com/office/drawing/2014/main" id="{23A9D7FA-CE96-7C3A-4BD6-6B40711B2B12}"/>
                    </a:ext>
                  </a:extLst>
                </p14:cNvPr>
                <p14:cNvContentPartPr/>
                <p14:nvPr/>
              </p14:nvContentPartPr>
              <p14:xfrm>
                <a:off x="5435368" y="2970081"/>
                <a:ext cx="151560" cy="108360"/>
              </p14:xfrm>
            </p:contentPart>
          </mc:Choice>
          <mc:Fallback>
            <p:pic>
              <p:nvPicPr>
                <p:cNvPr id="64" name="Tinta 63">
                  <a:extLst>
                    <a:ext uri="{FF2B5EF4-FFF2-40B4-BE49-F238E27FC236}">
                      <a16:creationId xmlns:a16="http://schemas.microsoft.com/office/drawing/2014/main" id="{23A9D7FA-CE96-7C3A-4BD6-6B40711B2B12}"/>
                    </a:ext>
                  </a:extLst>
                </p:cNvPr>
                <p:cNvPicPr/>
                <p:nvPr/>
              </p:nvPicPr>
              <p:blipFill>
                <a:blip r:embed="rId92"/>
                <a:stretch>
                  <a:fillRect/>
                </a:stretch>
              </p:blipFill>
              <p:spPr>
                <a:xfrm>
                  <a:off x="5429248" y="2963961"/>
                  <a:ext cx="163800" cy="120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3">
              <p14:nvContentPartPr>
                <p14:cNvPr id="65" name="Tinta 64">
                  <a:extLst>
                    <a:ext uri="{FF2B5EF4-FFF2-40B4-BE49-F238E27FC236}">
                      <a16:creationId xmlns:a16="http://schemas.microsoft.com/office/drawing/2014/main" id="{A333F58C-17A5-6DE4-4B1B-ADF297A95BE4}"/>
                    </a:ext>
                  </a:extLst>
                </p14:cNvPr>
                <p14:cNvContentPartPr/>
                <p14:nvPr/>
              </p14:nvContentPartPr>
              <p14:xfrm>
                <a:off x="5471368" y="3034161"/>
                <a:ext cx="92160" cy="19800"/>
              </p14:xfrm>
            </p:contentPart>
          </mc:Choice>
          <mc:Fallback>
            <p:pic>
              <p:nvPicPr>
                <p:cNvPr id="65" name="Tinta 64">
                  <a:extLst>
                    <a:ext uri="{FF2B5EF4-FFF2-40B4-BE49-F238E27FC236}">
                      <a16:creationId xmlns:a16="http://schemas.microsoft.com/office/drawing/2014/main" id="{A333F58C-17A5-6DE4-4B1B-ADF297A95BE4}"/>
                    </a:ext>
                  </a:extLst>
                </p:cNvPr>
                <p:cNvPicPr/>
                <p:nvPr/>
              </p:nvPicPr>
              <p:blipFill>
                <a:blip r:embed="rId94"/>
                <a:stretch>
                  <a:fillRect/>
                </a:stretch>
              </p:blipFill>
              <p:spPr>
                <a:xfrm>
                  <a:off x="5465248" y="3028041"/>
                  <a:ext cx="104400" cy="320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69" name="Agrupar 68">
            <a:extLst>
              <a:ext uri="{FF2B5EF4-FFF2-40B4-BE49-F238E27FC236}">
                <a16:creationId xmlns:a16="http://schemas.microsoft.com/office/drawing/2014/main" id="{A72BB80C-4BDF-2BF0-F955-6A8E33D96356}"/>
              </a:ext>
            </a:extLst>
          </p:cNvPr>
          <p:cNvGrpSpPr/>
          <p:nvPr/>
        </p:nvGrpSpPr>
        <p:grpSpPr>
          <a:xfrm>
            <a:off x="5924968" y="3002121"/>
            <a:ext cx="186120" cy="51840"/>
            <a:chOff x="5924968" y="3002121"/>
            <a:chExt cx="186120" cy="518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95">
              <p14:nvContentPartPr>
                <p14:cNvPr id="67" name="Tinta 66">
                  <a:extLst>
                    <a:ext uri="{FF2B5EF4-FFF2-40B4-BE49-F238E27FC236}">
                      <a16:creationId xmlns:a16="http://schemas.microsoft.com/office/drawing/2014/main" id="{03AB71EF-E6CB-711E-B178-09F01BB9A54C}"/>
                    </a:ext>
                  </a:extLst>
                </p14:cNvPr>
                <p14:cNvContentPartPr/>
                <p14:nvPr/>
              </p14:nvContentPartPr>
              <p14:xfrm>
                <a:off x="5924968" y="3002121"/>
                <a:ext cx="186120" cy="17640"/>
              </p14:xfrm>
            </p:contentPart>
          </mc:Choice>
          <mc:Fallback>
            <p:pic>
              <p:nvPicPr>
                <p:cNvPr id="67" name="Tinta 66">
                  <a:extLst>
                    <a:ext uri="{FF2B5EF4-FFF2-40B4-BE49-F238E27FC236}">
                      <a16:creationId xmlns:a16="http://schemas.microsoft.com/office/drawing/2014/main" id="{03AB71EF-E6CB-711E-B178-09F01BB9A54C}"/>
                    </a:ext>
                  </a:extLst>
                </p:cNvPr>
                <p:cNvPicPr/>
                <p:nvPr/>
              </p:nvPicPr>
              <p:blipFill>
                <a:blip r:embed="rId96"/>
                <a:stretch>
                  <a:fillRect/>
                </a:stretch>
              </p:blipFill>
              <p:spPr>
                <a:xfrm>
                  <a:off x="5918848" y="2996001"/>
                  <a:ext cx="198360" cy="29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7">
              <p14:nvContentPartPr>
                <p14:cNvPr id="68" name="Tinta 67">
                  <a:extLst>
                    <a:ext uri="{FF2B5EF4-FFF2-40B4-BE49-F238E27FC236}">
                      <a16:creationId xmlns:a16="http://schemas.microsoft.com/office/drawing/2014/main" id="{7E31D4DB-219F-F33F-EF77-96110A992536}"/>
                    </a:ext>
                  </a:extLst>
                </p14:cNvPr>
                <p14:cNvContentPartPr/>
                <p14:nvPr/>
              </p14:nvContentPartPr>
              <p14:xfrm>
                <a:off x="5924968" y="3046041"/>
                <a:ext cx="162720" cy="7920"/>
              </p14:xfrm>
            </p:contentPart>
          </mc:Choice>
          <mc:Fallback>
            <p:pic>
              <p:nvPicPr>
                <p:cNvPr id="68" name="Tinta 67">
                  <a:extLst>
                    <a:ext uri="{FF2B5EF4-FFF2-40B4-BE49-F238E27FC236}">
                      <a16:creationId xmlns:a16="http://schemas.microsoft.com/office/drawing/2014/main" id="{7E31D4DB-219F-F33F-EF77-96110A992536}"/>
                    </a:ext>
                  </a:extLst>
                </p:cNvPr>
                <p:cNvPicPr/>
                <p:nvPr/>
              </p:nvPicPr>
              <p:blipFill>
                <a:blip r:embed="rId98"/>
                <a:stretch>
                  <a:fillRect/>
                </a:stretch>
              </p:blipFill>
              <p:spPr>
                <a:xfrm>
                  <a:off x="5918848" y="3039921"/>
                  <a:ext cx="174960" cy="2016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99">
            <p14:nvContentPartPr>
              <p14:cNvPr id="70" name="Tinta 69">
                <a:extLst>
                  <a:ext uri="{FF2B5EF4-FFF2-40B4-BE49-F238E27FC236}">
                    <a16:creationId xmlns:a16="http://schemas.microsoft.com/office/drawing/2014/main" id="{C6991631-31DD-5322-8FC9-03A83C7EE60A}"/>
                  </a:ext>
                </a:extLst>
              </p14:cNvPr>
              <p14:cNvContentPartPr/>
              <p14:nvPr/>
            </p14:nvContentPartPr>
            <p14:xfrm>
              <a:off x="6618688" y="2963241"/>
              <a:ext cx="275040" cy="239760"/>
            </p14:xfrm>
          </p:contentPart>
        </mc:Choice>
        <mc:Fallback>
          <p:pic>
            <p:nvPicPr>
              <p:cNvPr id="70" name="Tinta 69">
                <a:extLst>
                  <a:ext uri="{FF2B5EF4-FFF2-40B4-BE49-F238E27FC236}">
                    <a16:creationId xmlns:a16="http://schemas.microsoft.com/office/drawing/2014/main" id="{C6991631-31DD-5322-8FC9-03A83C7EE60A}"/>
                  </a:ext>
                </a:extLst>
              </p:cNvPr>
              <p:cNvPicPr/>
              <p:nvPr/>
            </p:nvPicPr>
            <p:blipFill>
              <a:blip r:embed="rId100"/>
              <a:stretch>
                <a:fillRect/>
              </a:stretch>
            </p:blipFill>
            <p:spPr>
              <a:xfrm>
                <a:off x="6612568" y="2957121"/>
                <a:ext cx="287280" cy="252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01">
            <p14:nvContentPartPr>
              <p14:cNvPr id="71" name="Tinta 70">
                <a:extLst>
                  <a:ext uri="{FF2B5EF4-FFF2-40B4-BE49-F238E27FC236}">
                    <a16:creationId xmlns:a16="http://schemas.microsoft.com/office/drawing/2014/main" id="{2B4CB502-5C1E-6ACB-E2A4-0B63F830949D}"/>
                  </a:ext>
                </a:extLst>
              </p14:cNvPr>
              <p14:cNvContentPartPr/>
              <p14:nvPr/>
            </p14:nvContentPartPr>
            <p14:xfrm>
              <a:off x="1586608" y="685881"/>
              <a:ext cx="711720" cy="220320"/>
            </p14:xfrm>
          </p:contentPart>
        </mc:Choice>
        <mc:Fallback>
          <p:pic>
            <p:nvPicPr>
              <p:cNvPr id="71" name="Tinta 70">
                <a:extLst>
                  <a:ext uri="{FF2B5EF4-FFF2-40B4-BE49-F238E27FC236}">
                    <a16:creationId xmlns:a16="http://schemas.microsoft.com/office/drawing/2014/main" id="{2B4CB502-5C1E-6ACB-E2A4-0B63F830949D}"/>
                  </a:ext>
                </a:extLst>
              </p:cNvPr>
              <p:cNvPicPr/>
              <p:nvPr/>
            </p:nvPicPr>
            <p:blipFill>
              <a:blip r:embed="rId102"/>
              <a:stretch>
                <a:fillRect/>
              </a:stretch>
            </p:blipFill>
            <p:spPr>
              <a:xfrm>
                <a:off x="1580488" y="679761"/>
                <a:ext cx="723960" cy="232560"/>
              </a:xfrm>
              <a:prstGeom prst="rect">
                <a:avLst/>
              </a:prstGeom>
            </p:spPr>
          </p:pic>
        </mc:Fallback>
      </mc:AlternateContent>
      <p:grpSp>
        <p:nvGrpSpPr>
          <p:cNvPr id="76" name="Agrupar 75">
            <a:extLst>
              <a:ext uri="{FF2B5EF4-FFF2-40B4-BE49-F238E27FC236}">
                <a16:creationId xmlns:a16="http://schemas.microsoft.com/office/drawing/2014/main" id="{7AF207A9-F88A-8D0D-38D7-6DFC33358CC6}"/>
              </a:ext>
            </a:extLst>
          </p:cNvPr>
          <p:cNvGrpSpPr/>
          <p:nvPr/>
        </p:nvGrpSpPr>
        <p:grpSpPr>
          <a:xfrm>
            <a:off x="4932808" y="3269241"/>
            <a:ext cx="491760" cy="236160"/>
            <a:chOff x="4932808" y="3269241"/>
            <a:chExt cx="491760" cy="2361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03">
              <p14:nvContentPartPr>
                <p14:cNvPr id="72" name="Tinta 71">
                  <a:extLst>
                    <a:ext uri="{FF2B5EF4-FFF2-40B4-BE49-F238E27FC236}">
                      <a16:creationId xmlns:a16="http://schemas.microsoft.com/office/drawing/2014/main" id="{E591D877-CF86-E4FB-4A2E-DC8F8D3C4A01}"/>
                    </a:ext>
                  </a:extLst>
                </p14:cNvPr>
                <p14:cNvContentPartPr/>
                <p14:nvPr/>
              </p14:nvContentPartPr>
              <p14:xfrm>
                <a:off x="4932808" y="3269241"/>
                <a:ext cx="256680" cy="15480"/>
              </p14:xfrm>
            </p:contentPart>
          </mc:Choice>
          <mc:Fallback>
            <p:pic>
              <p:nvPicPr>
                <p:cNvPr id="72" name="Tinta 71">
                  <a:extLst>
                    <a:ext uri="{FF2B5EF4-FFF2-40B4-BE49-F238E27FC236}">
                      <a16:creationId xmlns:a16="http://schemas.microsoft.com/office/drawing/2014/main" id="{E591D877-CF86-E4FB-4A2E-DC8F8D3C4A01}"/>
                    </a:ext>
                  </a:extLst>
                </p:cNvPr>
                <p:cNvPicPr/>
                <p:nvPr/>
              </p:nvPicPr>
              <p:blipFill>
                <a:blip r:embed="rId104"/>
                <a:stretch>
                  <a:fillRect/>
                </a:stretch>
              </p:blipFill>
              <p:spPr>
                <a:xfrm>
                  <a:off x="4926688" y="3263121"/>
                  <a:ext cx="268920" cy="27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5">
              <p14:nvContentPartPr>
                <p14:cNvPr id="73" name="Tinta 72">
                  <a:extLst>
                    <a:ext uri="{FF2B5EF4-FFF2-40B4-BE49-F238E27FC236}">
                      <a16:creationId xmlns:a16="http://schemas.microsoft.com/office/drawing/2014/main" id="{5C61CB67-1B67-0CB0-3147-EA6FC46923A8}"/>
                    </a:ext>
                  </a:extLst>
                </p14:cNvPr>
                <p14:cNvContentPartPr/>
                <p14:nvPr/>
              </p14:nvContentPartPr>
              <p14:xfrm>
                <a:off x="4968088" y="3299121"/>
                <a:ext cx="47520" cy="168840"/>
              </p14:xfrm>
            </p:contentPart>
          </mc:Choice>
          <mc:Fallback>
            <p:pic>
              <p:nvPicPr>
                <p:cNvPr id="73" name="Tinta 72">
                  <a:extLst>
                    <a:ext uri="{FF2B5EF4-FFF2-40B4-BE49-F238E27FC236}">
                      <a16:creationId xmlns:a16="http://schemas.microsoft.com/office/drawing/2014/main" id="{5C61CB67-1B67-0CB0-3147-EA6FC46923A8}"/>
                    </a:ext>
                  </a:extLst>
                </p:cNvPr>
                <p:cNvPicPr/>
                <p:nvPr/>
              </p:nvPicPr>
              <p:blipFill>
                <a:blip r:embed="rId106"/>
                <a:stretch>
                  <a:fillRect/>
                </a:stretch>
              </p:blipFill>
              <p:spPr>
                <a:xfrm>
                  <a:off x="4961968" y="3293001"/>
                  <a:ext cx="59760" cy="181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7">
              <p14:nvContentPartPr>
                <p14:cNvPr id="74" name="Tinta 73">
                  <a:extLst>
                    <a:ext uri="{FF2B5EF4-FFF2-40B4-BE49-F238E27FC236}">
                      <a16:creationId xmlns:a16="http://schemas.microsoft.com/office/drawing/2014/main" id="{E262FF06-65B1-601B-C2F8-48BB9E62D921}"/>
                    </a:ext>
                  </a:extLst>
                </p14:cNvPr>
                <p14:cNvContentPartPr/>
                <p14:nvPr/>
              </p14:nvContentPartPr>
              <p14:xfrm>
                <a:off x="5294968" y="3418281"/>
                <a:ext cx="47520" cy="87120"/>
              </p14:xfrm>
            </p:contentPart>
          </mc:Choice>
          <mc:Fallback>
            <p:pic>
              <p:nvPicPr>
                <p:cNvPr id="74" name="Tinta 73">
                  <a:extLst>
                    <a:ext uri="{FF2B5EF4-FFF2-40B4-BE49-F238E27FC236}">
                      <a16:creationId xmlns:a16="http://schemas.microsoft.com/office/drawing/2014/main" id="{E262FF06-65B1-601B-C2F8-48BB9E62D921}"/>
                    </a:ext>
                  </a:extLst>
                </p:cNvPr>
                <p:cNvPicPr/>
                <p:nvPr/>
              </p:nvPicPr>
              <p:blipFill>
                <a:blip r:embed="rId108"/>
                <a:stretch>
                  <a:fillRect/>
                </a:stretch>
              </p:blipFill>
              <p:spPr>
                <a:xfrm>
                  <a:off x="5288848" y="3412161"/>
                  <a:ext cx="59760" cy="99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9">
              <p14:nvContentPartPr>
                <p14:cNvPr id="75" name="Tinta 74">
                  <a:extLst>
                    <a:ext uri="{FF2B5EF4-FFF2-40B4-BE49-F238E27FC236}">
                      <a16:creationId xmlns:a16="http://schemas.microsoft.com/office/drawing/2014/main" id="{C6374D1A-5AF1-BA7E-BAF8-0DB1B7347EC1}"/>
                    </a:ext>
                  </a:extLst>
                </p14:cNvPr>
                <p14:cNvContentPartPr/>
                <p14:nvPr/>
              </p14:nvContentPartPr>
              <p14:xfrm>
                <a:off x="5412328" y="3308841"/>
                <a:ext cx="12240" cy="5760"/>
              </p14:xfrm>
            </p:contentPart>
          </mc:Choice>
          <mc:Fallback>
            <p:pic>
              <p:nvPicPr>
                <p:cNvPr id="75" name="Tinta 74">
                  <a:extLst>
                    <a:ext uri="{FF2B5EF4-FFF2-40B4-BE49-F238E27FC236}">
                      <a16:creationId xmlns:a16="http://schemas.microsoft.com/office/drawing/2014/main" id="{C6374D1A-5AF1-BA7E-BAF8-0DB1B7347EC1}"/>
                    </a:ext>
                  </a:extLst>
                </p:cNvPr>
                <p:cNvPicPr/>
                <p:nvPr/>
              </p:nvPicPr>
              <p:blipFill>
                <a:blip r:embed="rId110"/>
                <a:stretch>
                  <a:fillRect/>
                </a:stretch>
              </p:blipFill>
              <p:spPr>
                <a:xfrm>
                  <a:off x="5406208" y="3302721"/>
                  <a:ext cx="24480" cy="180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80" name="Agrupar 79">
            <a:extLst>
              <a:ext uri="{FF2B5EF4-FFF2-40B4-BE49-F238E27FC236}">
                <a16:creationId xmlns:a16="http://schemas.microsoft.com/office/drawing/2014/main" id="{AC154C49-6410-AAE2-229F-C22947438BBA}"/>
              </a:ext>
            </a:extLst>
          </p:cNvPr>
          <p:cNvGrpSpPr/>
          <p:nvPr/>
        </p:nvGrpSpPr>
        <p:grpSpPr>
          <a:xfrm>
            <a:off x="5751088" y="3405321"/>
            <a:ext cx="616320" cy="160920"/>
            <a:chOff x="5751088" y="3405321"/>
            <a:chExt cx="616320" cy="1609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11">
              <p14:nvContentPartPr>
                <p14:cNvPr id="77" name="Tinta 76">
                  <a:extLst>
                    <a:ext uri="{FF2B5EF4-FFF2-40B4-BE49-F238E27FC236}">
                      <a16:creationId xmlns:a16="http://schemas.microsoft.com/office/drawing/2014/main" id="{B9365A80-A061-F550-0E92-337ED1E650FA}"/>
                    </a:ext>
                  </a:extLst>
                </p14:cNvPr>
                <p14:cNvContentPartPr/>
                <p14:nvPr/>
              </p14:nvContentPartPr>
              <p14:xfrm>
                <a:off x="5751088" y="3405321"/>
                <a:ext cx="138960" cy="12960"/>
              </p14:xfrm>
            </p:contentPart>
          </mc:Choice>
          <mc:Fallback>
            <p:pic>
              <p:nvPicPr>
                <p:cNvPr id="77" name="Tinta 76">
                  <a:extLst>
                    <a:ext uri="{FF2B5EF4-FFF2-40B4-BE49-F238E27FC236}">
                      <a16:creationId xmlns:a16="http://schemas.microsoft.com/office/drawing/2014/main" id="{B9365A80-A061-F550-0E92-337ED1E650FA}"/>
                    </a:ext>
                  </a:extLst>
                </p:cNvPr>
                <p:cNvPicPr/>
                <p:nvPr/>
              </p:nvPicPr>
              <p:blipFill>
                <a:blip r:embed="rId112"/>
                <a:stretch>
                  <a:fillRect/>
                </a:stretch>
              </p:blipFill>
              <p:spPr>
                <a:xfrm>
                  <a:off x="5744968" y="3399201"/>
                  <a:ext cx="151200" cy="25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3">
              <p14:nvContentPartPr>
                <p14:cNvPr id="78" name="Tinta 77">
                  <a:extLst>
                    <a:ext uri="{FF2B5EF4-FFF2-40B4-BE49-F238E27FC236}">
                      <a16:creationId xmlns:a16="http://schemas.microsoft.com/office/drawing/2014/main" id="{026B6BF5-B5F7-4030-F72C-B696D06D96F9}"/>
                    </a:ext>
                  </a:extLst>
                </p14:cNvPr>
                <p14:cNvContentPartPr/>
                <p14:nvPr/>
              </p14:nvContentPartPr>
              <p14:xfrm>
                <a:off x="5751088" y="3475161"/>
                <a:ext cx="68400" cy="7920"/>
              </p14:xfrm>
            </p:contentPart>
          </mc:Choice>
          <mc:Fallback>
            <p:pic>
              <p:nvPicPr>
                <p:cNvPr id="78" name="Tinta 77">
                  <a:extLst>
                    <a:ext uri="{FF2B5EF4-FFF2-40B4-BE49-F238E27FC236}">
                      <a16:creationId xmlns:a16="http://schemas.microsoft.com/office/drawing/2014/main" id="{026B6BF5-B5F7-4030-F72C-B696D06D96F9}"/>
                    </a:ext>
                  </a:extLst>
                </p:cNvPr>
                <p:cNvPicPr/>
                <p:nvPr/>
              </p:nvPicPr>
              <p:blipFill>
                <a:blip r:embed="rId114"/>
                <a:stretch>
                  <a:fillRect/>
                </a:stretch>
              </p:blipFill>
              <p:spPr>
                <a:xfrm>
                  <a:off x="5744968" y="3469041"/>
                  <a:ext cx="80640" cy="20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5">
              <p14:nvContentPartPr>
                <p14:cNvPr id="79" name="Tinta 78">
                  <a:extLst>
                    <a:ext uri="{FF2B5EF4-FFF2-40B4-BE49-F238E27FC236}">
                      <a16:creationId xmlns:a16="http://schemas.microsoft.com/office/drawing/2014/main" id="{63161DD9-119A-D061-39B1-912986EBB000}"/>
                    </a:ext>
                  </a:extLst>
                </p14:cNvPr>
                <p14:cNvContentPartPr/>
                <p14:nvPr/>
              </p14:nvContentPartPr>
              <p14:xfrm>
                <a:off x="6047368" y="3423321"/>
                <a:ext cx="320040" cy="142920"/>
              </p14:xfrm>
            </p:contentPart>
          </mc:Choice>
          <mc:Fallback>
            <p:pic>
              <p:nvPicPr>
                <p:cNvPr id="79" name="Tinta 78">
                  <a:extLst>
                    <a:ext uri="{FF2B5EF4-FFF2-40B4-BE49-F238E27FC236}">
                      <a16:creationId xmlns:a16="http://schemas.microsoft.com/office/drawing/2014/main" id="{63161DD9-119A-D061-39B1-912986EBB000}"/>
                    </a:ext>
                  </a:extLst>
                </p:cNvPr>
                <p:cNvPicPr/>
                <p:nvPr/>
              </p:nvPicPr>
              <p:blipFill>
                <a:blip r:embed="rId116"/>
                <a:stretch>
                  <a:fillRect/>
                </a:stretch>
              </p:blipFill>
              <p:spPr>
                <a:xfrm>
                  <a:off x="6041248" y="3417201"/>
                  <a:ext cx="332280" cy="1551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97" name="Agrupar 96">
            <a:extLst>
              <a:ext uri="{FF2B5EF4-FFF2-40B4-BE49-F238E27FC236}">
                <a16:creationId xmlns:a16="http://schemas.microsoft.com/office/drawing/2014/main" id="{74E373DB-6F83-7AA4-32B7-93501ACC98D5}"/>
              </a:ext>
            </a:extLst>
          </p:cNvPr>
          <p:cNvGrpSpPr/>
          <p:nvPr/>
        </p:nvGrpSpPr>
        <p:grpSpPr>
          <a:xfrm>
            <a:off x="2593528" y="3658401"/>
            <a:ext cx="2410200" cy="540720"/>
            <a:chOff x="2593528" y="3658401"/>
            <a:chExt cx="2410200" cy="5407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17">
              <p14:nvContentPartPr>
                <p14:cNvPr id="88" name="Tinta 87">
                  <a:extLst>
                    <a:ext uri="{FF2B5EF4-FFF2-40B4-BE49-F238E27FC236}">
                      <a16:creationId xmlns:a16="http://schemas.microsoft.com/office/drawing/2014/main" id="{EA796246-F9C0-591C-58F0-B12588362EBC}"/>
                    </a:ext>
                  </a:extLst>
                </p14:cNvPr>
                <p14:cNvContentPartPr/>
                <p14:nvPr/>
              </p14:nvContentPartPr>
              <p14:xfrm>
                <a:off x="2593528" y="3658401"/>
                <a:ext cx="252360" cy="319320"/>
              </p14:xfrm>
            </p:contentPart>
          </mc:Choice>
          <mc:Fallback>
            <p:pic>
              <p:nvPicPr>
                <p:cNvPr id="88" name="Tinta 87">
                  <a:extLst>
                    <a:ext uri="{FF2B5EF4-FFF2-40B4-BE49-F238E27FC236}">
                      <a16:creationId xmlns:a16="http://schemas.microsoft.com/office/drawing/2014/main" id="{EA796246-F9C0-591C-58F0-B12588362EBC}"/>
                    </a:ext>
                  </a:extLst>
                </p:cNvPr>
                <p:cNvPicPr/>
                <p:nvPr/>
              </p:nvPicPr>
              <p:blipFill>
                <a:blip r:embed="rId118"/>
                <a:stretch>
                  <a:fillRect/>
                </a:stretch>
              </p:blipFill>
              <p:spPr>
                <a:xfrm>
                  <a:off x="2587408" y="3652281"/>
                  <a:ext cx="264600" cy="331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9">
              <p14:nvContentPartPr>
                <p14:cNvPr id="89" name="Tinta 88">
                  <a:extLst>
                    <a:ext uri="{FF2B5EF4-FFF2-40B4-BE49-F238E27FC236}">
                      <a16:creationId xmlns:a16="http://schemas.microsoft.com/office/drawing/2014/main" id="{67DD89E8-BDBA-0B39-1C50-F24B3551BF10}"/>
                    </a:ext>
                  </a:extLst>
                </p14:cNvPr>
                <p14:cNvContentPartPr/>
                <p14:nvPr/>
              </p14:nvContentPartPr>
              <p14:xfrm>
                <a:off x="2998168" y="3712761"/>
                <a:ext cx="268200" cy="213840"/>
              </p14:xfrm>
            </p:contentPart>
          </mc:Choice>
          <mc:Fallback>
            <p:pic>
              <p:nvPicPr>
                <p:cNvPr id="89" name="Tinta 88">
                  <a:extLst>
                    <a:ext uri="{FF2B5EF4-FFF2-40B4-BE49-F238E27FC236}">
                      <a16:creationId xmlns:a16="http://schemas.microsoft.com/office/drawing/2014/main" id="{67DD89E8-BDBA-0B39-1C50-F24B3551BF10}"/>
                    </a:ext>
                  </a:extLst>
                </p:cNvPr>
                <p:cNvPicPr/>
                <p:nvPr/>
              </p:nvPicPr>
              <p:blipFill>
                <a:blip r:embed="rId120"/>
                <a:stretch>
                  <a:fillRect/>
                </a:stretch>
              </p:blipFill>
              <p:spPr>
                <a:xfrm>
                  <a:off x="2992048" y="3706641"/>
                  <a:ext cx="280440" cy="226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1">
              <p14:nvContentPartPr>
                <p14:cNvPr id="90" name="Tinta 89">
                  <a:extLst>
                    <a:ext uri="{FF2B5EF4-FFF2-40B4-BE49-F238E27FC236}">
                      <a16:creationId xmlns:a16="http://schemas.microsoft.com/office/drawing/2014/main" id="{4858827B-1481-AC99-033B-CBA043F91703}"/>
                    </a:ext>
                  </a:extLst>
                </p14:cNvPr>
                <p14:cNvContentPartPr/>
                <p14:nvPr/>
              </p14:nvContentPartPr>
              <p14:xfrm>
                <a:off x="3325048" y="3782601"/>
                <a:ext cx="162720" cy="123480"/>
              </p14:xfrm>
            </p:contentPart>
          </mc:Choice>
          <mc:Fallback>
            <p:pic>
              <p:nvPicPr>
                <p:cNvPr id="90" name="Tinta 89">
                  <a:extLst>
                    <a:ext uri="{FF2B5EF4-FFF2-40B4-BE49-F238E27FC236}">
                      <a16:creationId xmlns:a16="http://schemas.microsoft.com/office/drawing/2014/main" id="{4858827B-1481-AC99-033B-CBA043F91703}"/>
                    </a:ext>
                  </a:extLst>
                </p:cNvPr>
                <p:cNvPicPr/>
                <p:nvPr/>
              </p:nvPicPr>
              <p:blipFill>
                <a:blip r:embed="rId122"/>
                <a:stretch>
                  <a:fillRect/>
                </a:stretch>
              </p:blipFill>
              <p:spPr>
                <a:xfrm>
                  <a:off x="3318928" y="3776481"/>
                  <a:ext cx="174960" cy="135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3">
              <p14:nvContentPartPr>
                <p14:cNvPr id="92" name="Tinta 91">
                  <a:extLst>
                    <a:ext uri="{FF2B5EF4-FFF2-40B4-BE49-F238E27FC236}">
                      <a16:creationId xmlns:a16="http://schemas.microsoft.com/office/drawing/2014/main" id="{783E174E-CF0D-F7CC-93DB-0B39959B6E04}"/>
                    </a:ext>
                  </a:extLst>
                </p14:cNvPr>
                <p14:cNvContentPartPr/>
                <p14:nvPr/>
              </p14:nvContentPartPr>
              <p14:xfrm>
                <a:off x="3569128" y="3776121"/>
                <a:ext cx="256320" cy="152280"/>
              </p14:xfrm>
            </p:contentPart>
          </mc:Choice>
          <mc:Fallback>
            <p:pic>
              <p:nvPicPr>
                <p:cNvPr id="92" name="Tinta 91">
                  <a:extLst>
                    <a:ext uri="{FF2B5EF4-FFF2-40B4-BE49-F238E27FC236}">
                      <a16:creationId xmlns:a16="http://schemas.microsoft.com/office/drawing/2014/main" id="{783E174E-CF0D-F7CC-93DB-0B39959B6E04}"/>
                    </a:ext>
                  </a:extLst>
                </p:cNvPr>
                <p:cNvPicPr/>
                <p:nvPr/>
              </p:nvPicPr>
              <p:blipFill>
                <a:blip r:embed="rId124"/>
                <a:stretch>
                  <a:fillRect/>
                </a:stretch>
              </p:blipFill>
              <p:spPr>
                <a:xfrm>
                  <a:off x="3563008" y="3770001"/>
                  <a:ext cx="268560" cy="164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5">
              <p14:nvContentPartPr>
                <p14:cNvPr id="93" name="Tinta 92">
                  <a:extLst>
                    <a:ext uri="{FF2B5EF4-FFF2-40B4-BE49-F238E27FC236}">
                      <a16:creationId xmlns:a16="http://schemas.microsoft.com/office/drawing/2014/main" id="{05A62876-FBD5-123E-9207-E5D801501185}"/>
                    </a:ext>
                  </a:extLst>
                </p14:cNvPr>
                <p14:cNvContentPartPr/>
                <p14:nvPr/>
              </p14:nvContentPartPr>
              <p14:xfrm>
                <a:off x="4093288" y="3829761"/>
                <a:ext cx="165240" cy="44640"/>
              </p14:xfrm>
            </p:contentPart>
          </mc:Choice>
          <mc:Fallback>
            <p:pic>
              <p:nvPicPr>
                <p:cNvPr id="93" name="Tinta 92">
                  <a:extLst>
                    <a:ext uri="{FF2B5EF4-FFF2-40B4-BE49-F238E27FC236}">
                      <a16:creationId xmlns:a16="http://schemas.microsoft.com/office/drawing/2014/main" id="{05A62876-FBD5-123E-9207-E5D801501185}"/>
                    </a:ext>
                  </a:extLst>
                </p:cNvPr>
                <p:cNvPicPr/>
                <p:nvPr/>
              </p:nvPicPr>
              <p:blipFill>
                <a:blip r:embed="rId126"/>
                <a:stretch>
                  <a:fillRect/>
                </a:stretch>
              </p:blipFill>
              <p:spPr>
                <a:xfrm>
                  <a:off x="4087168" y="3823641"/>
                  <a:ext cx="177480" cy="56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7">
              <p14:nvContentPartPr>
                <p14:cNvPr id="94" name="Tinta 93">
                  <a:extLst>
                    <a:ext uri="{FF2B5EF4-FFF2-40B4-BE49-F238E27FC236}">
                      <a16:creationId xmlns:a16="http://schemas.microsoft.com/office/drawing/2014/main" id="{AC74A9A1-5729-FE90-BD0F-EB74171CBD08}"/>
                    </a:ext>
                  </a:extLst>
                </p14:cNvPr>
                <p14:cNvContentPartPr/>
                <p14:nvPr/>
              </p14:nvContentPartPr>
              <p14:xfrm>
                <a:off x="4455088" y="3834441"/>
                <a:ext cx="198720" cy="116640"/>
              </p14:xfrm>
            </p:contentPart>
          </mc:Choice>
          <mc:Fallback>
            <p:pic>
              <p:nvPicPr>
                <p:cNvPr id="94" name="Tinta 93">
                  <a:extLst>
                    <a:ext uri="{FF2B5EF4-FFF2-40B4-BE49-F238E27FC236}">
                      <a16:creationId xmlns:a16="http://schemas.microsoft.com/office/drawing/2014/main" id="{AC74A9A1-5729-FE90-BD0F-EB74171CBD08}"/>
                    </a:ext>
                  </a:extLst>
                </p:cNvPr>
                <p:cNvPicPr/>
                <p:nvPr/>
              </p:nvPicPr>
              <p:blipFill>
                <a:blip r:embed="rId128"/>
                <a:stretch>
                  <a:fillRect/>
                </a:stretch>
              </p:blipFill>
              <p:spPr>
                <a:xfrm>
                  <a:off x="4448968" y="3828321"/>
                  <a:ext cx="210960" cy="128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9">
              <p14:nvContentPartPr>
                <p14:cNvPr id="95" name="Tinta 94">
                  <a:extLst>
                    <a:ext uri="{FF2B5EF4-FFF2-40B4-BE49-F238E27FC236}">
                      <a16:creationId xmlns:a16="http://schemas.microsoft.com/office/drawing/2014/main" id="{1CE48745-2674-0439-8291-69D5A6FF740E}"/>
                    </a:ext>
                  </a:extLst>
                </p14:cNvPr>
                <p14:cNvContentPartPr/>
                <p14:nvPr/>
              </p14:nvContentPartPr>
              <p14:xfrm>
                <a:off x="4829488" y="3722841"/>
                <a:ext cx="174240" cy="320040"/>
              </p14:xfrm>
            </p:contentPart>
          </mc:Choice>
          <mc:Fallback>
            <p:pic>
              <p:nvPicPr>
                <p:cNvPr id="95" name="Tinta 94">
                  <a:extLst>
                    <a:ext uri="{FF2B5EF4-FFF2-40B4-BE49-F238E27FC236}">
                      <a16:creationId xmlns:a16="http://schemas.microsoft.com/office/drawing/2014/main" id="{1CE48745-2674-0439-8291-69D5A6FF740E}"/>
                    </a:ext>
                  </a:extLst>
                </p:cNvPr>
                <p:cNvPicPr/>
                <p:nvPr/>
              </p:nvPicPr>
              <p:blipFill>
                <a:blip r:embed="rId130"/>
                <a:stretch>
                  <a:fillRect/>
                </a:stretch>
              </p:blipFill>
              <p:spPr>
                <a:xfrm>
                  <a:off x="4823368" y="3716721"/>
                  <a:ext cx="186480" cy="332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1">
              <p14:nvContentPartPr>
                <p14:cNvPr id="96" name="Tinta 95">
                  <a:extLst>
                    <a:ext uri="{FF2B5EF4-FFF2-40B4-BE49-F238E27FC236}">
                      <a16:creationId xmlns:a16="http://schemas.microsoft.com/office/drawing/2014/main" id="{57BC599D-C84F-928C-7FCF-7508C64DBB18}"/>
                    </a:ext>
                  </a:extLst>
                </p14:cNvPr>
                <p14:cNvContentPartPr/>
                <p14:nvPr/>
              </p14:nvContentPartPr>
              <p14:xfrm>
                <a:off x="2623768" y="4094361"/>
                <a:ext cx="2356560" cy="104760"/>
              </p14:xfrm>
            </p:contentPart>
          </mc:Choice>
          <mc:Fallback>
            <p:pic>
              <p:nvPicPr>
                <p:cNvPr id="96" name="Tinta 95">
                  <a:extLst>
                    <a:ext uri="{FF2B5EF4-FFF2-40B4-BE49-F238E27FC236}">
                      <a16:creationId xmlns:a16="http://schemas.microsoft.com/office/drawing/2014/main" id="{57BC599D-C84F-928C-7FCF-7508C64DBB18}"/>
                    </a:ext>
                  </a:extLst>
                </p:cNvPr>
                <p:cNvPicPr/>
                <p:nvPr/>
              </p:nvPicPr>
              <p:blipFill>
                <a:blip r:embed="rId132"/>
                <a:stretch>
                  <a:fillRect/>
                </a:stretch>
              </p:blipFill>
              <p:spPr>
                <a:xfrm>
                  <a:off x="2617648" y="4088241"/>
                  <a:ext cx="2368800" cy="11700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133">
            <p14:nvContentPartPr>
              <p14:cNvPr id="98" name="Tinta 97">
                <a:extLst>
                  <a:ext uri="{FF2B5EF4-FFF2-40B4-BE49-F238E27FC236}">
                    <a16:creationId xmlns:a16="http://schemas.microsoft.com/office/drawing/2014/main" id="{F5AE4B88-14AD-7A81-476C-8A46C983542A}"/>
                  </a:ext>
                </a:extLst>
              </p14:cNvPr>
              <p14:cNvContentPartPr/>
              <p14:nvPr/>
            </p14:nvContentPartPr>
            <p14:xfrm>
              <a:off x="2915008" y="4366881"/>
              <a:ext cx="339480" cy="190080"/>
            </p14:xfrm>
          </p:contentPart>
        </mc:Choice>
        <mc:Fallback>
          <p:pic>
            <p:nvPicPr>
              <p:cNvPr id="98" name="Tinta 97">
                <a:extLst>
                  <a:ext uri="{FF2B5EF4-FFF2-40B4-BE49-F238E27FC236}">
                    <a16:creationId xmlns:a16="http://schemas.microsoft.com/office/drawing/2014/main" id="{F5AE4B88-14AD-7A81-476C-8A46C983542A}"/>
                  </a:ext>
                </a:extLst>
              </p:cNvPr>
              <p:cNvPicPr/>
              <p:nvPr/>
            </p:nvPicPr>
            <p:blipFill>
              <a:blip r:embed="rId134"/>
              <a:stretch>
                <a:fillRect/>
              </a:stretch>
            </p:blipFill>
            <p:spPr>
              <a:xfrm>
                <a:off x="2908888" y="4360761"/>
                <a:ext cx="351720" cy="202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35">
            <p14:nvContentPartPr>
              <p14:cNvPr id="99" name="Tinta 98">
                <a:extLst>
                  <a:ext uri="{FF2B5EF4-FFF2-40B4-BE49-F238E27FC236}">
                    <a16:creationId xmlns:a16="http://schemas.microsoft.com/office/drawing/2014/main" id="{A8109E93-8753-725B-15E5-DF88F619F342}"/>
                  </a:ext>
                </a:extLst>
              </p14:cNvPr>
              <p14:cNvContentPartPr/>
              <p14:nvPr/>
            </p14:nvContentPartPr>
            <p14:xfrm>
              <a:off x="3698728" y="4412241"/>
              <a:ext cx="138960" cy="19800"/>
            </p14:xfrm>
          </p:contentPart>
        </mc:Choice>
        <mc:Fallback>
          <p:pic>
            <p:nvPicPr>
              <p:cNvPr id="99" name="Tinta 98">
                <a:extLst>
                  <a:ext uri="{FF2B5EF4-FFF2-40B4-BE49-F238E27FC236}">
                    <a16:creationId xmlns:a16="http://schemas.microsoft.com/office/drawing/2014/main" id="{A8109E93-8753-725B-15E5-DF88F619F342}"/>
                  </a:ext>
                </a:extLst>
              </p:cNvPr>
              <p:cNvPicPr/>
              <p:nvPr/>
            </p:nvPicPr>
            <p:blipFill>
              <a:blip r:embed="rId136"/>
              <a:stretch>
                <a:fillRect/>
              </a:stretch>
            </p:blipFill>
            <p:spPr>
              <a:xfrm>
                <a:off x="3692608" y="4406121"/>
                <a:ext cx="151200" cy="32040"/>
              </a:xfrm>
              <a:prstGeom prst="rect">
                <a:avLst/>
              </a:prstGeom>
            </p:spPr>
          </p:pic>
        </mc:Fallback>
      </mc:AlternateContent>
      <p:grpSp>
        <p:nvGrpSpPr>
          <p:cNvPr id="102" name="Agrupar 101">
            <a:extLst>
              <a:ext uri="{FF2B5EF4-FFF2-40B4-BE49-F238E27FC236}">
                <a16:creationId xmlns:a16="http://schemas.microsoft.com/office/drawing/2014/main" id="{C960E0E6-337E-587C-6E3F-3A0FF06AAFF8}"/>
              </a:ext>
            </a:extLst>
          </p:cNvPr>
          <p:cNvGrpSpPr/>
          <p:nvPr/>
        </p:nvGrpSpPr>
        <p:grpSpPr>
          <a:xfrm>
            <a:off x="4327288" y="4247001"/>
            <a:ext cx="302760" cy="213480"/>
            <a:chOff x="4327288" y="4247001"/>
            <a:chExt cx="302760" cy="2134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37">
              <p14:nvContentPartPr>
                <p14:cNvPr id="100" name="Tinta 99">
                  <a:extLst>
                    <a:ext uri="{FF2B5EF4-FFF2-40B4-BE49-F238E27FC236}">
                      <a16:creationId xmlns:a16="http://schemas.microsoft.com/office/drawing/2014/main" id="{FE35260B-7E23-74BE-053B-4D1DFEC38DFF}"/>
                    </a:ext>
                  </a:extLst>
                </p14:cNvPr>
                <p14:cNvContentPartPr/>
                <p14:nvPr/>
              </p14:nvContentPartPr>
              <p14:xfrm>
                <a:off x="4455808" y="4265361"/>
                <a:ext cx="360" cy="5760"/>
              </p14:xfrm>
            </p:contentPart>
          </mc:Choice>
          <mc:Fallback>
            <p:pic>
              <p:nvPicPr>
                <p:cNvPr id="100" name="Tinta 99">
                  <a:extLst>
                    <a:ext uri="{FF2B5EF4-FFF2-40B4-BE49-F238E27FC236}">
                      <a16:creationId xmlns:a16="http://schemas.microsoft.com/office/drawing/2014/main" id="{FE35260B-7E23-74BE-053B-4D1DFEC38DFF}"/>
                    </a:ext>
                  </a:extLst>
                </p:cNvPr>
                <p:cNvPicPr/>
                <p:nvPr/>
              </p:nvPicPr>
              <p:blipFill>
                <a:blip r:embed="rId138"/>
                <a:stretch>
                  <a:fillRect/>
                </a:stretch>
              </p:blipFill>
              <p:spPr>
                <a:xfrm>
                  <a:off x="4449688" y="4259241"/>
                  <a:ext cx="12600" cy="18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9">
              <p14:nvContentPartPr>
                <p14:cNvPr id="101" name="Tinta 100">
                  <a:extLst>
                    <a:ext uri="{FF2B5EF4-FFF2-40B4-BE49-F238E27FC236}">
                      <a16:creationId xmlns:a16="http://schemas.microsoft.com/office/drawing/2014/main" id="{455BA67F-2EE9-CD38-B20E-D221A1E6DB7B}"/>
                    </a:ext>
                  </a:extLst>
                </p14:cNvPr>
                <p14:cNvContentPartPr/>
                <p14:nvPr/>
              </p14:nvContentPartPr>
              <p14:xfrm>
                <a:off x="4327288" y="4247001"/>
                <a:ext cx="302760" cy="213480"/>
              </p14:xfrm>
            </p:contentPart>
          </mc:Choice>
          <mc:Fallback>
            <p:pic>
              <p:nvPicPr>
                <p:cNvPr id="101" name="Tinta 100">
                  <a:extLst>
                    <a:ext uri="{FF2B5EF4-FFF2-40B4-BE49-F238E27FC236}">
                      <a16:creationId xmlns:a16="http://schemas.microsoft.com/office/drawing/2014/main" id="{455BA67F-2EE9-CD38-B20E-D221A1E6DB7B}"/>
                    </a:ext>
                  </a:extLst>
                </p:cNvPr>
                <p:cNvPicPr/>
                <p:nvPr/>
              </p:nvPicPr>
              <p:blipFill>
                <a:blip r:embed="rId140"/>
                <a:stretch>
                  <a:fillRect/>
                </a:stretch>
              </p:blipFill>
              <p:spPr>
                <a:xfrm>
                  <a:off x="4321168" y="4240881"/>
                  <a:ext cx="315000" cy="2257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09" name="Agrupar 108">
            <a:extLst>
              <a:ext uri="{FF2B5EF4-FFF2-40B4-BE49-F238E27FC236}">
                <a16:creationId xmlns:a16="http://schemas.microsoft.com/office/drawing/2014/main" id="{13EC460F-1A3C-CF55-A0F6-BB8C33B9261F}"/>
              </a:ext>
            </a:extLst>
          </p:cNvPr>
          <p:cNvGrpSpPr/>
          <p:nvPr/>
        </p:nvGrpSpPr>
        <p:grpSpPr>
          <a:xfrm>
            <a:off x="5539408" y="4022721"/>
            <a:ext cx="232920" cy="159120"/>
            <a:chOff x="5539408" y="4022721"/>
            <a:chExt cx="232920" cy="1591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41">
              <p14:nvContentPartPr>
                <p14:cNvPr id="103" name="Tinta 102">
                  <a:extLst>
                    <a:ext uri="{FF2B5EF4-FFF2-40B4-BE49-F238E27FC236}">
                      <a16:creationId xmlns:a16="http://schemas.microsoft.com/office/drawing/2014/main" id="{D98D85D2-0EBA-3591-9A58-3231182AF2A8}"/>
                    </a:ext>
                  </a:extLst>
                </p14:cNvPr>
                <p14:cNvContentPartPr/>
                <p14:nvPr/>
              </p14:nvContentPartPr>
              <p14:xfrm>
                <a:off x="5633368" y="4022721"/>
                <a:ext cx="138960" cy="34920"/>
              </p14:xfrm>
            </p:contentPart>
          </mc:Choice>
          <mc:Fallback>
            <p:pic>
              <p:nvPicPr>
                <p:cNvPr id="103" name="Tinta 102">
                  <a:extLst>
                    <a:ext uri="{FF2B5EF4-FFF2-40B4-BE49-F238E27FC236}">
                      <a16:creationId xmlns:a16="http://schemas.microsoft.com/office/drawing/2014/main" id="{D98D85D2-0EBA-3591-9A58-3231182AF2A8}"/>
                    </a:ext>
                  </a:extLst>
                </p:cNvPr>
                <p:cNvPicPr/>
                <p:nvPr/>
              </p:nvPicPr>
              <p:blipFill>
                <a:blip r:embed="rId142"/>
                <a:stretch>
                  <a:fillRect/>
                </a:stretch>
              </p:blipFill>
              <p:spPr>
                <a:xfrm>
                  <a:off x="5627248" y="4016601"/>
                  <a:ext cx="151200" cy="47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3">
              <p14:nvContentPartPr>
                <p14:cNvPr id="104" name="Tinta 103">
                  <a:extLst>
                    <a:ext uri="{FF2B5EF4-FFF2-40B4-BE49-F238E27FC236}">
                      <a16:creationId xmlns:a16="http://schemas.microsoft.com/office/drawing/2014/main" id="{A6E623A6-D437-EB29-A577-7430A6BBE9AE}"/>
                    </a:ext>
                  </a:extLst>
                </p14:cNvPr>
                <p14:cNvContentPartPr/>
                <p14:nvPr/>
              </p14:nvContentPartPr>
              <p14:xfrm>
                <a:off x="5539408" y="4121721"/>
                <a:ext cx="164880" cy="60120"/>
              </p14:xfrm>
            </p:contentPart>
          </mc:Choice>
          <mc:Fallback>
            <p:pic>
              <p:nvPicPr>
                <p:cNvPr id="104" name="Tinta 103">
                  <a:extLst>
                    <a:ext uri="{FF2B5EF4-FFF2-40B4-BE49-F238E27FC236}">
                      <a16:creationId xmlns:a16="http://schemas.microsoft.com/office/drawing/2014/main" id="{A6E623A6-D437-EB29-A577-7430A6BBE9AE}"/>
                    </a:ext>
                  </a:extLst>
                </p:cNvPr>
                <p:cNvPicPr/>
                <p:nvPr/>
              </p:nvPicPr>
              <p:blipFill>
                <a:blip r:embed="rId144"/>
                <a:stretch>
                  <a:fillRect/>
                </a:stretch>
              </p:blipFill>
              <p:spPr>
                <a:xfrm>
                  <a:off x="5533288" y="4115601"/>
                  <a:ext cx="177120" cy="723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08" name="Agrupar 107">
            <a:extLst>
              <a:ext uri="{FF2B5EF4-FFF2-40B4-BE49-F238E27FC236}">
                <a16:creationId xmlns:a16="http://schemas.microsoft.com/office/drawing/2014/main" id="{D2E76909-DB9C-7A1D-35C1-B38A1CF21991}"/>
              </a:ext>
            </a:extLst>
          </p:cNvPr>
          <p:cNvGrpSpPr/>
          <p:nvPr/>
        </p:nvGrpSpPr>
        <p:grpSpPr>
          <a:xfrm>
            <a:off x="6670168" y="3854601"/>
            <a:ext cx="712080" cy="271440"/>
            <a:chOff x="6670168" y="3854601"/>
            <a:chExt cx="712080" cy="2714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45">
              <p14:nvContentPartPr>
                <p14:cNvPr id="105" name="Tinta 104">
                  <a:extLst>
                    <a:ext uri="{FF2B5EF4-FFF2-40B4-BE49-F238E27FC236}">
                      <a16:creationId xmlns:a16="http://schemas.microsoft.com/office/drawing/2014/main" id="{64AC21EC-C849-50C9-E43B-9C1717933018}"/>
                    </a:ext>
                  </a:extLst>
                </p14:cNvPr>
                <p14:cNvContentPartPr/>
                <p14:nvPr/>
              </p14:nvContentPartPr>
              <p14:xfrm>
                <a:off x="6670168" y="3902481"/>
                <a:ext cx="141840" cy="223560"/>
              </p14:xfrm>
            </p:contentPart>
          </mc:Choice>
          <mc:Fallback>
            <p:pic>
              <p:nvPicPr>
                <p:cNvPr id="105" name="Tinta 104">
                  <a:extLst>
                    <a:ext uri="{FF2B5EF4-FFF2-40B4-BE49-F238E27FC236}">
                      <a16:creationId xmlns:a16="http://schemas.microsoft.com/office/drawing/2014/main" id="{64AC21EC-C849-50C9-E43B-9C1717933018}"/>
                    </a:ext>
                  </a:extLst>
                </p:cNvPr>
                <p:cNvPicPr/>
                <p:nvPr/>
              </p:nvPicPr>
              <p:blipFill>
                <a:blip r:embed="rId146"/>
                <a:stretch>
                  <a:fillRect/>
                </a:stretch>
              </p:blipFill>
              <p:spPr>
                <a:xfrm>
                  <a:off x="6664048" y="3896361"/>
                  <a:ext cx="154080" cy="235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7">
              <p14:nvContentPartPr>
                <p14:cNvPr id="106" name="Tinta 105">
                  <a:extLst>
                    <a:ext uri="{FF2B5EF4-FFF2-40B4-BE49-F238E27FC236}">
                      <a16:creationId xmlns:a16="http://schemas.microsoft.com/office/drawing/2014/main" id="{930951F5-4E7D-CF7B-2B87-5EB6F302B936}"/>
                    </a:ext>
                  </a:extLst>
                </p14:cNvPr>
                <p14:cNvContentPartPr/>
                <p14:nvPr/>
              </p14:nvContentPartPr>
              <p14:xfrm>
                <a:off x="6822088" y="3918321"/>
                <a:ext cx="210600" cy="155520"/>
              </p14:xfrm>
            </p:contentPart>
          </mc:Choice>
          <mc:Fallback>
            <p:pic>
              <p:nvPicPr>
                <p:cNvPr id="106" name="Tinta 105">
                  <a:extLst>
                    <a:ext uri="{FF2B5EF4-FFF2-40B4-BE49-F238E27FC236}">
                      <a16:creationId xmlns:a16="http://schemas.microsoft.com/office/drawing/2014/main" id="{930951F5-4E7D-CF7B-2B87-5EB6F302B936}"/>
                    </a:ext>
                  </a:extLst>
                </p:cNvPr>
                <p:cNvPicPr/>
                <p:nvPr/>
              </p:nvPicPr>
              <p:blipFill>
                <a:blip r:embed="rId148"/>
                <a:stretch>
                  <a:fillRect/>
                </a:stretch>
              </p:blipFill>
              <p:spPr>
                <a:xfrm>
                  <a:off x="6815968" y="3912201"/>
                  <a:ext cx="222840" cy="167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9">
              <p14:nvContentPartPr>
                <p14:cNvPr id="107" name="Tinta 106">
                  <a:extLst>
                    <a:ext uri="{FF2B5EF4-FFF2-40B4-BE49-F238E27FC236}">
                      <a16:creationId xmlns:a16="http://schemas.microsoft.com/office/drawing/2014/main" id="{2974141F-3FA4-58E2-34C3-2D58D796A190}"/>
                    </a:ext>
                  </a:extLst>
                </p14:cNvPr>
                <p14:cNvContentPartPr/>
                <p14:nvPr/>
              </p14:nvContentPartPr>
              <p14:xfrm>
                <a:off x="7079128" y="3854601"/>
                <a:ext cx="303120" cy="225720"/>
              </p14:xfrm>
            </p:contentPart>
          </mc:Choice>
          <mc:Fallback>
            <p:pic>
              <p:nvPicPr>
                <p:cNvPr id="107" name="Tinta 106">
                  <a:extLst>
                    <a:ext uri="{FF2B5EF4-FFF2-40B4-BE49-F238E27FC236}">
                      <a16:creationId xmlns:a16="http://schemas.microsoft.com/office/drawing/2014/main" id="{2974141F-3FA4-58E2-34C3-2D58D796A190}"/>
                    </a:ext>
                  </a:extLst>
                </p:cNvPr>
                <p:cNvPicPr/>
                <p:nvPr/>
              </p:nvPicPr>
              <p:blipFill>
                <a:blip r:embed="rId150"/>
                <a:stretch>
                  <a:fillRect/>
                </a:stretch>
              </p:blipFill>
              <p:spPr>
                <a:xfrm>
                  <a:off x="7073008" y="3848481"/>
                  <a:ext cx="315360" cy="23796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151">
            <p14:nvContentPartPr>
              <p14:cNvPr id="110" name="Tinta 109">
                <a:extLst>
                  <a:ext uri="{FF2B5EF4-FFF2-40B4-BE49-F238E27FC236}">
                    <a16:creationId xmlns:a16="http://schemas.microsoft.com/office/drawing/2014/main" id="{4CBC02A6-C103-B079-9616-AFF24BF86258}"/>
                  </a:ext>
                </a:extLst>
              </p14:cNvPr>
              <p14:cNvContentPartPr/>
              <p14:nvPr/>
            </p14:nvContentPartPr>
            <p14:xfrm>
              <a:off x="7734688" y="3911841"/>
              <a:ext cx="440640" cy="140040"/>
            </p14:xfrm>
          </p:contentPart>
        </mc:Choice>
        <mc:Fallback>
          <p:pic>
            <p:nvPicPr>
              <p:cNvPr id="110" name="Tinta 109">
                <a:extLst>
                  <a:ext uri="{FF2B5EF4-FFF2-40B4-BE49-F238E27FC236}">
                    <a16:creationId xmlns:a16="http://schemas.microsoft.com/office/drawing/2014/main" id="{4CBC02A6-C103-B079-9616-AFF24BF86258}"/>
                  </a:ext>
                </a:extLst>
              </p:cNvPr>
              <p:cNvPicPr/>
              <p:nvPr/>
            </p:nvPicPr>
            <p:blipFill>
              <a:blip r:embed="rId152"/>
              <a:stretch>
                <a:fillRect/>
              </a:stretch>
            </p:blipFill>
            <p:spPr>
              <a:xfrm>
                <a:off x="7728568" y="3905721"/>
                <a:ext cx="452880" cy="152280"/>
              </a:xfrm>
              <a:prstGeom prst="rect">
                <a:avLst/>
              </a:prstGeom>
            </p:spPr>
          </p:pic>
        </mc:Fallback>
      </mc:AlternateContent>
      <p:grpSp>
        <p:nvGrpSpPr>
          <p:cNvPr id="114" name="Agrupar 113">
            <a:extLst>
              <a:ext uri="{FF2B5EF4-FFF2-40B4-BE49-F238E27FC236}">
                <a16:creationId xmlns:a16="http://schemas.microsoft.com/office/drawing/2014/main" id="{8D57157A-0611-16E7-5A13-A17D49FCD263}"/>
              </a:ext>
            </a:extLst>
          </p:cNvPr>
          <p:cNvGrpSpPr/>
          <p:nvPr/>
        </p:nvGrpSpPr>
        <p:grpSpPr>
          <a:xfrm>
            <a:off x="8478088" y="3610881"/>
            <a:ext cx="804600" cy="414720"/>
            <a:chOff x="8478088" y="3610881"/>
            <a:chExt cx="804600" cy="4147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53">
              <p14:nvContentPartPr>
                <p14:cNvPr id="111" name="Tinta 110">
                  <a:extLst>
                    <a:ext uri="{FF2B5EF4-FFF2-40B4-BE49-F238E27FC236}">
                      <a16:creationId xmlns:a16="http://schemas.microsoft.com/office/drawing/2014/main" id="{760A6D59-015F-D4C2-93D8-2189136F8EA8}"/>
                    </a:ext>
                  </a:extLst>
                </p14:cNvPr>
                <p14:cNvContentPartPr/>
                <p14:nvPr/>
              </p14:nvContentPartPr>
              <p14:xfrm>
                <a:off x="8478088" y="3668121"/>
                <a:ext cx="315360" cy="357480"/>
              </p14:xfrm>
            </p:contentPart>
          </mc:Choice>
          <mc:Fallback>
            <p:pic>
              <p:nvPicPr>
                <p:cNvPr id="111" name="Tinta 110">
                  <a:extLst>
                    <a:ext uri="{FF2B5EF4-FFF2-40B4-BE49-F238E27FC236}">
                      <a16:creationId xmlns:a16="http://schemas.microsoft.com/office/drawing/2014/main" id="{760A6D59-015F-D4C2-93D8-2189136F8EA8}"/>
                    </a:ext>
                  </a:extLst>
                </p:cNvPr>
                <p:cNvPicPr/>
                <p:nvPr/>
              </p:nvPicPr>
              <p:blipFill>
                <a:blip r:embed="rId154"/>
                <a:stretch>
                  <a:fillRect/>
                </a:stretch>
              </p:blipFill>
              <p:spPr>
                <a:xfrm>
                  <a:off x="8471968" y="3662001"/>
                  <a:ext cx="327600" cy="369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5">
              <p14:nvContentPartPr>
                <p14:cNvPr id="112" name="Tinta 111">
                  <a:extLst>
                    <a:ext uri="{FF2B5EF4-FFF2-40B4-BE49-F238E27FC236}">
                      <a16:creationId xmlns:a16="http://schemas.microsoft.com/office/drawing/2014/main" id="{EF0D204A-38B7-1048-53C5-7CF458D26F13}"/>
                    </a:ext>
                  </a:extLst>
                </p14:cNvPr>
                <p14:cNvContentPartPr/>
                <p14:nvPr/>
              </p14:nvContentPartPr>
              <p14:xfrm>
                <a:off x="8525248" y="3876201"/>
                <a:ext cx="315360" cy="143280"/>
              </p14:xfrm>
            </p:contentPart>
          </mc:Choice>
          <mc:Fallback>
            <p:pic>
              <p:nvPicPr>
                <p:cNvPr id="112" name="Tinta 111">
                  <a:extLst>
                    <a:ext uri="{FF2B5EF4-FFF2-40B4-BE49-F238E27FC236}">
                      <a16:creationId xmlns:a16="http://schemas.microsoft.com/office/drawing/2014/main" id="{EF0D204A-38B7-1048-53C5-7CF458D26F13}"/>
                    </a:ext>
                  </a:extLst>
                </p:cNvPr>
                <p:cNvPicPr/>
                <p:nvPr/>
              </p:nvPicPr>
              <p:blipFill>
                <a:blip r:embed="rId156"/>
                <a:stretch>
                  <a:fillRect/>
                </a:stretch>
              </p:blipFill>
              <p:spPr>
                <a:xfrm>
                  <a:off x="8519128" y="3870081"/>
                  <a:ext cx="327600" cy="155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7">
              <p14:nvContentPartPr>
                <p14:cNvPr id="113" name="Tinta 112">
                  <a:extLst>
                    <a:ext uri="{FF2B5EF4-FFF2-40B4-BE49-F238E27FC236}">
                      <a16:creationId xmlns:a16="http://schemas.microsoft.com/office/drawing/2014/main" id="{CDEE74C0-3C6B-E93B-29EA-CFD629BE4AD1}"/>
                    </a:ext>
                  </a:extLst>
                </p14:cNvPr>
                <p14:cNvContentPartPr/>
                <p14:nvPr/>
              </p14:nvContentPartPr>
              <p14:xfrm>
                <a:off x="9004408" y="3610881"/>
                <a:ext cx="278280" cy="173160"/>
              </p14:xfrm>
            </p:contentPart>
          </mc:Choice>
          <mc:Fallback>
            <p:pic>
              <p:nvPicPr>
                <p:cNvPr id="113" name="Tinta 112">
                  <a:extLst>
                    <a:ext uri="{FF2B5EF4-FFF2-40B4-BE49-F238E27FC236}">
                      <a16:creationId xmlns:a16="http://schemas.microsoft.com/office/drawing/2014/main" id="{CDEE74C0-3C6B-E93B-29EA-CFD629BE4AD1}"/>
                    </a:ext>
                  </a:extLst>
                </p:cNvPr>
                <p:cNvPicPr/>
                <p:nvPr/>
              </p:nvPicPr>
              <p:blipFill>
                <a:blip r:embed="rId158"/>
                <a:stretch>
                  <a:fillRect/>
                </a:stretch>
              </p:blipFill>
              <p:spPr>
                <a:xfrm>
                  <a:off x="8998288" y="3604761"/>
                  <a:ext cx="290520" cy="1854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17" name="Agrupar 116">
            <a:extLst>
              <a:ext uri="{FF2B5EF4-FFF2-40B4-BE49-F238E27FC236}">
                <a16:creationId xmlns:a16="http://schemas.microsoft.com/office/drawing/2014/main" id="{343C4E38-0704-A0FD-55A7-5B2372000DBE}"/>
              </a:ext>
            </a:extLst>
          </p:cNvPr>
          <p:cNvGrpSpPr/>
          <p:nvPr/>
        </p:nvGrpSpPr>
        <p:grpSpPr>
          <a:xfrm>
            <a:off x="946888" y="3470121"/>
            <a:ext cx="1188720" cy="583200"/>
            <a:chOff x="946888" y="3470121"/>
            <a:chExt cx="1188720" cy="5832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59">
              <p14:nvContentPartPr>
                <p14:cNvPr id="81" name="Tinta 80">
                  <a:extLst>
                    <a:ext uri="{FF2B5EF4-FFF2-40B4-BE49-F238E27FC236}">
                      <a16:creationId xmlns:a16="http://schemas.microsoft.com/office/drawing/2014/main" id="{95147AF9-368E-1626-4E4B-F0E52DBB117A}"/>
                    </a:ext>
                  </a:extLst>
                </p14:cNvPr>
                <p14:cNvContentPartPr/>
                <p14:nvPr/>
              </p14:nvContentPartPr>
              <p14:xfrm>
                <a:off x="1247848" y="3720681"/>
                <a:ext cx="187200" cy="182880"/>
              </p14:xfrm>
            </p:contentPart>
          </mc:Choice>
          <mc:Fallback>
            <p:pic>
              <p:nvPicPr>
                <p:cNvPr id="81" name="Tinta 80">
                  <a:extLst>
                    <a:ext uri="{FF2B5EF4-FFF2-40B4-BE49-F238E27FC236}">
                      <a16:creationId xmlns:a16="http://schemas.microsoft.com/office/drawing/2014/main" id="{95147AF9-368E-1626-4E4B-F0E52DBB117A}"/>
                    </a:ext>
                  </a:extLst>
                </p:cNvPr>
                <p:cNvPicPr/>
                <p:nvPr/>
              </p:nvPicPr>
              <p:blipFill>
                <a:blip r:embed="rId160"/>
                <a:stretch>
                  <a:fillRect/>
                </a:stretch>
              </p:blipFill>
              <p:spPr>
                <a:xfrm>
                  <a:off x="1241728" y="3714561"/>
                  <a:ext cx="199440" cy="195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1">
              <p14:nvContentPartPr>
                <p14:cNvPr id="82" name="Tinta 81">
                  <a:extLst>
                    <a:ext uri="{FF2B5EF4-FFF2-40B4-BE49-F238E27FC236}">
                      <a16:creationId xmlns:a16="http://schemas.microsoft.com/office/drawing/2014/main" id="{79E80E53-F66E-3EF6-2BBA-8B2A79D05FBF}"/>
                    </a:ext>
                  </a:extLst>
                </p14:cNvPr>
                <p14:cNvContentPartPr/>
                <p14:nvPr/>
              </p14:nvContentPartPr>
              <p14:xfrm>
                <a:off x="1622248" y="3772161"/>
                <a:ext cx="186480" cy="12960"/>
              </p14:xfrm>
            </p:contentPart>
          </mc:Choice>
          <mc:Fallback>
            <p:pic>
              <p:nvPicPr>
                <p:cNvPr id="82" name="Tinta 81">
                  <a:extLst>
                    <a:ext uri="{FF2B5EF4-FFF2-40B4-BE49-F238E27FC236}">
                      <a16:creationId xmlns:a16="http://schemas.microsoft.com/office/drawing/2014/main" id="{79E80E53-F66E-3EF6-2BBA-8B2A79D05FBF}"/>
                    </a:ext>
                  </a:extLst>
                </p:cNvPr>
                <p:cNvPicPr/>
                <p:nvPr/>
              </p:nvPicPr>
              <p:blipFill>
                <a:blip r:embed="rId162"/>
                <a:stretch>
                  <a:fillRect/>
                </a:stretch>
              </p:blipFill>
              <p:spPr>
                <a:xfrm>
                  <a:off x="1616128" y="3766041"/>
                  <a:ext cx="198720" cy="25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3">
              <p14:nvContentPartPr>
                <p14:cNvPr id="84" name="Tinta 83">
                  <a:extLst>
                    <a:ext uri="{FF2B5EF4-FFF2-40B4-BE49-F238E27FC236}">
                      <a16:creationId xmlns:a16="http://schemas.microsoft.com/office/drawing/2014/main" id="{F23611D0-B136-9CEE-FFF1-20658FF42B3A}"/>
                    </a:ext>
                  </a:extLst>
                </p14:cNvPr>
                <p14:cNvContentPartPr/>
                <p14:nvPr/>
              </p14:nvContentPartPr>
              <p14:xfrm>
                <a:off x="1611088" y="3792321"/>
                <a:ext cx="47520" cy="126720"/>
              </p14:xfrm>
            </p:contentPart>
          </mc:Choice>
          <mc:Fallback>
            <p:pic>
              <p:nvPicPr>
                <p:cNvPr id="84" name="Tinta 83">
                  <a:extLst>
                    <a:ext uri="{FF2B5EF4-FFF2-40B4-BE49-F238E27FC236}">
                      <a16:creationId xmlns:a16="http://schemas.microsoft.com/office/drawing/2014/main" id="{F23611D0-B136-9CEE-FFF1-20658FF42B3A}"/>
                    </a:ext>
                  </a:extLst>
                </p:cNvPr>
                <p:cNvPicPr/>
                <p:nvPr/>
              </p:nvPicPr>
              <p:blipFill>
                <a:blip r:embed="rId164"/>
                <a:stretch>
                  <a:fillRect/>
                </a:stretch>
              </p:blipFill>
              <p:spPr>
                <a:xfrm>
                  <a:off x="1604968" y="3786201"/>
                  <a:ext cx="59760" cy="138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5">
              <p14:nvContentPartPr>
                <p14:cNvPr id="85" name="Tinta 84">
                  <a:extLst>
                    <a:ext uri="{FF2B5EF4-FFF2-40B4-BE49-F238E27FC236}">
                      <a16:creationId xmlns:a16="http://schemas.microsoft.com/office/drawing/2014/main" id="{39E4E0FC-C70F-38E8-9C66-1B0AED903FC5}"/>
                    </a:ext>
                  </a:extLst>
                </p14:cNvPr>
                <p14:cNvContentPartPr/>
                <p14:nvPr/>
              </p14:nvContentPartPr>
              <p14:xfrm>
                <a:off x="2041288" y="3784761"/>
                <a:ext cx="94320" cy="12240"/>
              </p14:xfrm>
            </p:contentPart>
          </mc:Choice>
          <mc:Fallback>
            <p:pic>
              <p:nvPicPr>
                <p:cNvPr id="85" name="Tinta 84">
                  <a:extLst>
                    <a:ext uri="{FF2B5EF4-FFF2-40B4-BE49-F238E27FC236}">
                      <a16:creationId xmlns:a16="http://schemas.microsoft.com/office/drawing/2014/main" id="{39E4E0FC-C70F-38E8-9C66-1B0AED903FC5}"/>
                    </a:ext>
                  </a:extLst>
                </p:cNvPr>
                <p:cNvPicPr/>
                <p:nvPr/>
              </p:nvPicPr>
              <p:blipFill>
                <a:blip r:embed="rId166"/>
                <a:stretch>
                  <a:fillRect/>
                </a:stretch>
              </p:blipFill>
              <p:spPr>
                <a:xfrm>
                  <a:off x="2035168" y="3778641"/>
                  <a:ext cx="106560" cy="24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7">
              <p14:nvContentPartPr>
                <p14:cNvPr id="86" name="Tinta 85">
                  <a:extLst>
                    <a:ext uri="{FF2B5EF4-FFF2-40B4-BE49-F238E27FC236}">
                      <a16:creationId xmlns:a16="http://schemas.microsoft.com/office/drawing/2014/main" id="{709B6E21-D840-CCFD-7124-C6F8ADF63AF6}"/>
                    </a:ext>
                  </a:extLst>
                </p14:cNvPr>
                <p14:cNvContentPartPr/>
                <p14:nvPr/>
              </p14:nvContentPartPr>
              <p14:xfrm>
                <a:off x="1973248" y="3836601"/>
                <a:ext cx="103680" cy="25920"/>
              </p14:xfrm>
            </p:contentPart>
          </mc:Choice>
          <mc:Fallback>
            <p:pic>
              <p:nvPicPr>
                <p:cNvPr id="86" name="Tinta 85">
                  <a:extLst>
                    <a:ext uri="{FF2B5EF4-FFF2-40B4-BE49-F238E27FC236}">
                      <a16:creationId xmlns:a16="http://schemas.microsoft.com/office/drawing/2014/main" id="{709B6E21-D840-CCFD-7124-C6F8ADF63AF6}"/>
                    </a:ext>
                  </a:extLst>
                </p:cNvPr>
                <p:cNvPicPr/>
                <p:nvPr/>
              </p:nvPicPr>
              <p:blipFill>
                <a:blip r:embed="rId168"/>
                <a:stretch>
                  <a:fillRect/>
                </a:stretch>
              </p:blipFill>
              <p:spPr>
                <a:xfrm>
                  <a:off x="1967128" y="3830481"/>
                  <a:ext cx="115920" cy="38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9">
              <p14:nvContentPartPr>
                <p14:cNvPr id="115" name="Tinta 114">
                  <a:extLst>
                    <a:ext uri="{FF2B5EF4-FFF2-40B4-BE49-F238E27FC236}">
                      <a16:creationId xmlns:a16="http://schemas.microsoft.com/office/drawing/2014/main" id="{37F3B0FE-CFEF-5648-BF8D-CC2AB659ADF6}"/>
                    </a:ext>
                  </a:extLst>
                </p14:cNvPr>
                <p14:cNvContentPartPr/>
                <p14:nvPr/>
              </p14:nvContentPartPr>
              <p14:xfrm>
                <a:off x="1552408" y="3512601"/>
                <a:ext cx="360" cy="7920"/>
              </p14:xfrm>
            </p:contentPart>
          </mc:Choice>
          <mc:Fallback>
            <p:pic>
              <p:nvPicPr>
                <p:cNvPr id="115" name="Tinta 114">
                  <a:extLst>
                    <a:ext uri="{FF2B5EF4-FFF2-40B4-BE49-F238E27FC236}">
                      <a16:creationId xmlns:a16="http://schemas.microsoft.com/office/drawing/2014/main" id="{37F3B0FE-CFEF-5648-BF8D-CC2AB659ADF6}"/>
                    </a:ext>
                  </a:extLst>
                </p:cNvPr>
                <p:cNvPicPr/>
                <p:nvPr/>
              </p:nvPicPr>
              <p:blipFill>
                <a:blip r:embed="rId138"/>
                <a:stretch>
                  <a:fillRect/>
                </a:stretch>
              </p:blipFill>
              <p:spPr>
                <a:xfrm>
                  <a:off x="1546288" y="3506481"/>
                  <a:ext cx="12600" cy="20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0">
              <p14:nvContentPartPr>
                <p14:cNvPr id="116" name="Tinta 115">
                  <a:extLst>
                    <a:ext uri="{FF2B5EF4-FFF2-40B4-BE49-F238E27FC236}">
                      <a16:creationId xmlns:a16="http://schemas.microsoft.com/office/drawing/2014/main" id="{2FCDF0D9-B983-4F59-1A2F-61C4AD57E7D1}"/>
                    </a:ext>
                  </a:extLst>
                </p14:cNvPr>
                <p14:cNvContentPartPr/>
                <p14:nvPr/>
              </p14:nvContentPartPr>
              <p14:xfrm>
                <a:off x="946888" y="3470121"/>
                <a:ext cx="1004400" cy="583200"/>
              </p14:xfrm>
            </p:contentPart>
          </mc:Choice>
          <mc:Fallback>
            <p:pic>
              <p:nvPicPr>
                <p:cNvPr id="116" name="Tinta 115">
                  <a:extLst>
                    <a:ext uri="{FF2B5EF4-FFF2-40B4-BE49-F238E27FC236}">
                      <a16:creationId xmlns:a16="http://schemas.microsoft.com/office/drawing/2014/main" id="{2FCDF0D9-B983-4F59-1A2F-61C4AD57E7D1}"/>
                    </a:ext>
                  </a:extLst>
                </p:cNvPr>
                <p:cNvPicPr/>
                <p:nvPr/>
              </p:nvPicPr>
              <p:blipFill>
                <a:blip r:embed="rId171"/>
                <a:stretch>
                  <a:fillRect/>
                </a:stretch>
              </p:blipFill>
              <p:spPr>
                <a:xfrm>
                  <a:off x="940768" y="3464001"/>
                  <a:ext cx="1016640" cy="595440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191536297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B50F2BA-44A1-0658-CAF4-541A7C0527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pt-BR"/>
          </a:p>
        </p:txBody>
      </p:sp>
      <p:pic>
        <p:nvPicPr>
          <p:cNvPr id="4" name="Espaço Reservado para Conteúdo 5">
            <a:extLst>
              <a:ext uri="{FF2B5EF4-FFF2-40B4-BE49-F238E27FC236}">
                <a16:creationId xmlns:a16="http://schemas.microsoft.com/office/drawing/2014/main" id="{913B0D72-18AD-5799-9542-5A4AA0181D0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908148" y="424380"/>
            <a:ext cx="9906000" cy="1866846"/>
          </a:xfrm>
        </p:spPr>
      </p:pic>
      <p:grpSp>
        <p:nvGrpSpPr>
          <p:cNvPr id="12" name="Agrupar 11">
            <a:extLst>
              <a:ext uri="{FF2B5EF4-FFF2-40B4-BE49-F238E27FC236}">
                <a16:creationId xmlns:a16="http://schemas.microsoft.com/office/drawing/2014/main" id="{5C73B863-FA22-5B3B-3E11-3454CA7F6E18}"/>
              </a:ext>
            </a:extLst>
          </p:cNvPr>
          <p:cNvGrpSpPr/>
          <p:nvPr/>
        </p:nvGrpSpPr>
        <p:grpSpPr>
          <a:xfrm>
            <a:off x="2194288" y="2560761"/>
            <a:ext cx="792360" cy="341640"/>
            <a:chOff x="2194288" y="2560761"/>
            <a:chExt cx="792360" cy="3416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3">
              <p14:nvContentPartPr>
                <p14:cNvPr id="10" name="Tinta 9">
                  <a:extLst>
                    <a:ext uri="{FF2B5EF4-FFF2-40B4-BE49-F238E27FC236}">
                      <a16:creationId xmlns:a16="http://schemas.microsoft.com/office/drawing/2014/main" id="{329A0C25-D7B6-8E27-1B71-F79687254756}"/>
                    </a:ext>
                  </a:extLst>
                </p14:cNvPr>
                <p14:cNvContentPartPr/>
                <p14:nvPr/>
              </p14:nvContentPartPr>
              <p14:xfrm>
                <a:off x="2194288" y="2755521"/>
                <a:ext cx="372240" cy="146880"/>
              </p14:xfrm>
            </p:contentPart>
          </mc:Choice>
          <mc:Fallback>
            <p:pic>
              <p:nvPicPr>
                <p:cNvPr id="10" name="Tinta 9">
                  <a:extLst>
                    <a:ext uri="{FF2B5EF4-FFF2-40B4-BE49-F238E27FC236}">
                      <a16:creationId xmlns:a16="http://schemas.microsoft.com/office/drawing/2014/main" id="{329A0C25-D7B6-8E27-1B71-F79687254756}"/>
                    </a:ext>
                  </a:extLst>
                </p:cNvPr>
                <p:cNvPicPr/>
                <p:nvPr/>
              </p:nvPicPr>
              <p:blipFill>
                <a:blip r:embed="rId4"/>
                <a:stretch>
                  <a:fillRect/>
                </a:stretch>
              </p:blipFill>
              <p:spPr>
                <a:xfrm>
                  <a:off x="2188168" y="2749401"/>
                  <a:ext cx="384480" cy="159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">
              <p14:nvContentPartPr>
                <p14:cNvPr id="11" name="Tinta 10">
                  <a:extLst>
                    <a:ext uri="{FF2B5EF4-FFF2-40B4-BE49-F238E27FC236}">
                      <a16:creationId xmlns:a16="http://schemas.microsoft.com/office/drawing/2014/main" id="{0C194853-C1F1-9B0E-A651-47E1EEF6CEB3}"/>
                    </a:ext>
                  </a:extLst>
                </p14:cNvPr>
                <p14:cNvContentPartPr/>
                <p14:nvPr/>
              </p14:nvContentPartPr>
              <p14:xfrm>
                <a:off x="2741848" y="2560761"/>
                <a:ext cx="244800" cy="131760"/>
              </p14:xfrm>
            </p:contentPart>
          </mc:Choice>
          <mc:Fallback>
            <p:pic>
              <p:nvPicPr>
                <p:cNvPr id="11" name="Tinta 10">
                  <a:extLst>
                    <a:ext uri="{FF2B5EF4-FFF2-40B4-BE49-F238E27FC236}">
                      <a16:creationId xmlns:a16="http://schemas.microsoft.com/office/drawing/2014/main" id="{0C194853-C1F1-9B0E-A651-47E1EEF6CEB3}"/>
                    </a:ext>
                  </a:extLst>
                </p:cNvPr>
                <p:cNvPicPr/>
                <p:nvPr/>
              </p:nvPicPr>
              <p:blipFill>
                <a:blip r:embed="rId6"/>
                <a:stretch>
                  <a:fillRect/>
                </a:stretch>
              </p:blipFill>
              <p:spPr>
                <a:xfrm>
                  <a:off x="2735728" y="2554641"/>
                  <a:ext cx="257040" cy="14400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7">
            <p14:nvContentPartPr>
              <p14:cNvPr id="13" name="Tinta 12">
                <a:extLst>
                  <a:ext uri="{FF2B5EF4-FFF2-40B4-BE49-F238E27FC236}">
                    <a16:creationId xmlns:a16="http://schemas.microsoft.com/office/drawing/2014/main" id="{DBA59225-E4A5-A792-1CC3-C55439151CAC}"/>
                  </a:ext>
                </a:extLst>
              </p14:cNvPr>
              <p14:cNvContentPartPr/>
              <p14:nvPr/>
            </p14:nvContentPartPr>
            <p14:xfrm>
              <a:off x="2159008" y="3065121"/>
              <a:ext cx="232920" cy="26280"/>
            </p14:xfrm>
          </p:contentPart>
        </mc:Choice>
        <mc:Fallback>
          <p:pic>
            <p:nvPicPr>
              <p:cNvPr id="13" name="Tinta 12">
                <a:extLst>
                  <a:ext uri="{FF2B5EF4-FFF2-40B4-BE49-F238E27FC236}">
                    <a16:creationId xmlns:a16="http://schemas.microsoft.com/office/drawing/2014/main" id="{DBA59225-E4A5-A792-1CC3-C55439151CAC}"/>
                  </a:ext>
                </a:extLst>
              </p:cNvPr>
              <p:cNvPicPr/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2152888" y="3059001"/>
                <a:ext cx="245160" cy="38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9">
            <p14:nvContentPartPr>
              <p14:cNvPr id="14" name="Tinta 13">
                <a:extLst>
                  <a:ext uri="{FF2B5EF4-FFF2-40B4-BE49-F238E27FC236}">
                    <a16:creationId xmlns:a16="http://schemas.microsoft.com/office/drawing/2014/main" id="{0051C922-1810-C5E9-223E-4D895F96CE90}"/>
                  </a:ext>
                </a:extLst>
              </p14:cNvPr>
              <p14:cNvContentPartPr/>
              <p14:nvPr/>
            </p14:nvContentPartPr>
            <p14:xfrm>
              <a:off x="2111848" y="3284001"/>
              <a:ext cx="315360" cy="233280"/>
            </p14:xfrm>
          </p:contentPart>
        </mc:Choice>
        <mc:Fallback>
          <p:pic>
            <p:nvPicPr>
              <p:cNvPr id="14" name="Tinta 13">
                <a:extLst>
                  <a:ext uri="{FF2B5EF4-FFF2-40B4-BE49-F238E27FC236}">
                    <a16:creationId xmlns:a16="http://schemas.microsoft.com/office/drawing/2014/main" id="{0051C922-1810-C5E9-223E-4D895F96CE90}"/>
                  </a:ext>
                </a:extLst>
              </p:cNvPr>
              <p:cNvPicPr/>
              <p:nvPr/>
            </p:nvPicPr>
            <p:blipFill>
              <a:blip r:embed="rId10"/>
              <a:stretch>
                <a:fillRect/>
              </a:stretch>
            </p:blipFill>
            <p:spPr>
              <a:xfrm>
                <a:off x="2105728" y="3277881"/>
                <a:ext cx="327600" cy="245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1">
            <p14:nvContentPartPr>
              <p14:cNvPr id="15" name="Tinta 14">
                <a:extLst>
                  <a:ext uri="{FF2B5EF4-FFF2-40B4-BE49-F238E27FC236}">
                    <a16:creationId xmlns:a16="http://schemas.microsoft.com/office/drawing/2014/main" id="{F22AA991-526E-D99D-C3AA-38C40601C42E}"/>
                  </a:ext>
                </a:extLst>
              </p14:cNvPr>
              <p14:cNvContentPartPr/>
              <p14:nvPr/>
            </p14:nvContentPartPr>
            <p14:xfrm>
              <a:off x="3487048" y="2974401"/>
              <a:ext cx="212040" cy="22680"/>
            </p14:xfrm>
          </p:contentPart>
        </mc:Choice>
        <mc:Fallback>
          <p:pic>
            <p:nvPicPr>
              <p:cNvPr id="15" name="Tinta 14">
                <a:extLst>
                  <a:ext uri="{FF2B5EF4-FFF2-40B4-BE49-F238E27FC236}">
                    <a16:creationId xmlns:a16="http://schemas.microsoft.com/office/drawing/2014/main" id="{F22AA991-526E-D99D-C3AA-38C40601C42E}"/>
                  </a:ext>
                </a:extLst>
              </p:cNvPr>
              <p:cNvPicPr/>
              <p:nvPr/>
            </p:nvPicPr>
            <p:blipFill>
              <a:blip r:embed="rId12"/>
              <a:stretch>
                <a:fillRect/>
              </a:stretch>
            </p:blipFill>
            <p:spPr>
              <a:xfrm>
                <a:off x="3480928" y="2968281"/>
                <a:ext cx="224280" cy="34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3">
            <p14:nvContentPartPr>
              <p14:cNvPr id="16" name="Tinta 15">
                <a:extLst>
                  <a:ext uri="{FF2B5EF4-FFF2-40B4-BE49-F238E27FC236}">
                    <a16:creationId xmlns:a16="http://schemas.microsoft.com/office/drawing/2014/main" id="{2E18091C-EB24-2DB0-F013-933EC1DB03BD}"/>
                  </a:ext>
                </a:extLst>
              </p14:cNvPr>
              <p14:cNvContentPartPr/>
              <p14:nvPr/>
            </p14:nvContentPartPr>
            <p14:xfrm>
              <a:off x="3475528" y="3076281"/>
              <a:ext cx="176760" cy="15480"/>
            </p14:xfrm>
          </p:contentPart>
        </mc:Choice>
        <mc:Fallback>
          <p:pic>
            <p:nvPicPr>
              <p:cNvPr id="16" name="Tinta 15">
                <a:extLst>
                  <a:ext uri="{FF2B5EF4-FFF2-40B4-BE49-F238E27FC236}">
                    <a16:creationId xmlns:a16="http://schemas.microsoft.com/office/drawing/2014/main" id="{2E18091C-EB24-2DB0-F013-933EC1DB03BD}"/>
                  </a:ext>
                </a:extLst>
              </p:cNvPr>
              <p:cNvPicPr/>
              <p:nvPr/>
            </p:nvPicPr>
            <p:blipFill>
              <a:blip r:embed="rId14"/>
              <a:stretch>
                <a:fillRect/>
              </a:stretch>
            </p:blipFill>
            <p:spPr>
              <a:xfrm>
                <a:off x="3469408" y="3070161"/>
                <a:ext cx="189000" cy="27720"/>
              </a:xfrm>
              <a:prstGeom prst="rect">
                <a:avLst/>
              </a:prstGeom>
            </p:spPr>
          </p:pic>
        </mc:Fallback>
      </mc:AlternateContent>
      <p:grpSp>
        <p:nvGrpSpPr>
          <p:cNvPr id="25" name="Agrupar 24">
            <a:extLst>
              <a:ext uri="{FF2B5EF4-FFF2-40B4-BE49-F238E27FC236}">
                <a16:creationId xmlns:a16="http://schemas.microsoft.com/office/drawing/2014/main" id="{1AE713D2-D283-B8D8-B96F-C9A8A37105AF}"/>
              </a:ext>
            </a:extLst>
          </p:cNvPr>
          <p:cNvGrpSpPr/>
          <p:nvPr/>
        </p:nvGrpSpPr>
        <p:grpSpPr>
          <a:xfrm>
            <a:off x="4270048" y="2558601"/>
            <a:ext cx="1620000" cy="619560"/>
            <a:chOff x="4270048" y="2558601"/>
            <a:chExt cx="1620000" cy="6195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5">
              <p14:nvContentPartPr>
                <p14:cNvPr id="17" name="Tinta 16">
                  <a:extLst>
                    <a:ext uri="{FF2B5EF4-FFF2-40B4-BE49-F238E27FC236}">
                      <a16:creationId xmlns:a16="http://schemas.microsoft.com/office/drawing/2014/main" id="{AFCF920C-2B79-0B09-D370-9ACEC5E0F37D}"/>
                    </a:ext>
                  </a:extLst>
                </p14:cNvPr>
                <p14:cNvContentPartPr/>
                <p14:nvPr/>
              </p14:nvContentPartPr>
              <p14:xfrm>
                <a:off x="4419808" y="2821041"/>
                <a:ext cx="177120" cy="199440"/>
              </p14:xfrm>
            </p:contentPart>
          </mc:Choice>
          <mc:Fallback>
            <p:pic>
              <p:nvPicPr>
                <p:cNvPr id="17" name="Tinta 16">
                  <a:extLst>
                    <a:ext uri="{FF2B5EF4-FFF2-40B4-BE49-F238E27FC236}">
                      <a16:creationId xmlns:a16="http://schemas.microsoft.com/office/drawing/2014/main" id="{AFCF920C-2B79-0B09-D370-9ACEC5E0F37D}"/>
                    </a:ext>
                  </a:extLst>
                </p:cNvPr>
                <p:cNvPicPr/>
                <p:nvPr/>
              </p:nvPicPr>
              <p:blipFill>
                <a:blip r:embed="rId16"/>
                <a:stretch>
                  <a:fillRect/>
                </a:stretch>
              </p:blipFill>
              <p:spPr>
                <a:xfrm>
                  <a:off x="4413688" y="2814921"/>
                  <a:ext cx="189360" cy="211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">
              <p14:nvContentPartPr>
                <p14:cNvPr id="18" name="Tinta 17">
                  <a:extLst>
                    <a:ext uri="{FF2B5EF4-FFF2-40B4-BE49-F238E27FC236}">
                      <a16:creationId xmlns:a16="http://schemas.microsoft.com/office/drawing/2014/main" id="{BFAD1E9F-28FB-09DB-EB96-6A3282D55909}"/>
                    </a:ext>
                  </a:extLst>
                </p14:cNvPr>
                <p14:cNvContentPartPr/>
                <p14:nvPr/>
              </p14:nvContentPartPr>
              <p14:xfrm>
                <a:off x="4641208" y="2781441"/>
                <a:ext cx="339480" cy="221760"/>
              </p14:xfrm>
            </p:contentPart>
          </mc:Choice>
          <mc:Fallback>
            <p:pic>
              <p:nvPicPr>
                <p:cNvPr id="18" name="Tinta 17">
                  <a:extLst>
                    <a:ext uri="{FF2B5EF4-FFF2-40B4-BE49-F238E27FC236}">
                      <a16:creationId xmlns:a16="http://schemas.microsoft.com/office/drawing/2014/main" id="{BFAD1E9F-28FB-09DB-EB96-6A3282D55909}"/>
                    </a:ext>
                  </a:extLst>
                </p:cNvPr>
                <p:cNvPicPr/>
                <p:nvPr/>
              </p:nvPicPr>
              <p:blipFill>
                <a:blip r:embed="rId18"/>
                <a:stretch>
                  <a:fillRect/>
                </a:stretch>
              </p:blipFill>
              <p:spPr>
                <a:xfrm>
                  <a:off x="4635088" y="2775321"/>
                  <a:ext cx="351720" cy="234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">
              <p14:nvContentPartPr>
                <p14:cNvPr id="19" name="Tinta 18">
                  <a:extLst>
                    <a:ext uri="{FF2B5EF4-FFF2-40B4-BE49-F238E27FC236}">
                      <a16:creationId xmlns:a16="http://schemas.microsoft.com/office/drawing/2014/main" id="{3F11E48F-0915-FBD8-CC18-1DC157895BD7}"/>
                    </a:ext>
                  </a:extLst>
                </p14:cNvPr>
                <p14:cNvContentPartPr/>
                <p14:nvPr/>
              </p14:nvContentPartPr>
              <p14:xfrm>
                <a:off x="4932448" y="2781081"/>
                <a:ext cx="326520" cy="191520"/>
              </p14:xfrm>
            </p:contentPart>
          </mc:Choice>
          <mc:Fallback>
            <p:pic>
              <p:nvPicPr>
                <p:cNvPr id="19" name="Tinta 18">
                  <a:extLst>
                    <a:ext uri="{FF2B5EF4-FFF2-40B4-BE49-F238E27FC236}">
                      <a16:creationId xmlns:a16="http://schemas.microsoft.com/office/drawing/2014/main" id="{3F11E48F-0915-FBD8-CC18-1DC157895BD7}"/>
                    </a:ext>
                  </a:extLst>
                </p:cNvPr>
                <p:cNvPicPr/>
                <p:nvPr/>
              </p:nvPicPr>
              <p:blipFill>
                <a:blip r:embed="rId20"/>
                <a:stretch>
                  <a:fillRect/>
                </a:stretch>
              </p:blipFill>
              <p:spPr>
                <a:xfrm>
                  <a:off x="4926328" y="2774961"/>
                  <a:ext cx="338760" cy="203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1">
              <p14:nvContentPartPr>
                <p14:cNvPr id="21" name="Tinta 20">
                  <a:extLst>
                    <a:ext uri="{FF2B5EF4-FFF2-40B4-BE49-F238E27FC236}">
                      <a16:creationId xmlns:a16="http://schemas.microsoft.com/office/drawing/2014/main" id="{87FB55C2-AA98-4260-38C4-C5ADD2980D59}"/>
                    </a:ext>
                  </a:extLst>
                </p14:cNvPr>
                <p14:cNvContentPartPr/>
                <p14:nvPr/>
              </p14:nvContentPartPr>
              <p14:xfrm>
                <a:off x="4270048" y="2727081"/>
                <a:ext cx="233280" cy="451080"/>
              </p14:xfrm>
            </p:contentPart>
          </mc:Choice>
          <mc:Fallback>
            <p:pic>
              <p:nvPicPr>
                <p:cNvPr id="21" name="Tinta 20">
                  <a:extLst>
                    <a:ext uri="{FF2B5EF4-FFF2-40B4-BE49-F238E27FC236}">
                      <a16:creationId xmlns:a16="http://schemas.microsoft.com/office/drawing/2014/main" id="{87FB55C2-AA98-4260-38C4-C5ADD2980D59}"/>
                    </a:ext>
                  </a:extLst>
                </p:cNvPr>
                <p:cNvPicPr/>
                <p:nvPr/>
              </p:nvPicPr>
              <p:blipFill>
                <a:blip r:embed="rId22"/>
                <a:stretch>
                  <a:fillRect/>
                </a:stretch>
              </p:blipFill>
              <p:spPr>
                <a:xfrm>
                  <a:off x="4263928" y="2720961"/>
                  <a:ext cx="245520" cy="463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3">
              <p14:nvContentPartPr>
                <p14:cNvPr id="23" name="Tinta 22">
                  <a:extLst>
                    <a:ext uri="{FF2B5EF4-FFF2-40B4-BE49-F238E27FC236}">
                      <a16:creationId xmlns:a16="http://schemas.microsoft.com/office/drawing/2014/main" id="{79904295-9F23-C04D-221E-F0D6E636A77E}"/>
                    </a:ext>
                  </a:extLst>
                </p14:cNvPr>
                <p14:cNvContentPartPr/>
                <p14:nvPr/>
              </p14:nvContentPartPr>
              <p14:xfrm>
                <a:off x="5447608" y="2764161"/>
                <a:ext cx="80280" cy="270720"/>
              </p14:xfrm>
            </p:contentPart>
          </mc:Choice>
          <mc:Fallback>
            <p:pic>
              <p:nvPicPr>
                <p:cNvPr id="23" name="Tinta 22">
                  <a:extLst>
                    <a:ext uri="{FF2B5EF4-FFF2-40B4-BE49-F238E27FC236}">
                      <a16:creationId xmlns:a16="http://schemas.microsoft.com/office/drawing/2014/main" id="{79904295-9F23-C04D-221E-F0D6E636A77E}"/>
                    </a:ext>
                  </a:extLst>
                </p:cNvPr>
                <p:cNvPicPr/>
                <p:nvPr/>
              </p:nvPicPr>
              <p:blipFill>
                <a:blip r:embed="rId24"/>
                <a:stretch>
                  <a:fillRect/>
                </a:stretch>
              </p:blipFill>
              <p:spPr>
                <a:xfrm>
                  <a:off x="5441488" y="2758041"/>
                  <a:ext cx="92520" cy="282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5">
              <p14:nvContentPartPr>
                <p14:cNvPr id="24" name="Tinta 23">
                  <a:extLst>
                    <a:ext uri="{FF2B5EF4-FFF2-40B4-BE49-F238E27FC236}">
                      <a16:creationId xmlns:a16="http://schemas.microsoft.com/office/drawing/2014/main" id="{304E9EE6-E52C-2E25-DD59-5B3742C0D77B}"/>
                    </a:ext>
                  </a:extLst>
                </p14:cNvPr>
                <p14:cNvContentPartPr/>
                <p14:nvPr/>
              </p14:nvContentPartPr>
              <p14:xfrm>
                <a:off x="5680528" y="2558601"/>
                <a:ext cx="209520" cy="191520"/>
              </p14:xfrm>
            </p:contentPart>
          </mc:Choice>
          <mc:Fallback>
            <p:pic>
              <p:nvPicPr>
                <p:cNvPr id="24" name="Tinta 23">
                  <a:extLst>
                    <a:ext uri="{FF2B5EF4-FFF2-40B4-BE49-F238E27FC236}">
                      <a16:creationId xmlns:a16="http://schemas.microsoft.com/office/drawing/2014/main" id="{304E9EE6-E52C-2E25-DD59-5B3742C0D77B}"/>
                    </a:ext>
                  </a:extLst>
                </p:cNvPr>
                <p:cNvPicPr/>
                <p:nvPr/>
              </p:nvPicPr>
              <p:blipFill>
                <a:blip r:embed="rId26"/>
                <a:stretch>
                  <a:fillRect/>
                </a:stretch>
              </p:blipFill>
              <p:spPr>
                <a:xfrm>
                  <a:off x="5674408" y="2552481"/>
                  <a:ext cx="221760" cy="20376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27">
            <p14:nvContentPartPr>
              <p14:cNvPr id="26" name="Tinta 25">
                <a:extLst>
                  <a:ext uri="{FF2B5EF4-FFF2-40B4-BE49-F238E27FC236}">
                    <a16:creationId xmlns:a16="http://schemas.microsoft.com/office/drawing/2014/main" id="{0D3B9F73-0A06-AFE4-6CFF-C7FCF6488874}"/>
                  </a:ext>
                </a:extLst>
              </p14:cNvPr>
              <p14:cNvContentPartPr/>
              <p14:nvPr/>
            </p14:nvContentPartPr>
            <p14:xfrm>
              <a:off x="4398928" y="3207681"/>
              <a:ext cx="1123920" cy="37080"/>
            </p14:xfrm>
          </p:contentPart>
        </mc:Choice>
        <mc:Fallback>
          <p:pic>
            <p:nvPicPr>
              <p:cNvPr id="26" name="Tinta 25">
                <a:extLst>
                  <a:ext uri="{FF2B5EF4-FFF2-40B4-BE49-F238E27FC236}">
                    <a16:creationId xmlns:a16="http://schemas.microsoft.com/office/drawing/2014/main" id="{0D3B9F73-0A06-AFE4-6CFF-C7FCF6488874}"/>
                  </a:ext>
                </a:extLst>
              </p:cNvPr>
              <p:cNvPicPr/>
              <p:nvPr/>
            </p:nvPicPr>
            <p:blipFill>
              <a:blip r:embed="rId28"/>
              <a:stretch>
                <a:fillRect/>
              </a:stretch>
            </p:blipFill>
            <p:spPr>
              <a:xfrm>
                <a:off x="4392808" y="3201561"/>
                <a:ext cx="1136160" cy="49320"/>
              </a:xfrm>
              <a:prstGeom prst="rect">
                <a:avLst/>
              </a:prstGeom>
            </p:spPr>
          </p:pic>
        </mc:Fallback>
      </mc:AlternateContent>
      <p:grpSp>
        <p:nvGrpSpPr>
          <p:cNvPr id="31" name="Agrupar 30">
            <a:extLst>
              <a:ext uri="{FF2B5EF4-FFF2-40B4-BE49-F238E27FC236}">
                <a16:creationId xmlns:a16="http://schemas.microsoft.com/office/drawing/2014/main" id="{EFD8E4E8-BD25-95C3-B030-1EAE74558E39}"/>
              </a:ext>
            </a:extLst>
          </p:cNvPr>
          <p:cNvGrpSpPr/>
          <p:nvPr/>
        </p:nvGrpSpPr>
        <p:grpSpPr>
          <a:xfrm>
            <a:off x="4641568" y="3383721"/>
            <a:ext cx="570960" cy="226440"/>
            <a:chOff x="4641568" y="3383721"/>
            <a:chExt cx="570960" cy="2264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9">
              <p14:nvContentPartPr>
                <p14:cNvPr id="27" name="Tinta 26">
                  <a:extLst>
                    <a:ext uri="{FF2B5EF4-FFF2-40B4-BE49-F238E27FC236}">
                      <a16:creationId xmlns:a16="http://schemas.microsoft.com/office/drawing/2014/main" id="{26AEC432-738F-99CA-5C93-7B2AB76C89AA}"/>
                    </a:ext>
                  </a:extLst>
                </p14:cNvPr>
                <p14:cNvContentPartPr/>
                <p14:nvPr/>
              </p14:nvContentPartPr>
              <p14:xfrm>
                <a:off x="4641568" y="3383721"/>
                <a:ext cx="223560" cy="226440"/>
              </p14:xfrm>
            </p:contentPart>
          </mc:Choice>
          <mc:Fallback>
            <p:pic>
              <p:nvPicPr>
                <p:cNvPr id="27" name="Tinta 26">
                  <a:extLst>
                    <a:ext uri="{FF2B5EF4-FFF2-40B4-BE49-F238E27FC236}">
                      <a16:creationId xmlns:a16="http://schemas.microsoft.com/office/drawing/2014/main" id="{26AEC432-738F-99CA-5C93-7B2AB76C89AA}"/>
                    </a:ext>
                  </a:extLst>
                </p:cNvPr>
                <p:cNvPicPr/>
                <p:nvPr/>
              </p:nvPicPr>
              <p:blipFill>
                <a:blip r:embed="rId30"/>
                <a:stretch>
                  <a:fillRect/>
                </a:stretch>
              </p:blipFill>
              <p:spPr>
                <a:xfrm>
                  <a:off x="4635448" y="3377601"/>
                  <a:ext cx="235800" cy="238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1">
              <p14:nvContentPartPr>
                <p14:cNvPr id="28" name="Tinta 27">
                  <a:extLst>
                    <a:ext uri="{FF2B5EF4-FFF2-40B4-BE49-F238E27FC236}">
                      <a16:creationId xmlns:a16="http://schemas.microsoft.com/office/drawing/2014/main" id="{BA7AC027-9C04-AD28-728E-F2BA49C65197}"/>
                    </a:ext>
                  </a:extLst>
                </p14:cNvPr>
                <p14:cNvContentPartPr/>
                <p14:nvPr/>
              </p14:nvContentPartPr>
              <p14:xfrm>
                <a:off x="4897528" y="3428361"/>
                <a:ext cx="315000" cy="170640"/>
              </p14:xfrm>
            </p:contentPart>
          </mc:Choice>
          <mc:Fallback>
            <p:pic>
              <p:nvPicPr>
                <p:cNvPr id="28" name="Tinta 27">
                  <a:extLst>
                    <a:ext uri="{FF2B5EF4-FFF2-40B4-BE49-F238E27FC236}">
                      <a16:creationId xmlns:a16="http://schemas.microsoft.com/office/drawing/2014/main" id="{BA7AC027-9C04-AD28-728E-F2BA49C65197}"/>
                    </a:ext>
                  </a:extLst>
                </p:cNvPr>
                <p:cNvPicPr/>
                <p:nvPr/>
              </p:nvPicPr>
              <p:blipFill>
                <a:blip r:embed="rId32"/>
                <a:stretch>
                  <a:fillRect/>
                </a:stretch>
              </p:blipFill>
              <p:spPr>
                <a:xfrm>
                  <a:off x="4891408" y="3422241"/>
                  <a:ext cx="327240" cy="18288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33">
            <p14:nvContentPartPr>
              <p14:cNvPr id="29" name="Tinta 28">
                <a:extLst>
                  <a:ext uri="{FF2B5EF4-FFF2-40B4-BE49-F238E27FC236}">
                    <a16:creationId xmlns:a16="http://schemas.microsoft.com/office/drawing/2014/main" id="{9AE27695-2DDC-4607-3BFE-749DA115DD17}"/>
                  </a:ext>
                </a:extLst>
              </p14:cNvPr>
              <p14:cNvContentPartPr/>
              <p14:nvPr/>
            </p14:nvContentPartPr>
            <p14:xfrm>
              <a:off x="6169048" y="3066921"/>
              <a:ext cx="210240" cy="11880"/>
            </p14:xfrm>
          </p:contentPart>
        </mc:Choice>
        <mc:Fallback>
          <p:pic>
            <p:nvPicPr>
              <p:cNvPr id="29" name="Tinta 28">
                <a:extLst>
                  <a:ext uri="{FF2B5EF4-FFF2-40B4-BE49-F238E27FC236}">
                    <a16:creationId xmlns:a16="http://schemas.microsoft.com/office/drawing/2014/main" id="{9AE27695-2DDC-4607-3BFE-749DA115DD17}"/>
                  </a:ext>
                </a:extLst>
              </p:cNvPr>
              <p:cNvPicPr/>
              <p:nvPr/>
            </p:nvPicPr>
            <p:blipFill>
              <a:blip r:embed="rId34"/>
              <a:stretch>
                <a:fillRect/>
              </a:stretch>
            </p:blipFill>
            <p:spPr>
              <a:xfrm>
                <a:off x="6162928" y="3060801"/>
                <a:ext cx="222480" cy="24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5">
            <p14:nvContentPartPr>
              <p14:cNvPr id="30" name="Tinta 29">
                <a:extLst>
                  <a:ext uri="{FF2B5EF4-FFF2-40B4-BE49-F238E27FC236}">
                    <a16:creationId xmlns:a16="http://schemas.microsoft.com/office/drawing/2014/main" id="{02564880-8559-8781-C075-E04E66D36C62}"/>
                  </a:ext>
                </a:extLst>
              </p14:cNvPr>
              <p14:cNvContentPartPr/>
              <p14:nvPr/>
            </p14:nvContentPartPr>
            <p14:xfrm>
              <a:off x="6087328" y="3177801"/>
              <a:ext cx="153000" cy="7920"/>
            </p14:xfrm>
          </p:contentPart>
        </mc:Choice>
        <mc:Fallback>
          <p:pic>
            <p:nvPicPr>
              <p:cNvPr id="30" name="Tinta 29">
                <a:extLst>
                  <a:ext uri="{FF2B5EF4-FFF2-40B4-BE49-F238E27FC236}">
                    <a16:creationId xmlns:a16="http://schemas.microsoft.com/office/drawing/2014/main" id="{02564880-8559-8781-C075-E04E66D36C62}"/>
                  </a:ext>
                </a:extLst>
              </p:cNvPr>
              <p:cNvPicPr/>
              <p:nvPr/>
            </p:nvPicPr>
            <p:blipFill>
              <a:blip r:embed="rId36"/>
              <a:stretch>
                <a:fillRect/>
              </a:stretch>
            </p:blipFill>
            <p:spPr>
              <a:xfrm>
                <a:off x="6081208" y="3171681"/>
                <a:ext cx="165240" cy="20160"/>
              </a:xfrm>
              <a:prstGeom prst="rect">
                <a:avLst/>
              </a:prstGeom>
            </p:spPr>
          </p:pic>
        </mc:Fallback>
      </mc:AlternateContent>
      <p:grpSp>
        <p:nvGrpSpPr>
          <p:cNvPr id="47" name="Agrupar 46">
            <a:extLst>
              <a:ext uri="{FF2B5EF4-FFF2-40B4-BE49-F238E27FC236}">
                <a16:creationId xmlns:a16="http://schemas.microsoft.com/office/drawing/2014/main" id="{9D03BC8C-EFDA-2D90-3D75-3AA3282FD80D}"/>
              </a:ext>
            </a:extLst>
          </p:cNvPr>
          <p:cNvGrpSpPr/>
          <p:nvPr/>
        </p:nvGrpSpPr>
        <p:grpSpPr>
          <a:xfrm>
            <a:off x="7281808" y="2739321"/>
            <a:ext cx="2141640" cy="777240"/>
            <a:chOff x="7281808" y="2739321"/>
            <a:chExt cx="2141640" cy="7772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37">
              <p14:nvContentPartPr>
                <p14:cNvPr id="32" name="Tinta 31">
                  <a:extLst>
                    <a:ext uri="{FF2B5EF4-FFF2-40B4-BE49-F238E27FC236}">
                      <a16:creationId xmlns:a16="http://schemas.microsoft.com/office/drawing/2014/main" id="{4A2ECE97-706D-C8A5-57A4-920847807B3A}"/>
                    </a:ext>
                  </a:extLst>
                </p14:cNvPr>
                <p14:cNvContentPartPr/>
                <p14:nvPr/>
              </p14:nvContentPartPr>
              <p14:xfrm>
                <a:off x="7281808" y="2739321"/>
                <a:ext cx="240120" cy="280440"/>
              </p14:xfrm>
            </p:contentPart>
          </mc:Choice>
          <mc:Fallback>
            <p:pic>
              <p:nvPicPr>
                <p:cNvPr id="32" name="Tinta 31">
                  <a:extLst>
                    <a:ext uri="{FF2B5EF4-FFF2-40B4-BE49-F238E27FC236}">
                      <a16:creationId xmlns:a16="http://schemas.microsoft.com/office/drawing/2014/main" id="{4A2ECE97-706D-C8A5-57A4-920847807B3A}"/>
                    </a:ext>
                  </a:extLst>
                </p:cNvPr>
                <p:cNvPicPr/>
                <p:nvPr/>
              </p:nvPicPr>
              <p:blipFill>
                <a:blip r:embed="rId38"/>
                <a:stretch>
                  <a:fillRect/>
                </a:stretch>
              </p:blipFill>
              <p:spPr>
                <a:xfrm>
                  <a:off x="7275688" y="2733201"/>
                  <a:ext cx="252360" cy="292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9">
              <p14:nvContentPartPr>
                <p14:cNvPr id="33" name="Tinta 32">
                  <a:extLst>
                    <a:ext uri="{FF2B5EF4-FFF2-40B4-BE49-F238E27FC236}">
                      <a16:creationId xmlns:a16="http://schemas.microsoft.com/office/drawing/2014/main" id="{12EF4747-43AD-AAFF-1452-FBB3E41CD1C8}"/>
                    </a:ext>
                  </a:extLst>
                </p14:cNvPr>
                <p14:cNvContentPartPr/>
                <p14:nvPr/>
              </p14:nvContentPartPr>
              <p14:xfrm>
                <a:off x="7649728" y="2801241"/>
                <a:ext cx="234360" cy="192240"/>
              </p14:xfrm>
            </p:contentPart>
          </mc:Choice>
          <mc:Fallback>
            <p:pic>
              <p:nvPicPr>
                <p:cNvPr id="33" name="Tinta 32">
                  <a:extLst>
                    <a:ext uri="{FF2B5EF4-FFF2-40B4-BE49-F238E27FC236}">
                      <a16:creationId xmlns:a16="http://schemas.microsoft.com/office/drawing/2014/main" id="{12EF4747-43AD-AAFF-1452-FBB3E41CD1C8}"/>
                    </a:ext>
                  </a:extLst>
                </p:cNvPr>
                <p:cNvPicPr/>
                <p:nvPr/>
              </p:nvPicPr>
              <p:blipFill>
                <a:blip r:embed="rId40"/>
                <a:stretch>
                  <a:fillRect/>
                </a:stretch>
              </p:blipFill>
              <p:spPr>
                <a:xfrm>
                  <a:off x="7643608" y="2795121"/>
                  <a:ext cx="246600" cy="204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1">
              <p14:nvContentPartPr>
                <p14:cNvPr id="34" name="Tinta 33">
                  <a:extLst>
                    <a:ext uri="{FF2B5EF4-FFF2-40B4-BE49-F238E27FC236}">
                      <a16:creationId xmlns:a16="http://schemas.microsoft.com/office/drawing/2014/main" id="{83D6331A-996F-58F9-2291-FD18A1EE882B}"/>
                    </a:ext>
                  </a:extLst>
                </p14:cNvPr>
                <p14:cNvContentPartPr/>
                <p14:nvPr/>
              </p14:nvContentPartPr>
              <p14:xfrm>
                <a:off x="7988488" y="2797641"/>
                <a:ext cx="186840" cy="147600"/>
              </p14:xfrm>
            </p:contentPart>
          </mc:Choice>
          <mc:Fallback>
            <p:pic>
              <p:nvPicPr>
                <p:cNvPr id="34" name="Tinta 33">
                  <a:extLst>
                    <a:ext uri="{FF2B5EF4-FFF2-40B4-BE49-F238E27FC236}">
                      <a16:creationId xmlns:a16="http://schemas.microsoft.com/office/drawing/2014/main" id="{83D6331A-996F-58F9-2291-FD18A1EE882B}"/>
                    </a:ext>
                  </a:extLst>
                </p:cNvPr>
                <p:cNvPicPr/>
                <p:nvPr/>
              </p:nvPicPr>
              <p:blipFill>
                <a:blip r:embed="rId42"/>
                <a:stretch>
                  <a:fillRect/>
                </a:stretch>
              </p:blipFill>
              <p:spPr>
                <a:xfrm>
                  <a:off x="7982368" y="2791521"/>
                  <a:ext cx="199080" cy="159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3">
              <p14:nvContentPartPr>
                <p14:cNvPr id="36" name="Tinta 35">
                  <a:extLst>
                    <a:ext uri="{FF2B5EF4-FFF2-40B4-BE49-F238E27FC236}">
                      <a16:creationId xmlns:a16="http://schemas.microsoft.com/office/drawing/2014/main" id="{C3C85BB2-4406-F748-050F-9429A9275C68}"/>
                    </a:ext>
                  </a:extLst>
                </p14:cNvPr>
                <p14:cNvContentPartPr/>
                <p14:nvPr/>
              </p14:nvContentPartPr>
              <p14:xfrm>
                <a:off x="8270368" y="2799081"/>
                <a:ext cx="349560" cy="178560"/>
              </p14:xfrm>
            </p:contentPart>
          </mc:Choice>
          <mc:Fallback>
            <p:pic>
              <p:nvPicPr>
                <p:cNvPr id="36" name="Tinta 35">
                  <a:extLst>
                    <a:ext uri="{FF2B5EF4-FFF2-40B4-BE49-F238E27FC236}">
                      <a16:creationId xmlns:a16="http://schemas.microsoft.com/office/drawing/2014/main" id="{C3C85BB2-4406-F748-050F-9429A9275C68}"/>
                    </a:ext>
                  </a:extLst>
                </p:cNvPr>
                <p:cNvPicPr/>
                <p:nvPr/>
              </p:nvPicPr>
              <p:blipFill>
                <a:blip r:embed="rId44"/>
                <a:stretch>
                  <a:fillRect/>
                </a:stretch>
              </p:blipFill>
              <p:spPr>
                <a:xfrm>
                  <a:off x="8264248" y="2792961"/>
                  <a:ext cx="361800" cy="190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5">
              <p14:nvContentPartPr>
                <p14:cNvPr id="37" name="Tinta 36">
                  <a:extLst>
                    <a:ext uri="{FF2B5EF4-FFF2-40B4-BE49-F238E27FC236}">
                      <a16:creationId xmlns:a16="http://schemas.microsoft.com/office/drawing/2014/main" id="{84D96BA3-A634-FE6A-E39C-137142E64D1A}"/>
                    </a:ext>
                  </a:extLst>
                </p14:cNvPr>
                <p14:cNvContentPartPr/>
                <p14:nvPr/>
              </p14:nvContentPartPr>
              <p14:xfrm>
                <a:off x="8686168" y="2804481"/>
                <a:ext cx="339120" cy="173160"/>
              </p14:xfrm>
            </p:contentPart>
          </mc:Choice>
          <mc:Fallback>
            <p:pic>
              <p:nvPicPr>
                <p:cNvPr id="37" name="Tinta 36">
                  <a:extLst>
                    <a:ext uri="{FF2B5EF4-FFF2-40B4-BE49-F238E27FC236}">
                      <a16:creationId xmlns:a16="http://schemas.microsoft.com/office/drawing/2014/main" id="{84D96BA3-A634-FE6A-E39C-137142E64D1A}"/>
                    </a:ext>
                  </a:extLst>
                </p:cNvPr>
                <p:cNvPicPr/>
                <p:nvPr/>
              </p:nvPicPr>
              <p:blipFill>
                <a:blip r:embed="rId46"/>
                <a:stretch>
                  <a:fillRect/>
                </a:stretch>
              </p:blipFill>
              <p:spPr>
                <a:xfrm>
                  <a:off x="8680048" y="2798361"/>
                  <a:ext cx="351360" cy="185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7">
              <p14:nvContentPartPr>
                <p14:cNvPr id="38" name="Tinta 37">
                  <a:extLst>
                    <a:ext uri="{FF2B5EF4-FFF2-40B4-BE49-F238E27FC236}">
                      <a16:creationId xmlns:a16="http://schemas.microsoft.com/office/drawing/2014/main" id="{5FB72336-BFC8-0AEB-EB02-11631669FD23}"/>
                    </a:ext>
                  </a:extLst>
                </p14:cNvPr>
                <p14:cNvContentPartPr/>
                <p14:nvPr/>
              </p14:nvContentPartPr>
              <p14:xfrm>
                <a:off x="7431568" y="3115881"/>
                <a:ext cx="1526400" cy="58680"/>
              </p14:xfrm>
            </p:contentPart>
          </mc:Choice>
          <mc:Fallback>
            <p:pic>
              <p:nvPicPr>
                <p:cNvPr id="38" name="Tinta 37">
                  <a:extLst>
                    <a:ext uri="{FF2B5EF4-FFF2-40B4-BE49-F238E27FC236}">
                      <a16:creationId xmlns:a16="http://schemas.microsoft.com/office/drawing/2014/main" id="{5FB72336-BFC8-0AEB-EB02-11631669FD23}"/>
                    </a:ext>
                  </a:extLst>
                </p:cNvPr>
                <p:cNvPicPr/>
                <p:nvPr/>
              </p:nvPicPr>
              <p:blipFill>
                <a:blip r:embed="rId48"/>
                <a:stretch>
                  <a:fillRect/>
                </a:stretch>
              </p:blipFill>
              <p:spPr>
                <a:xfrm>
                  <a:off x="7425448" y="3109761"/>
                  <a:ext cx="1538640" cy="70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9">
              <p14:nvContentPartPr>
                <p14:cNvPr id="40" name="Tinta 39">
                  <a:extLst>
                    <a:ext uri="{FF2B5EF4-FFF2-40B4-BE49-F238E27FC236}">
                      <a16:creationId xmlns:a16="http://schemas.microsoft.com/office/drawing/2014/main" id="{DC7C8950-111F-B7F4-E1EF-2A471AFCC681}"/>
                    </a:ext>
                  </a:extLst>
                </p14:cNvPr>
                <p14:cNvContentPartPr/>
                <p14:nvPr/>
              </p14:nvContentPartPr>
              <p14:xfrm>
                <a:off x="7989208" y="3235401"/>
                <a:ext cx="291960" cy="255600"/>
              </p14:xfrm>
            </p:contentPart>
          </mc:Choice>
          <mc:Fallback>
            <p:pic>
              <p:nvPicPr>
                <p:cNvPr id="40" name="Tinta 39">
                  <a:extLst>
                    <a:ext uri="{FF2B5EF4-FFF2-40B4-BE49-F238E27FC236}">
                      <a16:creationId xmlns:a16="http://schemas.microsoft.com/office/drawing/2014/main" id="{DC7C8950-111F-B7F4-E1EF-2A471AFCC681}"/>
                    </a:ext>
                  </a:extLst>
                </p:cNvPr>
                <p:cNvPicPr/>
                <p:nvPr/>
              </p:nvPicPr>
              <p:blipFill>
                <a:blip r:embed="rId50"/>
                <a:stretch>
                  <a:fillRect/>
                </a:stretch>
              </p:blipFill>
              <p:spPr>
                <a:xfrm>
                  <a:off x="7983088" y="3229281"/>
                  <a:ext cx="304200" cy="267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1">
              <p14:nvContentPartPr>
                <p14:cNvPr id="41" name="Tinta 40">
                  <a:extLst>
                    <a:ext uri="{FF2B5EF4-FFF2-40B4-BE49-F238E27FC236}">
                      <a16:creationId xmlns:a16="http://schemas.microsoft.com/office/drawing/2014/main" id="{114AFA3C-8105-1B93-45A0-8B485C94D6E0}"/>
                    </a:ext>
                  </a:extLst>
                </p14:cNvPr>
                <p14:cNvContentPartPr/>
                <p14:nvPr/>
              </p14:nvContentPartPr>
              <p14:xfrm>
                <a:off x="8221768" y="3326121"/>
                <a:ext cx="291960" cy="165240"/>
              </p14:xfrm>
            </p:contentPart>
          </mc:Choice>
          <mc:Fallback>
            <p:pic>
              <p:nvPicPr>
                <p:cNvPr id="41" name="Tinta 40">
                  <a:extLst>
                    <a:ext uri="{FF2B5EF4-FFF2-40B4-BE49-F238E27FC236}">
                      <a16:creationId xmlns:a16="http://schemas.microsoft.com/office/drawing/2014/main" id="{114AFA3C-8105-1B93-45A0-8B485C94D6E0}"/>
                    </a:ext>
                  </a:extLst>
                </p:cNvPr>
                <p:cNvPicPr/>
                <p:nvPr/>
              </p:nvPicPr>
              <p:blipFill>
                <a:blip r:embed="rId52"/>
                <a:stretch>
                  <a:fillRect/>
                </a:stretch>
              </p:blipFill>
              <p:spPr>
                <a:xfrm>
                  <a:off x="8215648" y="3320001"/>
                  <a:ext cx="304200" cy="177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3">
              <p14:nvContentPartPr>
                <p14:cNvPr id="43" name="Tinta 42">
                  <a:extLst>
                    <a:ext uri="{FF2B5EF4-FFF2-40B4-BE49-F238E27FC236}">
                      <a16:creationId xmlns:a16="http://schemas.microsoft.com/office/drawing/2014/main" id="{DF17623D-41CE-28BB-14A0-50231D808E34}"/>
                    </a:ext>
                  </a:extLst>
                </p14:cNvPr>
                <p14:cNvContentPartPr/>
                <p14:nvPr/>
              </p14:nvContentPartPr>
              <p14:xfrm>
                <a:off x="8268928" y="3210921"/>
                <a:ext cx="385920" cy="305640"/>
              </p14:xfrm>
            </p:contentPart>
          </mc:Choice>
          <mc:Fallback>
            <p:pic>
              <p:nvPicPr>
                <p:cNvPr id="43" name="Tinta 42">
                  <a:extLst>
                    <a:ext uri="{FF2B5EF4-FFF2-40B4-BE49-F238E27FC236}">
                      <a16:creationId xmlns:a16="http://schemas.microsoft.com/office/drawing/2014/main" id="{DF17623D-41CE-28BB-14A0-50231D808E34}"/>
                    </a:ext>
                  </a:extLst>
                </p:cNvPr>
                <p:cNvPicPr/>
                <p:nvPr/>
              </p:nvPicPr>
              <p:blipFill>
                <a:blip r:embed="rId54"/>
                <a:stretch>
                  <a:fillRect/>
                </a:stretch>
              </p:blipFill>
              <p:spPr>
                <a:xfrm>
                  <a:off x="8262808" y="3204801"/>
                  <a:ext cx="398160" cy="317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5">
              <p14:nvContentPartPr>
                <p14:cNvPr id="44" name="Tinta 43">
                  <a:extLst>
                    <a:ext uri="{FF2B5EF4-FFF2-40B4-BE49-F238E27FC236}">
                      <a16:creationId xmlns:a16="http://schemas.microsoft.com/office/drawing/2014/main" id="{12321513-5B3E-E1B5-06E6-5AF33E9DA6E4}"/>
                    </a:ext>
                  </a:extLst>
                </p14:cNvPr>
                <p14:cNvContentPartPr/>
                <p14:nvPr/>
              </p14:nvContentPartPr>
              <p14:xfrm>
                <a:off x="8769688" y="2754441"/>
                <a:ext cx="397800" cy="281880"/>
              </p14:xfrm>
            </p:contentPart>
          </mc:Choice>
          <mc:Fallback>
            <p:pic>
              <p:nvPicPr>
                <p:cNvPr id="44" name="Tinta 43">
                  <a:extLst>
                    <a:ext uri="{FF2B5EF4-FFF2-40B4-BE49-F238E27FC236}">
                      <a16:creationId xmlns:a16="http://schemas.microsoft.com/office/drawing/2014/main" id="{12321513-5B3E-E1B5-06E6-5AF33E9DA6E4}"/>
                    </a:ext>
                  </a:extLst>
                </p:cNvPr>
                <p:cNvPicPr/>
                <p:nvPr/>
              </p:nvPicPr>
              <p:blipFill>
                <a:blip r:embed="rId56"/>
                <a:stretch>
                  <a:fillRect/>
                </a:stretch>
              </p:blipFill>
              <p:spPr>
                <a:xfrm>
                  <a:off x="8763568" y="2748321"/>
                  <a:ext cx="410040" cy="294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7">
              <p14:nvContentPartPr>
                <p14:cNvPr id="45" name="Tinta 44">
                  <a:extLst>
                    <a:ext uri="{FF2B5EF4-FFF2-40B4-BE49-F238E27FC236}">
                      <a16:creationId xmlns:a16="http://schemas.microsoft.com/office/drawing/2014/main" id="{99C4D226-DB09-57CD-47C3-496A6F005150}"/>
                    </a:ext>
                  </a:extLst>
                </p14:cNvPr>
                <p14:cNvContentPartPr/>
                <p14:nvPr/>
              </p14:nvContentPartPr>
              <p14:xfrm>
                <a:off x="9364408" y="2974401"/>
                <a:ext cx="59040" cy="30240"/>
              </p14:xfrm>
            </p:contentPart>
          </mc:Choice>
          <mc:Fallback>
            <p:pic>
              <p:nvPicPr>
                <p:cNvPr id="45" name="Tinta 44">
                  <a:extLst>
                    <a:ext uri="{FF2B5EF4-FFF2-40B4-BE49-F238E27FC236}">
                      <a16:creationId xmlns:a16="http://schemas.microsoft.com/office/drawing/2014/main" id="{99C4D226-DB09-57CD-47C3-496A6F005150}"/>
                    </a:ext>
                  </a:extLst>
                </p:cNvPr>
                <p:cNvPicPr/>
                <p:nvPr/>
              </p:nvPicPr>
              <p:blipFill>
                <a:blip r:embed="rId58"/>
                <a:stretch>
                  <a:fillRect/>
                </a:stretch>
              </p:blipFill>
              <p:spPr>
                <a:xfrm>
                  <a:off x="9358288" y="2968281"/>
                  <a:ext cx="71280" cy="42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9">
              <p14:nvContentPartPr>
                <p14:cNvPr id="46" name="Tinta 45">
                  <a:extLst>
                    <a:ext uri="{FF2B5EF4-FFF2-40B4-BE49-F238E27FC236}">
                      <a16:creationId xmlns:a16="http://schemas.microsoft.com/office/drawing/2014/main" id="{A1927FB9-119B-CC98-05D1-0D1C49AC77FC}"/>
                    </a:ext>
                  </a:extLst>
                </p14:cNvPr>
                <p14:cNvContentPartPr/>
                <p14:nvPr/>
              </p14:nvContentPartPr>
              <p14:xfrm>
                <a:off x="9237328" y="3064041"/>
                <a:ext cx="68400" cy="7200"/>
              </p14:xfrm>
            </p:contentPart>
          </mc:Choice>
          <mc:Fallback>
            <p:pic>
              <p:nvPicPr>
                <p:cNvPr id="46" name="Tinta 45">
                  <a:extLst>
                    <a:ext uri="{FF2B5EF4-FFF2-40B4-BE49-F238E27FC236}">
                      <a16:creationId xmlns:a16="http://schemas.microsoft.com/office/drawing/2014/main" id="{A1927FB9-119B-CC98-05D1-0D1C49AC77FC}"/>
                    </a:ext>
                  </a:extLst>
                </p:cNvPr>
                <p:cNvPicPr/>
                <p:nvPr/>
              </p:nvPicPr>
              <p:blipFill>
                <a:blip r:embed="rId60"/>
                <a:stretch>
                  <a:fillRect/>
                </a:stretch>
              </p:blipFill>
              <p:spPr>
                <a:xfrm>
                  <a:off x="9231208" y="3057921"/>
                  <a:ext cx="80640" cy="194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57" name="Agrupar 56">
            <a:extLst>
              <a:ext uri="{FF2B5EF4-FFF2-40B4-BE49-F238E27FC236}">
                <a16:creationId xmlns:a16="http://schemas.microsoft.com/office/drawing/2014/main" id="{3F87ECE2-3E93-38F0-470D-1018AD4B33D9}"/>
              </a:ext>
            </a:extLst>
          </p:cNvPr>
          <p:cNvGrpSpPr/>
          <p:nvPr/>
        </p:nvGrpSpPr>
        <p:grpSpPr>
          <a:xfrm>
            <a:off x="9843928" y="2764161"/>
            <a:ext cx="2692080" cy="376920"/>
            <a:chOff x="9843928" y="2764161"/>
            <a:chExt cx="2692080" cy="3769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61">
              <p14:nvContentPartPr>
                <p14:cNvPr id="48" name="Tinta 47">
                  <a:extLst>
                    <a:ext uri="{FF2B5EF4-FFF2-40B4-BE49-F238E27FC236}">
                      <a16:creationId xmlns:a16="http://schemas.microsoft.com/office/drawing/2014/main" id="{744995C5-E97C-75F4-3E88-9368A2B54337}"/>
                    </a:ext>
                  </a:extLst>
                </p14:cNvPr>
                <p14:cNvContentPartPr/>
                <p14:nvPr/>
              </p14:nvContentPartPr>
              <p14:xfrm>
                <a:off x="9843928" y="2831121"/>
                <a:ext cx="419040" cy="261000"/>
              </p14:xfrm>
            </p:contentPart>
          </mc:Choice>
          <mc:Fallback>
            <p:pic>
              <p:nvPicPr>
                <p:cNvPr id="48" name="Tinta 47">
                  <a:extLst>
                    <a:ext uri="{FF2B5EF4-FFF2-40B4-BE49-F238E27FC236}">
                      <a16:creationId xmlns:a16="http://schemas.microsoft.com/office/drawing/2014/main" id="{744995C5-E97C-75F4-3E88-9368A2B54337}"/>
                    </a:ext>
                  </a:extLst>
                </p:cNvPr>
                <p:cNvPicPr/>
                <p:nvPr/>
              </p:nvPicPr>
              <p:blipFill>
                <a:blip r:embed="rId62"/>
                <a:stretch>
                  <a:fillRect/>
                </a:stretch>
              </p:blipFill>
              <p:spPr>
                <a:xfrm>
                  <a:off x="9837808" y="2825001"/>
                  <a:ext cx="431280" cy="273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3">
              <p14:nvContentPartPr>
                <p14:cNvPr id="49" name="Tinta 48">
                  <a:extLst>
                    <a:ext uri="{FF2B5EF4-FFF2-40B4-BE49-F238E27FC236}">
                      <a16:creationId xmlns:a16="http://schemas.microsoft.com/office/drawing/2014/main" id="{76F5D402-813D-63DD-DFD0-156FEE57ED28}"/>
                    </a:ext>
                  </a:extLst>
                </p14:cNvPr>
                <p14:cNvContentPartPr/>
                <p14:nvPr/>
              </p14:nvContentPartPr>
              <p14:xfrm>
                <a:off x="10226248" y="2891601"/>
                <a:ext cx="327240" cy="206280"/>
              </p14:xfrm>
            </p:contentPart>
          </mc:Choice>
          <mc:Fallback>
            <p:pic>
              <p:nvPicPr>
                <p:cNvPr id="49" name="Tinta 48">
                  <a:extLst>
                    <a:ext uri="{FF2B5EF4-FFF2-40B4-BE49-F238E27FC236}">
                      <a16:creationId xmlns:a16="http://schemas.microsoft.com/office/drawing/2014/main" id="{76F5D402-813D-63DD-DFD0-156FEE57ED28}"/>
                    </a:ext>
                  </a:extLst>
                </p:cNvPr>
                <p:cNvPicPr/>
                <p:nvPr/>
              </p:nvPicPr>
              <p:blipFill>
                <a:blip r:embed="rId64"/>
                <a:stretch>
                  <a:fillRect/>
                </a:stretch>
              </p:blipFill>
              <p:spPr>
                <a:xfrm>
                  <a:off x="10220128" y="2885481"/>
                  <a:ext cx="339480" cy="218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5">
              <p14:nvContentPartPr>
                <p14:cNvPr id="50" name="Tinta 49">
                  <a:extLst>
                    <a:ext uri="{FF2B5EF4-FFF2-40B4-BE49-F238E27FC236}">
                      <a16:creationId xmlns:a16="http://schemas.microsoft.com/office/drawing/2014/main" id="{4D2B5806-926F-BA9D-8E83-569774994EBB}"/>
                    </a:ext>
                  </a:extLst>
                </p14:cNvPr>
                <p14:cNvContentPartPr/>
                <p14:nvPr/>
              </p14:nvContentPartPr>
              <p14:xfrm>
                <a:off x="10531168" y="2889081"/>
                <a:ext cx="268200" cy="181440"/>
              </p14:xfrm>
            </p:contentPart>
          </mc:Choice>
          <mc:Fallback>
            <p:pic>
              <p:nvPicPr>
                <p:cNvPr id="50" name="Tinta 49">
                  <a:extLst>
                    <a:ext uri="{FF2B5EF4-FFF2-40B4-BE49-F238E27FC236}">
                      <a16:creationId xmlns:a16="http://schemas.microsoft.com/office/drawing/2014/main" id="{4D2B5806-926F-BA9D-8E83-569774994EBB}"/>
                    </a:ext>
                  </a:extLst>
                </p:cNvPr>
                <p:cNvPicPr/>
                <p:nvPr/>
              </p:nvPicPr>
              <p:blipFill>
                <a:blip r:embed="rId66"/>
                <a:stretch>
                  <a:fillRect/>
                </a:stretch>
              </p:blipFill>
              <p:spPr>
                <a:xfrm>
                  <a:off x="10525048" y="2882961"/>
                  <a:ext cx="280440" cy="193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7">
              <p14:nvContentPartPr>
                <p14:cNvPr id="51" name="Tinta 50">
                  <a:extLst>
                    <a:ext uri="{FF2B5EF4-FFF2-40B4-BE49-F238E27FC236}">
                      <a16:creationId xmlns:a16="http://schemas.microsoft.com/office/drawing/2014/main" id="{BF5B93B3-3D2A-7198-7592-91641C43D991}"/>
                    </a:ext>
                  </a:extLst>
                </p14:cNvPr>
                <p14:cNvContentPartPr/>
                <p14:nvPr/>
              </p14:nvContentPartPr>
              <p14:xfrm>
                <a:off x="10809088" y="2850921"/>
                <a:ext cx="328320" cy="200520"/>
              </p14:xfrm>
            </p:contentPart>
          </mc:Choice>
          <mc:Fallback>
            <p:pic>
              <p:nvPicPr>
                <p:cNvPr id="51" name="Tinta 50">
                  <a:extLst>
                    <a:ext uri="{FF2B5EF4-FFF2-40B4-BE49-F238E27FC236}">
                      <a16:creationId xmlns:a16="http://schemas.microsoft.com/office/drawing/2014/main" id="{BF5B93B3-3D2A-7198-7592-91641C43D991}"/>
                    </a:ext>
                  </a:extLst>
                </p:cNvPr>
                <p:cNvPicPr/>
                <p:nvPr/>
              </p:nvPicPr>
              <p:blipFill>
                <a:blip r:embed="rId68"/>
                <a:stretch>
                  <a:fillRect/>
                </a:stretch>
              </p:blipFill>
              <p:spPr>
                <a:xfrm>
                  <a:off x="10802968" y="2844801"/>
                  <a:ext cx="340560" cy="212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9">
              <p14:nvContentPartPr>
                <p14:cNvPr id="53" name="Tinta 52">
                  <a:extLst>
                    <a:ext uri="{FF2B5EF4-FFF2-40B4-BE49-F238E27FC236}">
                      <a16:creationId xmlns:a16="http://schemas.microsoft.com/office/drawing/2014/main" id="{7CD082E2-CCED-A5E6-2D26-5C9EA87B6FFE}"/>
                    </a:ext>
                  </a:extLst>
                </p14:cNvPr>
                <p14:cNvContentPartPr/>
                <p14:nvPr/>
              </p14:nvContentPartPr>
              <p14:xfrm>
                <a:off x="11358088" y="2953521"/>
                <a:ext cx="290880" cy="180360"/>
              </p14:xfrm>
            </p:contentPart>
          </mc:Choice>
          <mc:Fallback>
            <p:pic>
              <p:nvPicPr>
                <p:cNvPr id="53" name="Tinta 52">
                  <a:extLst>
                    <a:ext uri="{FF2B5EF4-FFF2-40B4-BE49-F238E27FC236}">
                      <a16:creationId xmlns:a16="http://schemas.microsoft.com/office/drawing/2014/main" id="{7CD082E2-CCED-A5E6-2D26-5C9EA87B6FFE}"/>
                    </a:ext>
                  </a:extLst>
                </p:cNvPr>
                <p:cNvPicPr/>
                <p:nvPr/>
              </p:nvPicPr>
              <p:blipFill>
                <a:blip r:embed="rId70"/>
                <a:stretch>
                  <a:fillRect/>
                </a:stretch>
              </p:blipFill>
              <p:spPr>
                <a:xfrm>
                  <a:off x="11351968" y="2947401"/>
                  <a:ext cx="303120" cy="192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1">
              <p14:nvContentPartPr>
                <p14:cNvPr id="54" name="Tinta 53">
                  <a:extLst>
                    <a:ext uri="{FF2B5EF4-FFF2-40B4-BE49-F238E27FC236}">
                      <a16:creationId xmlns:a16="http://schemas.microsoft.com/office/drawing/2014/main" id="{1D6B69EC-BABC-A847-6C14-EEA6B7BB5186}"/>
                    </a:ext>
                  </a:extLst>
                </p14:cNvPr>
                <p14:cNvContentPartPr/>
                <p14:nvPr/>
              </p14:nvContentPartPr>
              <p14:xfrm>
                <a:off x="11673088" y="2764161"/>
                <a:ext cx="338760" cy="376920"/>
              </p14:xfrm>
            </p:contentPart>
          </mc:Choice>
          <mc:Fallback>
            <p:pic>
              <p:nvPicPr>
                <p:cNvPr id="54" name="Tinta 53">
                  <a:extLst>
                    <a:ext uri="{FF2B5EF4-FFF2-40B4-BE49-F238E27FC236}">
                      <a16:creationId xmlns:a16="http://schemas.microsoft.com/office/drawing/2014/main" id="{1D6B69EC-BABC-A847-6C14-EEA6B7BB5186}"/>
                    </a:ext>
                  </a:extLst>
                </p:cNvPr>
                <p:cNvPicPr/>
                <p:nvPr/>
              </p:nvPicPr>
              <p:blipFill>
                <a:blip r:embed="rId72"/>
                <a:stretch>
                  <a:fillRect/>
                </a:stretch>
              </p:blipFill>
              <p:spPr>
                <a:xfrm>
                  <a:off x="11666968" y="2758041"/>
                  <a:ext cx="351000" cy="389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3">
              <p14:nvContentPartPr>
                <p14:cNvPr id="55" name="Tinta 54">
                  <a:extLst>
                    <a:ext uri="{FF2B5EF4-FFF2-40B4-BE49-F238E27FC236}">
                      <a16:creationId xmlns:a16="http://schemas.microsoft.com/office/drawing/2014/main" id="{EABEACD9-8BF6-F158-C862-0B12F890B881}"/>
                    </a:ext>
                  </a:extLst>
                </p14:cNvPr>
                <p14:cNvContentPartPr/>
                <p14:nvPr/>
              </p14:nvContentPartPr>
              <p14:xfrm>
                <a:off x="11778928" y="2996361"/>
                <a:ext cx="280080" cy="104040"/>
              </p14:xfrm>
            </p:contentPart>
          </mc:Choice>
          <mc:Fallback>
            <p:pic>
              <p:nvPicPr>
                <p:cNvPr id="55" name="Tinta 54">
                  <a:extLst>
                    <a:ext uri="{FF2B5EF4-FFF2-40B4-BE49-F238E27FC236}">
                      <a16:creationId xmlns:a16="http://schemas.microsoft.com/office/drawing/2014/main" id="{EABEACD9-8BF6-F158-C862-0B12F890B881}"/>
                    </a:ext>
                  </a:extLst>
                </p:cNvPr>
                <p:cNvPicPr/>
                <p:nvPr/>
              </p:nvPicPr>
              <p:blipFill>
                <a:blip r:embed="rId74"/>
                <a:stretch>
                  <a:fillRect/>
                </a:stretch>
              </p:blipFill>
              <p:spPr>
                <a:xfrm>
                  <a:off x="11772808" y="2990241"/>
                  <a:ext cx="292320" cy="116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5">
              <p14:nvContentPartPr>
                <p14:cNvPr id="56" name="Tinta 55">
                  <a:extLst>
                    <a:ext uri="{FF2B5EF4-FFF2-40B4-BE49-F238E27FC236}">
                      <a16:creationId xmlns:a16="http://schemas.microsoft.com/office/drawing/2014/main" id="{BDDD8D26-CEC5-AD64-5019-86E06A78E39A}"/>
                    </a:ext>
                  </a:extLst>
                </p14:cNvPr>
                <p14:cNvContentPartPr/>
                <p14:nvPr/>
              </p14:nvContentPartPr>
              <p14:xfrm>
                <a:off x="12141448" y="2776041"/>
                <a:ext cx="394560" cy="145800"/>
              </p14:xfrm>
            </p:contentPart>
          </mc:Choice>
          <mc:Fallback>
            <p:pic>
              <p:nvPicPr>
                <p:cNvPr id="56" name="Tinta 55">
                  <a:extLst>
                    <a:ext uri="{FF2B5EF4-FFF2-40B4-BE49-F238E27FC236}">
                      <a16:creationId xmlns:a16="http://schemas.microsoft.com/office/drawing/2014/main" id="{BDDD8D26-CEC5-AD64-5019-86E06A78E39A}"/>
                    </a:ext>
                  </a:extLst>
                </p:cNvPr>
                <p:cNvPicPr/>
                <p:nvPr/>
              </p:nvPicPr>
              <p:blipFill>
                <a:blip r:embed="rId76"/>
                <a:stretch>
                  <a:fillRect/>
                </a:stretch>
              </p:blipFill>
              <p:spPr>
                <a:xfrm>
                  <a:off x="12135328" y="2769921"/>
                  <a:ext cx="406800" cy="1580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59" name="Agrupar 58">
            <a:extLst>
              <a:ext uri="{FF2B5EF4-FFF2-40B4-BE49-F238E27FC236}">
                <a16:creationId xmlns:a16="http://schemas.microsoft.com/office/drawing/2014/main" id="{40CCFE58-5FB6-93F3-44B5-DD956E0C7C69}"/>
              </a:ext>
            </a:extLst>
          </p:cNvPr>
          <p:cNvGrpSpPr/>
          <p:nvPr/>
        </p:nvGrpSpPr>
        <p:grpSpPr>
          <a:xfrm>
            <a:off x="957328" y="2659401"/>
            <a:ext cx="851400" cy="498240"/>
            <a:chOff x="957328" y="2659401"/>
            <a:chExt cx="851400" cy="4982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77">
              <p14:nvContentPartPr>
                <p14:cNvPr id="5" name="Tinta 4">
                  <a:extLst>
                    <a:ext uri="{FF2B5EF4-FFF2-40B4-BE49-F238E27FC236}">
                      <a16:creationId xmlns:a16="http://schemas.microsoft.com/office/drawing/2014/main" id="{2CE4CC83-745E-0800-A0BE-0D2B191A998E}"/>
                    </a:ext>
                  </a:extLst>
                </p14:cNvPr>
                <p14:cNvContentPartPr/>
                <p14:nvPr/>
              </p14:nvContentPartPr>
              <p14:xfrm>
                <a:off x="969208" y="2818521"/>
                <a:ext cx="315360" cy="168480"/>
              </p14:xfrm>
            </p:contentPart>
          </mc:Choice>
          <mc:Fallback>
            <p:pic>
              <p:nvPicPr>
                <p:cNvPr id="5" name="Tinta 4">
                  <a:extLst>
                    <a:ext uri="{FF2B5EF4-FFF2-40B4-BE49-F238E27FC236}">
                      <a16:creationId xmlns:a16="http://schemas.microsoft.com/office/drawing/2014/main" id="{2CE4CC83-745E-0800-A0BE-0D2B191A998E}"/>
                    </a:ext>
                  </a:extLst>
                </p:cNvPr>
                <p:cNvPicPr/>
                <p:nvPr/>
              </p:nvPicPr>
              <p:blipFill>
                <a:blip r:embed="rId78"/>
                <a:stretch>
                  <a:fillRect/>
                </a:stretch>
              </p:blipFill>
              <p:spPr>
                <a:xfrm>
                  <a:off x="963088" y="2812401"/>
                  <a:ext cx="327600" cy="180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9">
              <p14:nvContentPartPr>
                <p14:cNvPr id="6" name="Tinta 5">
                  <a:extLst>
                    <a:ext uri="{FF2B5EF4-FFF2-40B4-BE49-F238E27FC236}">
                      <a16:creationId xmlns:a16="http://schemas.microsoft.com/office/drawing/2014/main" id="{30185A9E-24B5-78A9-EFFB-E198B79F2807}"/>
                    </a:ext>
                  </a:extLst>
                </p14:cNvPr>
                <p14:cNvContentPartPr/>
                <p14:nvPr/>
              </p14:nvContentPartPr>
              <p14:xfrm>
                <a:off x="1331368" y="2959281"/>
                <a:ext cx="127440" cy="92520"/>
              </p14:xfrm>
            </p:contentPart>
          </mc:Choice>
          <mc:Fallback>
            <p:pic>
              <p:nvPicPr>
                <p:cNvPr id="6" name="Tinta 5">
                  <a:extLst>
                    <a:ext uri="{FF2B5EF4-FFF2-40B4-BE49-F238E27FC236}">
                      <a16:creationId xmlns:a16="http://schemas.microsoft.com/office/drawing/2014/main" id="{30185A9E-24B5-78A9-EFFB-E198B79F2807}"/>
                    </a:ext>
                  </a:extLst>
                </p:cNvPr>
                <p:cNvPicPr/>
                <p:nvPr/>
              </p:nvPicPr>
              <p:blipFill>
                <a:blip r:embed="rId80"/>
                <a:stretch>
                  <a:fillRect/>
                </a:stretch>
              </p:blipFill>
              <p:spPr>
                <a:xfrm>
                  <a:off x="1325248" y="2953161"/>
                  <a:ext cx="139680" cy="104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1">
              <p14:nvContentPartPr>
                <p14:cNvPr id="7" name="Tinta 6">
                  <a:extLst>
                    <a:ext uri="{FF2B5EF4-FFF2-40B4-BE49-F238E27FC236}">
                      <a16:creationId xmlns:a16="http://schemas.microsoft.com/office/drawing/2014/main" id="{DACC132A-4AA6-02FF-9343-8E27D433DCA5}"/>
                    </a:ext>
                  </a:extLst>
                </p14:cNvPr>
                <p14:cNvContentPartPr/>
                <p14:nvPr/>
              </p14:nvContentPartPr>
              <p14:xfrm>
                <a:off x="1714408" y="2890881"/>
                <a:ext cx="94320" cy="17280"/>
              </p14:xfrm>
            </p:contentPart>
          </mc:Choice>
          <mc:Fallback>
            <p:pic>
              <p:nvPicPr>
                <p:cNvPr id="7" name="Tinta 6">
                  <a:extLst>
                    <a:ext uri="{FF2B5EF4-FFF2-40B4-BE49-F238E27FC236}">
                      <a16:creationId xmlns:a16="http://schemas.microsoft.com/office/drawing/2014/main" id="{DACC132A-4AA6-02FF-9343-8E27D433DCA5}"/>
                    </a:ext>
                  </a:extLst>
                </p:cNvPr>
                <p:cNvPicPr/>
                <p:nvPr/>
              </p:nvPicPr>
              <p:blipFill>
                <a:blip r:embed="rId82"/>
                <a:stretch>
                  <a:fillRect/>
                </a:stretch>
              </p:blipFill>
              <p:spPr>
                <a:xfrm>
                  <a:off x="1708288" y="2884761"/>
                  <a:ext cx="106560" cy="29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3">
              <p14:nvContentPartPr>
                <p14:cNvPr id="8" name="Tinta 7">
                  <a:extLst>
                    <a:ext uri="{FF2B5EF4-FFF2-40B4-BE49-F238E27FC236}">
                      <a16:creationId xmlns:a16="http://schemas.microsoft.com/office/drawing/2014/main" id="{4B6A653C-9778-E213-AB0C-7EA541202F37}"/>
                    </a:ext>
                  </a:extLst>
                </p14:cNvPr>
                <p14:cNvContentPartPr/>
                <p14:nvPr/>
              </p14:nvContentPartPr>
              <p14:xfrm>
                <a:off x="1658248" y="2930121"/>
                <a:ext cx="103680" cy="4680"/>
              </p14:xfrm>
            </p:contentPart>
          </mc:Choice>
          <mc:Fallback>
            <p:pic>
              <p:nvPicPr>
                <p:cNvPr id="8" name="Tinta 7">
                  <a:extLst>
                    <a:ext uri="{FF2B5EF4-FFF2-40B4-BE49-F238E27FC236}">
                      <a16:creationId xmlns:a16="http://schemas.microsoft.com/office/drawing/2014/main" id="{4B6A653C-9778-E213-AB0C-7EA541202F37}"/>
                    </a:ext>
                  </a:extLst>
                </p:cNvPr>
                <p:cNvPicPr/>
                <p:nvPr/>
              </p:nvPicPr>
              <p:blipFill>
                <a:blip r:embed="rId84"/>
                <a:stretch>
                  <a:fillRect/>
                </a:stretch>
              </p:blipFill>
              <p:spPr>
                <a:xfrm>
                  <a:off x="1652128" y="2924001"/>
                  <a:ext cx="115920" cy="16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5">
              <p14:nvContentPartPr>
                <p14:cNvPr id="58" name="Tinta 57">
                  <a:extLst>
                    <a:ext uri="{FF2B5EF4-FFF2-40B4-BE49-F238E27FC236}">
                      <a16:creationId xmlns:a16="http://schemas.microsoft.com/office/drawing/2014/main" id="{820BC198-D2CA-2C56-B915-1125FACD97D0}"/>
                    </a:ext>
                  </a:extLst>
                </p14:cNvPr>
                <p14:cNvContentPartPr/>
                <p14:nvPr/>
              </p14:nvContentPartPr>
              <p14:xfrm>
                <a:off x="957328" y="2659401"/>
                <a:ext cx="781560" cy="498240"/>
              </p14:xfrm>
            </p:contentPart>
          </mc:Choice>
          <mc:Fallback>
            <p:pic>
              <p:nvPicPr>
                <p:cNvPr id="58" name="Tinta 57">
                  <a:extLst>
                    <a:ext uri="{FF2B5EF4-FFF2-40B4-BE49-F238E27FC236}">
                      <a16:creationId xmlns:a16="http://schemas.microsoft.com/office/drawing/2014/main" id="{820BC198-D2CA-2C56-B915-1125FACD97D0}"/>
                    </a:ext>
                  </a:extLst>
                </p:cNvPr>
                <p:cNvPicPr/>
                <p:nvPr/>
              </p:nvPicPr>
              <p:blipFill>
                <a:blip r:embed="rId86"/>
                <a:stretch>
                  <a:fillRect/>
                </a:stretch>
              </p:blipFill>
              <p:spPr>
                <a:xfrm>
                  <a:off x="951208" y="2653281"/>
                  <a:ext cx="793800" cy="510480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249747081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A078AB8-ED3E-BC5C-FCC6-6A925836F8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pt-BR"/>
          </a:p>
        </p:txBody>
      </p:sp>
      <p:pic>
        <p:nvPicPr>
          <p:cNvPr id="4" name="Espaço Reservado para Conteúdo 5">
            <a:extLst>
              <a:ext uri="{FF2B5EF4-FFF2-40B4-BE49-F238E27FC236}">
                <a16:creationId xmlns:a16="http://schemas.microsoft.com/office/drawing/2014/main" id="{63CB313D-1511-FEC2-8B06-20E7EA14B38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926809" y="230242"/>
            <a:ext cx="9906000" cy="1866846"/>
          </a:xfrm>
        </p:spPr>
      </p:pic>
      <p:grpSp>
        <p:nvGrpSpPr>
          <p:cNvPr id="7" name="Agrupar 6">
            <a:extLst>
              <a:ext uri="{FF2B5EF4-FFF2-40B4-BE49-F238E27FC236}">
                <a16:creationId xmlns:a16="http://schemas.microsoft.com/office/drawing/2014/main" id="{9663084B-2501-58D6-3392-A35B813135D1}"/>
              </a:ext>
            </a:extLst>
          </p:cNvPr>
          <p:cNvGrpSpPr/>
          <p:nvPr/>
        </p:nvGrpSpPr>
        <p:grpSpPr>
          <a:xfrm>
            <a:off x="1143088" y="2864601"/>
            <a:ext cx="766800" cy="299880"/>
            <a:chOff x="1143088" y="2864601"/>
            <a:chExt cx="766800" cy="2998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3">
              <p14:nvContentPartPr>
                <p14:cNvPr id="5" name="Tinta 4">
                  <a:extLst>
                    <a:ext uri="{FF2B5EF4-FFF2-40B4-BE49-F238E27FC236}">
                      <a16:creationId xmlns:a16="http://schemas.microsoft.com/office/drawing/2014/main" id="{D5AC635C-6138-5BBD-AACF-E9DFA25044E6}"/>
                    </a:ext>
                  </a:extLst>
                </p14:cNvPr>
                <p14:cNvContentPartPr/>
                <p14:nvPr/>
              </p14:nvContentPartPr>
              <p14:xfrm>
                <a:off x="1143088" y="2864601"/>
                <a:ext cx="315720" cy="299880"/>
              </p14:xfrm>
            </p:contentPart>
          </mc:Choice>
          <mc:Fallback>
            <p:pic>
              <p:nvPicPr>
                <p:cNvPr id="5" name="Tinta 4">
                  <a:extLst>
                    <a:ext uri="{FF2B5EF4-FFF2-40B4-BE49-F238E27FC236}">
                      <a16:creationId xmlns:a16="http://schemas.microsoft.com/office/drawing/2014/main" id="{D5AC635C-6138-5BBD-AACF-E9DFA25044E6}"/>
                    </a:ext>
                  </a:extLst>
                </p:cNvPr>
                <p:cNvPicPr/>
                <p:nvPr/>
              </p:nvPicPr>
              <p:blipFill>
                <a:blip r:embed="rId4"/>
                <a:stretch>
                  <a:fillRect/>
                </a:stretch>
              </p:blipFill>
              <p:spPr>
                <a:xfrm>
                  <a:off x="1136968" y="2858481"/>
                  <a:ext cx="327960" cy="312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">
              <p14:nvContentPartPr>
                <p14:cNvPr id="6" name="Tinta 5">
                  <a:extLst>
                    <a:ext uri="{FF2B5EF4-FFF2-40B4-BE49-F238E27FC236}">
                      <a16:creationId xmlns:a16="http://schemas.microsoft.com/office/drawing/2014/main" id="{DFA658C4-14A3-BE88-A139-3FAB0967DDE3}"/>
                    </a:ext>
                  </a:extLst>
                </p14:cNvPr>
                <p14:cNvContentPartPr/>
                <p14:nvPr/>
              </p14:nvContentPartPr>
              <p14:xfrm>
                <a:off x="1587688" y="2966841"/>
                <a:ext cx="322200" cy="174960"/>
              </p14:xfrm>
            </p:contentPart>
          </mc:Choice>
          <mc:Fallback>
            <p:pic>
              <p:nvPicPr>
                <p:cNvPr id="6" name="Tinta 5">
                  <a:extLst>
                    <a:ext uri="{FF2B5EF4-FFF2-40B4-BE49-F238E27FC236}">
                      <a16:creationId xmlns:a16="http://schemas.microsoft.com/office/drawing/2014/main" id="{DFA658C4-14A3-BE88-A139-3FAB0967DDE3}"/>
                    </a:ext>
                  </a:extLst>
                </p:cNvPr>
                <p:cNvPicPr/>
                <p:nvPr/>
              </p:nvPicPr>
              <p:blipFill>
                <a:blip r:embed="rId6"/>
                <a:stretch>
                  <a:fillRect/>
                </a:stretch>
              </p:blipFill>
              <p:spPr>
                <a:xfrm>
                  <a:off x="1581568" y="2960721"/>
                  <a:ext cx="334440" cy="18720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7">
            <p14:nvContentPartPr>
              <p14:cNvPr id="8" name="Tinta 7">
                <a:extLst>
                  <a:ext uri="{FF2B5EF4-FFF2-40B4-BE49-F238E27FC236}">
                    <a16:creationId xmlns:a16="http://schemas.microsoft.com/office/drawing/2014/main" id="{A96197C1-747E-D4A0-B306-80C4B246A927}"/>
                  </a:ext>
                </a:extLst>
              </p14:cNvPr>
              <p14:cNvContentPartPr/>
              <p14:nvPr/>
            </p14:nvContentPartPr>
            <p14:xfrm>
              <a:off x="1949848" y="2553561"/>
              <a:ext cx="324360" cy="141120"/>
            </p14:xfrm>
          </p:contentPart>
        </mc:Choice>
        <mc:Fallback>
          <p:pic>
            <p:nvPicPr>
              <p:cNvPr id="8" name="Tinta 7">
                <a:extLst>
                  <a:ext uri="{FF2B5EF4-FFF2-40B4-BE49-F238E27FC236}">
                    <a16:creationId xmlns:a16="http://schemas.microsoft.com/office/drawing/2014/main" id="{A96197C1-747E-D4A0-B306-80C4B246A927}"/>
                  </a:ext>
                </a:extLst>
              </p:cNvPr>
              <p:cNvPicPr/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1943728" y="2547441"/>
                <a:ext cx="336600" cy="153360"/>
              </a:xfrm>
              <a:prstGeom prst="rect">
                <a:avLst/>
              </a:prstGeom>
            </p:spPr>
          </p:pic>
        </mc:Fallback>
      </mc:AlternateContent>
      <p:grpSp>
        <p:nvGrpSpPr>
          <p:cNvPr id="15" name="Agrupar 14">
            <a:extLst>
              <a:ext uri="{FF2B5EF4-FFF2-40B4-BE49-F238E27FC236}">
                <a16:creationId xmlns:a16="http://schemas.microsoft.com/office/drawing/2014/main" id="{73B9ABC2-62EC-CD5D-0B7C-3130EAF7AAE9}"/>
              </a:ext>
            </a:extLst>
          </p:cNvPr>
          <p:cNvGrpSpPr/>
          <p:nvPr/>
        </p:nvGrpSpPr>
        <p:grpSpPr>
          <a:xfrm>
            <a:off x="2904208" y="3009681"/>
            <a:ext cx="303480" cy="138600"/>
            <a:chOff x="2904208" y="3009681"/>
            <a:chExt cx="303480" cy="1386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9">
              <p14:nvContentPartPr>
                <p14:cNvPr id="9" name="Tinta 8">
                  <a:extLst>
                    <a:ext uri="{FF2B5EF4-FFF2-40B4-BE49-F238E27FC236}">
                      <a16:creationId xmlns:a16="http://schemas.microsoft.com/office/drawing/2014/main" id="{84863D1F-BE66-9FAF-B934-851F9C5A071E}"/>
                    </a:ext>
                  </a:extLst>
                </p14:cNvPr>
                <p14:cNvContentPartPr/>
                <p14:nvPr/>
              </p14:nvContentPartPr>
              <p14:xfrm>
                <a:off x="2927608" y="3009681"/>
                <a:ext cx="280080" cy="49680"/>
              </p14:xfrm>
            </p:contentPart>
          </mc:Choice>
          <mc:Fallback>
            <p:pic>
              <p:nvPicPr>
                <p:cNvPr id="9" name="Tinta 8">
                  <a:extLst>
                    <a:ext uri="{FF2B5EF4-FFF2-40B4-BE49-F238E27FC236}">
                      <a16:creationId xmlns:a16="http://schemas.microsoft.com/office/drawing/2014/main" id="{84863D1F-BE66-9FAF-B934-851F9C5A071E}"/>
                    </a:ext>
                  </a:extLst>
                </p:cNvPr>
                <p:cNvPicPr/>
                <p:nvPr/>
              </p:nvPicPr>
              <p:blipFill>
                <a:blip r:embed="rId10"/>
                <a:stretch>
                  <a:fillRect/>
                </a:stretch>
              </p:blipFill>
              <p:spPr>
                <a:xfrm>
                  <a:off x="2921488" y="3003561"/>
                  <a:ext cx="292320" cy="61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">
              <p14:nvContentPartPr>
                <p14:cNvPr id="10" name="Tinta 9">
                  <a:extLst>
                    <a:ext uri="{FF2B5EF4-FFF2-40B4-BE49-F238E27FC236}">
                      <a16:creationId xmlns:a16="http://schemas.microsoft.com/office/drawing/2014/main" id="{C8B92FB4-2A9F-D7C2-9034-AD2AE101FA79}"/>
                    </a:ext>
                  </a:extLst>
                </p14:cNvPr>
                <p14:cNvContentPartPr/>
                <p14:nvPr/>
              </p14:nvContentPartPr>
              <p14:xfrm>
                <a:off x="2904208" y="3128481"/>
                <a:ext cx="291960" cy="19800"/>
              </p14:xfrm>
            </p:contentPart>
          </mc:Choice>
          <mc:Fallback>
            <p:pic>
              <p:nvPicPr>
                <p:cNvPr id="10" name="Tinta 9">
                  <a:extLst>
                    <a:ext uri="{FF2B5EF4-FFF2-40B4-BE49-F238E27FC236}">
                      <a16:creationId xmlns:a16="http://schemas.microsoft.com/office/drawing/2014/main" id="{C8B92FB4-2A9F-D7C2-9034-AD2AE101FA79}"/>
                    </a:ext>
                  </a:extLst>
                </p:cNvPr>
                <p:cNvPicPr/>
                <p:nvPr/>
              </p:nvPicPr>
              <p:blipFill>
                <a:blip r:embed="rId12"/>
                <a:stretch>
                  <a:fillRect/>
                </a:stretch>
              </p:blipFill>
              <p:spPr>
                <a:xfrm>
                  <a:off x="2898088" y="3122361"/>
                  <a:ext cx="304200" cy="320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6" name="Agrupar 25">
            <a:extLst>
              <a:ext uri="{FF2B5EF4-FFF2-40B4-BE49-F238E27FC236}">
                <a16:creationId xmlns:a16="http://schemas.microsoft.com/office/drawing/2014/main" id="{0BE59540-3A72-F631-579F-51DACFCB6370}"/>
              </a:ext>
            </a:extLst>
          </p:cNvPr>
          <p:cNvGrpSpPr/>
          <p:nvPr/>
        </p:nvGrpSpPr>
        <p:grpSpPr>
          <a:xfrm>
            <a:off x="1170808" y="3778281"/>
            <a:ext cx="523080" cy="240840"/>
            <a:chOff x="1170808" y="3778281"/>
            <a:chExt cx="523080" cy="2408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3">
              <p14:nvContentPartPr>
                <p14:cNvPr id="24" name="Tinta 23">
                  <a:extLst>
                    <a:ext uri="{FF2B5EF4-FFF2-40B4-BE49-F238E27FC236}">
                      <a16:creationId xmlns:a16="http://schemas.microsoft.com/office/drawing/2014/main" id="{63E747BC-6AAD-1D1D-DBBF-F4FBF6446A31}"/>
                    </a:ext>
                  </a:extLst>
                </p14:cNvPr>
                <p14:cNvContentPartPr/>
                <p14:nvPr/>
              </p14:nvContentPartPr>
              <p14:xfrm>
                <a:off x="1170808" y="3778281"/>
                <a:ext cx="231120" cy="202320"/>
              </p14:xfrm>
            </p:contentPart>
          </mc:Choice>
          <mc:Fallback>
            <p:pic>
              <p:nvPicPr>
                <p:cNvPr id="24" name="Tinta 23">
                  <a:extLst>
                    <a:ext uri="{FF2B5EF4-FFF2-40B4-BE49-F238E27FC236}">
                      <a16:creationId xmlns:a16="http://schemas.microsoft.com/office/drawing/2014/main" id="{63E747BC-6AAD-1D1D-DBBF-F4FBF6446A31}"/>
                    </a:ext>
                  </a:extLst>
                </p:cNvPr>
                <p:cNvPicPr/>
                <p:nvPr/>
              </p:nvPicPr>
              <p:blipFill>
                <a:blip r:embed="rId14"/>
                <a:stretch>
                  <a:fillRect/>
                </a:stretch>
              </p:blipFill>
              <p:spPr>
                <a:xfrm>
                  <a:off x="1164688" y="3772161"/>
                  <a:ext cx="243360" cy="214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">
              <p14:nvContentPartPr>
                <p14:cNvPr id="25" name="Tinta 24">
                  <a:extLst>
                    <a:ext uri="{FF2B5EF4-FFF2-40B4-BE49-F238E27FC236}">
                      <a16:creationId xmlns:a16="http://schemas.microsoft.com/office/drawing/2014/main" id="{1EAE1DB6-5A78-BB92-F8EC-F640427D15CC}"/>
                    </a:ext>
                  </a:extLst>
                </p14:cNvPr>
                <p14:cNvContentPartPr/>
                <p14:nvPr/>
              </p14:nvContentPartPr>
              <p14:xfrm>
                <a:off x="1564288" y="3880881"/>
                <a:ext cx="129600" cy="138240"/>
              </p14:xfrm>
            </p:contentPart>
          </mc:Choice>
          <mc:Fallback>
            <p:pic>
              <p:nvPicPr>
                <p:cNvPr id="25" name="Tinta 24">
                  <a:extLst>
                    <a:ext uri="{FF2B5EF4-FFF2-40B4-BE49-F238E27FC236}">
                      <a16:creationId xmlns:a16="http://schemas.microsoft.com/office/drawing/2014/main" id="{1EAE1DB6-5A78-BB92-F8EC-F640427D15CC}"/>
                    </a:ext>
                  </a:extLst>
                </p:cNvPr>
                <p:cNvPicPr/>
                <p:nvPr/>
              </p:nvPicPr>
              <p:blipFill>
                <a:blip r:embed="rId16"/>
                <a:stretch>
                  <a:fillRect/>
                </a:stretch>
              </p:blipFill>
              <p:spPr>
                <a:xfrm>
                  <a:off x="1558168" y="3874761"/>
                  <a:ext cx="141840" cy="15048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17">
            <p14:nvContentPartPr>
              <p14:cNvPr id="27" name="Tinta 26">
                <a:extLst>
                  <a:ext uri="{FF2B5EF4-FFF2-40B4-BE49-F238E27FC236}">
                    <a16:creationId xmlns:a16="http://schemas.microsoft.com/office/drawing/2014/main" id="{41C35CE9-57F2-ECFC-0656-1AF209AC06FD}"/>
                  </a:ext>
                </a:extLst>
              </p14:cNvPr>
              <p14:cNvContentPartPr/>
              <p14:nvPr/>
            </p14:nvContentPartPr>
            <p14:xfrm>
              <a:off x="1819168" y="3529161"/>
              <a:ext cx="281160" cy="146880"/>
            </p14:xfrm>
          </p:contentPart>
        </mc:Choice>
        <mc:Fallback>
          <p:pic>
            <p:nvPicPr>
              <p:cNvPr id="27" name="Tinta 26">
                <a:extLst>
                  <a:ext uri="{FF2B5EF4-FFF2-40B4-BE49-F238E27FC236}">
                    <a16:creationId xmlns:a16="http://schemas.microsoft.com/office/drawing/2014/main" id="{41C35CE9-57F2-ECFC-0656-1AF209AC06FD}"/>
                  </a:ext>
                </a:extLst>
              </p:cNvPr>
              <p:cNvPicPr/>
              <p:nvPr/>
            </p:nvPicPr>
            <p:blipFill>
              <a:blip r:embed="rId18"/>
              <a:stretch>
                <a:fillRect/>
              </a:stretch>
            </p:blipFill>
            <p:spPr>
              <a:xfrm>
                <a:off x="1813048" y="3523041"/>
                <a:ext cx="293400" cy="159120"/>
              </a:xfrm>
              <a:prstGeom prst="rect">
                <a:avLst/>
              </a:prstGeom>
            </p:spPr>
          </p:pic>
        </mc:Fallback>
      </mc:AlternateContent>
      <p:grpSp>
        <p:nvGrpSpPr>
          <p:cNvPr id="30" name="Agrupar 29">
            <a:extLst>
              <a:ext uri="{FF2B5EF4-FFF2-40B4-BE49-F238E27FC236}">
                <a16:creationId xmlns:a16="http://schemas.microsoft.com/office/drawing/2014/main" id="{A9E31DCB-50C9-0B28-60D8-326C63BFC54A}"/>
              </a:ext>
            </a:extLst>
          </p:cNvPr>
          <p:cNvGrpSpPr/>
          <p:nvPr/>
        </p:nvGrpSpPr>
        <p:grpSpPr>
          <a:xfrm>
            <a:off x="2485528" y="3737241"/>
            <a:ext cx="221400" cy="167040"/>
            <a:chOff x="2485528" y="3737241"/>
            <a:chExt cx="221400" cy="1670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9">
              <p14:nvContentPartPr>
                <p14:cNvPr id="28" name="Tinta 27">
                  <a:extLst>
                    <a:ext uri="{FF2B5EF4-FFF2-40B4-BE49-F238E27FC236}">
                      <a16:creationId xmlns:a16="http://schemas.microsoft.com/office/drawing/2014/main" id="{8130B764-C985-4224-65BE-87E144559798}"/>
                    </a:ext>
                  </a:extLst>
                </p14:cNvPr>
                <p14:cNvContentPartPr/>
                <p14:nvPr/>
              </p14:nvContentPartPr>
              <p14:xfrm>
                <a:off x="2485528" y="3737241"/>
                <a:ext cx="221400" cy="63720"/>
              </p14:xfrm>
            </p:contentPart>
          </mc:Choice>
          <mc:Fallback>
            <p:pic>
              <p:nvPicPr>
                <p:cNvPr id="28" name="Tinta 27">
                  <a:extLst>
                    <a:ext uri="{FF2B5EF4-FFF2-40B4-BE49-F238E27FC236}">
                      <a16:creationId xmlns:a16="http://schemas.microsoft.com/office/drawing/2014/main" id="{8130B764-C985-4224-65BE-87E144559798}"/>
                    </a:ext>
                  </a:extLst>
                </p:cNvPr>
                <p:cNvPicPr/>
                <p:nvPr/>
              </p:nvPicPr>
              <p:blipFill>
                <a:blip r:embed="rId20"/>
                <a:stretch>
                  <a:fillRect/>
                </a:stretch>
              </p:blipFill>
              <p:spPr>
                <a:xfrm>
                  <a:off x="2479408" y="3731121"/>
                  <a:ext cx="233640" cy="75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1">
              <p14:nvContentPartPr>
                <p14:cNvPr id="29" name="Tinta 28">
                  <a:extLst>
                    <a:ext uri="{FF2B5EF4-FFF2-40B4-BE49-F238E27FC236}">
                      <a16:creationId xmlns:a16="http://schemas.microsoft.com/office/drawing/2014/main" id="{388FFF8F-4338-0B0C-9D9A-8F60CC5F76E0}"/>
                    </a:ext>
                  </a:extLst>
                </p14:cNvPr>
                <p14:cNvContentPartPr/>
                <p14:nvPr/>
              </p14:nvContentPartPr>
              <p14:xfrm>
                <a:off x="2520808" y="3871881"/>
                <a:ext cx="186120" cy="32400"/>
              </p14:xfrm>
            </p:contentPart>
          </mc:Choice>
          <mc:Fallback>
            <p:pic>
              <p:nvPicPr>
                <p:cNvPr id="29" name="Tinta 28">
                  <a:extLst>
                    <a:ext uri="{FF2B5EF4-FFF2-40B4-BE49-F238E27FC236}">
                      <a16:creationId xmlns:a16="http://schemas.microsoft.com/office/drawing/2014/main" id="{388FFF8F-4338-0B0C-9D9A-8F60CC5F76E0}"/>
                    </a:ext>
                  </a:extLst>
                </p:cNvPr>
                <p:cNvPicPr/>
                <p:nvPr/>
              </p:nvPicPr>
              <p:blipFill>
                <a:blip r:embed="rId22"/>
                <a:stretch>
                  <a:fillRect/>
                </a:stretch>
              </p:blipFill>
              <p:spPr>
                <a:xfrm>
                  <a:off x="2514688" y="3865761"/>
                  <a:ext cx="198360" cy="446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41" name="Agrupar 40">
            <a:extLst>
              <a:ext uri="{FF2B5EF4-FFF2-40B4-BE49-F238E27FC236}">
                <a16:creationId xmlns:a16="http://schemas.microsoft.com/office/drawing/2014/main" id="{5FCCF098-0955-9013-0DC7-B44D5F93AD7B}"/>
              </a:ext>
            </a:extLst>
          </p:cNvPr>
          <p:cNvGrpSpPr/>
          <p:nvPr/>
        </p:nvGrpSpPr>
        <p:grpSpPr>
          <a:xfrm>
            <a:off x="3464368" y="3388401"/>
            <a:ext cx="2566800" cy="674640"/>
            <a:chOff x="3464368" y="3388401"/>
            <a:chExt cx="2566800" cy="6746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3">
              <p14:nvContentPartPr>
                <p14:cNvPr id="31" name="Tinta 30">
                  <a:extLst>
                    <a:ext uri="{FF2B5EF4-FFF2-40B4-BE49-F238E27FC236}">
                      <a16:creationId xmlns:a16="http://schemas.microsoft.com/office/drawing/2014/main" id="{5247EF24-EEDB-6215-4A1A-34833F294305}"/>
                    </a:ext>
                  </a:extLst>
                </p14:cNvPr>
                <p14:cNvContentPartPr/>
                <p14:nvPr/>
              </p14:nvContentPartPr>
              <p14:xfrm>
                <a:off x="3699448" y="3688281"/>
                <a:ext cx="347400" cy="294840"/>
              </p14:xfrm>
            </p:contentPart>
          </mc:Choice>
          <mc:Fallback>
            <p:pic>
              <p:nvPicPr>
                <p:cNvPr id="31" name="Tinta 30">
                  <a:extLst>
                    <a:ext uri="{FF2B5EF4-FFF2-40B4-BE49-F238E27FC236}">
                      <a16:creationId xmlns:a16="http://schemas.microsoft.com/office/drawing/2014/main" id="{5247EF24-EEDB-6215-4A1A-34833F294305}"/>
                    </a:ext>
                  </a:extLst>
                </p:cNvPr>
                <p:cNvPicPr/>
                <p:nvPr/>
              </p:nvPicPr>
              <p:blipFill>
                <a:blip r:embed="rId24"/>
                <a:stretch>
                  <a:fillRect/>
                </a:stretch>
              </p:blipFill>
              <p:spPr>
                <a:xfrm>
                  <a:off x="3693328" y="3682161"/>
                  <a:ext cx="359640" cy="307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5">
              <p14:nvContentPartPr>
                <p14:cNvPr id="32" name="Tinta 31">
                  <a:extLst>
                    <a:ext uri="{FF2B5EF4-FFF2-40B4-BE49-F238E27FC236}">
                      <a16:creationId xmlns:a16="http://schemas.microsoft.com/office/drawing/2014/main" id="{43DA265B-C5EB-7524-FD3B-E80BD46225DA}"/>
                    </a:ext>
                  </a:extLst>
                </p14:cNvPr>
                <p14:cNvContentPartPr/>
                <p14:nvPr/>
              </p14:nvContentPartPr>
              <p14:xfrm>
                <a:off x="4036408" y="3794121"/>
                <a:ext cx="257040" cy="153720"/>
              </p14:xfrm>
            </p:contentPart>
          </mc:Choice>
          <mc:Fallback>
            <p:pic>
              <p:nvPicPr>
                <p:cNvPr id="32" name="Tinta 31">
                  <a:extLst>
                    <a:ext uri="{FF2B5EF4-FFF2-40B4-BE49-F238E27FC236}">
                      <a16:creationId xmlns:a16="http://schemas.microsoft.com/office/drawing/2014/main" id="{43DA265B-C5EB-7524-FD3B-E80BD46225DA}"/>
                    </a:ext>
                  </a:extLst>
                </p:cNvPr>
                <p:cNvPicPr/>
                <p:nvPr/>
              </p:nvPicPr>
              <p:blipFill>
                <a:blip r:embed="rId26"/>
                <a:stretch>
                  <a:fillRect/>
                </a:stretch>
              </p:blipFill>
              <p:spPr>
                <a:xfrm>
                  <a:off x="4030288" y="3788001"/>
                  <a:ext cx="269280" cy="165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7">
              <p14:nvContentPartPr>
                <p14:cNvPr id="33" name="Tinta 32">
                  <a:extLst>
                    <a:ext uri="{FF2B5EF4-FFF2-40B4-BE49-F238E27FC236}">
                      <a16:creationId xmlns:a16="http://schemas.microsoft.com/office/drawing/2014/main" id="{67797802-1846-2EBA-01FC-8393B6D87E03}"/>
                    </a:ext>
                  </a:extLst>
                </p14:cNvPr>
                <p14:cNvContentPartPr/>
                <p14:nvPr/>
              </p14:nvContentPartPr>
              <p14:xfrm>
                <a:off x="4407208" y="3759201"/>
                <a:ext cx="120600" cy="172080"/>
              </p14:xfrm>
            </p:contentPart>
          </mc:Choice>
          <mc:Fallback>
            <p:pic>
              <p:nvPicPr>
                <p:cNvPr id="33" name="Tinta 32">
                  <a:extLst>
                    <a:ext uri="{FF2B5EF4-FFF2-40B4-BE49-F238E27FC236}">
                      <a16:creationId xmlns:a16="http://schemas.microsoft.com/office/drawing/2014/main" id="{67797802-1846-2EBA-01FC-8393B6D87E03}"/>
                    </a:ext>
                  </a:extLst>
                </p:cNvPr>
                <p:cNvPicPr/>
                <p:nvPr/>
              </p:nvPicPr>
              <p:blipFill>
                <a:blip r:embed="rId28"/>
                <a:stretch>
                  <a:fillRect/>
                </a:stretch>
              </p:blipFill>
              <p:spPr>
                <a:xfrm>
                  <a:off x="4401088" y="3753081"/>
                  <a:ext cx="132840" cy="184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9">
              <p14:nvContentPartPr>
                <p14:cNvPr id="34" name="Tinta 33">
                  <a:extLst>
                    <a:ext uri="{FF2B5EF4-FFF2-40B4-BE49-F238E27FC236}">
                      <a16:creationId xmlns:a16="http://schemas.microsoft.com/office/drawing/2014/main" id="{939BF89F-B06C-D29F-5720-FC1D9866E7EE}"/>
                    </a:ext>
                  </a:extLst>
                </p14:cNvPr>
                <p14:cNvContentPartPr/>
                <p14:nvPr/>
              </p14:nvContentPartPr>
              <p14:xfrm>
                <a:off x="4585048" y="3728241"/>
                <a:ext cx="268200" cy="207000"/>
              </p14:xfrm>
            </p:contentPart>
          </mc:Choice>
          <mc:Fallback>
            <p:pic>
              <p:nvPicPr>
                <p:cNvPr id="34" name="Tinta 33">
                  <a:extLst>
                    <a:ext uri="{FF2B5EF4-FFF2-40B4-BE49-F238E27FC236}">
                      <a16:creationId xmlns:a16="http://schemas.microsoft.com/office/drawing/2014/main" id="{939BF89F-B06C-D29F-5720-FC1D9866E7EE}"/>
                    </a:ext>
                  </a:extLst>
                </p:cNvPr>
                <p:cNvPicPr/>
                <p:nvPr/>
              </p:nvPicPr>
              <p:blipFill>
                <a:blip r:embed="rId30"/>
                <a:stretch>
                  <a:fillRect/>
                </a:stretch>
              </p:blipFill>
              <p:spPr>
                <a:xfrm>
                  <a:off x="4578928" y="3722121"/>
                  <a:ext cx="280440" cy="219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1">
              <p14:nvContentPartPr>
                <p14:cNvPr id="35" name="Tinta 34">
                  <a:extLst>
                    <a:ext uri="{FF2B5EF4-FFF2-40B4-BE49-F238E27FC236}">
                      <a16:creationId xmlns:a16="http://schemas.microsoft.com/office/drawing/2014/main" id="{B38A76A9-944C-98CF-1507-93AFA1B9386A}"/>
                    </a:ext>
                  </a:extLst>
                </p14:cNvPr>
                <p14:cNvContentPartPr/>
                <p14:nvPr/>
              </p14:nvContentPartPr>
              <p14:xfrm>
                <a:off x="3464368" y="3520881"/>
                <a:ext cx="258120" cy="420480"/>
              </p14:xfrm>
            </p:contentPart>
          </mc:Choice>
          <mc:Fallback>
            <p:pic>
              <p:nvPicPr>
                <p:cNvPr id="35" name="Tinta 34">
                  <a:extLst>
                    <a:ext uri="{FF2B5EF4-FFF2-40B4-BE49-F238E27FC236}">
                      <a16:creationId xmlns:a16="http://schemas.microsoft.com/office/drawing/2014/main" id="{B38A76A9-944C-98CF-1507-93AFA1B9386A}"/>
                    </a:ext>
                  </a:extLst>
                </p:cNvPr>
                <p:cNvPicPr/>
                <p:nvPr/>
              </p:nvPicPr>
              <p:blipFill>
                <a:blip r:embed="rId32"/>
                <a:stretch>
                  <a:fillRect/>
                </a:stretch>
              </p:blipFill>
              <p:spPr>
                <a:xfrm>
                  <a:off x="3458248" y="3514761"/>
                  <a:ext cx="270360" cy="432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3">
              <p14:nvContentPartPr>
                <p14:cNvPr id="37" name="Tinta 36">
                  <a:extLst>
                    <a:ext uri="{FF2B5EF4-FFF2-40B4-BE49-F238E27FC236}">
                      <a16:creationId xmlns:a16="http://schemas.microsoft.com/office/drawing/2014/main" id="{E71587D8-6382-AA38-BFC7-672888B60967}"/>
                    </a:ext>
                  </a:extLst>
                </p14:cNvPr>
                <p14:cNvContentPartPr/>
                <p14:nvPr/>
              </p14:nvContentPartPr>
              <p14:xfrm>
                <a:off x="5109208" y="3586041"/>
                <a:ext cx="128160" cy="436320"/>
              </p14:xfrm>
            </p:contentPart>
          </mc:Choice>
          <mc:Fallback>
            <p:pic>
              <p:nvPicPr>
                <p:cNvPr id="37" name="Tinta 36">
                  <a:extLst>
                    <a:ext uri="{FF2B5EF4-FFF2-40B4-BE49-F238E27FC236}">
                      <a16:creationId xmlns:a16="http://schemas.microsoft.com/office/drawing/2014/main" id="{E71587D8-6382-AA38-BFC7-672888B60967}"/>
                    </a:ext>
                  </a:extLst>
                </p:cNvPr>
                <p:cNvPicPr/>
                <p:nvPr/>
              </p:nvPicPr>
              <p:blipFill>
                <a:blip r:embed="rId34"/>
                <a:stretch>
                  <a:fillRect/>
                </a:stretch>
              </p:blipFill>
              <p:spPr>
                <a:xfrm>
                  <a:off x="5103088" y="3579921"/>
                  <a:ext cx="140400" cy="448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5">
              <p14:nvContentPartPr>
                <p14:cNvPr id="38" name="Tinta 37">
                  <a:extLst>
                    <a:ext uri="{FF2B5EF4-FFF2-40B4-BE49-F238E27FC236}">
                      <a16:creationId xmlns:a16="http://schemas.microsoft.com/office/drawing/2014/main" id="{93CE152F-1D3A-B648-908E-AA3B0E6D88F1}"/>
                    </a:ext>
                  </a:extLst>
                </p14:cNvPr>
                <p14:cNvContentPartPr/>
                <p14:nvPr/>
              </p14:nvContentPartPr>
              <p14:xfrm>
                <a:off x="5481088" y="3388401"/>
                <a:ext cx="176040" cy="176040"/>
              </p14:xfrm>
            </p:contentPart>
          </mc:Choice>
          <mc:Fallback>
            <p:pic>
              <p:nvPicPr>
                <p:cNvPr id="38" name="Tinta 37">
                  <a:extLst>
                    <a:ext uri="{FF2B5EF4-FFF2-40B4-BE49-F238E27FC236}">
                      <a16:creationId xmlns:a16="http://schemas.microsoft.com/office/drawing/2014/main" id="{93CE152F-1D3A-B648-908E-AA3B0E6D88F1}"/>
                    </a:ext>
                  </a:extLst>
                </p:cNvPr>
                <p:cNvPicPr/>
                <p:nvPr/>
              </p:nvPicPr>
              <p:blipFill>
                <a:blip r:embed="rId36"/>
                <a:stretch>
                  <a:fillRect/>
                </a:stretch>
              </p:blipFill>
              <p:spPr>
                <a:xfrm>
                  <a:off x="5474968" y="3382281"/>
                  <a:ext cx="188280" cy="188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7">
              <p14:nvContentPartPr>
                <p14:cNvPr id="39" name="Tinta 38">
                  <a:extLst>
                    <a:ext uri="{FF2B5EF4-FFF2-40B4-BE49-F238E27FC236}">
                      <a16:creationId xmlns:a16="http://schemas.microsoft.com/office/drawing/2014/main" id="{EEBC34EE-BFE9-B857-1AC0-2FCD5AD1CFB8}"/>
                    </a:ext>
                  </a:extLst>
                </p14:cNvPr>
                <p14:cNvContentPartPr/>
                <p14:nvPr/>
              </p14:nvContentPartPr>
              <p14:xfrm>
                <a:off x="5516008" y="3802041"/>
                <a:ext cx="515160" cy="30240"/>
              </p14:xfrm>
            </p:contentPart>
          </mc:Choice>
          <mc:Fallback>
            <p:pic>
              <p:nvPicPr>
                <p:cNvPr id="39" name="Tinta 38">
                  <a:extLst>
                    <a:ext uri="{FF2B5EF4-FFF2-40B4-BE49-F238E27FC236}">
                      <a16:creationId xmlns:a16="http://schemas.microsoft.com/office/drawing/2014/main" id="{EEBC34EE-BFE9-B857-1AC0-2FCD5AD1CFB8}"/>
                    </a:ext>
                  </a:extLst>
                </p:cNvPr>
                <p:cNvPicPr/>
                <p:nvPr/>
              </p:nvPicPr>
              <p:blipFill>
                <a:blip r:embed="rId38"/>
                <a:stretch>
                  <a:fillRect/>
                </a:stretch>
              </p:blipFill>
              <p:spPr>
                <a:xfrm>
                  <a:off x="5509888" y="3795921"/>
                  <a:ext cx="527400" cy="42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9">
              <p14:nvContentPartPr>
                <p14:cNvPr id="40" name="Tinta 39">
                  <a:extLst>
                    <a:ext uri="{FF2B5EF4-FFF2-40B4-BE49-F238E27FC236}">
                      <a16:creationId xmlns:a16="http://schemas.microsoft.com/office/drawing/2014/main" id="{157FB221-0670-8E1E-0228-F82804CE051A}"/>
                    </a:ext>
                  </a:extLst>
                </p14:cNvPr>
                <p14:cNvContentPartPr/>
                <p14:nvPr/>
              </p14:nvContentPartPr>
              <p14:xfrm>
                <a:off x="5692408" y="3646521"/>
                <a:ext cx="162720" cy="416520"/>
              </p14:xfrm>
            </p:contentPart>
          </mc:Choice>
          <mc:Fallback>
            <p:pic>
              <p:nvPicPr>
                <p:cNvPr id="40" name="Tinta 39">
                  <a:extLst>
                    <a:ext uri="{FF2B5EF4-FFF2-40B4-BE49-F238E27FC236}">
                      <a16:creationId xmlns:a16="http://schemas.microsoft.com/office/drawing/2014/main" id="{157FB221-0670-8E1E-0228-F82804CE051A}"/>
                    </a:ext>
                  </a:extLst>
                </p:cNvPr>
                <p:cNvPicPr/>
                <p:nvPr/>
              </p:nvPicPr>
              <p:blipFill>
                <a:blip r:embed="rId40"/>
                <a:stretch>
                  <a:fillRect/>
                </a:stretch>
              </p:blipFill>
              <p:spPr>
                <a:xfrm>
                  <a:off x="5686288" y="3640401"/>
                  <a:ext cx="174960" cy="4287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50" name="Agrupar 49">
            <a:extLst>
              <a:ext uri="{FF2B5EF4-FFF2-40B4-BE49-F238E27FC236}">
                <a16:creationId xmlns:a16="http://schemas.microsoft.com/office/drawing/2014/main" id="{3FE1C9C2-BA8B-96CD-926C-CABDDF1B2D33}"/>
              </a:ext>
            </a:extLst>
          </p:cNvPr>
          <p:cNvGrpSpPr/>
          <p:nvPr/>
        </p:nvGrpSpPr>
        <p:grpSpPr>
          <a:xfrm>
            <a:off x="6570088" y="3433401"/>
            <a:ext cx="1687680" cy="673200"/>
            <a:chOff x="6570088" y="3433401"/>
            <a:chExt cx="1687680" cy="6732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41">
              <p14:nvContentPartPr>
                <p14:cNvPr id="42" name="Tinta 41">
                  <a:extLst>
                    <a:ext uri="{FF2B5EF4-FFF2-40B4-BE49-F238E27FC236}">
                      <a16:creationId xmlns:a16="http://schemas.microsoft.com/office/drawing/2014/main" id="{3C75802B-D1D8-A51E-472F-3BFA3834CA80}"/>
                    </a:ext>
                  </a:extLst>
                </p14:cNvPr>
                <p14:cNvContentPartPr/>
                <p14:nvPr/>
              </p14:nvContentPartPr>
              <p14:xfrm>
                <a:off x="6570088" y="3839481"/>
                <a:ext cx="253440" cy="267120"/>
              </p14:xfrm>
            </p:contentPart>
          </mc:Choice>
          <mc:Fallback>
            <p:pic>
              <p:nvPicPr>
                <p:cNvPr id="42" name="Tinta 41">
                  <a:extLst>
                    <a:ext uri="{FF2B5EF4-FFF2-40B4-BE49-F238E27FC236}">
                      <a16:creationId xmlns:a16="http://schemas.microsoft.com/office/drawing/2014/main" id="{3C75802B-D1D8-A51E-472F-3BFA3834CA80}"/>
                    </a:ext>
                  </a:extLst>
                </p:cNvPr>
                <p:cNvPicPr/>
                <p:nvPr/>
              </p:nvPicPr>
              <p:blipFill>
                <a:blip r:embed="rId42"/>
                <a:stretch>
                  <a:fillRect/>
                </a:stretch>
              </p:blipFill>
              <p:spPr>
                <a:xfrm>
                  <a:off x="6563968" y="3833361"/>
                  <a:ext cx="265680" cy="279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3">
              <p14:nvContentPartPr>
                <p14:cNvPr id="43" name="Tinta 42">
                  <a:extLst>
                    <a:ext uri="{FF2B5EF4-FFF2-40B4-BE49-F238E27FC236}">
                      <a16:creationId xmlns:a16="http://schemas.microsoft.com/office/drawing/2014/main" id="{0A218BD4-F412-A9FC-5C63-7C002953A335}"/>
                    </a:ext>
                  </a:extLst>
                </p14:cNvPr>
                <p14:cNvContentPartPr/>
                <p14:nvPr/>
              </p14:nvContentPartPr>
              <p14:xfrm>
                <a:off x="6882568" y="3802041"/>
                <a:ext cx="326520" cy="253440"/>
              </p14:xfrm>
            </p:contentPart>
          </mc:Choice>
          <mc:Fallback>
            <p:pic>
              <p:nvPicPr>
                <p:cNvPr id="43" name="Tinta 42">
                  <a:extLst>
                    <a:ext uri="{FF2B5EF4-FFF2-40B4-BE49-F238E27FC236}">
                      <a16:creationId xmlns:a16="http://schemas.microsoft.com/office/drawing/2014/main" id="{0A218BD4-F412-A9FC-5C63-7C002953A335}"/>
                    </a:ext>
                  </a:extLst>
                </p:cNvPr>
                <p:cNvPicPr/>
                <p:nvPr/>
              </p:nvPicPr>
              <p:blipFill>
                <a:blip r:embed="rId44"/>
                <a:stretch>
                  <a:fillRect/>
                </a:stretch>
              </p:blipFill>
              <p:spPr>
                <a:xfrm>
                  <a:off x="6876448" y="3795921"/>
                  <a:ext cx="338760" cy="265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5">
              <p14:nvContentPartPr>
                <p14:cNvPr id="44" name="Tinta 43">
                  <a:extLst>
                    <a:ext uri="{FF2B5EF4-FFF2-40B4-BE49-F238E27FC236}">
                      <a16:creationId xmlns:a16="http://schemas.microsoft.com/office/drawing/2014/main" id="{10767536-89ED-CFD8-DBCF-56454E91305B}"/>
                    </a:ext>
                  </a:extLst>
                </p14:cNvPr>
                <p14:cNvContentPartPr/>
                <p14:nvPr/>
              </p14:nvContentPartPr>
              <p14:xfrm>
                <a:off x="7138168" y="3822201"/>
                <a:ext cx="356760" cy="173160"/>
              </p14:xfrm>
            </p:contentPart>
          </mc:Choice>
          <mc:Fallback>
            <p:pic>
              <p:nvPicPr>
                <p:cNvPr id="44" name="Tinta 43">
                  <a:extLst>
                    <a:ext uri="{FF2B5EF4-FFF2-40B4-BE49-F238E27FC236}">
                      <a16:creationId xmlns:a16="http://schemas.microsoft.com/office/drawing/2014/main" id="{10767536-89ED-CFD8-DBCF-56454E91305B}"/>
                    </a:ext>
                  </a:extLst>
                </p:cNvPr>
                <p:cNvPicPr/>
                <p:nvPr/>
              </p:nvPicPr>
              <p:blipFill>
                <a:blip r:embed="rId46"/>
                <a:stretch>
                  <a:fillRect/>
                </a:stretch>
              </p:blipFill>
              <p:spPr>
                <a:xfrm>
                  <a:off x="7132048" y="3816081"/>
                  <a:ext cx="369000" cy="185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7">
              <p14:nvContentPartPr>
                <p14:cNvPr id="46" name="Tinta 45">
                  <a:extLst>
                    <a:ext uri="{FF2B5EF4-FFF2-40B4-BE49-F238E27FC236}">
                      <a16:creationId xmlns:a16="http://schemas.microsoft.com/office/drawing/2014/main" id="{C69D9C1A-2F8B-7F03-3162-28B7DDBA05CD}"/>
                    </a:ext>
                  </a:extLst>
                </p14:cNvPr>
                <p14:cNvContentPartPr/>
                <p14:nvPr/>
              </p14:nvContentPartPr>
              <p14:xfrm>
                <a:off x="6582328" y="3658041"/>
                <a:ext cx="299880" cy="444960"/>
              </p14:xfrm>
            </p:contentPart>
          </mc:Choice>
          <mc:Fallback>
            <p:pic>
              <p:nvPicPr>
                <p:cNvPr id="46" name="Tinta 45">
                  <a:extLst>
                    <a:ext uri="{FF2B5EF4-FFF2-40B4-BE49-F238E27FC236}">
                      <a16:creationId xmlns:a16="http://schemas.microsoft.com/office/drawing/2014/main" id="{C69D9C1A-2F8B-7F03-3162-28B7DDBA05CD}"/>
                    </a:ext>
                  </a:extLst>
                </p:cNvPr>
                <p:cNvPicPr/>
                <p:nvPr/>
              </p:nvPicPr>
              <p:blipFill>
                <a:blip r:embed="rId48"/>
                <a:stretch>
                  <a:fillRect/>
                </a:stretch>
              </p:blipFill>
              <p:spPr>
                <a:xfrm>
                  <a:off x="6576208" y="3651921"/>
                  <a:ext cx="312120" cy="457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9">
              <p14:nvContentPartPr>
                <p14:cNvPr id="48" name="Tinta 47">
                  <a:extLst>
                    <a:ext uri="{FF2B5EF4-FFF2-40B4-BE49-F238E27FC236}">
                      <a16:creationId xmlns:a16="http://schemas.microsoft.com/office/drawing/2014/main" id="{22E8EA1B-21F8-F8BC-147C-A5299F6E21D5}"/>
                    </a:ext>
                  </a:extLst>
                </p14:cNvPr>
                <p14:cNvContentPartPr/>
                <p14:nvPr/>
              </p14:nvContentPartPr>
              <p14:xfrm>
                <a:off x="7708768" y="3707721"/>
                <a:ext cx="128160" cy="362520"/>
              </p14:xfrm>
            </p:contentPart>
          </mc:Choice>
          <mc:Fallback>
            <p:pic>
              <p:nvPicPr>
                <p:cNvPr id="48" name="Tinta 47">
                  <a:extLst>
                    <a:ext uri="{FF2B5EF4-FFF2-40B4-BE49-F238E27FC236}">
                      <a16:creationId xmlns:a16="http://schemas.microsoft.com/office/drawing/2014/main" id="{22E8EA1B-21F8-F8BC-147C-A5299F6E21D5}"/>
                    </a:ext>
                  </a:extLst>
                </p:cNvPr>
                <p:cNvPicPr/>
                <p:nvPr/>
              </p:nvPicPr>
              <p:blipFill>
                <a:blip r:embed="rId50"/>
                <a:stretch>
                  <a:fillRect/>
                </a:stretch>
              </p:blipFill>
              <p:spPr>
                <a:xfrm>
                  <a:off x="7702648" y="3701601"/>
                  <a:ext cx="140400" cy="374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1">
              <p14:nvContentPartPr>
                <p14:cNvPr id="49" name="Tinta 48">
                  <a:extLst>
                    <a:ext uri="{FF2B5EF4-FFF2-40B4-BE49-F238E27FC236}">
                      <a16:creationId xmlns:a16="http://schemas.microsoft.com/office/drawing/2014/main" id="{812AE763-8E2C-BF97-3E23-C377B6819894}"/>
                    </a:ext>
                  </a:extLst>
                </p14:cNvPr>
                <p14:cNvContentPartPr/>
                <p14:nvPr/>
              </p14:nvContentPartPr>
              <p14:xfrm>
                <a:off x="8036008" y="3433401"/>
                <a:ext cx="221760" cy="217440"/>
              </p14:xfrm>
            </p:contentPart>
          </mc:Choice>
          <mc:Fallback>
            <p:pic>
              <p:nvPicPr>
                <p:cNvPr id="49" name="Tinta 48">
                  <a:extLst>
                    <a:ext uri="{FF2B5EF4-FFF2-40B4-BE49-F238E27FC236}">
                      <a16:creationId xmlns:a16="http://schemas.microsoft.com/office/drawing/2014/main" id="{812AE763-8E2C-BF97-3E23-C377B6819894}"/>
                    </a:ext>
                  </a:extLst>
                </p:cNvPr>
                <p:cNvPicPr/>
                <p:nvPr/>
              </p:nvPicPr>
              <p:blipFill>
                <a:blip r:embed="rId52"/>
                <a:stretch>
                  <a:fillRect/>
                </a:stretch>
              </p:blipFill>
              <p:spPr>
                <a:xfrm>
                  <a:off x="8029888" y="3427281"/>
                  <a:ext cx="234000" cy="2296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59" name="Agrupar 58">
            <a:extLst>
              <a:ext uri="{FF2B5EF4-FFF2-40B4-BE49-F238E27FC236}">
                <a16:creationId xmlns:a16="http://schemas.microsoft.com/office/drawing/2014/main" id="{327CFC4C-6D38-328D-8C0D-430918BC4E02}"/>
              </a:ext>
            </a:extLst>
          </p:cNvPr>
          <p:cNvGrpSpPr/>
          <p:nvPr/>
        </p:nvGrpSpPr>
        <p:grpSpPr>
          <a:xfrm>
            <a:off x="1446928" y="4513401"/>
            <a:ext cx="303480" cy="193680"/>
            <a:chOff x="1446928" y="4513401"/>
            <a:chExt cx="303480" cy="1936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53">
              <p14:nvContentPartPr>
                <p14:cNvPr id="51" name="Tinta 50">
                  <a:extLst>
                    <a:ext uri="{FF2B5EF4-FFF2-40B4-BE49-F238E27FC236}">
                      <a16:creationId xmlns:a16="http://schemas.microsoft.com/office/drawing/2014/main" id="{B4D0F7A2-7989-4ECA-0B7E-000C7E2163C4}"/>
                    </a:ext>
                  </a:extLst>
                </p14:cNvPr>
                <p14:cNvContentPartPr/>
                <p14:nvPr/>
              </p14:nvContentPartPr>
              <p14:xfrm>
                <a:off x="1508488" y="4589361"/>
                <a:ext cx="241920" cy="87480"/>
              </p14:xfrm>
            </p:contentPart>
          </mc:Choice>
          <mc:Fallback>
            <p:pic>
              <p:nvPicPr>
                <p:cNvPr id="51" name="Tinta 50">
                  <a:extLst>
                    <a:ext uri="{FF2B5EF4-FFF2-40B4-BE49-F238E27FC236}">
                      <a16:creationId xmlns:a16="http://schemas.microsoft.com/office/drawing/2014/main" id="{B4D0F7A2-7989-4ECA-0B7E-000C7E2163C4}"/>
                    </a:ext>
                  </a:extLst>
                </p:cNvPr>
                <p:cNvPicPr/>
                <p:nvPr/>
              </p:nvPicPr>
              <p:blipFill>
                <a:blip r:embed="rId54"/>
                <a:stretch>
                  <a:fillRect/>
                </a:stretch>
              </p:blipFill>
              <p:spPr>
                <a:xfrm>
                  <a:off x="1502368" y="4583241"/>
                  <a:ext cx="254160" cy="99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5">
              <p14:nvContentPartPr>
                <p14:cNvPr id="52" name="Tinta 51">
                  <a:extLst>
                    <a:ext uri="{FF2B5EF4-FFF2-40B4-BE49-F238E27FC236}">
                      <a16:creationId xmlns:a16="http://schemas.microsoft.com/office/drawing/2014/main" id="{42A8A266-0655-C290-046D-A61AF134D249}"/>
                    </a:ext>
                  </a:extLst>
                </p14:cNvPr>
                <p14:cNvContentPartPr/>
                <p14:nvPr/>
              </p14:nvContentPartPr>
              <p14:xfrm>
                <a:off x="1446928" y="4513401"/>
                <a:ext cx="223560" cy="193680"/>
              </p14:xfrm>
            </p:contentPart>
          </mc:Choice>
          <mc:Fallback>
            <p:pic>
              <p:nvPicPr>
                <p:cNvPr id="52" name="Tinta 51">
                  <a:extLst>
                    <a:ext uri="{FF2B5EF4-FFF2-40B4-BE49-F238E27FC236}">
                      <a16:creationId xmlns:a16="http://schemas.microsoft.com/office/drawing/2014/main" id="{42A8A266-0655-C290-046D-A61AF134D249}"/>
                    </a:ext>
                  </a:extLst>
                </p:cNvPr>
                <p:cNvPicPr/>
                <p:nvPr/>
              </p:nvPicPr>
              <p:blipFill>
                <a:blip r:embed="rId56"/>
                <a:stretch>
                  <a:fillRect/>
                </a:stretch>
              </p:blipFill>
              <p:spPr>
                <a:xfrm>
                  <a:off x="1440808" y="4507281"/>
                  <a:ext cx="235800" cy="2059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61" name="Agrupar 60">
            <a:extLst>
              <a:ext uri="{FF2B5EF4-FFF2-40B4-BE49-F238E27FC236}">
                <a16:creationId xmlns:a16="http://schemas.microsoft.com/office/drawing/2014/main" id="{1AD7C476-52D4-3DDC-BAB3-DF81386FA45E}"/>
              </a:ext>
            </a:extLst>
          </p:cNvPr>
          <p:cNvGrpSpPr/>
          <p:nvPr/>
        </p:nvGrpSpPr>
        <p:grpSpPr>
          <a:xfrm>
            <a:off x="2193928" y="4459401"/>
            <a:ext cx="5969520" cy="603360"/>
            <a:chOff x="2193928" y="4459401"/>
            <a:chExt cx="5969520" cy="6033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57">
              <p14:nvContentPartPr>
                <p14:cNvPr id="53" name="Tinta 52">
                  <a:extLst>
                    <a:ext uri="{FF2B5EF4-FFF2-40B4-BE49-F238E27FC236}">
                      <a16:creationId xmlns:a16="http://schemas.microsoft.com/office/drawing/2014/main" id="{DD9EF1B6-2857-0926-E6D7-368AAD6F1DC3}"/>
                    </a:ext>
                  </a:extLst>
                </p14:cNvPr>
                <p14:cNvContentPartPr/>
                <p14:nvPr/>
              </p14:nvContentPartPr>
              <p14:xfrm>
                <a:off x="2193928" y="4592961"/>
                <a:ext cx="315360" cy="316800"/>
              </p14:xfrm>
            </p:contentPart>
          </mc:Choice>
          <mc:Fallback>
            <p:pic>
              <p:nvPicPr>
                <p:cNvPr id="53" name="Tinta 52">
                  <a:extLst>
                    <a:ext uri="{FF2B5EF4-FFF2-40B4-BE49-F238E27FC236}">
                      <a16:creationId xmlns:a16="http://schemas.microsoft.com/office/drawing/2014/main" id="{DD9EF1B6-2857-0926-E6D7-368AAD6F1DC3}"/>
                    </a:ext>
                  </a:extLst>
                </p:cNvPr>
                <p:cNvPicPr/>
                <p:nvPr/>
              </p:nvPicPr>
              <p:blipFill>
                <a:blip r:embed="rId58"/>
                <a:stretch>
                  <a:fillRect/>
                </a:stretch>
              </p:blipFill>
              <p:spPr>
                <a:xfrm>
                  <a:off x="2187808" y="4586841"/>
                  <a:ext cx="327600" cy="329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9">
              <p14:nvContentPartPr>
                <p14:cNvPr id="54" name="Tinta 53">
                  <a:extLst>
                    <a:ext uri="{FF2B5EF4-FFF2-40B4-BE49-F238E27FC236}">
                      <a16:creationId xmlns:a16="http://schemas.microsoft.com/office/drawing/2014/main" id="{A011B95D-AE0E-23ED-6CCD-2109EEBC2D25}"/>
                    </a:ext>
                  </a:extLst>
                </p14:cNvPr>
                <p14:cNvContentPartPr/>
                <p14:nvPr/>
              </p14:nvContentPartPr>
              <p14:xfrm>
                <a:off x="2623768" y="4728681"/>
                <a:ext cx="201240" cy="163440"/>
              </p14:xfrm>
            </p:contentPart>
          </mc:Choice>
          <mc:Fallback>
            <p:pic>
              <p:nvPicPr>
                <p:cNvPr id="54" name="Tinta 53">
                  <a:extLst>
                    <a:ext uri="{FF2B5EF4-FFF2-40B4-BE49-F238E27FC236}">
                      <a16:creationId xmlns:a16="http://schemas.microsoft.com/office/drawing/2014/main" id="{A011B95D-AE0E-23ED-6CCD-2109EEBC2D25}"/>
                    </a:ext>
                  </a:extLst>
                </p:cNvPr>
                <p:cNvPicPr/>
                <p:nvPr/>
              </p:nvPicPr>
              <p:blipFill>
                <a:blip r:embed="rId60"/>
                <a:stretch>
                  <a:fillRect/>
                </a:stretch>
              </p:blipFill>
              <p:spPr>
                <a:xfrm>
                  <a:off x="2617648" y="4722561"/>
                  <a:ext cx="213480" cy="175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1">
              <p14:nvContentPartPr>
                <p14:cNvPr id="55" name="Tinta 54">
                  <a:extLst>
                    <a:ext uri="{FF2B5EF4-FFF2-40B4-BE49-F238E27FC236}">
                      <a16:creationId xmlns:a16="http://schemas.microsoft.com/office/drawing/2014/main" id="{D413CC0C-3EB6-5160-B6F9-CDB41F8C556E}"/>
                    </a:ext>
                  </a:extLst>
                </p14:cNvPr>
                <p14:cNvContentPartPr/>
                <p14:nvPr/>
              </p14:nvContentPartPr>
              <p14:xfrm>
                <a:off x="3207328" y="4752441"/>
                <a:ext cx="153360" cy="29160"/>
              </p14:xfrm>
            </p:contentPart>
          </mc:Choice>
          <mc:Fallback>
            <p:pic>
              <p:nvPicPr>
                <p:cNvPr id="55" name="Tinta 54">
                  <a:extLst>
                    <a:ext uri="{FF2B5EF4-FFF2-40B4-BE49-F238E27FC236}">
                      <a16:creationId xmlns:a16="http://schemas.microsoft.com/office/drawing/2014/main" id="{D413CC0C-3EB6-5160-B6F9-CDB41F8C556E}"/>
                    </a:ext>
                  </a:extLst>
                </p:cNvPr>
                <p:cNvPicPr/>
                <p:nvPr/>
              </p:nvPicPr>
              <p:blipFill>
                <a:blip r:embed="rId62"/>
                <a:stretch>
                  <a:fillRect/>
                </a:stretch>
              </p:blipFill>
              <p:spPr>
                <a:xfrm>
                  <a:off x="3201208" y="4746321"/>
                  <a:ext cx="165600" cy="41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3">
              <p14:nvContentPartPr>
                <p14:cNvPr id="56" name="Tinta 55">
                  <a:extLst>
                    <a:ext uri="{FF2B5EF4-FFF2-40B4-BE49-F238E27FC236}">
                      <a16:creationId xmlns:a16="http://schemas.microsoft.com/office/drawing/2014/main" id="{974C00E5-D9C4-B9A1-5585-87242B263CFF}"/>
                    </a:ext>
                  </a:extLst>
                </p14:cNvPr>
                <p14:cNvContentPartPr/>
                <p14:nvPr/>
              </p14:nvContentPartPr>
              <p14:xfrm>
                <a:off x="3148648" y="4800681"/>
                <a:ext cx="141480" cy="17640"/>
              </p14:xfrm>
            </p:contentPart>
          </mc:Choice>
          <mc:Fallback>
            <p:pic>
              <p:nvPicPr>
                <p:cNvPr id="56" name="Tinta 55">
                  <a:extLst>
                    <a:ext uri="{FF2B5EF4-FFF2-40B4-BE49-F238E27FC236}">
                      <a16:creationId xmlns:a16="http://schemas.microsoft.com/office/drawing/2014/main" id="{974C00E5-D9C4-B9A1-5585-87242B263CFF}"/>
                    </a:ext>
                  </a:extLst>
                </p:cNvPr>
                <p:cNvPicPr/>
                <p:nvPr/>
              </p:nvPicPr>
              <p:blipFill>
                <a:blip r:embed="rId64"/>
                <a:stretch>
                  <a:fillRect/>
                </a:stretch>
              </p:blipFill>
              <p:spPr>
                <a:xfrm>
                  <a:off x="3142528" y="4794561"/>
                  <a:ext cx="153720" cy="29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5">
              <p14:nvContentPartPr>
                <p14:cNvPr id="60" name="Tinta 59">
                  <a:extLst>
                    <a:ext uri="{FF2B5EF4-FFF2-40B4-BE49-F238E27FC236}">
                      <a16:creationId xmlns:a16="http://schemas.microsoft.com/office/drawing/2014/main" id="{5EB9DEDC-334E-02C6-6EA8-87CD47A9573F}"/>
                    </a:ext>
                  </a:extLst>
                </p14:cNvPr>
                <p14:cNvContentPartPr/>
                <p14:nvPr/>
              </p14:nvContentPartPr>
              <p14:xfrm>
                <a:off x="3557608" y="4459401"/>
                <a:ext cx="4605840" cy="603360"/>
              </p14:xfrm>
            </p:contentPart>
          </mc:Choice>
          <mc:Fallback>
            <p:pic>
              <p:nvPicPr>
                <p:cNvPr id="60" name="Tinta 59">
                  <a:extLst>
                    <a:ext uri="{FF2B5EF4-FFF2-40B4-BE49-F238E27FC236}">
                      <a16:creationId xmlns:a16="http://schemas.microsoft.com/office/drawing/2014/main" id="{5EB9DEDC-334E-02C6-6EA8-87CD47A9573F}"/>
                    </a:ext>
                  </a:extLst>
                </p:cNvPr>
                <p:cNvPicPr/>
                <p:nvPr/>
              </p:nvPicPr>
              <p:blipFill>
                <a:blip r:embed="rId66"/>
                <a:stretch>
                  <a:fillRect/>
                </a:stretch>
              </p:blipFill>
              <p:spPr>
                <a:xfrm>
                  <a:off x="3551488" y="4453281"/>
                  <a:ext cx="4618080" cy="6156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70" name="Agrupar 69">
            <a:extLst>
              <a:ext uri="{FF2B5EF4-FFF2-40B4-BE49-F238E27FC236}">
                <a16:creationId xmlns:a16="http://schemas.microsoft.com/office/drawing/2014/main" id="{8D5A8590-9CDF-40ED-E18D-5BB9E827C752}"/>
              </a:ext>
            </a:extLst>
          </p:cNvPr>
          <p:cNvGrpSpPr/>
          <p:nvPr/>
        </p:nvGrpSpPr>
        <p:grpSpPr>
          <a:xfrm>
            <a:off x="4081408" y="4894641"/>
            <a:ext cx="2004840" cy="215640"/>
            <a:chOff x="4081408" y="4894641"/>
            <a:chExt cx="2004840" cy="2156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67">
              <p14:nvContentPartPr>
                <p14:cNvPr id="62" name="Tinta 61">
                  <a:extLst>
                    <a:ext uri="{FF2B5EF4-FFF2-40B4-BE49-F238E27FC236}">
                      <a16:creationId xmlns:a16="http://schemas.microsoft.com/office/drawing/2014/main" id="{FAD8E5F8-8762-5FAE-CDC5-75AA8E2BF9F3}"/>
                    </a:ext>
                  </a:extLst>
                </p14:cNvPr>
                <p14:cNvContentPartPr/>
                <p14:nvPr/>
              </p14:nvContentPartPr>
              <p14:xfrm>
                <a:off x="4081408" y="4939641"/>
                <a:ext cx="166320" cy="160920"/>
              </p14:xfrm>
            </p:contentPart>
          </mc:Choice>
          <mc:Fallback>
            <p:pic>
              <p:nvPicPr>
                <p:cNvPr id="62" name="Tinta 61">
                  <a:extLst>
                    <a:ext uri="{FF2B5EF4-FFF2-40B4-BE49-F238E27FC236}">
                      <a16:creationId xmlns:a16="http://schemas.microsoft.com/office/drawing/2014/main" id="{FAD8E5F8-8762-5FAE-CDC5-75AA8E2BF9F3}"/>
                    </a:ext>
                  </a:extLst>
                </p:cNvPr>
                <p:cNvPicPr/>
                <p:nvPr/>
              </p:nvPicPr>
              <p:blipFill>
                <a:blip r:embed="rId68"/>
                <a:stretch>
                  <a:fillRect/>
                </a:stretch>
              </p:blipFill>
              <p:spPr>
                <a:xfrm>
                  <a:off x="4075288" y="4933521"/>
                  <a:ext cx="178560" cy="173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9">
              <p14:nvContentPartPr>
                <p14:cNvPr id="63" name="Tinta 62">
                  <a:extLst>
                    <a:ext uri="{FF2B5EF4-FFF2-40B4-BE49-F238E27FC236}">
                      <a16:creationId xmlns:a16="http://schemas.microsoft.com/office/drawing/2014/main" id="{F27CDF83-89AA-EB4B-4274-BE692F9E926F}"/>
                    </a:ext>
                  </a:extLst>
                </p14:cNvPr>
                <p14:cNvContentPartPr/>
                <p14:nvPr/>
              </p14:nvContentPartPr>
              <p14:xfrm>
                <a:off x="4377328" y="4949721"/>
                <a:ext cx="173880" cy="135360"/>
              </p14:xfrm>
            </p:contentPart>
          </mc:Choice>
          <mc:Fallback>
            <p:pic>
              <p:nvPicPr>
                <p:cNvPr id="63" name="Tinta 62">
                  <a:extLst>
                    <a:ext uri="{FF2B5EF4-FFF2-40B4-BE49-F238E27FC236}">
                      <a16:creationId xmlns:a16="http://schemas.microsoft.com/office/drawing/2014/main" id="{F27CDF83-89AA-EB4B-4274-BE692F9E926F}"/>
                    </a:ext>
                  </a:extLst>
                </p:cNvPr>
                <p:cNvPicPr/>
                <p:nvPr/>
              </p:nvPicPr>
              <p:blipFill>
                <a:blip r:embed="rId70"/>
                <a:stretch>
                  <a:fillRect/>
                </a:stretch>
              </p:blipFill>
              <p:spPr>
                <a:xfrm>
                  <a:off x="4371208" y="4943601"/>
                  <a:ext cx="186120" cy="147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1">
              <p14:nvContentPartPr>
                <p14:cNvPr id="64" name="Tinta 63">
                  <a:extLst>
                    <a:ext uri="{FF2B5EF4-FFF2-40B4-BE49-F238E27FC236}">
                      <a16:creationId xmlns:a16="http://schemas.microsoft.com/office/drawing/2014/main" id="{763D94A2-3A75-8103-3473-159FBF8655B6}"/>
                    </a:ext>
                  </a:extLst>
                </p14:cNvPr>
                <p14:cNvContentPartPr/>
                <p14:nvPr/>
              </p14:nvContentPartPr>
              <p14:xfrm>
                <a:off x="4664248" y="4899681"/>
                <a:ext cx="149760" cy="155160"/>
              </p14:xfrm>
            </p:contentPart>
          </mc:Choice>
          <mc:Fallback>
            <p:pic>
              <p:nvPicPr>
                <p:cNvPr id="64" name="Tinta 63">
                  <a:extLst>
                    <a:ext uri="{FF2B5EF4-FFF2-40B4-BE49-F238E27FC236}">
                      <a16:creationId xmlns:a16="http://schemas.microsoft.com/office/drawing/2014/main" id="{763D94A2-3A75-8103-3473-159FBF8655B6}"/>
                    </a:ext>
                  </a:extLst>
                </p:cNvPr>
                <p:cNvPicPr/>
                <p:nvPr/>
              </p:nvPicPr>
              <p:blipFill>
                <a:blip r:embed="rId72"/>
                <a:stretch>
                  <a:fillRect/>
                </a:stretch>
              </p:blipFill>
              <p:spPr>
                <a:xfrm>
                  <a:off x="4658128" y="4893561"/>
                  <a:ext cx="162000" cy="167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3">
              <p14:nvContentPartPr>
                <p14:cNvPr id="65" name="Tinta 64">
                  <a:extLst>
                    <a:ext uri="{FF2B5EF4-FFF2-40B4-BE49-F238E27FC236}">
                      <a16:creationId xmlns:a16="http://schemas.microsoft.com/office/drawing/2014/main" id="{FB450FF9-133B-9C66-2737-DAAD7ECC8A6D}"/>
                    </a:ext>
                  </a:extLst>
                </p14:cNvPr>
                <p14:cNvContentPartPr/>
                <p14:nvPr/>
              </p14:nvContentPartPr>
              <p14:xfrm>
                <a:off x="4887088" y="4915161"/>
                <a:ext cx="187200" cy="173520"/>
              </p14:xfrm>
            </p:contentPart>
          </mc:Choice>
          <mc:Fallback>
            <p:pic>
              <p:nvPicPr>
                <p:cNvPr id="65" name="Tinta 64">
                  <a:extLst>
                    <a:ext uri="{FF2B5EF4-FFF2-40B4-BE49-F238E27FC236}">
                      <a16:creationId xmlns:a16="http://schemas.microsoft.com/office/drawing/2014/main" id="{FB450FF9-133B-9C66-2737-DAAD7ECC8A6D}"/>
                    </a:ext>
                  </a:extLst>
                </p:cNvPr>
                <p:cNvPicPr/>
                <p:nvPr/>
              </p:nvPicPr>
              <p:blipFill>
                <a:blip r:embed="rId74"/>
                <a:stretch>
                  <a:fillRect/>
                </a:stretch>
              </p:blipFill>
              <p:spPr>
                <a:xfrm>
                  <a:off x="4880968" y="4909041"/>
                  <a:ext cx="199440" cy="185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5">
              <p14:nvContentPartPr>
                <p14:cNvPr id="67" name="Tinta 66">
                  <a:extLst>
                    <a:ext uri="{FF2B5EF4-FFF2-40B4-BE49-F238E27FC236}">
                      <a16:creationId xmlns:a16="http://schemas.microsoft.com/office/drawing/2014/main" id="{77D46FCA-D0DA-BE0E-BAAA-DFF322D517F2}"/>
                    </a:ext>
                  </a:extLst>
                </p14:cNvPr>
                <p14:cNvContentPartPr/>
                <p14:nvPr/>
              </p14:nvContentPartPr>
              <p14:xfrm>
                <a:off x="5155288" y="4905441"/>
                <a:ext cx="291240" cy="197640"/>
              </p14:xfrm>
            </p:contentPart>
          </mc:Choice>
          <mc:Fallback>
            <p:pic>
              <p:nvPicPr>
                <p:cNvPr id="67" name="Tinta 66">
                  <a:extLst>
                    <a:ext uri="{FF2B5EF4-FFF2-40B4-BE49-F238E27FC236}">
                      <a16:creationId xmlns:a16="http://schemas.microsoft.com/office/drawing/2014/main" id="{77D46FCA-D0DA-BE0E-BAAA-DFF322D517F2}"/>
                    </a:ext>
                  </a:extLst>
                </p:cNvPr>
                <p:cNvPicPr/>
                <p:nvPr/>
              </p:nvPicPr>
              <p:blipFill>
                <a:blip r:embed="rId76"/>
                <a:stretch>
                  <a:fillRect/>
                </a:stretch>
              </p:blipFill>
              <p:spPr>
                <a:xfrm>
                  <a:off x="5149168" y="4899321"/>
                  <a:ext cx="303480" cy="209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7">
              <p14:nvContentPartPr>
                <p14:cNvPr id="68" name="Tinta 67">
                  <a:extLst>
                    <a:ext uri="{FF2B5EF4-FFF2-40B4-BE49-F238E27FC236}">
                      <a16:creationId xmlns:a16="http://schemas.microsoft.com/office/drawing/2014/main" id="{7D75CD01-1909-48AD-F566-3BBE3940905A}"/>
                    </a:ext>
                  </a:extLst>
                </p14:cNvPr>
                <p14:cNvContentPartPr/>
                <p14:nvPr/>
              </p14:nvContentPartPr>
              <p14:xfrm>
                <a:off x="5491888" y="4922361"/>
                <a:ext cx="270720" cy="187920"/>
              </p14:xfrm>
            </p:contentPart>
          </mc:Choice>
          <mc:Fallback>
            <p:pic>
              <p:nvPicPr>
                <p:cNvPr id="68" name="Tinta 67">
                  <a:extLst>
                    <a:ext uri="{FF2B5EF4-FFF2-40B4-BE49-F238E27FC236}">
                      <a16:creationId xmlns:a16="http://schemas.microsoft.com/office/drawing/2014/main" id="{7D75CD01-1909-48AD-F566-3BBE3940905A}"/>
                    </a:ext>
                  </a:extLst>
                </p:cNvPr>
                <p:cNvPicPr/>
                <p:nvPr/>
              </p:nvPicPr>
              <p:blipFill>
                <a:blip r:embed="rId78"/>
                <a:stretch>
                  <a:fillRect/>
                </a:stretch>
              </p:blipFill>
              <p:spPr>
                <a:xfrm>
                  <a:off x="5485768" y="4916241"/>
                  <a:ext cx="282960" cy="200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9">
              <p14:nvContentPartPr>
                <p14:cNvPr id="69" name="Tinta 68">
                  <a:extLst>
                    <a:ext uri="{FF2B5EF4-FFF2-40B4-BE49-F238E27FC236}">
                      <a16:creationId xmlns:a16="http://schemas.microsoft.com/office/drawing/2014/main" id="{1B5140E2-4BAE-F9BE-2D21-2CAFBCE1EA58}"/>
                    </a:ext>
                  </a:extLst>
                </p14:cNvPr>
                <p14:cNvContentPartPr/>
                <p14:nvPr/>
              </p14:nvContentPartPr>
              <p14:xfrm>
                <a:off x="5900488" y="4894641"/>
                <a:ext cx="185760" cy="167400"/>
              </p14:xfrm>
            </p:contentPart>
          </mc:Choice>
          <mc:Fallback>
            <p:pic>
              <p:nvPicPr>
                <p:cNvPr id="69" name="Tinta 68">
                  <a:extLst>
                    <a:ext uri="{FF2B5EF4-FFF2-40B4-BE49-F238E27FC236}">
                      <a16:creationId xmlns:a16="http://schemas.microsoft.com/office/drawing/2014/main" id="{1B5140E2-4BAE-F9BE-2D21-2CAFBCE1EA58}"/>
                    </a:ext>
                  </a:extLst>
                </p:cNvPr>
                <p:cNvPicPr/>
                <p:nvPr/>
              </p:nvPicPr>
              <p:blipFill>
                <a:blip r:embed="rId80"/>
                <a:stretch>
                  <a:fillRect/>
                </a:stretch>
              </p:blipFill>
              <p:spPr>
                <a:xfrm>
                  <a:off x="5894368" y="4888521"/>
                  <a:ext cx="198000" cy="1796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80" name="Agrupar 79">
            <a:extLst>
              <a:ext uri="{FF2B5EF4-FFF2-40B4-BE49-F238E27FC236}">
                <a16:creationId xmlns:a16="http://schemas.microsoft.com/office/drawing/2014/main" id="{0B36EF40-93B7-3BF4-7996-160D758A353B}"/>
              </a:ext>
            </a:extLst>
          </p:cNvPr>
          <p:cNvGrpSpPr/>
          <p:nvPr/>
        </p:nvGrpSpPr>
        <p:grpSpPr>
          <a:xfrm>
            <a:off x="6717328" y="4944321"/>
            <a:ext cx="1387800" cy="261360"/>
            <a:chOff x="6717328" y="4944321"/>
            <a:chExt cx="1387800" cy="2613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81">
              <p14:nvContentPartPr>
                <p14:cNvPr id="71" name="Tinta 70">
                  <a:extLst>
                    <a:ext uri="{FF2B5EF4-FFF2-40B4-BE49-F238E27FC236}">
                      <a16:creationId xmlns:a16="http://schemas.microsoft.com/office/drawing/2014/main" id="{C14572EB-1501-CCD2-B05F-520002D8B878}"/>
                    </a:ext>
                  </a:extLst>
                </p14:cNvPr>
                <p14:cNvContentPartPr/>
                <p14:nvPr/>
              </p14:nvContentPartPr>
              <p14:xfrm>
                <a:off x="6717328" y="5051241"/>
                <a:ext cx="268200" cy="7920"/>
              </p14:xfrm>
            </p:contentPart>
          </mc:Choice>
          <mc:Fallback>
            <p:pic>
              <p:nvPicPr>
                <p:cNvPr id="71" name="Tinta 70">
                  <a:extLst>
                    <a:ext uri="{FF2B5EF4-FFF2-40B4-BE49-F238E27FC236}">
                      <a16:creationId xmlns:a16="http://schemas.microsoft.com/office/drawing/2014/main" id="{C14572EB-1501-CCD2-B05F-520002D8B878}"/>
                    </a:ext>
                  </a:extLst>
                </p:cNvPr>
                <p:cNvPicPr/>
                <p:nvPr/>
              </p:nvPicPr>
              <p:blipFill>
                <a:blip r:embed="rId82"/>
                <a:stretch>
                  <a:fillRect/>
                </a:stretch>
              </p:blipFill>
              <p:spPr>
                <a:xfrm>
                  <a:off x="6711208" y="5045121"/>
                  <a:ext cx="280440" cy="20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3">
              <p14:nvContentPartPr>
                <p14:cNvPr id="72" name="Tinta 71">
                  <a:extLst>
                    <a:ext uri="{FF2B5EF4-FFF2-40B4-BE49-F238E27FC236}">
                      <a16:creationId xmlns:a16="http://schemas.microsoft.com/office/drawing/2014/main" id="{6B53AD46-033B-6DEF-A20B-1DF06BFA8E07}"/>
                    </a:ext>
                  </a:extLst>
                </p14:cNvPr>
                <p14:cNvContentPartPr/>
                <p14:nvPr/>
              </p14:nvContentPartPr>
              <p14:xfrm>
                <a:off x="6881848" y="4944321"/>
                <a:ext cx="47520" cy="234000"/>
              </p14:xfrm>
            </p:contentPart>
          </mc:Choice>
          <mc:Fallback>
            <p:pic>
              <p:nvPicPr>
                <p:cNvPr id="72" name="Tinta 71">
                  <a:extLst>
                    <a:ext uri="{FF2B5EF4-FFF2-40B4-BE49-F238E27FC236}">
                      <a16:creationId xmlns:a16="http://schemas.microsoft.com/office/drawing/2014/main" id="{6B53AD46-033B-6DEF-A20B-1DF06BFA8E07}"/>
                    </a:ext>
                  </a:extLst>
                </p:cNvPr>
                <p:cNvPicPr/>
                <p:nvPr/>
              </p:nvPicPr>
              <p:blipFill>
                <a:blip r:embed="rId84"/>
                <a:stretch>
                  <a:fillRect/>
                </a:stretch>
              </p:blipFill>
              <p:spPr>
                <a:xfrm>
                  <a:off x="6875728" y="4938201"/>
                  <a:ext cx="59760" cy="246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5">
              <p14:nvContentPartPr>
                <p14:cNvPr id="74" name="Tinta 73">
                  <a:extLst>
                    <a:ext uri="{FF2B5EF4-FFF2-40B4-BE49-F238E27FC236}">
                      <a16:creationId xmlns:a16="http://schemas.microsoft.com/office/drawing/2014/main" id="{48D155BC-E1D3-BBA5-8593-44579C2DE705}"/>
                    </a:ext>
                  </a:extLst>
                </p14:cNvPr>
                <p14:cNvContentPartPr/>
                <p14:nvPr/>
              </p14:nvContentPartPr>
              <p14:xfrm>
                <a:off x="7043848" y="5011281"/>
                <a:ext cx="84240" cy="194400"/>
              </p14:xfrm>
            </p:contentPart>
          </mc:Choice>
          <mc:Fallback>
            <p:pic>
              <p:nvPicPr>
                <p:cNvPr id="74" name="Tinta 73">
                  <a:extLst>
                    <a:ext uri="{FF2B5EF4-FFF2-40B4-BE49-F238E27FC236}">
                      <a16:creationId xmlns:a16="http://schemas.microsoft.com/office/drawing/2014/main" id="{48D155BC-E1D3-BBA5-8593-44579C2DE705}"/>
                    </a:ext>
                  </a:extLst>
                </p:cNvPr>
                <p:cNvPicPr/>
                <p:nvPr/>
              </p:nvPicPr>
              <p:blipFill>
                <a:blip r:embed="rId86"/>
                <a:stretch>
                  <a:fillRect/>
                </a:stretch>
              </p:blipFill>
              <p:spPr>
                <a:xfrm>
                  <a:off x="7037728" y="5005161"/>
                  <a:ext cx="96480" cy="206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7">
              <p14:nvContentPartPr>
                <p14:cNvPr id="76" name="Tinta 75">
                  <a:extLst>
                    <a:ext uri="{FF2B5EF4-FFF2-40B4-BE49-F238E27FC236}">
                      <a16:creationId xmlns:a16="http://schemas.microsoft.com/office/drawing/2014/main" id="{FC810C4D-D051-F7E8-4331-7C7A3BC42207}"/>
                    </a:ext>
                  </a:extLst>
                </p14:cNvPr>
                <p14:cNvContentPartPr/>
                <p14:nvPr/>
              </p14:nvContentPartPr>
              <p14:xfrm>
                <a:off x="7149328" y="5050521"/>
                <a:ext cx="209520" cy="100080"/>
              </p14:xfrm>
            </p:contentPart>
          </mc:Choice>
          <mc:Fallback>
            <p:pic>
              <p:nvPicPr>
                <p:cNvPr id="76" name="Tinta 75">
                  <a:extLst>
                    <a:ext uri="{FF2B5EF4-FFF2-40B4-BE49-F238E27FC236}">
                      <a16:creationId xmlns:a16="http://schemas.microsoft.com/office/drawing/2014/main" id="{FC810C4D-D051-F7E8-4331-7C7A3BC42207}"/>
                    </a:ext>
                  </a:extLst>
                </p:cNvPr>
                <p:cNvPicPr/>
                <p:nvPr/>
              </p:nvPicPr>
              <p:blipFill>
                <a:blip r:embed="rId88"/>
                <a:stretch>
                  <a:fillRect/>
                </a:stretch>
              </p:blipFill>
              <p:spPr>
                <a:xfrm>
                  <a:off x="7143208" y="5044401"/>
                  <a:ext cx="221760" cy="112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9">
              <p14:nvContentPartPr>
                <p14:cNvPr id="77" name="Tinta 76">
                  <a:extLst>
                    <a:ext uri="{FF2B5EF4-FFF2-40B4-BE49-F238E27FC236}">
                      <a16:creationId xmlns:a16="http://schemas.microsoft.com/office/drawing/2014/main" id="{69AE7388-02CA-DBEA-1207-217C838C00E2}"/>
                    </a:ext>
                  </a:extLst>
                </p14:cNvPr>
                <p14:cNvContentPartPr/>
                <p14:nvPr/>
              </p14:nvContentPartPr>
              <p14:xfrm>
                <a:off x="7268848" y="5033961"/>
                <a:ext cx="252720" cy="116640"/>
              </p14:xfrm>
            </p:contentPart>
          </mc:Choice>
          <mc:Fallback>
            <p:pic>
              <p:nvPicPr>
                <p:cNvPr id="77" name="Tinta 76">
                  <a:extLst>
                    <a:ext uri="{FF2B5EF4-FFF2-40B4-BE49-F238E27FC236}">
                      <a16:creationId xmlns:a16="http://schemas.microsoft.com/office/drawing/2014/main" id="{69AE7388-02CA-DBEA-1207-217C838C00E2}"/>
                    </a:ext>
                  </a:extLst>
                </p:cNvPr>
                <p:cNvPicPr/>
                <p:nvPr/>
              </p:nvPicPr>
              <p:blipFill>
                <a:blip r:embed="rId90"/>
                <a:stretch>
                  <a:fillRect/>
                </a:stretch>
              </p:blipFill>
              <p:spPr>
                <a:xfrm>
                  <a:off x="7262728" y="5027841"/>
                  <a:ext cx="264960" cy="128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1">
              <p14:nvContentPartPr>
                <p14:cNvPr id="78" name="Tinta 77">
                  <a:extLst>
                    <a:ext uri="{FF2B5EF4-FFF2-40B4-BE49-F238E27FC236}">
                      <a16:creationId xmlns:a16="http://schemas.microsoft.com/office/drawing/2014/main" id="{4048CECF-60F5-51E4-924F-AF37C2B86448}"/>
                    </a:ext>
                  </a:extLst>
                </p14:cNvPr>
                <p14:cNvContentPartPr/>
                <p14:nvPr/>
              </p14:nvContentPartPr>
              <p14:xfrm>
                <a:off x="7631368" y="4987161"/>
                <a:ext cx="193680" cy="105480"/>
              </p14:xfrm>
            </p:contentPart>
          </mc:Choice>
          <mc:Fallback>
            <p:pic>
              <p:nvPicPr>
                <p:cNvPr id="78" name="Tinta 77">
                  <a:extLst>
                    <a:ext uri="{FF2B5EF4-FFF2-40B4-BE49-F238E27FC236}">
                      <a16:creationId xmlns:a16="http://schemas.microsoft.com/office/drawing/2014/main" id="{4048CECF-60F5-51E4-924F-AF37C2B86448}"/>
                    </a:ext>
                  </a:extLst>
                </p:cNvPr>
                <p:cNvPicPr/>
                <p:nvPr/>
              </p:nvPicPr>
              <p:blipFill>
                <a:blip r:embed="rId92"/>
                <a:stretch>
                  <a:fillRect/>
                </a:stretch>
              </p:blipFill>
              <p:spPr>
                <a:xfrm>
                  <a:off x="7625248" y="4981041"/>
                  <a:ext cx="205920" cy="117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3">
              <p14:nvContentPartPr>
                <p14:cNvPr id="79" name="Tinta 78">
                  <a:extLst>
                    <a:ext uri="{FF2B5EF4-FFF2-40B4-BE49-F238E27FC236}">
                      <a16:creationId xmlns:a16="http://schemas.microsoft.com/office/drawing/2014/main" id="{39CF65E1-40BA-C5D9-4142-A0C539D429EA}"/>
                    </a:ext>
                  </a:extLst>
                </p14:cNvPr>
                <p14:cNvContentPartPr/>
                <p14:nvPr/>
              </p14:nvContentPartPr>
              <p14:xfrm>
                <a:off x="7871488" y="4976361"/>
                <a:ext cx="233640" cy="142920"/>
              </p14:xfrm>
            </p:contentPart>
          </mc:Choice>
          <mc:Fallback>
            <p:pic>
              <p:nvPicPr>
                <p:cNvPr id="79" name="Tinta 78">
                  <a:extLst>
                    <a:ext uri="{FF2B5EF4-FFF2-40B4-BE49-F238E27FC236}">
                      <a16:creationId xmlns:a16="http://schemas.microsoft.com/office/drawing/2014/main" id="{39CF65E1-40BA-C5D9-4142-A0C539D429EA}"/>
                    </a:ext>
                  </a:extLst>
                </p:cNvPr>
                <p:cNvPicPr/>
                <p:nvPr/>
              </p:nvPicPr>
              <p:blipFill>
                <a:blip r:embed="rId94"/>
                <a:stretch>
                  <a:fillRect/>
                </a:stretch>
              </p:blipFill>
              <p:spPr>
                <a:xfrm>
                  <a:off x="7865368" y="4970241"/>
                  <a:ext cx="245880" cy="1551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85" name="Agrupar 84">
            <a:extLst>
              <a:ext uri="{FF2B5EF4-FFF2-40B4-BE49-F238E27FC236}">
                <a16:creationId xmlns:a16="http://schemas.microsoft.com/office/drawing/2014/main" id="{93AC6988-F3A1-7932-488F-7BB4C4372BD5}"/>
              </a:ext>
            </a:extLst>
          </p:cNvPr>
          <p:cNvGrpSpPr/>
          <p:nvPr/>
        </p:nvGrpSpPr>
        <p:grpSpPr>
          <a:xfrm>
            <a:off x="2010328" y="5576841"/>
            <a:ext cx="1093680" cy="346680"/>
            <a:chOff x="2010328" y="5576841"/>
            <a:chExt cx="1093680" cy="3466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95">
              <p14:nvContentPartPr>
                <p14:cNvPr id="81" name="Tinta 80">
                  <a:extLst>
                    <a:ext uri="{FF2B5EF4-FFF2-40B4-BE49-F238E27FC236}">
                      <a16:creationId xmlns:a16="http://schemas.microsoft.com/office/drawing/2014/main" id="{2BB23CA0-EEDB-7B83-B9EA-864CC5F0C7BB}"/>
                    </a:ext>
                  </a:extLst>
                </p14:cNvPr>
                <p14:cNvContentPartPr/>
                <p14:nvPr/>
              </p14:nvContentPartPr>
              <p14:xfrm>
                <a:off x="2010328" y="5576841"/>
                <a:ext cx="184320" cy="307080"/>
              </p14:xfrm>
            </p:contentPart>
          </mc:Choice>
          <mc:Fallback>
            <p:pic>
              <p:nvPicPr>
                <p:cNvPr id="81" name="Tinta 80">
                  <a:extLst>
                    <a:ext uri="{FF2B5EF4-FFF2-40B4-BE49-F238E27FC236}">
                      <a16:creationId xmlns:a16="http://schemas.microsoft.com/office/drawing/2014/main" id="{2BB23CA0-EEDB-7B83-B9EA-864CC5F0C7BB}"/>
                    </a:ext>
                  </a:extLst>
                </p:cNvPr>
                <p:cNvPicPr/>
                <p:nvPr/>
              </p:nvPicPr>
              <p:blipFill>
                <a:blip r:embed="rId96"/>
                <a:stretch>
                  <a:fillRect/>
                </a:stretch>
              </p:blipFill>
              <p:spPr>
                <a:xfrm>
                  <a:off x="2004208" y="5570721"/>
                  <a:ext cx="196560" cy="319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7">
              <p14:nvContentPartPr>
                <p14:cNvPr id="82" name="Tinta 81">
                  <a:extLst>
                    <a:ext uri="{FF2B5EF4-FFF2-40B4-BE49-F238E27FC236}">
                      <a16:creationId xmlns:a16="http://schemas.microsoft.com/office/drawing/2014/main" id="{CC2FCA0A-EED7-5C7A-06D5-D2FC21FE9C66}"/>
                    </a:ext>
                  </a:extLst>
                </p14:cNvPr>
                <p14:cNvContentPartPr/>
                <p14:nvPr/>
              </p14:nvContentPartPr>
              <p14:xfrm>
                <a:off x="2368168" y="5706081"/>
                <a:ext cx="221400" cy="217440"/>
              </p14:xfrm>
            </p:contentPart>
          </mc:Choice>
          <mc:Fallback>
            <p:pic>
              <p:nvPicPr>
                <p:cNvPr id="82" name="Tinta 81">
                  <a:extLst>
                    <a:ext uri="{FF2B5EF4-FFF2-40B4-BE49-F238E27FC236}">
                      <a16:creationId xmlns:a16="http://schemas.microsoft.com/office/drawing/2014/main" id="{CC2FCA0A-EED7-5C7A-06D5-D2FC21FE9C66}"/>
                    </a:ext>
                  </a:extLst>
                </p:cNvPr>
                <p:cNvPicPr/>
                <p:nvPr/>
              </p:nvPicPr>
              <p:blipFill>
                <a:blip r:embed="rId98"/>
                <a:stretch>
                  <a:fillRect/>
                </a:stretch>
              </p:blipFill>
              <p:spPr>
                <a:xfrm>
                  <a:off x="2362048" y="5699961"/>
                  <a:ext cx="233640" cy="229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9">
              <p14:nvContentPartPr>
                <p14:cNvPr id="83" name="Tinta 82">
                  <a:extLst>
                    <a:ext uri="{FF2B5EF4-FFF2-40B4-BE49-F238E27FC236}">
                      <a16:creationId xmlns:a16="http://schemas.microsoft.com/office/drawing/2014/main" id="{6B850191-067C-6B38-AA67-45732DC53C5C}"/>
                    </a:ext>
                  </a:extLst>
                </p14:cNvPr>
                <p14:cNvContentPartPr/>
                <p14:nvPr/>
              </p14:nvContentPartPr>
              <p14:xfrm>
                <a:off x="2880448" y="5673321"/>
                <a:ext cx="223560" cy="19800"/>
              </p14:xfrm>
            </p:contentPart>
          </mc:Choice>
          <mc:Fallback>
            <p:pic>
              <p:nvPicPr>
                <p:cNvPr id="83" name="Tinta 82">
                  <a:extLst>
                    <a:ext uri="{FF2B5EF4-FFF2-40B4-BE49-F238E27FC236}">
                      <a16:creationId xmlns:a16="http://schemas.microsoft.com/office/drawing/2014/main" id="{6B850191-067C-6B38-AA67-45732DC53C5C}"/>
                    </a:ext>
                  </a:extLst>
                </p:cNvPr>
                <p:cNvPicPr/>
                <p:nvPr/>
              </p:nvPicPr>
              <p:blipFill>
                <a:blip r:embed="rId100"/>
                <a:stretch>
                  <a:fillRect/>
                </a:stretch>
              </p:blipFill>
              <p:spPr>
                <a:xfrm>
                  <a:off x="2874328" y="5667201"/>
                  <a:ext cx="235800" cy="32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1">
              <p14:nvContentPartPr>
                <p14:cNvPr id="84" name="Tinta 83">
                  <a:extLst>
                    <a:ext uri="{FF2B5EF4-FFF2-40B4-BE49-F238E27FC236}">
                      <a16:creationId xmlns:a16="http://schemas.microsoft.com/office/drawing/2014/main" id="{75A96DC4-5294-6611-2927-7302A3803159}"/>
                    </a:ext>
                  </a:extLst>
                </p14:cNvPr>
                <p14:cNvContentPartPr/>
                <p14:nvPr/>
              </p14:nvContentPartPr>
              <p14:xfrm>
                <a:off x="2824288" y="5752521"/>
                <a:ext cx="209520" cy="15480"/>
              </p14:xfrm>
            </p:contentPart>
          </mc:Choice>
          <mc:Fallback>
            <p:pic>
              <p:nvPicPr>
                <p:cNvPr id="84" name="Tinta 83">
                  <a:extLst>
                    <a:ext uri="{FF2B5EF4-FFF2-40B4-BE49-F238E27FC236}">
                      <a16:creationId xmlns:a16="http://schemas.microsoft.com/office/drawing/2014/main" id="{75A96DC4-5294-6611-2927-7302A3803159}"/>
                    </a:ext>
                  </a:extLst>
                </p:cNvPr>
                <p:cNvPicPr/>
                <p:nvPr/>
              </p:nvPicPr>
              <p:blipFill>
                <a:blip r:embed="rId102"/>
                <a:stretch>
                  <a:fillRect/>
                </a:stretch>
              </p:blipFill>
              <p:spPr>
                <a:xfrm>
                  <a:off x="2818168" y="5746401"/>
                  <a:ext cx="221760" cy="277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91" name="Agrupar 90">
            <a:extLst>
              <a:ext uri="{FF2B5EF4-FFF2-40B4-BE49-F238E27FC236}">
                <a16:creationId xmlns:a16="http://schemas.microsoft.com/office/drawing/2014/main" id="{422BA893-6F59-A297-F74E-9686CA1CD4A9}"/>
              </a:ext>
            </a:extLst>
          </p:cNvPr>
          <p:cNvGrpSpPr/>
          <p:nvPr/>
        </p:nvGrpSpPr>
        <p:grpSpPr>
          <a:xfrm>
            <a:off x="4105888" y="2600721"/>
            <a:ext cx="3312360" cy="668880"/>
            <a:chOff x="4105888" y="2600721"/>
            <a:chExt cx="3312360" cy="6688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03">
              <p14:nvContentPartPr>
                <p14:cNvPr id="11" name="Tinta 10">
                  <a:extLst>
                    <a:ext uri="{FF2B5EF4-FFF2-40B4-BE49-F238E27FC236}">
                      <a16:creationId xmlns:a16="http://schemas.microsoft.com/office/drawing/2014/main" id="{CF256206-62F9-4715-7C58-7C5D7403465B}"/>
                    </a:ext>
                  </a:extLst>
                </p14:cNvPr>
                <p14:cNvContentPartPr/>
                <p14:nvPr/>
              </p14:nvContentPartPr>
              <p14:xfrm>
                <a:off x="4105888" y="2938761"/>
                <a:ext cx="275400" cy="239400"/>
              </p14:xfrm>
            </p:contentPart>
          </mc:Choice>
          <mc:Fallback>
            <p:pic>
              <p:nvPicPr>
                <p:cNvPr id="11" name="Tinta 10">
                  <a:extLst>
                    <a:ext uri="{FF2B5EF4-FFF2-40B4-BE49-F238E27FC236}">
                      <a16:creationId xmlns:a16="http://schemas.microsoft.com/office/drawing/2014/main" id="{CF256206-62F9-4715-7C58-7C5D7403465B}"/>
                    </a:ext>
                  </a:extLst>
                </p:cNvPr>
                <p:cNvPicPr/>
                <p:nvPr/>
              </p:nvPicPr>
              <p:blipFill>
                <a:blip r:embed="rId104"/>
                <a:stretch>
                  <a:fillRect/>
                </a:stretch>
              </p:blipFill>
              <p:spPr>
                <a:xfrm>
                  <a:off x="4099768" y="2932641"/>
                  <a:ext cx="287640" cy="251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5">
              <p14:nvContentPartPr>
                <p14:cNvPr id="12" name="Tinta 11">
                  <a:extLst>
                    <a:ext uri="{FF2B5EF4-FFF2-40B4-BE49-F238E27FC236}">
                      <a16:creationId xmlns:a16="http://schemas.microsoft.com/office/drawing/2014/main" id="{B072E77E-4691-F462-6291-FD962B04CB60}"/>
                    </a:ext>
                  </a:extLst>
                </p14:cNvPr>
                <p14:cNvContentPartPr/>
                <p14:nvPr/>
              </p14:nvContentPartPr>
              <p14:xfrm>
                <a:off x="4383808" y="3093201"/>
                <a:ext cx="201600" cy="106920"/>
              </p14:xfrm>
            </p:contentPart>
          </mc:Choice>
          <mc:Fallback>
            <p:pic>
              <p:nvPicPr>
                <p:cNvPr id="12" name="Tinta 11">
                  <a:extLst>
                    <a:ext uri="{FF2B5EF4-FFF2-40B4-BE49-F238E27FC236}">
                      <a16:creationId xmlns:a16="http://schemas.microsoft.com/office/drawing/2014/main" id="{B072E77E-4691-F462-6291-FD962B04CB60}"/>
                    </a:ext>
                  </a:extLst>
                </p:cNvPr>
                <p:cNvPicPr/>
                <p:nvPr/>
              </p:nvPicPr>
              <p:blipFill>
                <a:blip r:embed="rId106"/>
                <a:stretch>
                  <a:fillRect/>
                </a:stretch>
              </p:blipFill>
              <p:spPr>
                <a:xfrm>
                  <a:off x="4377688" y="3087081"/>
                  <a:ext cx="213840" cy="119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7">
              <p14:nvContentPartPr>
                <p14:cNvPr id="13" name="Tinta 12">
                  <a:extLst>
                    <a:ext uri="{FF2B5EF4-FFF2-40B4-BE49-F238E27FC236}">
                      <a16:creationId xmlns:a16="http://schemas.microsoft.com/office/drawing/2014/main" id="{BCF78693-4311-EA72-AB35-7FD894301C16}"/>
                    </a:ext>
                  </a:extLst>
                </p14:cNvPr>
                <p14:cNvContentPartPr/>
                <p14:nvPr/>
              </p14:nvContentPartPr>
              <p14:xfrm>
                <a:off x="4783048" y="2641401"/>
                <a:ext cx="256320" cy="168120"/>
              </p14:xfrm>
            </p:contentPart>
          </mc:Choice>
          <mc:Fallback>
            <p:pic>
              <p:nvPicPr>
                <p:cNvPr id="13" name="Tinta 12">
                  <a:extLst>
                    <a:ext uri="{FF2B5EF4-FFF2-40B4-BE49-F238E27FC236}">
                      <a16:creationId xmlns:a16="http://schemas.microsoft.com/office/drawing/2014/main" id="{BCF78693-4311-EA72-AB35-7FD894301C16}"/>
                    </a:ext>
                  </a:extLst>
                </p:cNvPr>
                <p:cNvPicPr/>
                <p:nvPr/>
              </p:nvPicPr>
              <p:blipFill>
                <a:blip r:embed="rId108"/>
                <a:stretch>
                  <a:fillRect/>
                </a:stretch>
              </p:blipFill>
              <p:spPr>
                <a:xfrm>
                  <a:off x="4776928" y="2635281"/>
                  <a:ext cx="268560" cy="180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9">
              <p14:nvContentPartPr>
                <p14:cNvPr id="16" name="Tinta 15">
                  <a:extLst>
                    <a:ext uri="{FF2B5EF4-FFF2-40B4-BE49-F238E27FC236}">
                      <a16:creationId xmlns:a16="http://schemas.microsoft.com/office/drawing/2014/main" id="{16FBA0C0-F769-CB44-457E-B6C414ECA625}"/>
                    </a:ext>
                  </a:extLst>
                </p14:cNvPr>
                <p14:cNvContentPartPr/>
                <p14:nvPr/>
              </p14:nvContentPartPr>
              <p14:xfrm>
                <a:off x="5167888" y="3066921"/>
                <a:ext cx="454320" cy="34200"/>
              </p14:xfrm>
            </p:contentPart>
          </mc:Choice>
          <mc:Fallback>
            <p:pic>
              <p:nvPicPr>
                <p:cNvPr id="16" name="Tinta 15">
                  <a:extLst>
                    <a:ext uri="{FF2B5EF4-FFF2-40B4-BE49-F238E27FC236}">
                      <a16:creationId xmlns:a16="http://schemas.microsoft.com/office/drawing/2014/main" id="{16FBA0C0-F769-CB44-457E-B6C414ECA625}"/>
                    </a:ext>
                  </a:extLst>
                </p:cNvPr>
                <p:cNvPicPr/>
                <p:nvPr/>
              </p:nvPicPr>
              <p:blipFill>
                <a:blip r:embed="rId110"/>
                <a:stretch>
                  <a:fillRect/>
                </a:stretch>
              </p:blipFill>
              <p:spPr>
                <a:xfrm>
                  <a:off x="5161768" y="3060801"/>
                  <a:ext cx="466560" cy="46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1">
              <p14:nvContentPartPr>
                <p14:cNvPr id="17" name="Tinta 16">
                  <a:extLst>
                    <a:ext uri="{FF2B5EF4-FFF2-40B4-BE49-F238E27FC236}">
                      <a16:creationId xmlns:a16="http://schemas.microsoft.com/office/drawing/2014/main" id="{D155BC9B-5F0B-8C08-5C73-6DA10A4CDCB5}"/>
                    </a:ext>
                  </a:extLst>
                </p14:cNvPr>
                <p14:cNvContentPartPr/>
                <p14:nvPr/>
              </p14:nvContentPartPr>
              <p14:xfrm>
                <a:off x="5377408" y="2907801"/>
                <a:ext cx="35640" cy="221040"/>
              </p14:xfrm>
            </p:contentPart>
          </mc:Choice>
          <mc:Fallback>
            <p:pic>
              <p:nvPicPr>
                <p:cNvPr id="17" name="Tinta 16">
                  <a:extLst>
                    <a:ext uri="{FF2B5EF4-FFF2-40B4-BE49-F238E27FC236}">
                      <a16:creationId xmlns:a16="http://schemas.microsoft.com/office/drawing/2014/main" id="{D155BC9B-5F0B-8C08-5C73-6DA10A4CDCB5}"/>
                    </a:ext>
                  </a:extLst>
                </p:cNvPr>
                <p:cNvPicPr/>
                <p:nvPr/>
              </p:nvPicPr>
              <p:blipFill>
                <a:blip r:embed="rId112"/>
                <a:stretch>
                  <a:fillRect/>
                </a:stretch>
              </p:blipFill>
              <p:spPr>
                <a:xfrm>
                  <a:off x="5371288" y="2901681"/>
                  <a:ext cx="47880" cy="233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3">
              <p14:nvContentPartPr>
                <p14:cNvPr id="18" name="Tinta 17">
                  <a:extLst>
                    <a:ext uri="{FF2B5EF4-FFF2-40B4-BE49-F238E27FC236}">
                      <a16:creationId xmlns:a16="http://schemas.microsoft.com/office/drawing/2014/main" id="{4876C31F-579A-7B36-2249-3E8C1CF14047}"/>
                    </a:ext>
                  </a:extLst>
                </p14:cNvPr>
                <p14:cNvContentPartPr/>
                <p14:nvPr/>
              </p14:nvContentPartPr>
              <p14:xfrm>
                <a:off x="6046288" y="2951721"/>
                <a:ext cx="309240" cy="181800"/>
              </p14:xfrm>
            </p:contentPart>
          </mc:Choice>
          <mc:Fallback>
            <p:pic>
              <p:nvPicPr>
                <p:cNvPr id="18" name="Tinta 17">
                  <a:extLst>
                    <a:ext uri="{FF2B5EF4-FFF2-40B4-BE49-F238E27FC236}">
                      <a16:creationId xmlns:a16="http://schemas.microsoft.com/office/drawing/2014/main" id="{4876C31F-579A-7B36-2249-3E8C1CF14047}"/>
                    </a:ext>
                  </a:extLst>
                </p:cNvPr>
                <p:cNvPicPr/>
                <p:nvPr/>
              </p:nvPicPr>
              <p:blipFill>
                <a:blip r:embed="rId114"/>
                <a:stretch>
                  <a:fillRect/>
                </a:stretch>
              </p:blipFill>
              <p:spPr>
                <a:xfrm>
                  <a:off x="6040168" y="2945601"/>
                  <a:ext cx="321480" cy="194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5">
              <p14:nvContentPartPr>
                <p14:cNvPr id="20" name="Tinta 19">
                  <a:extLst>
                    <a:ext uri="{FF2B5EF4-FFF2-40B4-BE49-F238E27FC236}">
                      <a16:creationId xmlns:a16="http://schemas.microsoft.com/office/drawing/2014/main" id="{262C3DDD-CF55-7855-FAF4-9F7D74F33FB9}"/>
                    </a:ext>
                  </a:extLst>
                </p14:cNvPr>
                <p14:cNvContentPartPr/>
                <p14:nvPr/>
              </p14:nvContentPartPr>
              <p14:xfrm>
                <a:off x="6402328" y="3145401"/>
                <a:ext cx="313560" cy="45000"/>
              </p14:xfrm>
            </p:contentPart>
          </mc:Choice>
          <mc:Fallback>
            <p:pic>
              <p:nvPicPr>
                <p:cNvPr id="20" name="Tinta 19">
                  <a:extLst>
                    <a:ext uri="{FF2B5EF4-FFF2-40B4-BE49-F238E27FC236}">
                      <a16:creationId xmlns:a16="http://schemas.microsoft.com/office/drawing/2014/main" id="{262C3DDD-CF55-7855-FAF4-9F7D74F33FB9}"/>
                    </a:ext>
                  </a:extLst>
                </p:cNvPr>
                <p:cNvPicPr/>
                <p:nvPr/>
              </p:nvPicPr>
              <p:blipFill>
                <a:blip r:embed="rId116"/>
                <a:stretch>
                  <a:fillRect/>
                </a:stretch>
              </p:blipFill>
              <p:spPr>
                <a:xfrm>
                  <a:off x="6396208" y="3139281"/>
                  <a:ext cx="325800" cy="57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7">
              <p14:nvContentPartPr>
                <p14:cNvPr id="21" name="Tinta 20">
                  <a:extLst>
                    <a:ext uri="{FF2B5EF4-FFF2-40B4-BE49-F238E27FC236}">
                      <a16:creationId xmlns:a16="http://schemas.microsoft.com/office/drawing/2014/main" id="{EEDB738A-B228-D089-3D22-9DAD2EDA6AB0}"/>
                    </a:ext>
                  </a:extLst>
                </p14:cNvPr>
                <p14:cNvContentPartPr/>
                <p14:nvPr/>
              </p14:nvContentPartPr>
              <p14:xfrm>
                <a:off x="6472888" y="3113721"/>
                <a:ext cx="70920" cy="155880"/>
              </p14:xfrm>
            </p:contentPart>
          </mc:Choice>
          <mc:Fallback>
            <p:pic>
              <p:nvPicPr>
                <p:cNvPr id="21" name="Tinta 20">
                  <a:extLst>
                    <a:ext uri="{FF2B5EF4-FFF2-40B4-BE49-F238E27FC236}">
                      <a16:creationId xmlns:a16="http://schemas.microsoft.com/office/drawing/2014/main" id="{EEDB738A-B228-D089-3D22-9DAD2EDA6AB0}"/>
                    </a:ext>
                  </a:extLst>
                </p:cNvPr>
                <p:cNvPicPr/>
                <p:nvPr/>
              </p:nvPicPr>
              <p:blipFill>
                <a:blip r:embed="rId118"/>
                <a:stretch>
                  <a:fillRect/>
                </a:stretch>
              </p:blipFill>
              <p:spPr>
                <a:xfrm>
                  <a:off x="6466768" y="3107601"/>
                  <a:ext cx="83160" cy="168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9">
              <p14:nvContentPartPr>
                <p14:cNvPr id="22" name="Tinta 21">
                  <a:extLst>
                    <a:ext uri="{FF2B5EF4-FFF2-40B4-BE49-F238E27FC236}">
                      <a16:creationId xmlns:a16="http://schemas.microsoft.com/office/drawing/2014/main" id="{2F3F4982-3F87-2130-8F22-A92768089CB5}"/>
                    </a:ext>
                  </a:extLst>
                </p14:cNvPr>
                <p14:cNvContentPartPr/>
                <p14:nvPr/>
              </p14:nvContentPartPr>
              <p14:xfrm>
                <a:off x="7043848" y="2659761"/>
                <a:ext cx="374400" cy="193680"/>
              </p14:xfrm>
            </p:contentPart>
          </mc:Choice>
          <mc:Fallback>
            <p:pic>
              <p:nvPicPr>
                <p:cNvPr id="22" name="Tinta 21">
                  <a:extLst>
                    <a:ext uri="{FF2B5EF4-FFF2-40B4-BE49-F238E27FC236}">
                      <a16:creationId xmlns:a16="http://schemas.microsoft.com/office/drawing/2014/main" id="{2F3F4982-3F87-2130-8F22-A92768089CB5}"/>
                    </a:ext>
                  </a:extLst>
                </p:cNvPr>
                <p:cNvPicPr/>
                <p:nvPr/>
              </p:nvPicPr>
              <p:blipFill>
                <a:blip r:embed="rId120"/>
                <a:stretch>
                  <a:fillRect/>
                </a:stretch>
              </p:blipFill>
              <p:spPr>
                <a:xfrm>
                  <a:off x="7037728" y="2653641"/>
                  <a:ext cx="386640" cy="205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1">
              <p14:nvContentPartPr>
                <p14:cNvPr id="90" name="Tinta 89">
                  <a:extLst>
                    <a:ext uri="{FF2B5EF4-FFF2-40B4-BE49-F238E27FC236}">
                      <a16:creationId xmlns:a16="http://schemas.microsoft.com/office/drawing/2014/main" id="{8C64293F-494A-4402-F7E2-E950A3458B7C}"/>
                    </a:ext>
                  </a:extLst>
                </p14:cNvPr>
                <p14:cNvContentPartPr/>
                <p14:nvPr/>
              </p14:nvContentPartPr>
              <p14:xfrm>
                <a:off x="5703568" y="2600721"/>
                <a:ext cx="508680" cy="327960"/>
              </p14:xfrm>
            </p:contentPart>
          </mc:Choice>
          <mc:Fallback>
            <p:pic>
              <p:nvPicPr>
                <p:cNvPr id="90" name="Tinta 89">
                  <a:extLst>
                    <a:ext uri="{FF2B5EF4-FFF2-40B4-BE49-F238E27FC236}">
                      <a16:creationId xmlns:a16="http://schemas.microsoft.com/office/drawing/2014/main" id="{8C64293F-494A-4402-F7E2-E950A3458B7C}"/>
                    </a:ext>
                  </a:extLst>
                </p:cNvPr>
                <p:cNvPicPr/>
                <p:nvPr/>
              </p:nvPicPr>
              <p:blipFill>
                <a:blip r:embed="rId122"/>
                <a:stretch>
                  <a:fillRect/>
                </a:stretch>
              </p:blipFill>
              <p:spPr>
                <a:xfrm>
                  <a:off x="5697448" y="2594601"/>
                  <a:ext cx="520920" cy="3402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95" name="Agrupar 94">
            <a:extLst>
              <a:ext uri="{FF2B5EF4-FFF2-40B4-BE49-F238E27FC236}">
                <a16:creationId xmlns:a16="http://schemas.microsoft.com/office/drawing/2014/main" id="{822B43B5-6968-6699-24DB-D73E267CE510}"/>
              </a:ext>
            </a:extLst>
          </p:cNvPr>
          <p:cNvGrpSpPr/>
          <p:nvPr/>
        </p:nvGrpSpPr>
        <p:grpSpPr>
          <a:xfrm>
            <a:off x="3725368" y="5595561"/>
            <a:ext cx="2047680" cy="356760"/>
            <a:chOff x="3725368" y="5595561"/>
            <a:chExt cx="2047680" cy="3567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23">
              <p14:nvContentPartPr>
                <p14:cNvPr id="86" name="Tinta 85">
                  <a:extLst>
                    <a:ext uri="{FF2B5EF4-FFF2-40B4-BE49-F238E27FC236}">
                      <a16:creationId xmlns:a16="http://schemas.microsoft.com/office/drawing/2014/main" id="{5A0A8E1E-BC53-CF52-CF2E-A5664152A389}"/>
                    </a:ext>
                  </a:extLst>
                </p14:cNvPr>
                <p14:cNvContentPartPr/>
                <p14:nvPr/>
              </p14:nvContentPartPr>
              <p14:xfrm>
                <a:off x="3725368" y="5595561"/>
                <a:ext cx="333000" cy="250920"/>
              </p14:xfrm>
            </p:contentPart>
          </mc:Choice>
          <mc:Fallback>
            <p:pic>
              <p:nvPicPr>
                <p:cNvPr id="86" name="Tinta 85">
                  <a:extLst>
                    <a:ext uri="{FF2B5EF4-FFF2-40B4-BE49-F238E27FC236}">
                      <a16:creationId xmlns:a16="http://schemas.microsoft.com/office/drawing/2014/main" id="{5A0A8E1E-BC53-CF52-CF2E-A5664152A389}"/>
                    </a:ext>
                  </a:extLst>
                </p:cNvPr>
                <p:cNvPicPr/>
                <p:nvPr/>
              </p:nvPicPr>
              <p:blipFill>
                <a:blip r:embed="rId124"/>
                <a:stretch>
                  <a:fillRect/>
                </a:stretch>
              </p:blipFill>
              <p:spPr>
                <a:xfrm>
                  <a:off x="3719248" y="5589441"/>
                  <a:ext cx="345240" cy="263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5">
              <p14:nvContentPartPr>
                <p14:cNvPr id="87" name="Tinta 86">
                  <a:extLst>
                    <a:ext uri="{FF2B5EF4-FFF2-40B4-BE49-F238E27FC236}">
                      <a16:creationId xmlns:a16="http://schemas.microsoft.com/office/drawing/2014/main" id="{ED0A92A6-FED4-7341-F59C-5282BEBA541D}"/>
                    </a:ext>
                  </a:extLst>
                </p14:cNvPr>
                <p14:cNvContentPartPr/>
                <p14:nvPr/>
              </p14:nvContentPartPr>
              <p14:xfrm>
                <a:off x="4122448" y="5656041"/>
                <a:ext cx="310680" cy="227880"/>
              </p14:xfrm>
            </p:contentPart>
          </mc:Choice>
          <mc:Fallback>
            <p:pic>
              <p:nvPicPr>
                <p:cNvPr id="87" name="Tinta 86">
                  <a:extLst>
                    <a:ext uri="{FF2B5EF4-FFF2-40B4-BE49-F238E27FC236}">
                      <a16:creationId xmlns:a16="http://schemas.microsoft.com/office/drawing/2014/main" id="{ED0A92A6-FED4-7341-F59C-5282BEBA541D}"/>
                    </a:ext>
                  </a:extLst>
                </p:cNvPr>
                <p:cNvPicPr/>
                <p:nvPr/>
              </p:nvPicPr>
              <p:blipFill>
                <a:blip r:embed="rId126"/>
                <a:stretch>
                  <a:fillRect/>
                </a:stretch>
              </p:blipFill>
              <p:spPr>
                <a:xfrm>
                  <a:off x="4116328" y="5649921"/>
                  <a:ext cx="322920" cy="240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7">
              <p14:nvContentPartPr>
                <p14:cNvPr id="88" name="Tinta 87">
                  <a:extLst>
                    <a:ext uri="{FF2B5EF4-FFF2-40B4-BE49-F238E27FC236}">
                      <a16:creationId xmlns:a16="http://schemas.microsoft.com/office/drawing/2014/main" id="{665B5F2E-69D2-24AF-4087-4DC57ED320AD}"/>
                    </a:ext>
                  </a:extLst>
                </p14:cNvPr>
                <p14:cNvContentPartPr/>
                <p14:nvPr/>
              </p14:nvContentPartPr>
              <p14:xfrm>
                <a:off x="4468048" y="5685201"/>
                <a:ext cx="267480" cy="219960"/>
              </p14:xfrm>
            </p:contentPart>
          </mc:Choice>
          <mc:Fallback>
            <p:pic>
              <p:nvPicPr>
                <p:cNvPr id="88" name="Tinta 87">
                  <a:extLst>
                    <a:ext uri="{FF2B5EF4-FFF2-40B4-BE49-F238E27FC236}">
                      <a16:creationId xmlns:a16="http://schemas.microsoft.com/office/drawing/2014/main" id="{665B5F2E-69D2-24AF-4087-4DC57ED320AD}"/>
                    </a:ext>
                  </a:extLst>
                </p:cNvPr>
                <p:cNvPicPr/>
                <p:nvPr/>
              </p:nvPicPr>
              <p:blipFill>
                <a:blip r:embed="rId128"/>
                <a:stretch>
                  <a:fillRect/>
                </a:stretch>
              </p:blipFill>
              <p:spPr>
                <a:xfrm>
                  <a:off x="4461928" y="5679081"/>
                  <a:ext cx="279720" cy="232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9">
              <p14:nvContentPartPr>
                <p14:cNvPr id="92" name="Tinta 91">
                  <a:extLst>
                    <a:ext uri="{FF2B5EF4-FFF2-40B4-BE49-F238E27FC236}">
                      <a16:creationId xmlns:a16="http://schemas.microsoft.com/office/drawing/2014/main" id="{2089831F-C9F0-BC86-9EB9-054E4B12475E}"/>
                    </a:ext>
                  </a:extLst>
                </p14:cNvPr>
                <p14:cNvContentPartPr/>
                <p14:nvPr/>
              </p14:nvContentPartPr>
              <p14:xfrm>
                <a:off x="4700968" y="5694921"/>
                <a:ext cx="303840" cy="234000"/>
              </p14:xfrm>
            </p:contentPart>
          </mc:Choice>
          <mc:Fallback>
            <p:pic>
              <p:nvPicPr>
                <p:cNvPr id="92" name="Tinta 91">
                  <a:extLst>
                    <a:ext uri="{FF2B5EF4-FFF2-40B4-BE49-F238E27FC236}">
                      <a16:creationId xmlns:a16="http://schemas.microsoft.com/office/drawing/2014/main" id="{2089831F-C9F0-BC86-9EB9-054E4B12475E}"/>
                    </a:ext>
                  </a:extLst>
                </p:cNvPr>
                <p:cNvPicPr/>
                <p:nvPr/>
              </p:nvPicPr>
              <p:blipFill>
                <a:blip r:embed="rId130"/>
                <a:stretch>
                  <a:fillRect/>
                </a:stretch>
              </p:blipFill>
              <p:spPr>
                <a:xfrm>
                  <a:off x="4694848" y="5688801"/>
                  <a:ext cx="316080" cy="246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1">
              <p14:nvContentPartPr>
                <p14:cNvPr id="93" name="Tinta 92">
                  <a:extLst>
                    <a:ext uri="{FF2B5EF4-FFF2-40B4-BE49-F238E27FC236}">
                      <a16:creationId xmlns:a16="http://schemas.microsoft.com/office/drawing/2014/main" id="{200AAD9C-E88B-38B0-46B0-82B4906C6D85}"/>
                    </a:ext>
                  </a:extLst>
                </p14:cNvPr>
                <p14:cNvContentPartPr/>
                <p14:nvPr/>
              </p14:nvContentPartPr>
              <p14:xfrm>
                <a:off x="5054488" y="5718321"/>
                <a:ext cx="248760" cy="185040"/>
              </p14:xfrm>
            </p:contentPart>
          </mc:Choice>
          <mc:Fallback>
            <p:pic>
              <p:nvPicPr>
                <p:cNvPr id="93" name="Tinta 92">
                  <a:extLst>
                    <a:ext uri="{FF2B5EF4-FFF2-40B4-BE49-F238E27FC236}">
                      <a16:creationId xmlns:a16="http://schemas.microsoft.com/office/drawing/2014/main" id="{200AAD9C-E88B-38B0-46B0-82B4906C6D85}"/>
                    </a:ext>
                  </a:extLst>
                </p:cNvPr>
                <p:cNvPicPr/>
                <p:nvPr/>
              </p:nvPicPr>
              <p:blipFill>
                <a:blip r:embed="rId132"/>
                <a:stretch>
                  <a:fillRect/>
                </a:stretch>
              </p:blipFill>
              <p:spPr>
                <a:xfrm>
                  <a:off x="5048368" y="5712201"/>
                  <a:ext cx="261000" cy="197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3">
              <p14:nvContentPartPr>
                <p14:cNvPr id="94" name="Tinta 93">
                  <a:extLst>
                    <a:ext uri="{FF2B5EF4-FFF2-40B4-BE49-F238E27FC236}">
                      <a16:creationId xmlns:a16="http://schemas.microsoft.com/office/drawing/2014/main" id="{F8CDFBF9-BEE7-A55C-5EB0-81DFEDA4AF73}"/>
                    </a:ext>
                  </a:extLst>
                </p14:cNvPr>
                <p14:cNvContentPartPr/>
                <p14:nvPr/>
              </p14:nvContentPartPr>
              <p14:xfrm>
                <a:off x="5435368" y="5688441"/>
                <a:ext cx="337680" cy="263880"/>
              </p14:xfrm>
            </p:contentPart>
          </mc:Choice>
          <mc:Fallback>
            <p:pic>
              <p:nvPicPr>
                <p:cNvPr id="94" name="Tinta 93">
                  <a:extLst>
                    <a:ext uri="{FF2B5EF4-FFF2-40B4-BE49-F238E27FC236}">
                      <a16:creationId xmlns:a16="http://schemas.microsoft.com/office/drawing/2014/main" id="{F8CDFBF9-BEE7-A55C-5EB0-81DFEDA4AF73}"/>
                    </a:ext>
                  </a:extLst>
                </p:cNvPr>
                <p:cNvPicPr/>
                <p:nvPr/>
              </p:nvPicPr>
              <p:blipFill>
                <a:blip r:embed="rId134"/>
                <a:stretch>
                  <a:fillRect/>
                </a:stretch>
              </p:blipFill>
              <p:spPr>
                <a:xfrm>
                  <a:off x="5429248" y="5682321"/>
                  <a:ext cx="349920" cy="2761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00" name="Agrupar 99">
            <a:extLst>
              <a:ext uri="{FF2B5EF4-FFF2-40B4-BE49-F238E27FC236}">
                <a16:creationId xmlns:a16="http://schemas.microsoft.com/office/drawing/2014/main" id="{0F3EBDD5-3DB3-8DB3-6274-743F2B651D7B}"/>
              </a:ext>
            </a:extLst>
          </p:cNvPr>
          <p:cNvGrpSpPr/>
          <p:nvPr/>
        </p:nvGrpSpPr>
        <p:grpSpPr>
          <a:xfrm>
            <a:off x="6075088" y="5531481"/>
            <a:ext cx="1843920" cy="541080"/>
            <a:chOff x="6075088" y="5531481"/>
            <a:chExt cx="1843920" cy="5410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35">
              <p14:nvContentPartPr>
                <p14:cNvPr id="96" name="Tinta 95">
                  <a:extLst>
                    <a:ext uri="{FF2B5EF4-FFF2-40B4-BE49-F238E27FC236}">
                      <a16:creationId xmlns:a16="http://schemas.microsoft.com/office/drawing/2014/main" id="{EB9FC02F-A2EA-E1A7-4B88-63BD73DB4B39}"/>
                    </a:ext>
                  </a:extLst>
                </p14:cNvPr>
                <p14:cNvContentPartPr/>
                <p14:nvPr/>
              </p14:nvContentPartPr>
              <p14:xfrm>
                <a:off x="6075088" y="5841441"/>
                <a:ext cx="595440" cy="171720"/>
              </p14:xfrm>
            </p:contentPart>
          </mc:Choice>
          <mc:Fallback>
            <p:pic>
              <p:nvPicPr>
                <p:cNvPr id="96" name="Tinta 95">
                  <a:extLst>
                    <a:ext uri="{FF2B5EF4-FFF2-40B4-BE49-F238E27FC236}">
                      <a16:creationId xmlns:a16="http://schemas.microsoft.com/office/drawing/2014/main" id="{EB9FC02F-A2EA-E1A7-4B88-63BD73DB4B39}"/>
                    </a:ext>
                  </a:extLst>
                </p:cNvPr>
                <p:cNvPicPr/>
                <p:nvPr/>
              </p:nvPicPr>
              <p:blipFill>
                <a:blip r:embed="rId136"/>
                <a:stretch>
                  <a:fillRect/>
                </a:stretch>
              </p:blipFill>
              <p:spPr>
                <a:xfrm>
                  <a:off x="6068968" y="5835321"/>
                  <a:ext cx="607680" cy="183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7">
              <p14:nvContentPartPr>
                <p14:cNvPr id="97" name="Tinta 96">
                  <a:extLst>
                    <a:ext uri="{FF2B5EF4-FFF2-40B4-BE49-F238E27FC236}">
                      <a16:creationId xmlns:a16="http://schemas.microsoft.com/office/drawing/2014/main" id="{F0B443D1-9AB8-9DE2-C308-6C81265AFE7A}"/>
                    </a:ext>
                  </a:extLst>
                </p14:cNvPr>
                <p14:cNvContentPartPr/>
                <p14:nvPr/>
              </p14:nvContentPartPr>
              <p14:xfrm>
                <a:off x="6893728" y="5611041"/>
                <a:ext cx="371880" cy="461520"/>
              </p14:xfrm>
            </p:contentPart>
          </mc:Choice>
          <mc:Fallback>
            <p:pic>
              <p:nvPicPr>
                <p:cNvPr id="97" name="Tinta 96">
                  <a:extLst>
                    <a:ext uri="{FF2B5EF4-FFF2-40B4-BE49-F238E27FC236}">
                      <a16:creationId xmlns:a16="http://schemas.microsoft.com/office/drawing/2014/main" id="{F0B443D1-9AB8-9DE2-C308-6C81265AFE7A}"/>
                    </a:ext>
                  </a:extLst>
                </p:cNvPr>
                <p:cNvPicPr/>
                <p:nvPr/>
              </p:nvPicPr>
              <p:blipFill>
                <a:blip r:embed="rId138"/>
                <a:stretch>
                  <a:fillRect/>
                </a:stretch>
              </p:blipFill>
              <p:spPr>
                <a:xfrm>
                  <a:off x="6887608" y="5604921"/>
                  <a:ext cx="384120" cy="473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9">
              <p14:nvContentPartPr>
                <p14:cNvPr id="98" name="Tinta 97">
                  <a:extLst>
                    <a:ext uri="{FF2B5EF4-FFF2-40B4-BE49-F238E27FC236}">
                      <a16:creationId xmlns:a16="http://schemas.microsoft.com/office/drawing/2014/main" id="{0931DF88-4189-BDDC-6E6D-FDEC281AFEDD}"/>
                    </a:ext>
                  </a:extLst>
                </p14:cNvPr>
                <p14:cNvContentPartPr/>
                <p14:nvPr/>
              </p14:nvContentPartPr>
              <p14:xfrm>
                <a:off x="7056448" y="5858721"/>
                <a:ext cx="420480" cy="137880"/>
              </p14:xfrm>
            </p:contentPart>
          </mc:Choice>
          <mc:Fallback>
            <p:pic>
              <p:nvPicPr>
                <p:cNvPr id="98" name="Tinta 97">
                  <a:extLst>
                    <a:ext uri="{FF2B5EF4-FFF2-40B4-BE49-F238E27FC236}">
                      <a16:creationId xmlns:a16="http://schemas.microsoft.com/office/drawing/2014/main" id="{0931DF88-4189-BDDC-6E6D-FDEC281AFEDD}"/>
                    </a:ext>
                  </a:extLst>
                </p:cNvPr>
                <p:cNvPicPr/>
                <p:nvPr/>
              </p:nvPicPr>
              <p:blipFill>
                <a:blip r:embed="rId140"/>
                <a:stretch>
                  <a:fillRect/>
                </a:stretch>
              </p:blipFill>
              <p:spPr>
                <a:xfrm>
                  <a:off x="7050328" y="5852601"/>
                  <a:ext cx="432720" cy="150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1">
              <p14:nvContentPartPr>
                <p14:cNvPr id="99" name="Tinta 98">
                  <a:extLst>
                    <a:ext uri="{FF2B5EF4-FFF2-40B4-BE49-F238E27FC236}">
                      <a16:creationId xmlns:a16="http://schemas.microsoft.com/office/drawing/2014/main" id="{D291D2E1-16D5-ADE6-2EF7-BD6F22ED5EB0}"/>
                    </a:ext>
                  </a:extLst>
                </p14:cNvPr>
                <p14:cNvContentPartPr/>
                <p14:nvPr/>
              </p14:nvContentPartPr>
              <p14:xfrm>
                <a:off x="7511128" y="5531481"/>
                <a:ext cx="407880" cy="240480"/>
              </p14:xfrm>
            </p:contentPart>
          </mc:Choice>
          <mc:Fallback>
            <p:pic>
              <p:nvPicPr>
                <p:cNvPr id="99" name="Tinta 98">
                  <a:extLst>
                    <a:ext uri="{FF2B5EF4-FFF2-40B4-BE49-F238E27FC236}">
                      <a16:creationId xmlns:a16="http://schemas.microsoft.com/office/drawing/2014/main" id="{D291D2E1-16D5-ADE6-2EF7-BD6F22ED5EB0}"/>
                    </a:ext>
                  </a:extLst>
                </p:cNvPr>
                <p:cNvPicPr/>
                <p:nvPr/>
              </p:nvPicPr>
              <p:blipFill>
                <a:blip r:embed="rId142"/>
                <a:stretch>
                  <a:fillRect/>
                </a:stretch>
              </p:blipFill>
              <p:spPr>
                <a:xfrm>
                  <a:off x="7505008" y="5525361"/>
                  <a:ext cx="420120" cy="252720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83272558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325B104-93BF-EFAD-838F-AC59BE1232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pt-BR"/>
          </a:p>
        </p:txBody>
      </p:sp>
      <p:pic>
        <p:nvPicPr>
          <p:cNvPr id="6" name="Espaço Reservado para Conteúdo 5">
            <a:extLst>
              <a:ext uri="{FF2B5EF4-FFF2-40B4-BE49-F238E27FC236}">
                <a16:creationId xmlns:a16="http://schemas.microsoft.com/office/drawing/2014/main" id="{168BBFCD-93B7-078D-A4BF-C69A5E60699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075804" y="225450"/>
            <a:ext cx="9162254" cy="3541712"/>
          </a:xfrm>
        </p:spPr>
      </p:pic>
      <p:sp>
        <p:nvSpPr>
          <p:cNvPr id="4" name="Retângulo 3">
            <a:extLst>
              <a:ext uri="{FF2B5EF4-FFF2-40B4-BE49-F238E27FC236}">
                <a16:creationId xmlns:a16="http://schemas.microsoft.com/office/drawing/2014/main" id="{3A8778ED-BB79-78D9-6391-F0C0CF4EC116}"/>
              </a:ext>
            </a:extLst>
          </p:cNvPr>
          <p:cNvSpPr/>
          <p:nvPr/>
        </p:nvSpPr>
        <p:spPr>
          <a:xfrm>
            <a:off x="559837" y="6600825"/>
            <a:ext cx="11403563" cy="170502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pt-BR" dirty="0"/>
              <a:t>Luiz Fernando de Andrade Gadêlha – luizfernandodag@gmail.com</a:t>
            </a:r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3" name="Tinta 2">
                <a:extLst>
                  <a:ext uri="{FF2B5EF4-FFF2-40B4-BE49-F238E27FC236}">
                    <a16:creationId xmlns:a16="http://schemas.microsoft.com/office/drawing/2014/main" id="{7C96715D-690D-005B-6C79-0E225E28EB2C}"/>
                  </a:ext>
                </a:extLst>
              </p14:cNvPr>
              <p14:cNvContentPartPr/>
              <p14:nvPr/>
            </p14:nvContentPartPr>
            <p14:xfrm>
              <a:off x="9787048" y="2512014"/>
              <a:ext cx="358560" cy="347760"/>
            </p14:xfrm>
          </p:contentPart>
        </mc:Choice>
        <mc:Fallback>
          <p:pic>
            <p:nvPicPr>
              <p:cNvPr id="3" name="Tinta 2">
                <a:extLst>
                  <a:ext uri="{FF2B5EF4-FFF2-40B4-BE49-F238E27FC236}">
                    <a16:creationId xmlns:a16="http://schemas.microsoft.com/office/drawing/2014/main" id="{7C96715D-690D-005B-6C79-0E225E28EB2C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9780928" y="2505894"/>
                <a:ext cx="370800" cy="360000"/>
              </a:xfrm>
              <a:prstGeom prst="rect">
                <a:avLst/>
              </a:prstGeom>
            </p:spPr>
          </p:pic>
        </mc:Fallback>
      </mc:AlternateContent>
      <p:grpSp>
        <p:nvGrpSpPr>
          <p:cNvPr id="8" name="Agrupar 7">
            <a:extLst>
              <a:ext uri="{FF2B5EF4-FFF2-40B4-BE49-F238E27FC236}">
                <a16:creationId xmlns:a16="http://schemas.microsoft.com/office/drawing/2014/main" id="{04B5D8F4-976D-920F-3F05-48B45023A709}"/>
              </a:ext>
            </a:extLst>
          </p:cNvPr>
          <p:cNvGrpSpPr/>
          <p:nvPr/>
        </p:nvGrpSpPr>
        <p:grpSpPr>
          <a:xfrm>
            <a:off x="1401928" y="3985134"/>
            <a:ext cx="571320" cy="312120"/>
            <a:chOff x="1401928" y="3985134"/>
            <a:chExt cx="571320" cy="3121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5">
              <p14:nvContentPartPr>
                <p14:cNvPr id="5" name="Tinta 4">
                  <a:extLst>
                    <a:ext uri="{FF2B5EF4-FFF2-40B4-BE49-F238E27FC236}">
                      <a16:creationId xmlns:a16="http://schemas.microsoft.com/office/drawing/2014/main" id="{65C8D6DF-29D9-E92F-10A2-AA66936217C2}"/>
                    </a:ext>
                  </a:extLst>
                </p14:cNvPr>
                <p14:cNvContentPartPr/>
                <p14:nvPr/>
              </p14:nvContentPartPr>
              <p14:xfrm>
                <a:off x="1540168" y="4020414"/>
                <a:ext cx="231480" cy="194400"/>
              </p14:xfrm>
            </p:contentPart>
          </mc:Choice>
          <mc:Fallback>
            <p:pic>
              <p:nvPicPr>
                <p:cNvPr id="5" name="Tinta 4">
                  <a:extLst>
                    <a:ext uri="{FF2B5EF4-FFF2-40B4-BE49-F238E27FC236}">
                      <a16:creationId xmlns:a16="http://schemas.microsoft.com/office/drawing/2014/main" id="{65C8D6DF-29D9-E92F-10A2-AA66936217C2}"/>
                    </a:ext>
                  </a:extLst>
                </p:cNvPr>
                <p:cNvPicPr/>
                <p:nvPr/>
              </p:nvPicPr>
              <p:blipFill>
                <a:blip r:embed="rId6"/>
                <a:stretch>
                  <a:fillRect/>
                </a:stretch>
              </p:blipFill>
              <p:spPr>
                <a:xfrm>
                  <a:off x="1534048" y="4014294"/>
                  <a:ext cx="243720" cy="206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">
              <p14:nvContentPartPr>
                <p14:cNvPr id="7" name="Tinta 6">
                  <a:extLst>
                    <a:ext uri="{FF2B5EF4-FFF2-40B4-BE49-F238E27FC236}">
                      <a16:creationId xmlns:a16="http://schemas.microsoft.com/office/drawing/2014/main" id="{517D2A55-4D92-E72F-74FB-7ECC4B406AF8}"/>
                    </a:ext>
                  </a:extLst>
                </p14:cNvPr>
                <p14:cNvContentPartPr/>
                <p14:nvPr/>
              </p14:nvContentPartPr>
              <p14:xfrm>
                <a:off x="1401928" y="3985134"/>
                <a:ext cx="571320" cy="312120"/>
              </p14:xfrm>
            </p:contentPart>
          </mc:Choice>
          <mc:Fallback>
            <p:pic>
              <p:nvPicPr>
                <p:cNvPr id="7" name="Tinta 6">
                  <a:extLst>
                    <a:ext uri="{FF2B5EF4-FFF2-40B4-BE49-F238E27FC236}">
                      <a16:creationId xmlns:a16="http://schemas.microsoft.com/office/drawing/2014/main" id="{517D2A55-4D92-E72F-74FB-7ECC4B406AF8}"/>
                    </a:ext>
                  </a:extLst>
                </p:cNvPr>
                <p:cNvPicPr/>
                <p:nvPr/>
              </p:nvPicPr>
              <p:blipFill>
                <a:blip r:embed="rId8"/>
                <a:stretch>
                  <a:fillRect/>
                </a:stretch>
              </p:blipFill>
              <p:spPr>
                <a:xfrm>
                  <a:off x="1395808" y="3979014"/>
                  <a:ext cx="583560" cy="3243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8" name="Agrupar 17">
            <a:extLst>
              <a:ext uri="{FF2B5EF4-FFF2-40B4-BE49-F238E27FC236}">
                <a16:creationId xmlns:a16="http://schemas.microsoft.com/office/drawing/2014/main" id="{44BBCDB5-2ACE-70EE-50EC-110126EE6255}"/>
              </a:ext>
            </a:extLst>
          </p:cNvPr>
          <p:cNvGrpSpPr/>
          <p:nvPr/>
        </p:nvGrpSpPr>
        <p:grpSpPr>
          <a:xfrm>
            <a:off x="2647888" y="4060734"/>
            <a:ext cx="1576800" cy="781200"/>
            <a:chOff x="2647888" y="4060734"/>
            <a:chExt cx="1576800" cy="7812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9">
              <p14:nvContentPartPr>
                <p14:cNvPr id="9" name="Tinta 8">
                  <a:extLst>
                    <a:ext uri="{FF2B5EF4-FFF2-40B4-BE49-F238E27FC236}">
                      <a16:creationId xmlns:a16="http://schemas.microsoft.com/office/drawing/2014/main" id="{D33CCA65-C412-9B28-6F57-F94B756B56B6}"/>
                    </a:ext>
                  </a:extLst>
                </p14:cNvPr>
                <p14:cNvContentPartPr/>
                <p14:nvPr/>
              </p14:nvContentPartPr>
              <p14:xfrm>
                <a:off x="2647888" y="4060734"/>
                <a:ext cx="374400" cy="348480"/>
              </p14:xfrm>
            </p:contentPart>
          </mc:Choice>
          <mc:Fallback>
            <p:pic>
              <p:nvPicPr>
                <p:cNvPr id="9" name="Tinta 8">
                  <a:extLst>
                    <a:ext uri="{FF2B5EF4-FFF2-40B4-BE49-F238E27FC236}">
                      <a16:creationId xmlns:a16="http://schemas.microsoft.com/office/drawing/2014/main" id="{D33CCA65-C412-9B28-6F57-F94B756B56B6}"/>
                    </a:ext>
                  </a:extLst>
                </p:cNvPr>
                <p:cNvPicPr/>
                <p:nvPr/>
              </p:nvPicPr>
              <p:blipFill>
                <a:blip r:embed="rId10"/>
                <a:stretch>
                  <a:fillRect/>
                </a:stretch>
              </p:blipFill>
              <p:spPr>
                <a:xfrm>
                  <a:off x="2641768" y="4054614"/>
                  <a:ext cx="386640" cy="360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">
              <p14:nvContentPartPr>
                <p14:cNvPr id="10" name="Tinta 9">
                  <a:extLst>
                    <a:ext uri="{FF2B5EF4-FFF2-40B4-BE49-F238E27FC236}">
                      <a16:creationId xmlns:a16="http://schemas.microsoft.com/office/drawing/2014/main" id="{AD5FF387-12F0-3386-E724-62E189510071}"/>
                    </a:ext>
                  </a:extLst>
                </p14:cNvPr>
                <p14:cNvContentPartPr/>
                <p14:nvPr/>
              </p14:nvContentPartPr>
              <p14:xfrm>
                <a:off x="2812408" y="4237854"/>
                <a:ext cx="150840" cy="27360"/>
              </p14:xfrm>
            </p:contentPart>
          </mc:Choice>
          <mc:Fallback>
            <p:pic>
              <p:nvPicPr>
                <p:cNvPr id="10" name="Tinta 9">
                  <a:extLst>
                    <a:ext uri="{FF2B5EF4-FFF2-40B4-BE49-F238E27FC236}">
                      <a16:creationId xmlns:a16="http://schemas.microsoft.com/office/drawing/2014/main" id="{AD5FF387-12F0-3386-E724-62E189510071}"/>
                    </a:ext>
                  </a:extLst>
                </p:cNvPr>
                <p:cNvPicPr/>
                <p:nvPr/>
              </p:nvPicPr>
              <p:blipFill>
                <a:blip r:embed="rId12"/>
                <a:stretch>
                  <a:fillRect/>
                </a:stretch>
              </p:blipFill>
              <p:spPr>
                <a:xfrm>
                  <a:off x="2806288" y="4231734"/>
                  <a:ext cx="163080" cy="39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">
              <p14:nvContentPartPr>
                <p14:cNvPr id="12" name="Tinta 11">
                  <a:extLst>
                    <a:ext uri="{FF2B5EF4-FFF2-40B4-BE49-F238E27FC236}">
                      <a16:creationId xmlns:a16="http://schemas.microsoft.com/office/drawing/2014/main" id="{6BF2F27B-2284-E614-A9BB-33CD29737D11}"/>
                    </a:ext>
                  </a:extLst>
                </p14:cNvPr>
                <p14:cNvContentPartPr/>
                <p14:nvPr/>
              </p14:nvContentPartPr>
              <p14:xfrm>
                <a:off x="3348448" y="4295814"/>
                <a:ext cx="876240" cy="546120"/>
              </p14:xfrm>
            </p:contentPart>
          </mc:Choice>
          <mc:Fallback>
            <p:pic>
              <p:nvPicPr>
                <p:cNvPr id="12" name="Tinta 11">
                  <a:extLst>
                    <a:ext uri="{FF2B5EF4-FFF2-40B4-BE49-F238E27FC236}">
                      <a16:creationId xmlns:a16="http://schemas.microsoft.com/office/drawing/2014/main" id="{6BF2F27B-2284-E614-A9BB-33CD29737D11}"/>
                    </a:ext>
                  </a:extLst>
                </p:cNvPr>
                <p:cNvPicPr/>
                <p:nvPr/>
              </p:nvPicPr>
              <p:blipFill>
                <a:blip r:embed="rId14"/>
                <a:stretch>
                  <a:fillRect/>
                </a:stretch>
              </p:blipFill>
              <p:spPr>
                <a:xfrm>
                  <a:off x="3342328" y="4289694"/>
                  <a:ext cx="888480" cy="558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">
              <p14:nvContentPartPr>
                <p14:cNvPr id="14" name="Tinta 13">
                  <a:extLst>
                    <a:ext uri="{FF2B5EF4-FFF2-40B4-BE49-F238E27FC236}">
                      <a16:creationId xmlns:a16="http://schemas.microsoft.com/office/drawing/2014/main" id="{7B8D85D9-F2FF-28C9-AB4F-BB6CA0BBD814}"/>
                    </a:ext>
                  </a:extLst>
                </p14:cNvPr>
                <p14:cNvContentPartPr/>
                <p14:nvPr/>
              </p14:nvContentPartPr>
              <p14:xfrm>
                <a:off x="3766768" y="4438374"/>
                <a:ext cx="176040" cy="123840"/>
              </p14:xfrm>
            </p:contentPart>
          </mc:Choice>
          <mc:Fallback>
            <p:pic>
              <p:nvPicPr>
                <p:cNvPr id="14" name="Tinta 13">
                  <a:extLst>
                    <a:ext uri="{FF2B5EF4-FFF2-40B4-BE49-F238E27FC236}">
                      <a16:creationId xmlns:a16="http://schemas.microsoft.com/office/drawing/2014/main" id="{7B8D85D9-F2FF-28C9-AB4F-BB6CA0BBD814}"/>
                    </a:ext>
                  </a:extLst>
                </p:cNvPr>
                <p:cNvPicPr/>
                <p:nvPr/>
              </p:nvPicPr>
              <p:blipFill>
                <a:blip r:embed="rId16"/>
                <a:stretch>
                  <a:fillRect/>
                </a:stretch>
              </p:blipFill>
              <p:spPr>
                <a:xfrm>
                  <a:off x="3760648" y="4432254"/>
                  <a:ext cx="188280" cy="136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">
              <p14:nvContentPartPr>
                <p14:cNvPr id="15" name="Tinta 14">
                  <a:extLst>
                    <a:ext uri="{FF2B5EF4-FFF2-40B4-BE49-F238E27FC236}">
                      <a16:creationId xmlns:a16="http://schemas.microsoft.com/office/drawing/2014/main" id="{19086957-343B-4F72-B8FC-2E4FEBCE9A40}"/>
                    </a:ext>
                  </a:extLst>
                </p14:cNvPr>
                <p14:cNvContentPartPr/>
                <p14:nvPr/>
              </p14:nvContentPartPr>
              <p14:xfrm>
                <a:off x="3931288" y="4455654"/>
                <a:ext cx="256680" cy="149400"/>
              </p14:xfrm>
            </p:contentPart>
          </mc:Choice>
          <mc:Fallback>
            <p:pic>
              <p:nvPicPr>
                <p:cNvPr id="15" name="Tinta 14">
                  <a:extLst>
                    <a:ext uri="{FF2B5EF4-FFF2-40B4-BE49-F238E27FC236}">
                      <a16:creationId xmlns:a16="http://schemas.microsoft.com/office/drawing/2014/main" id="{19086957-343B-4F72-B8FC-2E4FEBCE9A40}"/>
                    </a:ext>
                  </a:extLst>
                </p:cNvPr>
                <p:cNvPicPr/>
                <p:nvPr/>
              </p:nvPicPr>
              <p:blipFill>
                <a:blip r:embed="rId18"/>
                <a:stretch>
                  <a:fillRect/>
                </a:stretch>
              </p:blipFill>
              <p:spPr>
                <a:xfrm>
                  <a:off x="3925168" y="4449534"/>
                  <a:ext cx="268920" cy="161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">
              <p14:nvContentPartPr>
                <p14:cNvPr id="17" name="Tinta 16">
                  <a:extLst>
                    <a:ext uri="{FF2B5EF4-FFF2-40B4-BE49-F238E27FC236}">
                      <a16:creationId xmlns:a16="http://schemas.microsoft.com/office/drawing/2014/main" id="{A477AA0F-E409-7F43-9603-CBEB48EDEFDF}"/>
                    </a:ext>
                  </a:extLst>
                </p14:cNvPr>
                <p14:cNvContentPartPr/>
                <p14:nvPr/>
              </p14:nvContentPartPr>
              <p14:xfrm>
                <a:off x="3839488" y="4525494"/>
                <a:ext cx="183960" cy="121680"/>
              </p14:xfrm>
            </p:contentPart>
          </mc:Choice>
          <mc:Fallback>
            <p:pic>
              <p:nvPicPr>
                <p:cNvPr id="17" name="Tinta 16">
                  <a:extLst>
                    <a:ext uri="{FF2B5EF4-FFF2-40B4-BE49-F238E27FC236}">
                      <a16:creationId xmlns:a16="http://schemas.microsoft.com/office/drawing/2014/main" id="{A477AA0F-E409-7F43-9603-CBEB48EDEFDF}"/>
                    </a:ext>
                  </a:extLst>
                </p:cNvPr>
                <p:cNvPicPr/>
                <p:nvPr/>
              </p:nvPicPr>
              <p:blipFill>
                <a:blip r:embed="rId20"/>
                <a:stretch>
                  <a:fillRect/>
                </a:stretch>
              </p:blipFill>
              <p:spPr>
                <a:xfrm>
                  <a:off x="3833368" y="4519374"/>
                  <a:ext cx="196200" cy="1339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6" name="Agrupar 25">
            <a:extLst>
              <a:ext uri="{FF2B5EF4-FFF2-40B4-BE49-F238E27FC236}">
                <a16:creationId xmlns:a16="http://schemas.microsoft.com/office/drawing/2014/main" id="{E5AC0228-26B1-37C1-FA76-8ACE4D2728AD}"/>
              </a:ext>
            </a:extLst>
          </p:cNvPr>
          <p:cNvGrpSpPr/>
          <p:nvPr/>
        </p:nvGrpSpPr>
        <p:grpSpPr>
          <a:xfrm>
            <a:off x="7942768" y="4232094"/>
            <a:ext cx="1279440" cy="583560"/>
            <a:chOff x="7942768" y="4232094"/>
            <a:chExt cx="1279440" cy="5835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1">
              <p14:nvContentPartPr>
                <p14:cNvPr id="24" name="Tinta 23">
                  <a:extLst>
                    <a:ext uri="{FF2B5EF4-FFF2-40B4-BE49-F238E27FC236}">
                      <a16:creationId xmlns:a16="http://schemas.microsoft.com/office/drawing/2014/main" id="{7DA56CAA-8403-944F-AF94-893B4E07D095}"/>
                    </a:ext>
                  </a:extLst>
                </p14:cNvPr>
                <p14:cNvContentPartPr/>
                <p14:nvPr/>
              </p14:nvContentPartPr>
              <p14:xfrm>
                <a:off x="7942768" y="4232094"/>
                <a:ext cx="255960" cy="100440"/>
              </p14:xfrm>
            </p:contentPart>
          </mc:Choice>
          <mc:Fallback>
            <p:pic>
              <p:nvPicPr>
                <p:cNvPr id="24" name="Tinta 23">
                  <a:extLst>
                    <a:ext uri="{FF2B5EF4-FFF2-40B4-BE49-F238E27FC236}">
                      <a16:creationId xmlns:a16="http://schemas.microsoft.com/office/drawing/2014/main" id="{7DA56CAA-8403-944F-AF94-893B4E07D095}"/>
                    </a:ext>
                  </a:extLst>
                </p:cNvPr>
                <p:cNvPicPr/>
                <p:nvPr/>
              </p:nvPicPr>
              <p:blipFill>
                <a:blip r:embed="rId22"/>
                <a:stretch>
                  <a:fillRect/>
                </a:stretch>
              </p:blipFill>
              <p:spPr>
                <a:xfrm>
                  <a:off x="7936648" y="4225974"/>
                  <a:ext cx="268200" cy="112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3">
              <p14:nvContentPartPr>
                <p14:cNvPr id="25" name="Tinta 24">
                  <a:extLst>
                    <a:ext uri="{FF2B5EF4-FFF2-40B4-BE49-F238E27FC236}">
                      <a16:creationId xmlns:a16="http://schemas.microsoft.com/office/drawing/2014/main" id="{8CE0EF16-B639-8FDB-16EC-D87A099C67E6}"/>
                    </a:ext>
                  </a:extLst>
                </p14:cNvPr>
                <p14:cNvContentPartPr/>
                <p14:nvPr/>
              </p14:nvContentPartPr>
              <p14:xfrm>
                <a:off x="8351008" y="4440534"/>
                <a:ext cx="871200" cy="375120"/>
              </p14:xfrm>
            </p:contentPart>
          </mc:Choice>
          <mc:Fallback>
            <p:pic>
              <p:nvPicPr>
                <p:cNvPr id="25" name="Tinta 24">
                  <a:extLst>
                    <a:ext uri="{FF2B5EF4-FFF2-40B4-BE49-F238E27FC236}">
                      <a16:creationId xmlns:a16="http://schemas.microsoft.com/office/drawing/2014/main" id="{8CE0EF16-B639-8FDB-16EC-D87A099C67E6}"/>
                    </a:ext>
                  </a:extLst>
                </p:cNvPr>
                <p:cNvPicPr/>
                <p:nvPr/>
              </p:nvPicPr>
              <p:blipFill>
                <a:blip r:embed="rId24"/>
                <a:stretch>
                  <a:fillRect/>
                </a:stretch>
              </p:blipFill>
              <p:spPr>
                <a:xfrm>
                  <a:off x="8344888" y="4434414"/>
                  <a:ext cx="883440" cy="3873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9" name="Agrupar 28">
            <a:extLst>
              <a:ext uri="{FF2B5EF4-FFF2-40B4-BE49-F238E27FC236}">
                <a16:creationId xmlns:a16="http://schemas.microsoft.com/office/drawing/2014/main" id="{C67EF01F-340B-4AB6-0CDE-451187FFFED9}"/>
              </a:ext>
            </a:extLst>
          </p:cNvPr>
          <p:cNvGrpSpPr/>
          <p:nvPr/>
        </p:nvGrpSpPr>
        <p:grpSpPr>
          <a:xfrm>
            <a:off x="1433968" y="4986294"/>
            <a:ext cx="579240" cy="403560"/>
            <a:chOff x="1433968" y="4986294"/>
            <a:chExt cx="579240" cy="4035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5">
              <p14:nvContentPartPr>
                <p14:cNvPr id="27" name="Tinta 26">
                  <a:extLst>
                    <a:ext uri="{FF2B5EF4-FFF2-40B4-BE49-F238E27FC236}">
                      <a16:creationId xmlns:a16="http://schemas.microsoft.com/office/drawing/2014/main" id="{7E3D3428-30F8-6EA2-70B1-34BF791AC05D}"/>
                    </a:ext>
                  </a:extLst>
                </p14:cNvPr>
                <p14:cNvContentPartPr/>
                <p14:nvPr/>
              </p14:nvContentPartPr>
              <p14:xfrm>
                <a:off x="1563208" y="5051814"/>
                <a:ext cx="293400" cy="279360"/>
              </p14:xfrm>
            </p:contentPart>
          </mc:Choice>
          <mc:Fallback>
            <p:pic>
              <p:nvPicPr>
                <p:cNvPr id="27" name="Tinta 26">
                  <a:extLst>
                    <a:ext uri="{FF2B5EF4-FFF2-40B4-BE49-F238E27FC236}">
                      <a16:creationId xmlns:a16="http://schemas.microsoft.com/office/drawing/2014/main" id="{7E3D3428-30F8-6EA2-70B1-34BF791AC05D}"/>
                    </a:ext>
                  </a:extLst>
                </p:cNvPr>
                <p:cNvPicPr/>
                <p:nvPr/>
              </p:nvPicPr>
              <p:blipFill>
                <a:blip r:embed="rId26"/>
                <a:stretch>
                  <a:fillRect/>
                </a:stretch>
              </p:blipFill>
              <p:spPr>
                <a:xfrm>
                  <a:off x="1557088" y="5045694"/>
                  <a:ext cx="305640" cy="291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7">
              <p14:nvContentPartPr>
                <p14:cNvPr id="28" name="Tinta 27">
                  <a:extLst>
                    <a:ext uri="{FF2B5EF4-FFF2-40B4-BE49-F238E27FC236}">
                      <a16:creationId xmlns:a16="http://schemas.microsoft.com/office/drawing/2014/main" id="{507D739E-4E8A-E0AC-2735-93F0D06181EC}"/>
                    </a:ext>
                  </a:extLst>
                </p14:cNvPr>
                <p14:cNvContentPartPr/>
                <p14:nvPr/>
              </p14:nvContentPartPr>
              <p14:xfrm>
                <a:off x="1433968" y="4986294"/>
                <a:ext cx="579240" cy="403560"/>
              </p14:xfrm>
            </p:contentPart>
          </mc:Choice>
          <mc:Fallback>
            <p:pic>
              <p:nvPicPr>
                <p:cNvPr id="28" name="Tinta 27">
                  <a:extLst>
                    <a:ext uri="{FF2B5EF4-FFF2-40B4-BE49-F238E27FC236}">
                      <a16:creationId xmlns:a16="http://schemas.microsoft.com/office/drawing/2014/main" id="{507D739E-4E8A-E0AC-2735-93F0D06181EC}"/>
                    </a:ext>
                  </a:extLst>
                </p:cNvPr>
                <p:cNvPicPr/>
                <p:nvPr/>
              </p:nvPicPr>
              <p:blipFill>
                <a:blip r:embed="rId28"/>
                <a:stretch>
                  <a:fillRect/>
                </a:stretch>
              </p:blipFill>
              <p:spPr>
                <a:xfrm>
                  <a:off x="1427848" y="4980174"/>
                  <a:ext cx="591480" cy="4158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8" name="Agrupar 37">
            <a:extLst>
              <a:ext uri="{FF2B5EF4-FFF2-40B4-BE49-F238E27FC236}">
                <a16:creationId xmlns:a16="http://schemas.microsoft.com/office/drawing/2014/main" id="{2719587A-244C-31EC-6886-0F016032F66D}"/>
              </a:ext>
            </a:extLst>
          </p:cNvPr>
          <p:cNvGrpSpPr/>
          <p:nvPr/>
        </p:nvGrpSpPr>
        <p:grpSpPr>
          <a:xfrm>
            <a:off x="2414968" y="5186814"/>
            <a:ext cx="1470960" cy="628200"/>
            <a:chOff x="2414968" y="5186814"/>
            <a:chExt cx="1470960" cy="6282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9">
              <p14:nvContentPartPr>
                <p14:cNvPr id="30" name="Tinta 29">
                  <a:extLst>
                    <a:ext uri="{FF2B5EF4-FFF2-40B4-BE49-F238E27FC236}">
                      <a16:creationId xmlns:a16="http://schemas.microsoft.com/office/drawing/2014/main" id="{0E452223-CE1B-DFC1-9603-B2399F463A90}"/>
                    </a:ext>
                  </a:extLst>
                </p14:cNvPr>
                <p14:cNvContentPartPr/>
                <p14:nvPr/>
              </p14:nvContentPartPr>
              <p14:xfrm>
                <a:off x="2414968" y="5186814"/>
                <a:ext cx="385920" cy="403200"/>
              </p14:xfrm>
            </p:contentPart>
          </mc:Choice>
          <mc:Fallback>
            <p:pic>
              <p:nvPicPr>
                <p:cNvPr id="30" name="Tinta 29">
                  <a:extLst>
                    <a:ext uri="{FF2B5EF4-FFF2-40B4-BE49-F238E27FC236}">
                      <a16:creationId xmlns:a16="http://schemas.microsoft.com/office/drawing/2014/main" id="{0E452223-CE1B-DFC1-9603-B2399F463A90}"/>
                    </a:ext>
                  </a:extLst>
                </p:cNvPr>
                <p:cNvPicPr/>
                <p:nvPr/>
              </p:nvPicPr>
              <p:blipFill>
                <a:blip r:embed="rId30"/>
                <a:stretch>
                  <a:fillRect/>
                </a:stretch>
              </p:blipFill>
              <p:spPr>
                <a:xfrm>
                  <a:off x="2408848" y="5180694"/>
                  <a:ext cx="398160" cy="415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1">
              <p14:nvContentPartPr>
                <p14:cNvPr id="31" name="Tinta 30">
                  <a:extLst>
                    <a:ext uri="{FF2B5EF4-FFF2-40B4-BE49-F238E27FC236}">
                      <a16:creationId xmlns:a16="http://schemas.microsoft.com/office/drawing/2014/main" id="{E7BA1A4F-5BF4-F14C-976C-87CC255346BA}"/>
                    </a:ext>
                  </a:extLst>
                </p14:cNvPr>
                <p14:cNvContentPartPr/>
                <p14:nvPr/>
              </p14:nvContentPartPr>
              <p14:xfrm>
                <a:off x="2577328" y="5397414"/>
                <a:ext cx="176760" cy="20520"/>
              </p14:xfrm>
            </p:contentPart>
          </mc:Choice>
          <mc:Fallback>
            <p:pic>
              <p:nvPicPr>
                <p:cNvPr id="31" name="Tinta 30">
                  <a:extLst>
                    <a:ext uri="{FF2B5EF4-FFF2-40B4-BE49-F238E27FC236}">
                      <a16:creationId xmlns:a16="http://schemas.microsoft.com/office/drawing/2014/main" id="{E7BA1A4F-5BF4-F14C-976C-87CC255346BA}"/>
                    </a:ext>
                  </a:extLst>
                </p:cNvPr>
                <p:cNvPicPr/>
                <p:nvPr/>
              </p:nvPicPr>
              <p:blipFill>
                <a:blip r:embed="rId32"/>
                <a:stretch>
                  <a:fillRect/>
                </a:stretch>
              </p:blipFill>
              <p:spPr>
                <a:xfrm>
                  <a:off x="2571208" y="5391294"/>
                  <a:ext cx="189000" cy="32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3">
              <p14:nvContentPartPr>
                <p14:cNvPr id="33" name="Tinta 32">
                  <a:extLst>
                    <a:ext uri="{FF2B5EF4-FFF2-40B4-BE49-F238E27FC236}">
                      <a16:creationId xmlns:a16="http://schemas.microsoft.com/office/drawing/2014/main" id="{49AF53CB-3946-5305-35E9-C9A2096D4B54}"/>
                    </a:ext>
                  </a:extLst>
                </p14:cNvPr>
                <p14:cNvContentPartPr/>
                <p14:nvPr/>
              </p14:nvContentPartPr>
              <p14:xfrm>
                <a:off x="3120568" y="5248374"/>
                <a:ext cx="765360" cy="566640"/>
              </p14:xfrm>
            </p:contentPart>
          </mc:Choice>
          <mc:Fallback>
            <p:pic>
              <p:nvPicPr>
                <p:cNvPr id="33" name="Tinta 32">
                  <a:extLst>
                    <a:ext uri="{FF2B5EF4-FFF2-40B4-BE49-F238E27FC236}">
                      <a16:creationId xmlns:a16="http://schemas.microsoft.com/office/drawing/2014/main" id="{49AF53CB-3946-5305-35E9-C9A2096D4B54}"/>
                    </a:ext>
                  </a:extLst>
                </p:cNvPr>
                <p:cNvPicPr/>
                <p:nvPr/>
              </p:nvPicPr>
              <p:blipFill>
                <a:blip r:embed="rId34"/>
                <a:stretch>
                  <a:fillRect/>
                </a:stretch>
              </p:blipFill>
              <p:spPr>
                <a:xfrm>
                  <a:off x="3114448" y="5242254"/>
                  <a:ext cx="777600" cy="578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5">
              <p14:nvContentPartPr>
                <p14:cNvPr id="34" name="Tinta 33">
                  <a:extLst>
                    <a:ext uri="{FF2B5EF4-FFF2-40B4-BE49-F238E27FC236}">
                      <a16:creationId xmlns:a16="http://schemas.microsoft.com/office/drawing/2014/main" id="{F78A1CF5-46C2-999D-C7F3-71246EA3B9CB}"/>
                    </a:ext>
                  </a:extLst>
                </p14:cNvPr>
                <p14:cNvContentPartPr/>
                <p14:nvPr/>
              </p14:nvContentPartPr>
              <p14:xfrm>
                <a:off x="3430528" y="5442774"/>
                <a:ext cx="187200" cy="155160"/>
              </p14:xfrm>
            </p:contentPart>
          </mc:Choice>
          <mc:Fallback>
            <p:pic>
              <p:nvPicPr>
                <p:cNvPr id="34" name="Tinta 33">
                  <a:extLst>
                    <a:ext uri="{FF2B5EF4-FFF2-40B4-BE49-F238E27FC236}">
                      <a16:creationId xmlns:a16="http://schemas.microsoft.com/office/drawing/2014/main" id="{F78A1CF5-46C2-999D-C7F3-71246EA3B9CB}"/>
                    </a:ext>
                  </a:extLst>
                </p:cNvPr>
                <p:cNvPicPr/>
                <p:nvPr/>
              </p:nvPicPr>
              <p:blipFill>
                <a:blip r:embed="rId36"/>
                <a:stretch>
                  <a:fillRect/>
                </a:stretch>
              </p:blipFill>
              <p:spPr>
                <a:xfrm>
                  <a:off x="3424408" y="5436654"/>
                  <a:ext cx="199440" cy="167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7">
              <p14:nvContentPartPr>
                <p14:cNvPr id="35" name="Tinta 34">
                  <a:extLst>
                    <a:ext uri="{FF2B5EF4-FFF2-40B4-BE49-F238E27FC236}">
                      <a16:creationId xmlns:a16="http://schemas.microsoft.com/office/drawing/2014/main" id="{CAA21F59-57A9-F839-0868-1D1E3AB2C567}"/>
                    </a:ext>
                  </a:extLst>
                </p14:cNvPr>
                <p14:cNvContentPartPr/>
                <p14:nvPr/>
              </p14:nvContentPartPr>
              <p14:xfrm>
                <a:off x="3581008" y="5484174"/>
                <a:ext cx="162720" cy="102240"/>
              </p14:xfrm>
            </p:contentPart>
          </mc:Choice>
          <mc:Fallback>
            <p:pic>
              <p:nvPicPr>
                <p:cNvPr id="35" name="Tinta 34">
                  <a:extLst>
                    <a:ext uri="{FF2B5EF4-FFF2-40B4-BE49-F238E27FC236}">
                      <a16:creationId xmlns:a16="http://schemas.microsoft.com/office/drawing/2014/main" id="{CAA21F59-57A9-F839-0868-1D1E3AB2C567}"/>
                    </a:ext>
                  </a:extLst>
                </p:cNvPr>
                <p:cNvPicPr/>
                <p:nvPr/>
              </p:nvPicPr>
              <p:blipFill>
                <a:blip r:embed="rId38"/>
                <a:stretch>
                  <a:fillRect/>
                </a:stretch>
              </p:blipFill>
              <p:spPr>
                <a:xfrm>
                  <a:off x="3574888" y="5478054"/>
                  <a:ext cx="174960" cy="114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9">
              <p14:nvContentPartPr>
                <p14:cNvPr id="36" name="Tinta 35">
                  <a:extLst>
                    <a:ext uri="{FF2B5EF4-FFF2-40B4-BE49-F238E27FC236}">
                      <a16:creationId xmlns:a16="http://schemas.microsoft.com/office/drawing/2014/main" id="{86E17646-97A9-6F3F-40AE-D08B65D861C2}"/>
                    </a:ext>
                  </a:extLst>
                </p14:cNvPr>
                <p14:cNvContentPartPr/>
                <p14:nvPr/>
              </p14:nvContentPartPr>
              <p14:xfrm>
                <a:off x="3395248" y="5637534"/>
                <a:ext cx="256680" cy="12960"/>
              </p14:xfrm>
            </p:contentPart>
          </mc:Choice>
          <mc:Fallback>
            <p:pic>
              <p:nvPicPr>
                <p:cNvPr id="36" name="Tinta 35">
                  <a:extLst>
                    <a:ext uri="{FF2B5EF4-FFF2-40B4-BE49-F238E27FC236}">
                      <a16:creationId xmlns:a16="http://schemas.microsoft.com/office/drawing/2014/main" id="{86E17646-97A9-6F3F-40AE-D08B65D861C2}"/>
                    </a:ext>
                  </a:extLst>
                </p:cNvPr>
                <p:cNvPicPr/>
                <p:nvPr/>
              </p:nvPicPr>
              <p:blipFill>
                <a:blip r:embed="rId40"/>
                <a:stretch>
                  <a:fillRect/>
                </a:stretch>
              </p:blipFill>
              <p:spPr>
                <a:xfrm>
                  <a:off x="3389128" y="5631414"/>
                  <a:ext cx="268920" cy="25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1">
              <p14:nvContentPartPr>
                <p14:cNvPr id="37" name="Tinta 36">
                  <a:extLst>
                    <a:ext uri="{FF2B5EF4-FFF2-40B4-BE49-F238E27FC236}">
                      <a16:creationId xmlns:a16="http://schemas.microsoft.com/office/drawing/2014/main" id="{2BFB2CC6-BCAE-E5E7-9B5D-9604C3A2570D}"/>
                    </a:ext>
                  </a:extLst>
                </p14:cNvPr>
                <p14:cNvContentPartPr/>
                <p14:nvPr/>
              </p14:nvContentPartPr>
              <p14:xfrm>
                <a:off x="3371488" y="5666334"/>
                <a:ext cx="280440" cy="93600"/>
              </p14:xfrm>
            </p:contentPart>
          </mc:Choice>
          <mc:Fallback>
            <p:pic>
              <p:nvPicPr>
                <p:cNvPr id="37" name="Tinta 36">
                  <a:extLst>
                    <a:ext uri="{FF2B5EF4-FFF2-40B4-BE49-F238E27FC236}">
                      <a16:creationId xmlns:a16="http://schemas.microsoft.com/office/drawing/2014/main" id="{2BFB2CC6-BCAE-E5E7-9B5D-9604C3A2570D}"/>
                    </a:ext>
                  </a:extLst>
                </p:cNvPr>
                <p:cNvPicPr/>
                <p:nvPr/>
              </p:nvPicPr>
              <p:blipFill>
                <a:blip r:embed="rId42"/>
                <a:stretch>
                  <a:fillRect/>
                </a:stretch>
              </p:blipFill>
              <p:spPr>
                <a:xfrm>
                  <a:off x="3365368" y="5660214"/>
                  <a:ext cx="292680" cy="10584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43">
            <p14:nvContentPartPr>
              <p14:cNvPr id="48" name="Tinta 47">
                <a:extLst>
                  <a:ext uri="{FF2B5EF4-FFF2-40B4-BE49-F238E27FC236}">
                    <a16:creationId xmlns:a16="http://schemas.microsoft.com/office/drawing/2014/main" id="{7C46EE91-64AD-2889-D80F-3B8A7FB7C479}"/>
                  </a:ext>
                </a:extLst>
              </p14:cNvPr>
              <p14:cNvContentPartPr/>
              <p14:nvPr/>
            </p14:nvContentPartPr>
            <p14:xfrm>
              <a:off x="7521208" y="1712814"/>
              <a:ext cx="607680" cy="394920"/>
            </p14:xfrm>
          </p:contentPart>
        </mc:Choice>
        <mc:Fallback>
          <p:pic>
            <p:nvPicPr>
              <p:cNvPr id="48" name="Tinta 47">
                <a:extLst>
                  <a:ext uri="{FF2B5EF4-FFF2-40B4-BE49-F238E27FC236}">
                    <a16:creationId xmlns:a16="http://schemas.microsoft.com/office/drawing/2014/main" id="{7C46EE91-64AD-2889-D80F-3B8A7FB7C479}"/>
                  </a:ext>
                </a:extLst>
              </p:cNvPr>
              <p:cNvPicPr/>
              <p:nvPr/>
            </p:nvPicPr>
            <p:blipFill>
              <a:blip r:embed="rId44"/>
              <a:stretch>
                <a:fillRect/>
              </a:stretch>
            </p:blipFill>
            <p:spPr>
              <a:xfrm>
                <a:off x="7515088" y="1706694"/>
                <a:ext cx="619920" cy="407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5">
            <p14:nvContentPartPr>
              <p14:cNvPr id="49" name="Tinta 48">
                <a:extLst>
                  <a:ext uri="{FF2B5EF4-FFF2-40B4-BE49-F238E27FC236}">
                    <a16:creationId xmlns:a16="http://schemas.microsoft.com/office/drawing/2014/main" id="{87C85292-DBCE-60AA-0778-4AA4E524CE09}"/>
                  </a:ext>
                </a:extLst>
              </p14:cNvPr>
              <p14:cNvContentPartPr/>
              <p14:nvPr/>
            </p14:nvContentPartPr>
            <p14:xfrm>
              <a:off x="4640848" y="979134"/>
              <a:ext cx="5212800" cy="107280"/>
            </p14:xfrm>
          </p:contentPart>
        </mc:Choice>
        <mc:Fallback>
          <p:pic>
            <p:nvPicPr>
              <p:cNvPr id="49" name="Tinta 48">
                <a:extLst>
                  <a:ext uri="{FF2B5EF4-FFF2-40B4-BE49-F238E27FC236}">
                    <a16:creationId xmlns:a16="http://schemas.microsoft.com/office/drawing/2014/main" id="{87C85292-DBCE-60AA-0778-4AA4E524CE09}"/>
                  </a:ext>
                </a:extLst>
              </p:cNvPr>
              <p:cNvPicPr/>
              <p:nvPr/>
            </p:nvPicPr>
            <p:blipFill>
              <a:blip r:embed="rId46"/>
              <a:stretch>
                <a:fillRect/>
              </a:stretch>
            </p:blipFill>
            <p:spPr>
              <a:xfrm>
                <a:off x="4634728" y="973014"/>
                <a:ext cx="5225040" cy="119520"/>
              </a:xfrm>
              <a:prstGeom prst="rect">
                <a:avLst/>
              </a:prstGeom>
            </p:spPr>
          </p:pic>
        </mc:Fallback>
      </mc:AlternateContent>
      <p:grpSp>
        <p:nvGrpSpPr>
          <p:cNvPr id="52" name="Agrupar 51">
            <a:extLst>
              <a:ext uri="{FF2B5EF4-FFF2-40B4-BE49-F238E27FC236}">
                <a16:creationId xmlns:a16="http://schemas.microsoft.com/office/drawing/2014/main" id="{3F6D195F-F753-EC94-52E5-3078E6574A13}"/>
              </a:ext>
            </a:extLst>
          </p:cNvPr>
          <p:cNvGrpSpPr/>
          <p:nvPr/>
        </p:nvGrpSpPr>
        <p:grpSpPr>
          <a:xfrm>
            <a:off x="6880768" y="5190054"/>
            <a:ext cx="687240" cy="524880"/>
            <a:chOff x="6880768" y="5190054"/>
            <a:chExt cx="687240" cy="5248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47">
              <p14:nvContentPartPr>
                <p14:cNvPr id="50" name="Tinta 49">
                  <a:extLst>
                    <a:ext uri="{FF2B5EF4-FFF2-40B4-BE49-F238E27FC236}">
                      <a16:creationId xmlns:a16="http://schemas.microsoft.com/office/drawing/2014/main" id="{2CDBFE3D-496B-7214-2D3A-5D65014E8218}"/>
                    </a:ext>
                  </a:extLst>
                </p14:cNvPr>
                <p14:cNvContentPartPr/>
                <p14:nvPr/>
              </p14:nvContentPartPr>
              <p14:xfrm>
                <a:off x="7055728" y="5355294"/>
                <a:ext cx="256680" cy="208800"/>
              </p14:xfrm>
            </p:contentPart>
          </mc:Choice>
          <mc:Fallback>
            <p:pic>
              <p:nvPicPr>
                <p:cNvPr id="50" name="Tinta 49">
                  <a:extLst>
                    <a:ext uri="{FF2B5EF4-FFF2-40B4-BE49-F238E27FC236}">
                      <a16:creationId xmlns:a16="http://schemas.microsoft.com/office/drawing/2014/main" id="{2CDBFE3D-496B-7214-2D3A-5D65014E8218}"/>
                    </a:ext>
                  </a:extLst>
                </p:cNvPr>
                <p:cNvPicPr/>
                <p:nvPr/>
              </p:nvPicPr>
              <p:blipFill>
                <a:blip r:embed="rId48"/>
                <a:stretch>
                  <a:fillRect/>
                </a:stretch>
              </p:blipFill>
              <p:spPr>
                <a:xfrm>
                  <a:off x="7049608" y="5349174"/>
                  <a:ext cx="268920" cy="221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9">
              <p14:nvContentPartPr>
                <p14:cNvPr id="51" name="Tinta 50">
                  <a:extLst>
                    <a:ext uri="{FF2B5EF4-FFF2-40B4-BE49-F238E27FC236}">
                      <a16:creationId xmlns:a16="http://schemas.microsoft.com/office/drawing/2014/main" id="{B69D8C2F-C98F-B922-4389-C6DEA77EB231}"/>
                    </a:ext>
                  </a:extLst>
                </p14:cNvPr>
                <p14:cNvContentPartPr/>
                <p14:nvPr/>
              </p14:nvContentPartPr>
              <p14:xfrm>
                <a:off x="6880768" y="5190054"/>
                <a:ext cx="687240" cy="524880"/>
              </p14:xfrm>
            </p:contentPart>
          </mc:Choice>
          <mc:Fallback>
            <p:pic>
              <p:nvPicPr>
                <p:cNvPr id="51" name="Tinta 50">
                  <a:extLst>
                    <a:ext uri="{FF2B5EF4-FFF2-40B4-BE49-F238E27FC236}">
                      <a16:creationId xmlns:a16="http://schemas.microsoft.com/office/drawing/2014/main" id="{B69D8C2F-C98F-B922-4389-C6DEA77EB231}"/>
                    </a:ext>
                  </a:extLst>
                </p:cNvPr>
                <p:cNvPicPr/>
                <p:nvPr/>
              </p:nvPicPr>
              <p:blipFill>
                <a:blip r:embed="rId50"/>
                <a:stretch>
                  <a:fillRect/>
                </a:stretch>
              </p:blipFill>
              <p:spPr>
                <a:xfrm>
                  <a:off x="6874648" y="5183934"/>
                  <a:ext cx="699480" cy="5371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54" name="Agrupar 53">
            <a:extLst>
              <a:ext uri="{FF2B5EF4-FFF2-40B4-BE49-F238E27FC236}">
                <a16:creationId xmlns:a16="http://schemas.microsoft.com/office/drawing/2014/main" id="{822364EE-AA3E-E115-DC12-599F5A4C5D58}"/>
              </a:ext>
            </a:extLst>
          </p:cNvPr>
          <p:cNvGrpSpPr/>
          <p:nvPr/>
        </p:nvGrpSpPr>
        <p:grpSpPr>
          <a:xfrm>
            <a:off x="4351768" y="4986294"/>
            <a:ext cx="1513080" cy="810000"/>
            <a:chOff x="4351768" y="4986294"/>
            <a:chExt cx="1513080" cy="8100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51">
              <p14:nvContentPartPr>
                <p14:cNvPr id="39" name="Tinta 38">
                  <a:extLst>
                    <a:ext uri="{FF2B5EF4-FFF2-40B4-BE49-F238E27FC236}">
                      <a16:creationId xmlns:a16="http://schemas.microsoft.com/office/drawing/2014/main" id="{7179180D-D424-1FF1-F4A1-3D2DA2FC61A5}"/>
                    </a:ext>
                  </a:extLst>
                </p14:cNvPr>
                <p14:cNvContentPartPr/>
                <p14:nvPr/>
              </p14:nvContentPartPr>
              <p14:xfrm>
                <a:off x="4572088" y="5184654"/>
                <a:ext cx="291240" cy="136080"/>
              </p14:xfrm>
            </p:contentPart>
          </mc:Choice>
          <mc:Fallback>
            <p:pic>
              <p:nvPicPr>
                <p:cNvPr id="39" name="Tinta 38">
                  <a:extLst>
                    <a:ext uri="{FF2B5EF4-FFF2-40B4-BE49-F238E27FC236}">
                      <a16:creationId xmlns:a16="http://schemas.microsoft.com/office/drawing/2014/main" id="{7179180D-D424-1FF1-F4A1-3D2DA2FC61A5}"/>
                    </a:ext>
                  </a:extLst>
                </p:cNvPr>
                <p:cNvPicPr/>
                <p:nvPr/>
              </p:nvPicPr>
              <p:blipFill>
                <a:blip r:embed="rId52"/>
                <a:stretch>
                  <a:fillRect/>
                </a:stretch>
              </p:blipFill>
              <p:spPr>
                <a:xfrm>
                  <a:off x="4565968" y="5178534"/>
                  <a:ext cx="303480" cy="148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3">
              <p14:nvContentPartPr>
                <p14:cNvPr id="40" name="Tinta 39">
                  <a:extLst>
                    <a:ext uri="{FF2B5EF4-FFF2-40B4-BE49-F238E27FC236}">
                      <a16:creationId xmlns:a16="http://schemas.microsoft.com/office/drawing/2014/main" id="{D4015F74-088B-FA3E-504D-015D81E20948}"/>
                    </a:ext>
                  </a:extLst>
                </p14:cNvPr>
                <p14:cNvContentPartPr/>
                <p14:nvPr/>
              </p14:nvContentPartPr>
              <p14:xfrm>
                <a:off x="4932448" y="5389854"/>
                <a:ext cx="932400" cy="406440"/>
              </p14:xfrm>
            </p:contentPart>
          </mc:Choice>
          <mc:Fallback>
            <p:pic>
              <p:nvPicPr>
                <p:cNvPr id="40" name="Tinta 39">
                  <a:extLst>
                    <a:ext uri="{FF2B5EF4-FFF2-40B4-BE49-F238E27FC236}">
                      <a16:creationId xmlns:a16="http://schemas.microsoft.com/office/drawing/2014/main" id="{D4015F74-088B-FA3E-504D-015D81E20948}"/>
                    </a:ext>
                  </a:extLst>
                </p:cNvPr>
                <p:cNvPicPr/>
                <p:nvPr/>
              </p:nvPicPr>
              <p:blipFill>
                <a:blip r:embed="rId54"/>
                <a:stretch>
                  <a:fillRect/>
                </a:stretch>
              </p:blipFill>
              <p:spPr>
                <a:xfrm>
                  <a:off x="4926328" y="5383734"/>
                  <a:ext cx="944640" cy="418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5">
              <p14:nvContentPartPr>
                <p14:cNvPr id="41" name="Tinta 40">
                  <a:extLst>
                    <a:ext uri="{FF2B5EF4-FFF2-40B4-BE49-F238E27FC236}">
                      <a16:creationId xmlns:a16="http://schemas.microsoft.com/office/drawing/2014/main" id="{A6366CD8-B680-8523-D5B3-39746B1229D1}"/>
                    </a:ext>
                  </a:extLst>
                </p14:cNvPr>
                <p14:cNvContentPartPr/>
                <p14:nvPr/>
              </p14:nvContentPartPr>
              <p14:xfrm>
                <a:off x="5283088" y="5476614"/>
                <a:ext cx="290880" cy="119520"/>
              </p14:xfrm>
            </p:contentPart>
          </mc:Choice>
          <mc:Fallback>
            <p:pic>
              <p:nvPicPr>
                <p:cNvPr id="41" name="Tinta 40">
                  <a:extLst>
                    <a:ext uri="{FF2B5EF4-FFF2-40B4-BE49-F238E27FC236}">
                      <a16:creationId xmlns:a16="http://schemas.microsoft.com/office/drawing/2014/main" id="{A6366CD8-B680-8523-D5B3-39746B1229D1}"/>
                    </a:ext>
                  </a:extLst>
                </p:cNvPr>
                <p:cNvPicPr/>
                <p:nvPr/>
              </p:nvPicPr>
              <p:blipFill>
                <a:blip r:embed="rId56"/>
                <a:stretch>
                  <a:fillRect/>
                </a:stretch>
              </p:blipFill>
              <p:spPr>
                <a:xfrm>
                  <a:off x="5276968" y="5470494"/>
                  <a:ext cx="303120" cy="131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7">
              <p14:nvContentPartPr>
                <p14:cNvPr id="42" name="Tinta 41">
                  <a:extLst>
                    <a:ext uri="{FF2B5EF4-FFF2-40B4-BE49-F238E27FC236}">
                      <a16:creationId xmlns:a16="http://schemas.microsoft.com/office/drawing/2014/main" id="{72BDC9BE-6F59-729F-8288-C312984434A5}"/>
                    </a:ext>
                  </a:extLst>
                </p14:cNvPr>
                <p14:cNvContentPartPr/>
                <p14:nvPr/>
              </p14:nvContentPartPr>
              <p14:xfrm>
                <a:off x="5424208" y="5531334"/>
                <a:ext cx="115560" cy="92520"/>
              </p14:xfrm>
            </p:contentPart>
          </mc:Choice>
          <mc:Fallback>
            <p:pic>
              <p:nvPicPr>
                <p:cNvPr id="42" name="Tinta 41">
                  <a:extLst>
                    <a:ext uri="{FF2B5EF4-FFF2-40B4-BE49-F238E27FC236}">
                      <a16:creationId xmlns:a16="http://schemas.microsoft.com/office/drawing/2014/main" id="{72BDC9BE-6F59-729F-8288-C312984434A5}"/>
                    </a:ext>
                  </a:extLst>
                </p:cNvPr>
                <p:cNvPicPr/>
                <p:nvPr/>
              </p:nvPicPr>
              <p:blipFill>
                <a:blip r:embed="rId58"/>
                <a:stretch>
                  <a:fillRect/>
                </a:stretch>
              </p:blipFill>
              <p:spPr>
                <a:xfrm>
                  <a:off x="5418088" y="5525214"/>
                  <a:ext cx="127800" cy="104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9">
              <p14:nvContentPartPr>
                <p14:cNvPr id="43" name="Tinta 42">
                  <a:extLst>
                    <a:ext uri="{FF2B5EF4-FFF2-40B4-BE49-F238E27FC236}">
                      <a16:creationId xmlns:a16="http://schemas.microsoft.com/office/drawing/2014/main" id="{08CED95B-5FB7-D6D5-CD36-9954F6D1B2DA}"/>
                    </a:ext>
                  </a:extLst>
                </p14:cNvPr>
                <p14:cNvContentPartPr/>
                <p14:nvPr/>
              </p14:nvContentPartPr>
              <p14:xfrm>
                <a:off x="5224408" y="5608374"/>
                <a:ext cx="327240" cy="12240"/>
              </p14:xfrm>
            </p:contentPart>
          </mc:Choice>
          <mc:Fallback>
            <p:pic>
              <p:nvPicPr>
                <p:cNvPr id="43" name="Tinta 42">
                  <a:extLst>
                    <a:ext uri="{FF2B5EF4-FFF2-40B4-BE49-F238E27FC236}">
                      <a16:creationId xmlns:a16="http://schemas.microsoft.com/office/drawing/2014/main" id="{08CED95B-5FB7-D6D5-CD36-9954F6D1B2DA}"/>
                    </a:ext>
                  </a:extLst>
                </p:cNvPr>
                <p:cNvPicPr/>
                <p:nvPr/>
              </p:nvPicPr>
              <p:blipFill>
                <a:blip r:embed="rId60"/>
                <a:stretch>
                  <a:fillRect/>
                </a:stretch>
              </p:blipFill>
              <p:spPr>
                <a:xfrm>
                  <a:off x="5218288" y="5602254"/>
                  <a:ext cx="339480" cy="24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1">
              <p14:nvContentPartPr>
                <p14:cNvPr id="44" name="Tinta 43">
                  <a:extLst>
                    <a:ext uri="{FF2B5EF4-FFF2-40B4-BE49-F238E27FC236}">
                      <a16:creationId xmlns:a16="http://schemas.microsoft.com/office/drawing/2014/main" id="{3E793EF3-5F3E-514D-7495-B49EB2249227}"/>
                    </a:ext>
                  </a:extLst>
                </p14:cNvPr>
                <p14:cNvContentPartPr/>
                <p14:nvPr/>
              </p14:nvContentPartPr>
              <p14:xfrm>
                <a:off x="5085808" y="5674974"/>
                <a:ext cx="489240" cy="99720"/>
              </p14:xfrm>
            </p:contentPart>
          </mc:Choice>
          <mc:Fallback>
            <p:pic>
              <p:nvPicPr>
                <p:cNvPr id="44" name="Tinta 43">
                  <a:extLst>
                    <a:ext uri="{FF2B5EF4-FFF2-40B4-BE49-F238E27FC236}">
                      <a16:creationId xmlns:a16="http://schemas.microsoft.com/office/drawing/2014/main" id="{3E793EF3-5F3E-514D-7495-B49EB2249227}"/>
                    </a:ext>
                  </a:extLst>
                </p:cNvPr>
                <p:cNvPicPr/>
                <p:nvPr/>
              </p:nvPicPr>
              <p:blipFill>
                <a:blip r:embed="rId62"/>
                <a:stretch>
                  <a:fillRect/>
                </a:stretch>
              </p:blipFill>
              <p:spPr>
                <a:xfrm>
                  <a:off x="5079688" y="5668854"/>
                  <a:ext cx="501480" cy="111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3">
              <p14:nvContentPartPr>
                <p14:cNvPr id="46" name="Tinta 45">
                  <a:extLst>
                    <a:ext uri="{FF2B5EF4-FFF2-40B4-BE49-F238E27FC236}">
                      <a16:creationId xmlns:a16="http://schemas.microsoft.com/office/drawing/2014/main" id="{44198304-75E8-DBA6-C0BE-2757D0B7FEB9}"/>
                    </a:ext>
                  </a:extLst>
                </p14:cNvPr>
                <p14:cNvContentPartPr/>
                <p14:nvPr/>
              </p14:nvContentPartPr>
              <p14:xfrm>
                <a:off x="5144488" y="5623134"/>
                <a:ext cx="151200" cy="66960"/>
              </p14:xfrm>
            </p:contentPart>
          </mc:Choice>
          <mc:Fallback>
            <p:pic>
              <p:nvPicPr>
                <p:cNvPr id="46" name="Tinta 45">
                  <a:extLst>
                    <a:ext uri="{FF2B5EF4-FFF2-40B4-BE49-F238E27FC236}">
                      <a16:creationId xmlns:a16="http://schemas.microsoft.com/office/drawing/2014/main" id="{44198304-75E8-DBA6-C0BE-2757D0B7FEB9}"/>
                    </a:ext>
                  </a:extLst>
                </p:cNvPr>
                <p:cNvPicPr/>
                <p:nvPr/>
              </p:nvPicPr>
              <p:blipFill>
                <a:blip r:embed="rId64"/>
                <a:stretch>
                  <a:fillRect/>
                </a:stretch>
              </p:blipFill>
              <p:spPr>
                <a:xfrm>
                  <a:off x="5138368" y="5617014"/>
                  <a:ext cx="163440" cy="79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5">
              <p14:nvContentPartPr>
                <p14:cNvPr id="53" name="Tinta 52">
                  <a:extLst>
                    <a:ext uri="{FF2B5EF4-FFF2-40B4-BE49-F238E27FC236}">
                      <a16:creationId xmlns:a16="http://schemas.microsoft.com/office/drawing/2014/main" id="{B94A5D62-6ED6-44B6-2F89-BC02697F8022}"/>
                    </a:ext>
                  </a:extLst>
                </p14:cNvPr>
                <p14:cNvContentPartPr/>
                <p14:nvPr/>
              </p14:nvContentPartPr>
              <p14:xfrm>
                <a:off x="4351768" y="4986294"/>
                <a:ext cx="897840" cy="466560"/>
              </p14:xfrm>
            </p:contentPart>
          </mc:Choice>
          <mc:Fallback>
            <p:pic>
              <p:nvPicPr>
                <p:cNvPr id="53" name="Tinta 52">
                  <a:extLst>
                    <a:ext uri="{FF2B5EF4-FFF2-40B4-BE49-F238E27FC236}">
                      <a16:creationId xmlns:a16="http://schemas.microsoft.com/office/drawing/2014/main" id="{B94A5D62-6ED6-44B6-2F89-BC02697F8022}"/>
                    </a:ext>
                  </a:extLst>
                </p:cNvPr>
                <p:cNvPicPr/>
                <p:nvPr/>
              </p:nvPicPr>
              <p:blipFill>
                <a:blip r:embed="rId66"/>
                <a:stretch>
                  <a:fillRect/>
                </a:stretch>
              </p:blipFill>
              <p:spPr>
                <a:xfrm>
                  <a:off x="4345648" y="4980174"/>
                  <a:ext cx="910080" cy="4788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56" name="Agrupar 55">
            <a:extLst>
              <a:ext uri="{FF2B5EF4-FFF2-40B4-BE49-F238E27FC236}">
                <a16:creationId xmlns:a16="http://schemas.microsoft.com/office/drawing/2014/main" id="{7436C70B-F3C3-AF5D-490B-A675F1ACB280}"/>
              </a:ext>
            </a:extLst>
          </p:cNvPr>
          <p:cNvGrpSpPr/>
          <p:nvPr/>
        </p:nvGrpSpPr>
        <p:grpSpPr>
          <a:xfrm>
            <a:off x="5318368" y="4041294"/>
            <a:ext cx="1564920" cy="788040"/>
            <a:chOff x="5318368" y="4041294"/>
            <a:chExt cx="1564920" cy="7880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67">
              <p14:nvContentPartPr>
                <p14:cNvPr id="19" name="Tinta 18">
                  <a:extLst>
                    <a:ext uri="{FF2B5EF4-FFF2-40B4-BE49-F238E27FC236}">
                      <a16:creationId xmlns:a16="http://schemas.microsoft.com/office/drawing/2014/main" id="{7531700A-1D82-B8F9-AA0E-3E18540BE48A}"/>
                    </a:ext>
                  </a:extLst>
                </p14:cNvPr>
                <p14:cNvContentPartPr/>
                <p14:nvPr/>
              </p14:nvContentPartPr>
              <p14:xfrm>
                <a:off x="5586568" y="4220574"/>
                <a:ext cx="302760" cy="238320"/>
              </p14:xfrm>
            </p:contentPart>
          </mc:Choice>
          <mc:Fallback>
            <p:pic>
              <p:nvPicPr>
                <p:cNvPr id="19" name="Tinta 18">
                  <a:extLst>
                    <a:ext uri="{FF2B5EF4-FFF2-40B4-BE49-F238E27FC236}">
                      <a16:creationId xmlns:a16="http://schemas.microsoft.com/office/drawing/2014/main" id="{7531700A-1D82-B8F9-AA0E-3E18540BE48A}"/>
                    </a:ext>
                  </a:extLst>
                </p:cNvPr>
                <p:cNvPicPr/>
                <p:nvPr/>
              </p:nvPicPr>
              <p:blipFill>
                <a:blip r:embed="rId68"/>
                <a:stretch>
                  <a:fillRect/>
                </a:stretch>
              </p:blipFill>
              <p:spPr>
                <a:xfrm>
                  <a:off x="5580448" y="4214454"/>
                  <a:ext cx="315000" cy="250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9">
              <p14:nvContentPartPr>
                <p14:cNvPr id="20" name="Tinta 19">
                  <a:extLst>
                    <a:ext uri="{FF2B5EF4-FFF2-40B4-BE49-F238E27FC236}">
                      <a16:creationId xmlns:a16="http://schemas.microsoft.com/office/drawing/2014/main" id="{DDCAB4D0-6EB1-77F1-953E-7333B1590C58}"/>
                    </a:ext>
                  </a:extLst>
                </p14:cNvPr>
                <p14:cNvContentPartPr/>
                <p14:nvPr/>
              </p14:nvContentPartPr>
              <p14:xfrm>
                <a:off x="6007048" y="4418574"/>
                <a:ext cx="876240" cy="410760"/>
              </p14:xfrm>
            </p:contentPart>
          </mc:Choice>
          <mc:Fallback>
            <p:pic>
              <p:nvPicPr>
                <p:cNvPr id="20" name="Tinta 19">
                  <a:extLst>
                    <a:ext uri="{FF2B5EF4-FFF2-40B4-BE49-F238E27FC236}">
                      <a16:creationId xmlns:a16="http://schemas.microsoft.com/office/drawing/2014/main" id="{DDCAB4D0-6EB1-77F1-953E-7333B1590C58}"/>
                    </a:ext>
                  </a:extLst>
                </p:cNvPr>
                <p:cNvPicPr/>
                <p:nvPr/>
              </p:nvPicPr>
              <p:blipFill>
                <a:blip r:embed="rId70"/>
                <a:stretch>
                  <a:fillRect/>
                </a:stretch>
              </p:blipFill>
              <p:spPr>
                <a:xfrm>
                  <a:off x="6000928" y="4412454"/>
                  <a:ext cx="888480" cy="423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1">
              <p14:nvContentPartPr>
                <p14:cNvPr id="21" name="Tinta 20">
                  <a:extLst>
                    <a:ext uri="{FF2B5EF4-FFF2-40B4-BE49-F238E27FC236}">
                      <a16:creationId xmlns:a16="http://schemas.microsoft.com/office/drawing/2014/main" id="{3DD12F00-D7DD-A987-0732-1835708CFC03}"/>
                    </a:ext>
                  </a:extLst>
                </p14:cNvPr>
                <p14:cNvContentPartPr/>
                <p14:nvPr/>
              </p14:nvContentPartPr>
              <p14:xfrm>
                <a:off x="6332848" y="4548534"/>
                <a:ext cx="221760" cy="124560"/>
              </p14:xfrm>
            </p:contentPart>
          </mc:Choice>
          <mc:Fallback>
            <p:pic>
              <p:nvPicPr>
                <p:cNvPr id="21" name="Tinta 20">
                  <a:extLst>
                    <a:ext uri="{FF2B5EF4-FFF2-40B4-BE49-F238E27FC236}">
                      <a16:creationId xmlns:a16="http://schemas.microsoft.com/office/drawing/2014/main" id="{3DD12F00-D7DD-A987-0732-1835708CFC03}"/>
                    </a:ext>
                  </a:extLst>
                </p:cNvPr>
                <p:cNvPicPr/>
                <p:nvPr/>
              </p:nvPicPr>
              <p:blipFill>
                <a:blip r:embed="rId72"/>
                <a:stretch>
                  <a:fillRect/>
                </a:stretch>
              </p:blipFill>
              <p:spPr>
                <a:xfrm>
                  <a:off x="6326728" y="4542414"/>
                  <a:ext cx="234000" cy="136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3">
              <p14:nvContentPartPr>
                <p14:cNvPr id="22" name="Tinta 21">
                  <a:extLst>
                    <a:ext uri="{FF2B5EF4-FFF2-40B4-BE49-F238E27FC236}">
                      <a16:creationId xmlns:a16="http://schemas.microsoft.com/office/drawing/2014/main" id="{6F7F5E77-DB7C-D4EC-7557-7A0BE732A110}"/>
                    </a:ext>
                  </a:extLst>
                </p14:cNvPr>
                <p14:cNvContentPartPr/>
                <p14:nvPr/>
              </p14:nvContentPartPr>
              <p14:xfrm>
                <a:off x="6449128" y="4619814"/>
                <a:ext cx="70920" cy="42120"/>
              </p14:xfrm>
            </p:contentPart>
          </mc:Choice>
          <mc:Fallback>
            <p:pic>
              <p:nvPicPr>
                <p:cNvPr id="22" name="Tinta 21">
                  <a:extLst>
                    <a:ext uri="{FF2B5EF4-FFF2-40B4-BE49-F238E27FC236}">
                      <a16:creationId xmlns:a16="http://schemas.microsoft.com/office/drawing/2014/main" id="{6F7F5E77-DB7C-D4EC-7557-7A0BE732A110}"/>
                    </a:ext>
                  </a:extLst>
                </p:cNvPr>
                <p:cNvPicPr/>
                <p:nvPr/>
              </p:nvPicPr>
              <p:blipFill>
                <a:blip r:embed="rId74"/>
                <a:stretch>
                  <a:fillRect/>
                </a:stretch>
              </p:blipFill>
              <p:spPr>
                <a:xfrm>
                  <a:off x="6443008" y="4613694"/>
                  <a:ext cx="83160" cy="54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5">
              <p14:nvContentPartPr>
                <p14:cNvPr id="55" name="Tinta 54">
                  <a:extLst>
                    <a:ext uri="{FF2B5EF4-FFF2-40B4-BE49-F238E27FC236}">
                      <a16:creationId xmlns:a16="http://schemas.microsoft.com/office/drawing/2014/main" id="{4F6206DD-3F60-9E7E-CACF-B2B9BAB2B0D1}"/>
                    </a:ext>
                  </a:extLst>
                </p14:cNvPr>
                <p14:cNvContentPartPr/>
                <p14:nvPr/>
              </p14:nvContentPartPr>
              <p14:xfrm>
                <a:off x="5318368" y="4041294"/>
                <a:ext cx="981360" cy="380520"/>
              </p14:xfrm>
            </p:contentPart>
          </mc:Choice>
          <mc:Fallback>
            <p:pic>
              <p:nvPicPr>
                <p:cNvPr id="55" name="Tinta 54">
                  <a:extLst>
                    <a:ext uri="{FF2B5EF4-FFF2-40B4-BE49-F238E27FC236}">
                      <a16:creationId xmlns:a16="http://schemas.microsoft.com/office/drawing/2014/main" id="{4F6206DD-3F60-9E7E-CACF-B2B9BAB2B0D1}"/>
                    </a:ext>
                  </a:extLst>
                </p:cNvPr>
                <p:cNvPicPr/>
                <p:nvPr/>
              </p:nvPicPr>
              <p:blipFill>
                <a:blip r:embed="rId76"/>
                <a:stretch>
                  <a:fillRect/>
                </a:stretch>
              </p:blipFill>
              <p:spPr>
                <a:xfrm>
                  <a:off x="5312248" y="4035174"/>
                  <a:ext cx="993600" cy="3927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73" name="Agrupar 72">
            <a:extLst>
              <a:ext uri="{FF2B5EF4-FFF2-40B4-BE49-F238E27FC236}">
                <a16:creationId xmlns:a16="http://schemas.microsoft.com/office/drawing/2014/main" id="{3B08F6C1-0CF6-67E2-F3C9-20F7911379E2}"/>
              </a:ext>
            </a:extLst>
          </p:cNvPr>
          <p:cNvGrpSpPr/>
          <p:nvPr/>
        </p:nvGrpSpPr>
        <p:grpSpPr>
          <a:xfrm>
            <a:off x="7887328" y="5231454"/>
            <a:ext cx="2956320" cy="508320"/>
            <a:chOff x="7887328" y="5231454"/>
            <a:chExt cx="2956320" cy="5083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77">
              <p14:nvContentPartPr>
                <p14:cNvPr id="57" name="Tinta 56">
                  <a:extLst>
                    <a:ext uri="{FF2B5EF4-FFF2-40B4-BE49-F238E27FC236}">
                      <a16:creationId xmlns:a16="http://schemas.microsoft.com/office/drawing/2014/main" id="{64850895-19F4-EB8A-9370-BE45E90E86EC}"/>
                    </a:ext>
                  </a:extLst>
                </p14:cNvPr>
                <p14:cNvContentPartPr/>
                <p14:nvPr/>
              </p14:nvContentPartPr>
              <p14:xfrm>
                <a:off x="7887328" y="5231454"/>
                <a:ext cx="394560" cy="251640"/>
              </p14:xfrm>
            </p:contentPart>
          </mc:Choice>
          <mc:Fallback>
            <p:pic>
              <p:nvPicPr>
                <p:cNvPr id="57" name="Tinta 56">
                  <a:extLst>
                    <a:ext uri="{FF2B5EF4-FFF2-40B4-BE49-F238E27FC236}">
                      <a16:creationId xmlns:a16="http://schemas.microsoft.com/office/drawing/2014/main" id="{64850895-19F4-EB8A-9370-BE45E90E86EC}"/>
                    </a:ext>
                  </a:extLst>
                </p:cNvPr>
                <p:cNvPicPr/>
                <p:nvPr/>
              </p:nvPicPr>
              <p:blipFill>
                <a:blip r:embed="rId78"/>
                <a:stretch>
                  <a:fillRect/>
                </a:stretch>
              </p:blipFill>
              <p:spPr>
                <a:xfrm>
                  <a:off x="7881208" y="5225334"/>
                  <a:ext cx="406800" cy="263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9">
              <p14:nvContentPartPr>
                <p14:cNvPr id="58" name="Tinta 57">
                  <a:extLst>
                    <a:ext uri="{FF2B5EF4-FFF2-40B4-BE49-F238E27FC236}">
                      <a16:creationId xmlns:a16="http://schemas.microsoft.com/office/drawing/2014/main" id="{31B556DE-683D-DF51-BA9F-86F80374C5DC}"/>
                    </a:ext>
                  </a:extLst>
                </p14:cNvPr>
                <p14:cNvContentPartPr/>
                <p14:nvPr/>
              </p14:nvContentPartPr>
              <p14:xfrm>
                <a:off x="8071288" y="5362854"/>
                <a:ext cx="127440" cy="123840"/>
              </p14:xfrm>
            </p:contentPart>
          </mc:Choice>
          <mc:Fallback>
            <p:pic>
              <p:nvPicPr>
                <p:cNvPr id="58" name="Tinta 57">
                  <a:extLst>
                    <a:ext uri="{FF2B5EF4-FFF2-40B4-BE49-F238E27FC236}">
                      <a16:creationId xmlns:a16="http://schemas.microsoft.com/office/drawing/2014/main" id="{31B556DE-683D-DF51-BA9F-86F80374C5DC}"/>
                    </a:ext>
                  </a:extLst>
                </p:cNvPr>
                <p:cNvPicPr/>
                <p:nvPr/>
              </p:nvPicPr>
              <p:blipFill>
                <a:blip r:embed="rId80"/>
                <a:stretch>
                  <a:fillRect/>
                </a:stretch>
              </p:blipFill>
              <p:spPr>
                <a:xfrm>
                  <a:off x="8065168" y="5356734"/>
                  <a:ext cx="139680" cy="136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1">
              <p14:nvContentPartPr>
                <p14:cNvPr id="59" name="Tinta 58">
                  <a:extLst>
                    <a:ext uri="{FF2B5EF4-FFF2-40B4-BE49-F238E27FC236}">
                      <a16:creationId xmlns:a16="http://schemas.microsoft.com/office/drawing/2014/main" id="{D909D765-0556-CC38-2050-F374532E0EF9}"/>
                    </a:ext>
                  </a:extLst>
                </p14:cNvPr>
                <p14:cNvContentPartPr/>
                <p14:nvPr/>
              </p14:nvContentPartPr>
              <p14:xfrm>
                <a:off x="8374768" y="5380494"/>
                <a:ext cx="151200" cy="145800"/>
              </p14:xfrm>
            </p:contentPart>
          </mc:Choice>
          <mc:Fallback>
            <p:pic>
              <p:nvPicPr>
                <p:cNvPr id="59" name="Tinta 58">
                  <a:extLst>
                    <a:ext uri="{FF2B5EF4-FFF2-40B4-BE49-F238E27FC236}">
                      <a16:creationId xmlns:a16="http://schemas.microsoft.com/office/drawing/2014/main" id="{D909D765-0556-CC38-2050-F374532E0EF9}"/>
                    </a:ext>
                  </a:extLst>
                </p:cNvPr>
                <p:cNvPicPr/>
                <p:nvPr/>
              </p:nvPicPr>
              <p:blipFill>
                <a:blip r:embed="rId82"/>
                <a:stretch>
                  <a:fillRect/>
                </a:stretch>
              </p:blipFill>
              <p:spPr>
                <a:xfrm>
                  <a:off x="8368648" y="5374374"/>
                  <a:ext cx="163440" cy="158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3">
              <p14:nvContentPartPr>
                <p14:cNvPr id="60" name="Tinta 59">
                  <a:extLst>
                    <a:ext uri="{FF2B5EF4-FFF2-40B4-BE49-F238E27FC236}">
                      <a16:creationId xmlns:a16="http://schemas.microsoft.com/office/drawing/2014/main" id="{53DA456C-0C48-2E30-95D4-9F26E80C6A5B}"/>
                    </a:ext>
                  </a:extLst>
                </p14:cNvPr>
                <p14:cNvContentPartPr/>
                <p14:nvPr/>
              </p14:nvContentPartPr>
              <p14:xfrm>
                <a:off x="8816488" y="5343054"/>
                <a:ext cx="129960" cy="17280"/>
              </p14:xfrm>
            </p:contentPart>
          </mc:Choice>
          <mc:Fallback>
            <p:pic>
              <p:nvPicPr>
                <p:cNvPr id="60" name="Tinta 59">
                  <a:extLst>
                    <a:ext uri="{FF2B5EF4-FFF2-40B4-BE49-F238E27FC236}">
                      <a16:creationId xmlns:a16="http://schemas.microsoft.com/office/drawing/2014/main" id="{53DA456C-0C48-2E30-95D4-9F26E80C6A5B}"/>
                    </a:ext>
                  </a:extLst>
                </p:cNvPr>
                <p:cNvPicPr/>
                <p:nvPr/>
              </p:nvPicPr>
              <p:blipFill>
                <a:blip r:embed="rId84"/>
                <a:stretch>
                  <a:fillRect/>
                </a:stretch>
              </p:blipFill>
              <p:spPr>
                <a:xfrm>
                  <a:off x="8810368" y="5336934"/>
                  <a:ext cx="142200" cy="29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5">
              <p14:nvContentPartPr>
                <p14:cNvPr id="61" name="Tinta 60">
                  <a:extLst>
                    <a:ext uri="{FF2B5EF4-FFF2-40B4-BE49-F238E27FC236}">
                      <a16:creationId xmlns:a16="http://schemas.microsoft.com/office/drawing/2014/main" id="{E9279B82-3171-68A0-9AE4-85B267DF4965}"/>
                    </a:ext>
                  </a:extLst>
                </p14:cNvPr>
                <p14:cNvContentPartPr/>
                <p14:nvPr/>
              </p14:nvContentPartPr>
              <p14:xfrm>
                <a:off x="8666008" y="5427294"/>
                <a:ext cx="280080" cy="30240"/>
              </p14:xfrm>
            </p:contentPart>
          </mc:Choice>
          <mc:Fallback>
            <p:pic>
              <p:nvPicPr>
                <p:cNvPr id="61" name="Tinta 60">
                  <a:extLst>
                    <a:ext uri="{FF2B5EF4-FFF2-40B4-BE49-F238E27FC236}">
                      <a16:creationId xmlns:a16="http://schemas.microsoft.com/office/drawing/2014/main" id="{E9279B82-3171-68A0-9AE4-85B267DF4965}"/>
                    </a:ext>
                  </a:extLst>
                </p:cNvPr>
                <p:cNvPicPr/>
                <p:nvPr/>
              </p:nvPicPr>
              <p:blipFill>
                <a:blip r:embed="rId86"/>
                <a:stretch>
                  <a:fillRect/>
                </a:stretch>
              </p:blipFill>
              <p:spPr>
                <a:xfrm>
                  <a:off x="8659888" y="5421174"/>
                  <a:ext cx="292320" cy="42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7">
              <p14:nvContentPartPr>
                <p14:cNvPr id="63" name="Tinta 62">
                  <a:extLst>
                    <a:ext uri="{FF2B5EF4-FFF2-40B4-BE49-F238E27FC236}">
                      <a16:creationId xmlns:a16="http://schemas.microsoft.com/office/drawing/2014/main" id="{4E1DB793-E862-0C75-61A7-D0DE566585AD}"/>
                    </a:ext>
                  </a:extLst>
                </p14:cNvPr>
                <p14:cNvContentPartPr/>
                <p14:nvPr/>
              </p14:nvContentPartPr>
              <p14:xfrm>
                <a:off x="9330568" y="5244054"/>
                <a:ext cx="313920" cy="217080"/>
              </p14:xfrm>
            </p:contentPart>
          </mc:Choice>
          <mc:Fallback>
            <p:pic>
              <p:nvPicPr>
                <p:cNvPr id="63" name="Tinta 62">
                  <a:extLst>
                    <a:ext uri="{FF2B5EF4-FFF2-40B4-BE49-F238E27FC236}">
                      <a16:creationId xmlns:a16="http://schemas.microsoft.com/office/drawing/2014/main" id="{4E1DB793-E862-0C75-61A7-D0DE566585AD}"/>
                    </a:ext>
                  </a:extLst>
                </p:cNvPr>
                <p:cNvPicPr/>
                <p:nvPr/>
              </p:nvPicPr>
              <p:blipFill>
                <a:blip r:embed="rId88"/>
                <a:stretch>
                  <a:fillRect/>
                </a:stretch>
              </p:blipFill>
              <p:spPr>
                <a:xfrm>
                  <a:off x="9324448" y="5237934"/>
                  <a:ext cx="326160" cy="229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9">
              <p14:nvContentPartPr>
                <p14:cNvPr id="64" name="Tinta 63">
                  <a:extLst>
                    <a:ext uri="{FF2B5EF4-FFF2-40B4-BE49-F238E27FC236}">
                      <a16:creationId xmlns:a16="http://schemas.microsoft.com/office/drawing/2014/main" id="{CEA288BE-2298-32B9-5F4F-3FB9FA632671}"/>
                    </a:ext>
                  </a:extLst>
                </p14:cNvPr>
                <p14:cNvContentPartPr/>
                <p14:nvPr/>
              </p14:nvContentPartPr>
              <p14:xfrm>
                <a:off x="9552328" y="5350254"/>
                <a:ext cx="127440" cy="97560"/>
              </p14:xfrm>
            </p:contentPart>
          </mc:Choice>
          <mc:Fallback>
            <p:pic>
              <p:nvPicPr>
                <p:cNvPr id="64" name="Tinta 63">
                  <a:extLst>
                    <a:ext uri="{FF2B5EF4-FFF2-40B4-BE49-F238E27FC236}">
                      <a16:creationId xmlns:a16="http://schemas.microsoft.com/office/drawing/2014/main" id="{CEA288BE-2298-32B9-5F4F-3FB9FA632671}"/>
                    </a:ext>
                  </a:extLst>
                </p:cNvPr>
                <p:cNvPicPr/>
                <p:nvPr/>
              </p:nvPicPr>
              <p:blipFill>
                <a:blip r:embed="rId90"/>
                <a:stretch>
                  <a:fillRect/>
                </a:stretch>
              </p:blipFill>
              <p:spPr>
                <a:xfrm>
                  <a:off x="9546208" y="5344134"/>
                  <a:ext cx="139680" cy="109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1">
              <p14:nvContentPartPr>
                <p14:cNvPr id="66" name="Tinta 65">
                  <a:extLst>
                    <a:ext uri="{FF2B5EF4-FFF2-40B4-BE49-F238E27FC236}">
                      <a16:creationId xmlns:a16="http://schemas.microsoft.com/office/drawing/2014/main" id="{CC2AE7BC-B932-CC52-61CE-F5BCF1000EF0}"/>
                    </a:ext>
                  </a:extLst>
                </p14:cNvPr>
                <p14:cNvContentPartPr/>
                <p14:nvPr/>
              </p14:nvContentPartPr>
              <p14:xfrm>
                <a:off x="9190528" y="5543934"/>
                <a:ext cx="418680" cy="27360"/>
              </p14:xfrm>
            </p:contentPart>
          </mc:Choice>
          <mc:Fallback>
            <p:pic>
              <p:nvPicPr>
                <p:cNvPr id="66" name="Tinta 65">
                  <a:extLst>
                    <a:ext uri="{FF2B5EF4-FFF2-40B4-BE49-F238E27FC236}">
                      <a16:creationId xmlns:a16="http://schemas.microsoft.com/office/drawing/2014/main" id="{CC2AE7BC-B932-CC52-61CE-F5BCF1000EF0}"/>
                    </a:ext>
                  </a:extLst>
                </p:cNvPr>
                <p:cNvPicPr/>
                <p:nvPr/>
              </p:nvPicPr>
              <p:blipFill>
                <a:blip r:embed="rId92"/>
                <a:stretch>
                  <a:fillRect/>
                </a:stretch>
              </p:blipFill>
              <p:spPr>
                <a:xfrm>
                  <a:off x="9184408" y="5537814"/>
                  <a:ext cx="430920" cy="39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3">
              <p14:nvContentPartPr>
                <p14:cNvPr id="67" name="Tinta 66">
                  <a:extLst>
                    <a:ext uri="{FF2B5EF4-FFF2-40B4-BE49-F238E27FC236}">
                      <a16:creationId xmlns:a16="http://schemas.microsoft.com/office/drawing/2014/main" id="{433448A8-E171-CB97-9289-B1DF1FC2AB47}"/>
                    </a:ext>
                  </a:extLst>
                </p14:cNvPr>
                <p14:cNvContentPartPr/>
                <p14:nvPr/>
              </p14:nvContentPartPr>
              <p14:xfrm>
                <a:off x="9166048" y="5623134"/>
                <a:ext cx="327960" cy="116640"/>
              </p14:xfrm>
            </p:contentPart>
          </mc:Choice>
          <mc:Fallback>
            <p:pic>
              <p:nvPicPr>
                <p:cNvPr id="67" name="Tinta 66">
                  <a:extLst>
                    <a:ext uri="{FF2B5EF4-FFF2-40B4-BE49-F238E27FC236}">
                      <a16:creationId xmlns:a16="http://schemas.microsoft.com/office/drawing/2014/main" id="{433448A8-E171-CB97-9289-B1DF1FC2AB47}"/>
                    </a:ext>
                  </a:extLst>
                </p:cNvPr>
                <p:cNvPicPr/>
                <p:nvPr/>
              </p:nvPicPr>
              <p:blipFill>
                <a:blip r:embed="rId94"/>
                <a:stretch>
                  <a:fillRect/>
                </a:stretch>
              </p:blipFill>
              <p:spPr>
                <a:xfrm>
                  <a:off x="9159928" y="5617014"/>
                  <a:ext cx="340200" cy="128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5">
              <p14:nvContentPartPr>
                <p14:cNvPr id="68" name="Tinta 67">
                  <a:extLst>
                    <a:ext uri="{FF2B5EF4-FFF2-40B4-BE49-F238E27FC236}">
                      <a16:creationId xmlns:a16="http://schemas.microsoft.com/office/drawing/2014/main" id="{C4DBBB46-3BFA-9724-CA71-B70232C1EFCC}"/>
                    </a:ext>
                  </a:extLst>
                </p14:cNvPr>
                <p14:cNvContentPartPr/>
                <p14:nvPr/>
              </p14:nvContentPartPr>
              <p14:xfrm>
                <a:off x="9877048" y="5484174"/>
                <a:ext cx="303480" cy="10080"/>
              </p14:xfrm>
            </p:contentPart>
          </mc:Choice>
          <mc:Fallback>
            <p:pic>
              <p:nvPicPr>
                <p:cNvPr id="68" name="Tinta 67">
                  <a:extLst>
                    <a:ext uri="{FF2B5EF4-FFF2-40B4-BE49-F238E27FC236}">
                      <a16:creationId xmlns:a16="http://schemas.microsoft.com/office/drawing/2014/main" id="{C4DBBB46-3BFA-9724-CA71-B70232C1EFCC}"/>
                    </a:ext>
                  </a:extLst>
                </p:cNvPr>
                <p:cNvPicPr/>
                <p:nvPr/>
              </p:nvPicPr>
              <p:blipFill>
                <a:blip r:embed="rId96"/>
                <a:stretch>
                  <a:fillRect/>
                </a:stretch>
              </p:blipFill>
              <p:spPr>
                <a:xfrm>
                  <a:off x="9870928" y="5478054"/>
                  <a:ext cx="315720" cy="22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7">
              <p14:nvContentPartPr>
                <p14:cNvPr id="69" name="Tinta 68">
                  <a:extLst>
                    <a:ext uri="{FF2B5EF4-FFF2-40B4-BE49-F238E27FC236}">
                      <a16:creationId xmlns:a16="http://schemas.microsoft.com/office/drawing/2014/main" id="{70F89986-A478-1E61-3779-73CE57438E08}"/>
                    </a:ext>
                  </a:extLst>
                </p14:cNvPr>
                <p14:cNvContentPartPr/>
                <p14:nvPr/>
              </p14:nvContentPartPr>
              <p14:xfrm>
                <a:off x="9877048" y="5400294"/>
                <a:ext cx="47520" cy="151560"/>
              </p14:xfrm>
            </p:contentPart>
          </mc:Choice>
          <mc:Fallback>
            <p:pic>
              <p:nvPicPr>
                <p:cNvPr id="69" name="Tinta 68">
                  <a:extLst>
                    <a:ext uri="{FF2B5EF4-FFF2-40B4-BE49-F238E27FC236}">
                      <a16:creationId xmlns:a16="http://schemas.microsoft.com/office/drawing/2014/main" id="{70F89986-A478-1E61-3779-73CE57438E08}"/>
                    </a:ext>
                  </a:extLst>
                </p:cNvPr>
                <p:cNvPicPr/>
                <p:nvPr/>
              </p:nvPicPr>
              <p:blipFill>
                <a:blip r:embed="rId98"/>
                <a:stretch>
                  <a:fillRect/>
                </a:stretch>
              </p:blipFill>
              <p:spPr>
                <a:xfrm>
                  <a:off x="9870928" y="5394174"/>
                  <a:ext cx="59760" cy="163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9">
              <p14:nvContentPartPr>
                <p14:cNvPr id="71" name="Tinta 70">
                  <a:extLst>
                    <a:ext uri="{FF2B5EF4-FFF2-40B4-BE49-F238E27FC236}">
                      <a16:creationId xmlns:a16="http://schemas.microsoft.com/office/drawing/2014/main" id="{75F019C8-AC85-87B2-59F0-5FE702D1F7F8}"/>
                    </a:ext>
                  </a:extLst>
                </p14:cNvPr>
                <p14:cNvContentPartPr/>
                <p14:nvPr/>
              </p14:nvContentPartPr>
              <p14:xfrm>
                <a:off x="10451968" y="5324334"/>
                <a:ext cx="391680" cy="204120"/>
              </p14:xfrm>
            </p:contentPart>
          </mc:Choice>
          <mc:Fallback>
            <p:pic>
              <p:nvPicPr>
                <p:cNvPr id="71" name="Tinta 70">
                  <a:extLst>
                    <a:ext uri="{FF2B5EF4-FFF2-40B4-BE49-F238E27FC236}">
                      <a16:creationId xmlns:a16="http://schemas.microsoft.com/office/drawing/2014/main" id="{75F019C8-AC85-87B2-59F0-5FE702D1F7F8}"/>
                    </a:ext>
                  </a:extLst>
                </p:cNvPr>
                <p:cNvPicPr/>
                <p:nvPr/>
              </p:nvPicPr>
              <p:blipFill>
                <a:blip r:embed="rId100"/>
                <a:stretch>
                  <a:fillRect/>
                </a:stretch>
              </p:blipFill>
              <p:spPr>
                <a:xfrm>
                  <a:off x="10445848" y="5318214"/>
                  <a:ext cx="403920" cy="216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1">
              <p14:nvContentPartPr>
                <p14:cNvPr id="72" name="Tinta 71">
                  <a:extLst>
                    <a:ext uri="{FF2B5EF4-FFF2-40B4-BE49-F238E27FC236}">
                      <a16:creationId xmlns:a16="http://schemas.microsoft.com/office/drawing/2014/main" id="{28194C40-737C-CBA3-FEA0-68CB5BB724FE}"/>
                    </a:ext>
                  </a:extLst>
                </p14:cNvPr>
                <p14:cNvContentPartPr/>
                <p14:nvPr/>
              </p14:nvContentPartPr>
              <p14:xfrm>
                <a:off x="10636288" y="5432334"/>
                <a:ext cx="82800" cy="116280"/>
              </p14:xfrm>
            </p:contentPart>
          </mc:Choice>
          <mc:Fallback>
            <p:pic>
              <p:nvPicPr>
                <p:cNvPr id="72" name="Tinta 71">
                  <a:extLst>
                    <a:ext uri="{FF2B5EF4-FFF2-40B4-BE49-F238E27FC236}">
                      <a16:creationId xmlns:a16="http://schemas.microsoft.com/office/drawing/2014/main" id="{28194C40-737C-CBA3-FEA0-68CB5BB724FE}"/>
                    </a:ext>
                  </a:extLst>
                </p:cNvPr>
                <p:cNvPicPr/>
                <p:nvPr/>
              </p:nvPicPr>
              <p:blipFill>
                <a:blip r:embed="rId102"/>
                <a:stretch>
                  <a:fillRect/>
                </a:stretch>
              </p:blipFill>
              <p:spPr>
                <a:xfrm>
                  <a:off x="10630168" y="5426214"/>
                  <a:ext cx="95040" cy="1285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88" name="Agrupar 87">
            <a:extLst>
              <a:ext uri="{FF2B5EF4-FFF2-40B4-BE49-F238E27FC236}">
                <a16:creationId xmlns:a16="http://schemas.microsoft.com/office/drawing/2014/main" id="{CDB2BBCA-83EB-AA11-6303-A8E30D76E685}"/>
              </a:ext>
            </a:extLst>
          </p:cNvPr>
          <p:cNvGrpSpPr/>
          <p:nvPr/>
        </p:nvGrpSpPr>
        <p:grpSpPr>
          <a:xfrm>
            <a:off x="8339488" y="5763894"/>
            <a:ext cx="2635560" cy="805680"/>
            <a:chOff x="8339488" y="5763894"/>
            <a:chExt cx="2635560" cy="8056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03">
              <p14:nvContentPartPr>
                <p14:cNvPr id="74" name="Tinta 73">
                  <a:extLst>
                    <a:ext uri="{FF2B5EF4-FFF2-40B4-BE49-F238E27FC236}">
                      <a16:creationId xmlns:a16="http://schemas.microsoft.com/office/drawing/2014/main" id="{A7630C70-E111-A2C9-729B-2F7040645341}"/>
                    </a:ext>
                  </a:extLst>
                </p14:cNvPr>
                <p14:cNvContentPartPr/>
                <p14:nvPr/>
              </p14:nvContentPartPr>
              <p14:xfrm>
                <a:off x="9192328" y="5763894"/>
                <a:ext cx="1782720" cy="159480"/>
              </p14:xfrm>
            </p:contentPart>
          </mc:Choice>
          <mc:Fallback>
            <p:pic>
              <p:nvPicPr>
                <p:cNvPr id="74" name="Tinta 73">
                  <a:extLst>
                    <a:ext uri="{FF2B5EF4-FFF2-40B4-BE49-F238E27FC236}">
                      <a16:creationId xmlns:a16="http://schemas.microsoft.com/office/drawing/2014/main" id="{A7630C70-E111-A2C9-729B-2F7040645341}"/>
                    </a:ext>
                  </a:extLst>
                </p:cNvPr>
                <p:cNvPicPr/>
                <p:nvPr/>
              </p:nvPicPr>
              <p:blipFill>
                <a:blip r:embed="rId104"/>
                <a:stretch>
                  <a:fillRect/>
                </a:stretch>
              </p:blipFill>
              <p:spPr>
                <a:xfrm>
                  <a:off x="9186208" y="5757774"/>
                  <a:ext cx="1794960" cy="171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5">
              <p14:nvContentPartPr>
                <p14:cNvPr id="75" name="Tinta 74">
                  <a:extLst>
                    <a:ext uri="{FF2B5EF4-FFF2-40B4-BE49-F238E27FC236}">
                      <a16:creationId xmlns:a16="http://schemas.microsoft.com/office/drawing/2014/main" id="{CC5CF249-C1F8-00D8-4A75-129737E7FDD8}"/>
                    </a:ext>
                  </a:extLst>
                </p14:cNvPr>
                <p14:cNvContentPartPr/>
                <p14:nvPr/>
              </p14:nvContentPartPr>
              <p14:xfrm>
                <a:off x="9680128" y="5934894"/>
                <a:ext cx="570960" cy="189360"/>
              </p14:xfrm>
            </p:contentPart>
          </mc:Choice>
          <mc:Fallback>
            <p:pic>
              <p:nvPicPr>
                <p:cNvPr id="75" name="Tinta 74">
                  <a:extLst>
                    <a:ext uri="{FF2B5EF4-FFF2-40B4-BE49-F238E27FC236}">
                      <a16:creationId xmlns:a16="http://schemas.microsoft.com/office/drawing/2014/main" id="{CC5CF249-C1F8-00D8-4A75-129737E7FDD8}"/>
                    </a:ext>
                  </a:extLst>
                </p:cNvPr>
                <p:cNvPicPr/>
                <p:nvPr/>
              </p:nvPicPr>
              <p:blipFill>
                <a:blip r:embed="rId106"/>
                <a:stretch>
                  <a:fillRect/>
                </a:stretch>
              </p:blipFill>
              <p:spPr>
                <a:xfrm>
                  <a:off x="9674008" y="5928774"/>
                  <a:ext cx="583200" cy="201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7">
              <p14:nvContentPartPr>
                <p14:cNvPr id="77" name="Tinta 76">
                  <a:extLst>
                    <a:ext uri="{FF2B5EF4-FFF2-40B4-BE49-F238E27FC236}">
                      <a16:creationId xmlns:a16="http://schemas.microsoft.com/office/drawing/2014/main" id="{080C20D6-DE94-2BCE-826D-104461EAB478}"/>
                    </a:ext>
                  </a:extLst>
                </p14:cNvPr>
                <p14:cNvContentPartPr/>
                <p14:nvPr/>
              </p14:nvContentPartPr>
              <p14:xfrm>
                <a:off x="8512648" y="6205254"/>
                <a:ext cx="153720" cy="20160"/>
              </p14:xfrm>
            </p:contentPart>
          </mc:Choice>
          <mc:Fallback>
            <p:pic>
              <p:nvPicPr>
                <p:cNvPr id="77" name="Tinta 76">
                  <a:extLst>
                    <a:ext uri="{FF2B5EF4-FFF2-40B4-BE49-F238E27FC236}">
                      <a16:creationId xmlns:a16="http://schemas.microsoft.com/office/drawing/2014/main" id="{080C20D6-DE94-2BCE-826D-104461EAB478}"/>
                    </a:ext>
                  </a:extLst>
                </p:cNvPr>
                <p:cNvPicPr/>
                <p:nvPr/>
              </p:nvPicPr>
              <p:blipFill>
                <a:blip r:embed="rId108"/>
                <a:stretch>
                  <a:fillRect/>
                </a:stretch>
              </p:blipFill>
              <p:spPr>
                <a:xfrm>
                  <a:off x="8506528" y="6199134"/>
                  <a:ext cx="165960" cy="32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9">
              <p14:nvContentPartPr>
                <p14:cNvPr id="78" name="Tinta 77">
                  <a:extLst>
                    <a:ext uri="{FF2B5EF4-FFF2-40B4-BE49-F238E27FC236}">
                      <a16:creationId xmlns:a16="http://schemas.microsoft.com/office/drawing/2014/main" id="{C8BEED87-171B-978D-5D19-FAC37BF1995E}"/>
                    </a:ext>
                  </a:extLst>
                </p14:cNvPr>
                <p14:cNvContentPartPr/>
                <p14:nvPr/>
              </p14:nvContentPartPr>
              <p14:xfrm>
                <a:off x="8339488" y="6257094"/>
                <a:ext cx="232920" cy="32400"/>
              </p14:xfrm>
            </p:contentPart>
          </mc:Choice>
          <mc:Fallback>
            <p:pic>
              <p:nvPicPr>
                <p:cNvPr id="78" name="Tinta 77">
                  <a:extLst>
                    <a:ext uri="{FF2B5EF4-FFF2-40B4-BE49-F238E27FC236}">
                      <a16:creationId xmlns:a16="http://schemas.microsoft.com/office/drawing/2014/main" id="{C8BEED87-171B-978D-5D19-FAC37BF1995E}"/>
                    </a:ext>
                  </a:extLst>
                </p:cNvPr>
                <p:cNvPicPr/>
                <p:nvPr/>
              </p:nvPicPr>
              <p:blipFill>
                <a:blip r:embed="rId110"/>
                <a:stretch>
                  <a:fillRect/>
                </a:stretch>
              </p:blipFill>
              <p:spPr>
                <a:xfrm>
                  <a:off x="8333368" y="6250974"/>
                  <a:ext cx="245160" cy="44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1">
              <p14:nvContentPartPr>
                <p14:cNvPr id="80" name="Tinta 79">
                  <a:extLst>
                    <a:ext uri="{FF2B5EF4-FFF2-40B4-BE49-F238E27FC236}">
                      <a16:creationId xmlns:a16="http://schemas.microsoft.com/office/drawing/2014/main" id="{AE25260C-461B-3075-3637-02B9A6EEC7AE}"/>
                    </a:ext>
                  </a:extLst>
                </p14:cNvPr>
                <p14:cNvContentPartPr/>
                <p14:nvPr/>
              </p14:nvContentPartPr>
              <p14:xfrm>
                <a:off x="9155248" y="6130734"/>
                <a:ext cx="198000" cy="179640"/>
              </p14:xfrm>
            </p:contentPart>
          </mc:Choice>
          <mc:Fallback>
            <p:pic>
              <p:nvPicPr>
                <p:cNvPr id="80" name="Tinta 79">
                  <a:extLst>
                    <a:ext uri="{FF2B5EF4-FFF2-40B4-BE49-F238E27FC236}">
                      <a16:creationId xmlns:a16="http://schemas.microsoft.com/office/drawing/2014/main" id="{AE25260C-461B-3075-3637-02B9A6EEC7AE}"/>
                    </a:ext>
                  </a:extLst>
                </p:cNvPr>
                <p:cNvPicPr/>
                <p:nvPr/>
              </p:nvPicPr>
              <p:blipFill>
                <a:blip r:embed="rId112"/>
                <a:stretch>
                  <a:fillRect/>
                </a:stretch>
              </p:blipFill>
              <p:spPr>
                <a:xfrm>
                  <a:off x="9149128" y="6124614"/>
                  <a:ext cx="210240" cy="191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3">
              <p14:nvContentPartPr>
                <p14:cNvPr id="81" name="Tinta 80">
                  <a:extLst>
                    <a:ext uri="{FF2B5EF4-FFF2-40B4-BE49-F238E27FC236}">
                      <a16:creationId xmlns:a16="http://schemas.microsoft.com/office/drawing/2014/main" id="{3E326119-340B-3454-E92A-53627517A389}"/>
                    </a:ext>
                  </a:extLst>
                </p14:cNvPr>
                <p14:cNvContentPartPr/>
                <p14:nvPr/>
              </p14:nvContentPartPr>
              <p14:xfrm>
                <a:off x="9037528" y="6334134"/>
                <a:ext cx="397800" cy="39960"/>
              </p14:xfrm>
            </p:contentPart>
          </mc:Choice>
          <mc:Fallback>
            <p:pic>
              <p:nvPicPr>
                <p:cNvPr id="81" name="Tinta 80">
                  <a:extLst>
                    <a:ext uri="{FF2B5EF4-FFF2-40B4-BE49-F238E27FC236}">
                      <a16:creationId xmlns:a16="http://schemas.microsoft.com/office/drawing/2014/main" id="{3E326119-340B-3454-E92A-53627517A389}"/>
                    </a:ext>
                  </a:extLst>
                </p:cNvPr>
                <p:cNvPicPr/>
                <p:nvPr/>
              </p:nvPicPr>
              <p:blipFill>
                <a:blip r:embed="rId114"/>
                <a:stretch>
                  <a:fillRect/>
                </a:stretch>
              </p:blipFill>
              <p:spPr>
                <a:xfrm>
                  <a:off x="9031408" y="6328014"/>
                  <a:ext cx="410040" cy="52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5">
              <p14:nvContentPartPr>
                <p14:cNvPr id="82" name="Tinta 81">
                  <a:extLst>
                    <a:ext uri="{FF2B5EF4-FFF2-40B4-BE49-F238E27FC236}">
                      <a16:creationId xmlns:a16="http://schemas.microsoft.com/office/drawing/2014/main" id="{7FA8D5C5-0F5E-B511-F18A-9ADB49A07B04}"/>
                    </a:ext>
                  </a:extLst>
                </p14:cNvPr>
                <p14:cNvContentPartPr/>
                <p14:nvPr/>
              </p14:nvContentPartPr>
              <p14:xfrm>
                <a:off x="9048688" y="6423414"/>
                <a:ext cx="189360" cy="126720"/>
              </p14:xfrm>
            </p:contentPart>
          </mc:Choice>
          <mc:Fallback>
            <p:pic>
              <p:nvPicPr>
                <p:cNvPr id="82" name="Tinta 81">
                  <a:extLst>
                    <a:ext uri="{FF2B5EF4-FFF2-40B4-BE49-F238E27FC236}">
                      <a16:creationId xmlns:a16="http://schemas.microsoft.com/office/drawing/2014/main" id="{7FA8D5C5-0F5E-B511-F18A-9ADB49A07B04}"/>
                    </a:ext>
                  </a:extLst>
                </p:cNvPr>
                <p:cNvPicPr/>
                <p:nvPr/>
              </p:nvPicPr>
              <p:blipFill>
                <a:blip r:embed="rId116"/>
                <a:stretch>
                  <a:fillRect/>
                </a:stretch>
              </p:blipFill>
              <p:spPr>
                <a:xfrm>
                  <a:off x="9042568" y="6417294"/>
                  <a:ext cx="201600" cy="138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7">
              <p14:nvContentPartPr>
                <p14:cNvPr id="83" name="Tinta 82">
                  <a:extLst>
                    <a:ext uri="{FF2B5EF4-FFF2-40B4-BE49-F238E27FC236}">
                      <a16:creationId xmlns:a16="http://schemas.microsoft.com/office/drawing/2014/main" id="{38697B4F-D397-D497-2412-F1B21E1885B8}"/>
                    </a:ext>
                  </a:extLst>
                </p14:cNvPr>
                <p14:cNvContentPartPr/>
                <p14:nvPr/>
              </p14:nvContentPartPr>
              <p14:xfrm>
                <a:off x="9572488" y="6267174"/>
                <a:ext cx="316440" cy="191160"/>
              </p14:xfrm>
            </p:contentPart>
          </mc:Choice>
          <mc:Fallback>
            <p:pic>
              <p:nvPicPr>
                <p:cNvPr id="83" name="Tinta 82">
                  <a:extLst>
                    <a:ext uri="{FF2B5EF4-FFF2-40B4-BE49-F238E27FC236}">
                      <a16:creationId xmlns:a16="http://schemas.microsoft.com/office/drawing/2014/main" id="{38697B4F-D397-D497-2412-F1B21E1885B8}"/>
                    </a:ext>
                  </a:extLst>
                </p:cNvPr>
                <p:cNvPicPr/>
                <p:nvPr/>
              </p:nvPicPr>
              <p:blipFill>
                <a:blip r:embed="rId118"/>
                <a:stretch>
                  <a:fillRect/>
                </a:stretch>
              </p:blipFill>
              <p:spPr>
                <a:xfrm>
                  <a:off x="9566368" y="6261054"/>
                  <a:ext cx="328680" cy="203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9">
              <p14:nvContentPartPr>
                <p14:cNvPr id="84" name="Tinta 83">
                  <a:extLst>
                    <a:ext uri="{FF2B5EF4-FFF2-40B4-BE49-F238E27FC236}">
                      <a16:creationId xmlns:a16="http://schemas.microsoft.com/office/drawing/2014/main" id="{E3F52858-6785-277D-04EF-58EBC880EF12}"/>
                    </a:ext>
                  </a:extLst>
                </p14:cNvPr>
                <p14:cNvContentPartPr/>
                <p14:nvPr/>
              </p14:nvContentPartPr>
              <p14:xfrm>
                <a:off x="9691288" y="6398574"/>
                <a:ext cx="94320" cy="171000"/>
              </p14:xfrm>
            </p:contentPart>
          </mc:Choice>
          <mc:Fallback>
            <p:pic>
              <p:nvPicPr>
                <p:cNvPr id="84" name="Tinta 83">
                  <a:extLst>
                    <a:ext uri="{FF2B5EF4-FFF2-40B4-BE49-F238E27FC236}">
                      <a16:creationId xmlns:a16="http://schemas.microsoft.com/office/drawing/2014/main" id="{E3F52858-6785-277D-04EF-58EBC880EF12}"/>
                    </a:ext>
                  </a:extLst>
                </p:cNvPr>
                <p:cNvPicPr/>
                <p:nvPr/>
              </p:nvPicPr>
              <p:blipFill>
                <a:blip r:embed="rId120"/>
                <a:stretch>
                  <a:fillRect/>
                </a:stretch>
              </p:blipFill>
              <p:spPr>
                <a:xfrm>
                  <a:off x="9685168" y="6392454"/>
                  <a:ext cx="106560" cy="183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1">
              <p14:nvContentPartPr>
                <p14:cNvPr id="86" name="Tinta 85">
                  <a:extLst>
                    <a:ext uri="{FF2B5EF4-FFF2-40B4-BE49-F238E27FC236}">
                      <a16:creationId xmlns:a16="http://schemas.microsoft.com/office/drawing/2014/main" id="{9D02A48F-8ABA-E183-F071-844159DCB020}"/>
                    </a:ext>
                  </a:extLst>
                </p14:cNvPr>
                <p14:cNvContentPartPr/>
                <p14:nvPr/>
              </p14:nvContentPartPr>
              <p14:xfrm>
                <a:off x="8922328" y="6061974"/>
                <a:ext cx="303480" cy="446400"/>
              </p14:xfrm>
            </p:contentPart>
          </mc:Choice>
          <mc:Fallback>
            <p:pic>
              <p:nvPicPr>
                <p:cNvPr id="86" name="Tinta 85">
                  <a:extLst>
                    <a:ext uri="{FF2B5EF4-FFF2-40B4-BE49-F238E27FC236}">
                      <a16:creationId xmlns:a16="http://schemas.microsoft.com/office/drawing/2014/main" id="{9D02A48F-8ABA-E183-F071-844159DCB020}"/>
                    </a:ext>
                  </a:extLst>
                </p:cNvPr>
                <p:cNvPicPr/>
                <p:nvPr/>
              </p:nvPicPr>
              <p:blipFill>
                <a:blip r:embed="rId122"/>
                <a:stretch>
                  <a:fillRect/>
                </a:stretch>
              </p:blipFill>
              <p:spPr>
                <a:xfrm>
                  <a:off x="8916208" y="6055854"/>
                  <a:ext cx="315720" cy="458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3">
              <p14:nvContentPartPr>
                <p14:cNvPr id="87" name="Tinta 86">
                  <a:extLst>
                    <a:ext uri="{FF2B5EF4-FFF2-40B4-BE49-F238E27FC236}">
                      <a16:creationId xmlns:a16="http://schemas.microsoft.com/office/drawing/2014/main" id="{25E440C8-F623-1DDD-76E7-71A3EFA020C6}"/>
                    </a:ext>
                  </a:extLst>
                </p14:cNvPr>
                <p14:cNvContentPartPr/>
                <p14:nvPr/>
              </p14:nvContentPartPr>
              <p14:xfrm>
                <a:off x="8710648" y="5939574"/>
                <a:ext cx="1631880" cy="497160"/>
              </p14:xfrm>
            </p:contentPart>
          </mc:Choice>
          <mc:Fallback>
            <p:pic>
              <p:nvPicPr>
                <p:cNvPr id="87" name="Tinta 86">
                  <a:extLst>
                    <a:ext uri="{FF2B5EF4-FFF2-40B4-BE49-F238E27FC236}">
                      <a16:creationId xmlns:a16="http://schemas.microsoft.com/office/drawing/2014/main" id="{25E440C8-F623-1DDD-76E7-71A3EFA020C6}"/>
                    </a:ext>
                  </a:extLst>
                </p:cNvPr>
                <p:cNvPicPr/>
                <p:nvPr/>
              </p:nvPicPr>
              <p:blipFill>
                <a:blip r:embed="rId124"/>
                <a:stretch>
                  <a:fillRect/>
                </a:stretch>
              </p:blipFill>
              <p:spPr>
                <a:xfrm>
                  <a:off x="8704528" y="5933454"/>
                  <a:ext cx="1644120" cy="509400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332259918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1188A17-54D4-409A-D3F2-44D2FF0D0C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9B507273-9600-D4C9-541D-6E5CC2BC76C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Retângulo 3">
            <a:extLst>
              <a:ext uri="{FF2B5EF4-FFF2-40B4-BE49-F238E27FC236}">
                <a16:creationId xmlns:a16="http://schemas.microsoft.com/office/drawing/2014/main" id="{B3103D95-C3C0-D06A-DD4F-9586422FDB86}"/>
              </a:ext>
            </a:extLst>
          </p:cNvPr>
          <p:cNvSpPr/>
          <p:nvPr/>
        </p:nvSpPr>
        <p:spPr>
          <a:xfrm>
            <a:off x="559837" y="6600825"/>
            <a:ext cx="11403563" cy="170502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pt-BR" dirty="0"/>
              <a:t>Luiz Fernando de Andrade Gadêlha – luizfernandodag@gmail.com</a:t>
            </a:r>
          </a:p>
        </p:txBody>
      </p:sp>
      <p:pic>
        <p:nvPicPr>
          <p:cNvPr id="6" name="Imagem 5">
            <a:extLst>
              <a:ext uri="{FF2B5EF4-FFF2-40B4-BE49-F238E27FC236}">
                <a16:creationId xmlns:a16="http://schemas.microsoft.com/office/drawing/2014/main" id="{7A29A993-9872-3590-C788-B11CC41BCEC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00687" y="0"/>
            <a:ext cx="5265876" cy="3878916"/>
          </a:xfrm>
          <a:prstGeom prst="rect">
            <a:avLst/>
          </a:prstGeom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17" name="Tinta 16">
                <a:extLst>
                  <a:ext uri="{FF2B5EF4-FFF2-40B4-BE49-F238E27FC236}">
                    <a16:creationId xmlns:a16="http://schemas.microsoft.com/office/drawing/2014/main" id="{27AB5C54-468A-6FEB-9C20-F8570A02C53E}"/>
                  </a:ext>
                </a:extLst>
              </p14:cNvPr>
              <p14:cNvContentPartPr/>
              <p14:nvPr/>
            </p14:nvContentPartPr>
            <p14:xfrm>
              <a:off x="2212175" y="4484318"/>
              <a:ext cx="1484280" cy="64080"/>
            </p14:xfrm>
          </p:contentPart>
        </mc:Choice>
        <mc:Fallback>
          <p:pic>
            <p:nvPicPr>
              <p:cNvPr id="17" name="Tinta 16">
                <a:extLst>
                  <a:ext uri="{FF2B5EF4-FFF2-40B4-BE49-F238E27FC236}">
                    <a16:creationId xmlns:a16="http://schemas.microsoft.com/office/drawing/2014/main" id="{27AB5C54-468A-6FEB-9C20-F8570A02C53E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2206055" y="4478198"/>
                <a:ext cx="1496520" cy="76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5">
            <p14:nvContentPartPr>
              <p14:cNvPr id="19" name="Tinta 18">
                <a:extLst>
                  <a:ext uri="{FF2B5EF4-FFF2-40B4-BE49-F238E27FC236}">
                    <a16:creationId xmlns:a16="http://schemas.microsoft.com/office/drawing/2014/main" id="{3C852BF2-07CF-3663-A649-E487B600AB5B}"/>
                  </a:ext>
                </a:extLst>
              </p14:cNvPr>
              <p14:cNvContentPartPr/>
              <p14:nvPr/>
            </p14:nvContentPartPr>
            <p14:xfrm>
              <a:off x="3637415" y="4524638"/>
              <a:ext cx="401040" cy="433800"/>
            </p14:xfrm>
          </p:contentPart>
        </mc:Choice>
        <mc:Fallback>
          <p:pic>
            <p:nvPicPr>
              <p:cNvPr id="19" name="Tinta 18">
                <a:extLst>
                  <a:ext uri="{FF2B5EF4-FFF2-40B4-BE49-F238E27FC236}">
                    <a16:creationId xmlns:a16="http://schemas.microsoft.com/office/drawing/2014/main" id="{3C852BF2-07CF-3663-A649-E487B600AB5B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3631295" y="4518518"/>
                <a:ext cx="413280" cy="446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7">
            <p14:nvContentPartPr>
              <p14:cNvPr id="20" name="Tinta 19">
                <a:extLst>
                  <a:ext uri="{FF2B5EF4-FFF2-40B4-BE49-F238E27FC236}">
                    <a16:creationId xmlns:a16="http://schemas.microsoft.com/office/drawing/2014/main" id="{924E5AB7-FF9F-7338-8EF1-DA036BA2CD99}"/>
                  </a:ext>
                </a:extLst>
              </p14:cNvPr>
              <p14:cNvContentPartPr/>
              <p14:nvPr/>
            </p14:nvContentPartPr>
            <p14:xfrm>
              <a:off x="4076255" y="4773758"/>
              <a:ext cx="240840" cy="185040"/>
            </p14:xfrm>
          </p:contentPart>
        </mc:Choice>
        <mc:Fallback>
          <p:pic>
            <p:nvPicPr>
              <p:cNvPr id="20" name="Tinta 19">
                <a:extLst>
                  <a:ext uri="{FF2B5EF4-FFF2-40B4-BE49-F238E27FC236}">
                    <a16:creationId xmlns:a16="http://schemas.microsoft.com/office/drawing/2014/main" id="{924E5AB7-FF9F-7338-8EF1-DA036BA2CD99}"/>
                  </a:ext>
                </a:extLst>
              </p:cNvPr>
              <p:cNvPicPr/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4070135" y="4767638"/>
                <a:ext cx="253080" cy="197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9">
            <p14:nvContentPartPr>
              <p14:cNvPr id="21" name="Tinta 20">
                <a:extLst>
                  <a:ext uri="{FF2B5EF4-FFF2-40B4-BE49-F238E27FC236}">
                    <a16:creationId xmlns:a16="http://schemas.microsoft.com/office/drawing/2014/main" id="{7541664A-B7E2-C0A0-01EB-4FA66E94AE96}"/>
                  </a:ext>
                </a:extLst>
              </p14:cNvPr>
              <p14:cNvContentPartPr/>
              <p14:nvPr/>
            </p14:nvContentPartPr>
            <p14:xfrm>
              <a:off x="4367135" y="4805438"/>
              <a:ext cx="250200" cy="143280"/>
            </p14:xfrm>
          </p:contentPart>
        </mc:Choice>
        <mc:Fallback>
          <p:pic>
            <p:nvPicPr>
              <p:cNvPr id="21" name="Tinta 20">
                <a:extLst>
                  <a:ext uri="{FF2B5EF4-FFF2-40B4-BE49-F238E27FC236}">
                    <a16:creationId xmlns:a16="http://schemas.microsoft.com/office/drawing/2014/main" id="{7541664A-B7E2-C0A0-01EB-4FA66E94AE96}"/>
                  </a:ext>
                </a:extLst>
              </p:cNvPr>
              <p:cNvPicPr/>
              <p:nvPr/>
            </p:nvPicPr>
            <p:blipFill>
              <a:blip r:embed="rId10"/>
              <a:stretch>
                <a:fillRect/>
              </a:stretch>
            </p:blipFill>
            <p:spPr>
              <a:xfrm>
                <a:off x="4361015" y="4799318"/>
                <a:ext cx="262440" cy="155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1">
            <p14:nvContentPartPr>
              <p14:cNvPr id="23" name="Tinta 22">
                <a:extLst>
                  <a:ext uri="{FF2B5EF4-FFF2-40B4-BE49-F238E27FC236}">
                    <a16:creationId xmlns:a16="http://schemas.microsoft.com/office/drawing/2014/main" id="{162AF41F-C1D0-C9C0-EB76-05B0C06C95C8}"/>
                  </a:ext>
                </a:extLst>
              </p14:cNvPr>
              <p14:cNvContentPartPr/>
              <p14:nvPr/>
            </p14:nvContentPartPr>
            <p14:xfrm>
              <a:off x="2246735" y="5003438"/>
              <a:ext cx="1557720" cy="487800"/>
            </p14:xfrm>
          </p:contentPart>
        </mc:Choice>
        <mc:Fallback>
          <p:pic>
            <p:nvPicPr>
              <p:cNvPr id="23" name="Tinta 22">
                <a:extLst>
                  <a:ext uri="{FF2B5EF4-FFF2-40B4-BE49-F238E27FC236}">
                    <a16:creationId xmlns:a16="http://schemas.microsoft.com/office/drawing/2014/main" id="{162AF41F-C1D0-C9C0-EB76-05B0C06C95C8}"/>
                  </a:ext>
                </a:extLst>
              </p:cNvPr>
              <p:cNvPicPr/>
              <p:nvPr/>
            </p:nvPicPr>
            <p:blipFill>
              <a:blip r:embed="rId12"/>
              <a:stretch>
                <a:fillRect/>
              </a:stretch>
            </p:blipFill>
            <p:spPr>
              <a:xfrm>
                <a:off x="2240615" y="4997318"/>
                <a:ext cx="1569960" cy="500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3">
            <p14:nvContentPartPr>
              <p14:cNvPr id="33" name="Tinta 32">
                <a:extLst>
                  <a:ext uri="{FF2B5EF4-FFF2-40B4-BE49-F238E27FC236}">
                    <a16:creationId xmlns:a16="http://schemas.microsoft.com/office/drawing/2014/main" id="{E06CA513-6C17-C2AE-8541-BEB35BE716A9}"/>
                  </a:ext>
                </a:extLst>
              </p14:cNvPr>
              <p14:cNvContentPartPr/>
              <p14:nvPr/>
            </p14:nvContentPartPr>
            <p14:xfrm>
              <a:off x="6662855" y="5274518"/>
              <a:ext cx="362160" cy="191880"/>
            </p14:xfrm>
          </p:contentPart>
        </mc:Choice>
        <mc:Fallback>
          <p:pic>
            <p:nvPicPr>
              <p:cNvPr id="33" name="Tinta 32">
                <a:extLst>
                  <a:ext uri="{FF2B5EF4-FFF2-40B4-BE49-F238E27FC236}">
                    <a16:creationId xmlns:a16="http://schemas.microsoft.com/office/drawing/2014/main" id="{E06CA513-6C17-C2AE-8541-BEB35BE716A9}"/>
                  </a:ext>
                </a:extLst>
              </p:cNvPr>
              <p:cNvPicPr/>
              <p:nvPr/>
            </p:nvPicPr>
            <p:blipFill>
              <a:blip r:embed="rId14"/>
              <a:stretch>
                <a:fillRect/>
              </a:stretch>
            </p:blipFill>
            <p:spPr>
              <a:xfrm>
                <a:off x="6656735" y="5268398"/>
                <a:ext cx="374400" cy="204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5">
            <p14:nvContentPartPr>
              <p14:cNvPr id="75" name="Tinta 74">
                <a:extLst>
                  <a:ext uri="{FF2B5EF4-FFF2-40B4-BE49-F238E27FC236}">
                    <a16:creationId xmlns:a16="http://schemas.microsoft.com/office/drawing/2014/main" id="{D679A8CF-77A1-2BAB-D7E7-F073AC092ABF}"/>
                  </a:ext>
                </a:extLst>
              </p14:cNvPr>
              <p14:cNvContentPartPr/>
              <p14:nvPr/>
            </p14:nvContentPartPr>
            <p14:xfrm>
              <a:off x="2513495" y="4612478"/>
              <a:ext cx="983160" cy="723960"/>
            </p14:xfrm>
          </p:contentPart>
        </mc:Choice>
        <mc:Fallback>
          <p:pic>
            <p:nvPicPr>
              <p:cNvPr id="75" name="Tinta 74">
                <a:extLst>
                  <a:ext uri="{FF2B5EF4-FFF2-40B4-BE49-F238E27FC236}">
                    <a16:creationId xmlns:a16="http://schemas.microsoft.com/office/drawing/2014/main" id="{D679A8CF-77A1-2BAB-D7E7-F073AC092ABF}"/>
                  </a:ext>
                </a:extLst>
              </p:cNvPr>
              <p:cNvPicPr/>
              <p:nvPr/>
            </p:nvPicPr>
            <p:blipFill>
              <a:blip r:embed="rId16"/>
              <a:stretch>
                <a:fillRect/>
              </a:stretch>
            </p:blipFill>
            <p:spPr>
              <a:xfrm>
                <a:off x="2507375" y="4606358"/>
                <a:ext cx="995400" cy="736200"/>
              </a:xfrm>
              <a:prstGeom prst="rect">
                <a:avLst/>
              </a:prstGeom>
            </p:spPr>
          </p:pic>
        </mc:Fallback>
      </mc:AlternateContent>
      <p:grpSp>
        <p:nvGrpSpPr>
          <p:cNvPr id="90" name="Agrupar 89">
            <a:extLst>
              <a:ext uri="{FF2B5EF4-FFF2-40B4-BE49-F238E27FC236}">
                <a16:creationId xmlns:a16="http://schemas.microsoft.com/office/drawing/2014/main" id="{39E83C90-31DC-9AF2-FE3B-ABA092879600}"/>
              </a:ext>
            </a:extLst>
          </p:cNvPr>
          <p:cNvGrpSpPr/>
          <p:nvPr/>
        </p:nvGrpSpPr>
        <p:grpSpPr>
          <a:xfrm>
            <a:off x="8156135" y="3227198"/>
            <a:ext cx="3129120" cy="644760"/>
            <a:chOff x="8156135" y="3227198"/>
            <a:chExt cx="3129120" cy="6447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7">
              <p14:nvContentPartPr>
                <p14:cNvPr id="70" name="Tinta 69">
                  <a:extLst>
                    <a:ext uri="{FF2B5EF4-FFF2-40B4-BE49-F238E27FC236}">
                      <a16:creationId xmlns:a16="http://schemas.microsoft.com/office/drawing/2014/main" id="{E194B8E4-1BFC-7A60-360B-4FD2126D24E8}"/>
                    </a:ext>
                  </a:extLst>
                </p14:cNvPr>
                <p14:cNvContentPartPr/>
                <p14:nvPr/>
              </p14:nvContentPartPr>
              <p14:xfrm>
                <a:off x="8156135" y="3382718"/>
                <a:ext cx="79920" cy="175680"/>
              </p14:xfrm>
            </p:contentPart>
          </mc:Choice>
          <mc:Fallback>
            <p:pic>
              <p:nvPicPr>
                <p:cNvPr id="70" name="Tinta 69">
                  <a:extLst>
                    <a:ext uri="{FF2B5EF4-FFF2-40B4-BE49-F238E27FC236}">
                      <a16:creationId xmlns:a16="http://schemas.microsoft.com/office/drawing/2014/main" id="{E194B8E4-1BFC-7A60-360B-4FD2126D24E8}"/>
                    </a:ext>
                  </a:extLst>
                </p:cNvPr>
                <p:cNvPicPr/>
                <p:nvPr/>
              </p:nvPicPr>
              <p:blipFill>
                <a:blip r:embed="rId18"/>
                <a:stretch>
                  <a:fillRect/>
                </a:stretch>
              </p:blipFill>
              <p:spPr>
                <a:xfrm>
                  <a:off x="8150015" y="3376598"/>
                  <a:ext cx="92160" cy="187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">
              <p14:nvContentPartPr>
                <p14:cNvPr id="71" name="Tinta 70">
                  <a:extLst>
                    <a:ext uri="{FF2B5EF4-FFF2-40B4-BE49-F238E27FC236}">
                      <a16:creationId xmlns:a16="http://schemas.microsoft.com/office/drawing/2014/main" id="{2C298272-22AC-4779-2907-E9BB9FEA1965}"/>
                    </a:ext>
                  </a:extLst>
                </p14:cNvPr>
                <p14:cNvContentPartPr/>
                <p14:nvPr/>
              </p14:nvContentPartPr>
              <p14:xfrm>
                <a:off x="8287895" y="3227198"/>
                <a:ext cx="20520" cy="17640"/>
              </p14:xfrm>
            </p:contentPart>
          </mc:Choice>
          <mc:Fallback>
            <p:pic>
              <p:nvPicPr>
                <p:cNvPr id="71" name="Tinta 70">
                  <a:extLst>
                    <a:ext uri="{FF2B5EF4-FFF2-40B4-BE49-F238E27FC236}">
                      <a16:creationId xmlns:a16="http://schemas.microsoft.com/office/drawing/2014/main" id="{2C298272-22AC-4779-2907-E9BB9FEA1965}"/>
                    </a:ext>
                  </a:extLst>
                </p:cNvPr>
                <p:cNvPicPr/>
                <p:nvPr/>
              </p:nvPicPr>
              <p:blipFill>
                <a:blip r:embed="rId20"/>
                <a:stretch>
                  <a:fillRect/>
                </a:stretch>
              </p:blipFill>
              <p:spPr>
                <a:xfrm>
                  <a:off x="8281775" y="3221078"/>
                  <a:ext cx="32760" cy="29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1">
              <p14:nvContentPartPr>
                <p14:cNvPr id="72" name="Tinta 71">
                  <a:extLst>
                    <a:ext uri="{FF2B5EF4-FFF2-40B4-BE49-F238E27FC236}">
                      <a16:creationId xmlns:a16="http://schemas.microsoft.com/office/drawing/2014/main" id="{FF683A69-1B04-6EC5-9A31-D25A9E7A6995}"/>
                    </a:ext>
                  </a:extLst>
                </p14:cNvPr>
                <p14:cNvContentPartPr/>
                <p14:nvPr/>
              </p14:nvContentPartPr>
              <p14:xfrm>
                <a:off x="8619095" y="3485318"/>
                <a:ext cx="150480" cy="25560"/>
              </p14:xfrm>
            </p:contentPart>
          </mc:Choice>
          <mc:Fallback>
            <p:pic>
              <p:nvPicPr>
                <p:cNvPr id="72" name="Tinta 71">
                  <a:extLst>
                    <a:ext uri="{FF2B5EF4-FFF2-40B4-BE49-F238E27FC236}">
                      <a16:creationId xmlns:a16="http://schemas.microsoft.com/office/drawing/2014/main" id="{FF683A69-1B04-6EC5-9A31-D25A9E7A6995}"/>
                    </a:ext>
                  </a:extLst>
                </p:cNvPr>
                <p:cNvPicPr/>
                <p:nvPr/>
              </p:nvPicPr>
              <p:blipFill>
                <a:blip r:embed="rId22"/>
                <a:stretch>
                  <a:fillRect/>
                </a:stretch>
              </p:blipFill>
              <p:spPr>
                <a:xfrm>
                  <a:off x="8612975" y="3479198"/>
                  <a:ext cx="162720" cy="37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3">
              <p14:nvContentPartPr>
                <p14:cNvPr id="73" name="Tinta 72">
                  <a:extLst>
                    <a:ext uri="{FF2B5EF4-FFF2-40B4-BE49-F238E27FC236}">
                      <a16:creationId xmlns:a16="http://schemas.microsoft.com/office/drawing/2014/main" id="{D32C5316-979D-FBCC-B11E-5E1D1249C2BF}"/>
                    </a:ext>
                  </a:extLst>
                </p14:cNvPr>
                <p14:cNvContentPartPr/>
                <p14:nvPr/>
              </p14:nvContentPartPr>
              <p14:xfrm>
                <a:off x="8518295" y="3576398"/>
                <a:ext cx="200520" cy="5040"/>
              </p14:xfrm>
            </p:contentPart>
          </mc:Choice>
          <mc:Fallback>
            <p:pic>
              <p:nvPicPr>
                <p:cNvPr id="73" name="Tinta 72">
                  <a:extLst>
                    <a:ext uri="{FF2B5EF4-FFF2-40B4-BE49-F238E27FC236}">
                      <a16:creationId xmlns:a16="http://schemas.microsoft.com/office/drawing/2014/main" id="{D32C5316-979D-FBCC-B11E-5E1D1249C2BF}"/>
                    </a:ext>
                  </a:extLst>
                </p:cNvPr>
                <p:cNvPicPr/>
                <p:nvPr/>
              </p:nvPicPr>
              <p:blipFill>
                <a:blip r:embed="rId24"/>
                <a:stretch>
                  <a:fillRect/>
                </a:stretch>
              </p:blipFill>
              <p:spPr>
                <a:xfrm>
                  <a:off x="8512175" y="3570278"/>
                  <a:ext cx="212760" cy="17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5">
              <p14:nvContentPartPr>
                <p14:cNvPr id="77" name="Tinta 76">
                  <a:extLst>
                    <a:ext uri="{FF2B5EF4-FFF2-40B4-BE49-F238E27FC236}">
                      <a16:creationId xmlns:a16="http://schemas.microsoft.com/office/drawing/2014/main" id="{30ABABC6-1BFC-B0C7-3834-A440DEB711A2}"/>
                    </a:ext>
                  </a:extLst>
                </p14:cNvPr>
                <p14:cNvContentPartPr/>
                <p14:nvPr/>
              </p14:nvContentPartPr>
              <p14:xfrm>
                <a:off x="9063335" y="3235838"/>
                <a:ext cx="217440" cy="188640"/>
              </p14:xfrm>
            </p:contentPart>
          </mc:Choice>
          <mc:Fallback>
            <p:pic>
              <p:nvPicPr>
                <p:cNvPr id="77" name="Tinta 76">
                  <a:extLst>
                    <a:ext uri="{FF2B5EF4-FFF2-40B4-BE49-F238E27FC236}">
                      <a16:creationId xmlns:a16="http://schemas.microsoft.com/office/drawing/2014/main" id="{30ABABC6-1BFC-B0C7-3834-A440DEB711A2}"/>
                    </a:ext>
                  </a:extLst>
                </p:cNvPr>
                <p:cNvPicPr/>
                <p:nvPr/>
              </p:nvPicPr>
              <p:blipFill>
                <a:blip r:embed="rId26"/>
                <a:stretch>
                  <a:fillRect/>
                </a:stretch>
              </p:blipFill>
              <p:spPr>
                <a:xfrm>
                  <a:off x="9057215" y="3229718"/>
                  <a:ext cx="229680" cy="200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7">
              <p14:nvContentPartPr>
                <p14:cNvPr id="78" name="Tinta 77">
                  <a:extLst>
                    <a:ext uri="{FF2B5EF4-FFF2-40B4-BE49-F238E27FC236}">
                      <a16:creationId xmlns:a16="http://schemas.microsoft.com/office/drawing/2014/main" id="{4F7358A7-A86C-C7B7-CC46-CC9618236BDA}"/>
                    </a:ext>
                  </a:extLst>
                </p14:cNvPr>
                <p14:cNvContentPartPr/>
                <p14:nvPr/>
              </p14:nvContentPartPr>
              <p14:xfrm>
                <a:off x="9320375" y="3263558"/>
                <a:ext cx="240480" cy="126000"/>
              </p14:xfrm>
            </p:contentPart>
          </mc:Choice>
          <mc:Fallback>
            <p:pic>
              <p:nvPicPr>
                <p:cNvPr id="78" name="Tinta 77">
                  <a:extLst>
                    <a:ext uri="{FF2B5EF4-FFF2-40B4-BE49-F238E27FC236}">
                      <a16:creationId xmlns:a16="http://schemas.microsoft.com/office/drawing/2014/main" id="{4F7358A7-A86C-C7B7-CC46-CC9618236BDA}"/>
                    </a:ext>
                  </a:extLst>
                </p:cNvPr>
                <p:cNvPicPr/>
                <p:nvPr/>
              </p:nvPicPr>
              <p:blipFill>
                <a:blip r:embed="rId28"/>
                <a:stretch>
                  <a:fillRect/>
                </a:stretch>
              </p:blipFill>
              <p:spPr>
                <a:xfrm>
                  <a:off x="9314255" y="3257438"/>
                  <a:ext cx="252720" cy="138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9">
              <p14:nvContentPartPr>
                <p14:cNvPr id="79" name="Tinta 78">
                  <a:extLst>
                    <a:ext uri="{FF2B5EF4-FFF2-40B4-BE49-F238E27FC236}">
                      <a16:creationId xmlns:a16="http://schemas.microsoft.com/office/drawing/2014/main" id="{AB88CDA7-1FA2-E792-6479-8531DC54366A}"/>
                    </a:ext>
                  </a:extLst>
                </p14:cNvPr>
                <p14:cNvContentPartPr/>
                <p14:nvPr/>
              </p14:nvContentPartPr>
              <p14:xfrm>
                <a:off x="9574895" y="3257438"/>
                <a:ext cx="195840" cy="147600"/>
              </p14:xfrm>
            </p:contentPart>
          </mc:Choice>
          <mc:Fallback>
            <p:pic>
              <p:nvPicPr>
                <p:cNvPr id="79" name="Tinta 78">
                  <a:extLst>
                    <a:ext uri="{FF2B5EF4-FFF2-40B4-BE49-F238E27FC236}">
                      <a16:creationId xmlns:a16="http://schemas.microsoft.com/office/drawing/2014/main" id="{AB88CDA7-1FA2-E792-6479-8531DC54366A}"/>
                    </a:ext>
                  </a:extLst>
                </p:cNvPr>
                <p:cNvPicPr/>
                <p:nvPr/>
              </p:nvPicPr>
              <p:blipFill>
                <a:blip r:embed="rId30"/>
                <a:stretch>
                  <a:fillRect/>
                </a:stretch>
              </p:blipFill>
              <p:spPr>
                <a:xfrm>
                  <a:off x="9568775" y="3251318"/>
                  <a:ext cx="208080" cy="159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1">
              <p14:nvContentPartPr>
                <p14:cNvPr id="80" name="Tinta 79">
                  <a:extLst>
                    <a:ext uri="{FF2B5EF4-FFF2-40B4-BE49-F238E27FC236}">
                      <a16:creationId xmlns:a16="http://schemas.microsoft.com/office/drawing/2014/main" id="{6D033FBB-BAD4-5EF9-8657-49FB7F024E83}"/>
                    </a:ext>
                  </a:extLst>
                </p14:cNvPr>
                <p14:cNvContentPartPr/>
                <p14:nvPr/>
              </p14:nvContentPartPr>
              <p14:xfrm>
                <a:off x="8969015" y="3574598"/>
                <a:ext cx="560520" cy="15120"/>
              </p14:xfrm>
            </p:contentPart>
          </mc:Choice>
          <mc:Fallback>
            <p:pic>
              <p:nvPicPr>
                <p:cNvPr id="80" name="Tinta 79">
                  <a:extLst>
                    <a:ext uri="{FF2B5EF4-FFF2-40B4-BE49-F238E27FC236}">
                      <a16:creationId xmlns:a16="http://schemas.microsoft.com/office/drawing/2014/main" id="{6D033FBB-BAD4-5EF9-8657-49FB7F024E83}"/>
                    </a:ext>
                  </a:extLst>
                </p:cNvPr>
                <p:cNvPicPr/>
                <p:nvPr/>
              </p:nvPicPr>
              <p:blipFill>
                <a:blip r:embed="rId32"/>
                <a:stretch>
                  <a:fillRect/>
                </a:stretch>
              </p:blipFill>
              <p:spPr>
                <a:xfrm>
                  <a:off x="8962895" y="3568478"/>
                  <a:ext cx="572760" cy="27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3">
              <p14:nvContentPartPr>
                <p14:cNvPr id="81" name="Tinta 80">
                  <a:extLst>
                    <a:ext uri="{FF2B5EF4-FFF2-40B4-BE49-F238E27FC236}">
                      <a16:creationId xmlns:a16="http://schemas.microsoft.com/office/drawing/2014/main" id="{86539D1E-BE14-8DDA-73AA-81DE959FA6B5}"/>
                    </a:ext>
                  </a:extLst>
                </p14:cNvPr>
                <p14:cNvContentPartPr/>
                <p14:nvPr/>
              </p14:nvContentPartPr>
              <p14:xfrm>
                <a:off x="8902055" y="3663878"/>
                <a:ext cx="327960" cy="186840"/>
              </p14:xfrm>
            </p:contentPart>
          </mc:Choice>
          <mc:Fallback>
            <p:pic>
              <p:nvPicPr>
                <p:cNvPr id="81" name="Tinta 80">
                  <a:extLst>
                    <a:ext uri="{FF2B5EF4-FFF2-40B4-BE49-F238E27FC236}">
                      <a16:creationId xmlns:a16="http://schemas.microsoft.com/office/drawing/2014/main" id="{86539D1E-BE14-8DDA-73AA-81DE959FA6B5}"/>
                    </a:ext>
                  </a:extLst>
                </p:cNvPr>
                <p:cNvPicPr/>
                <p:nvPr/>
              </p:nvPicPr>
              <p:blipFill>
                <a:blip r:embed="rId34"/>
                <a:stretch>
                  <a:fillRect/>
                </a:stretch>
              </p:blipFill>
              <p:spPr>
                <a:xfrm>
                  <a:off x="8895935" y="3657758"/>
                  <a:ext cx="340200" cy="199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5">
              <p14:nvContentPartPr>
                <p14:cNvPr id="82" name="Tinta 81">
                  <a:extLst>
                    <a:ext uri="{FF2B5EF4-FFF2-40B4-BE49-F238E27FC236}">
                      <a16:creationId xmlns:a16="http://schemas.microsoft.com/office/drawing/2014/main" id="{CAC7274B-02DE-3063-4C96-D2286EA1E2A7}"/>
                    </a:ext>
                  </a:extLst>
                </p14:cNvPr>
                <p14:cNvContentPartPr/>
                <p14:nvPr/>
              </p14:nvContentPartPr>
              <p14:xfrm>
                <a:off x="9168095" y="3664598"/>
                <a:ext cx="352800" cy="207360"/>
              </p14:xfrm>
            </p:contentPart>
          </mc:Choice>
          <mc:Fallback>
            <p:pic>
              <p:nvPicPr>
                <p:cNvPr id="82" name="Tinta 81">
                  <a:extLst>
                    <a:ext uri="{FF2B5EF4-FFF2-40B4-BE49-F238E27FC236}">
                      <a16:creationId xmlns:a16="http://schemas.microsoft.com/office/drawing/2014/main" id="{CAC7274B-02DE-3063-4C96-D2286EA1E2A7}"/>
                    </a:ext>
                  </a:extLst>
                </p:cNvPr>
                <p:cNvPicPr/>
                <p:nvPr/>
              </p:nvPicPr>
              <p:blipFill>
                <a:blip r:embed="rId36"/>
                <a:stretch>
                  <a:fillRect/>
                </a:stretch>
              </p:blipFill>
              <p:spPr>
                <a:xfrm>
                  <a:off x="9161975" y="3658478"/>
                  <a:ext cx="365040" cy="219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7">
              <p14:nvContentPartPr>
                <p14:cNvPr id="83" name="Tinta 82">
                  <a:extLst>
                    <a:ext uri="{FF2B5EF4-FFF2-40B4-BE49-F238E27FC236}">
                      <a16:creationId xmlns:a16="http://schemas.microsoft.com/office/drawing/2014/main" id="{7563B7E4-6F71-4125-C1AB-EEAF5D0CDE29}"/>
                    </a:ext>
                  </a:extLst>
                </p14:cNvPr>
                <p14:cNvContentPartPr/>
                <p14:nvPr/>
              </p14:nvContentPartPr>
              <p14:xfrm>
                <a:off x="9971255" y="3555158"/>
                <a:ext cx="149760" cy="14040"/>
              </p14:xfrm>
            </p:contentPart>
          </mc:Choice>
          <mc:Fallback>
            <p:pic>
              <p:nvPicPr>
                <p:cNvPr id="83" name="Tinta 82">
                  <a:extLst>
                    <a:ext uri="{FF2B5EF4-FFF2-40B4-BE49-F238E27FC236}">
                      <a16:creationId xmlns:a16="http://schemas.microsoft.com/office/drawing/2014/main" id="{7563B7E4-6F71-4125-C1AB-EEAF5D0CDE29}"/>
                    </a:ext>
                  </a:extLst>
                </p:cNvPr>
                <p:cNvPicPr/>
                <p:nvPr/>
              </p:nvPicPr>
              <p:blipFill>
                <a:blip r:embed="rId38"/>
                <a:stretch>
                  <a:fillRect/>
                </a:stretch>
              </p:blipFill>
              <p:spPr>
                <a:xfrm>
                  <a:off x="9965135" y="3549038"/>
                  <a:ext cx="162000" cy="26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9">
              <p14:nvContentPartPr>
                <p14:cNvPr id="84" name="Tinta 83">
                  <a:extLst>
                    <a:ext uri="{FF2B5EF4-FFF2-40B4-BE49-F238E27FC236}">
                      <a16:creationId xmlns:a16="http://schemas.microsoft.com/office/drawing/2014/main" id="{28D84811-9C98-FF08-8D3C-CD8CBECD5D41}"/>
                    </a:ext>
                  </a:extLst>
                </p14:cNvPr>
                <p14:cNvContentPartPr/>
                <p14:nvPr/>
              </p14:nvContentPartPr>
              <p14:xfrm>
                <a:off x="9860015" y="3597638"/>
                <a:ext cx="151920" cy="25920"/>
              </p14:xfrm>
            </p:contentPart>
          </mc:Choice>
          <mc:Fallback>
            <p:pic>
              <p:nvPicPr>
                <p:cNvPr id="84" name="Tinta 83">
                  <a:extLst>
                    <a:ext uri="{FF2B5EF4-FFF2-40B4-BE49-F238E27FC236}">
                      <a16:creationId xmlns:a16="http://schemas.microsoft.com/office/drawing/2014/main" id="{28D84811-9C98-FF08-8D3C-CD8CBECD5D41}"/>
                    </a:ext>
                  </a:extLst>
                </p:cNvPr>
                <p:cNvPicPr/>
                <p:nvPr/>
              </p:nvPicPr>
              <p:blipFill>
                <a:blip r:embed="rId40"/>
                <a:stretch>
                  <a:fillRect/>
                </a:stretch>
              </p:blipFill>
              <p:spPr>
                <a:xfrm>
                  <a:off x="9853895" y="3591518"/>
                  <a:ext cx="164160" cy="38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1">
              <p14:nvContentPartPr>
                <p14:cNvPr id="85" name="Tinta 84">
                  <a:extLst>
                    <a:ext uri="{FF2B5EF4-FFF2-40B4-BE49-F238E27FC236}">
                      <a16:creationId xmlns:a16="http://schemas.microsoft.com/office/drawing/2014/main" id="{F67B542E-44B2-8717-6144-8A4265A61D0B}"/>
                    </a:ext>
                  </a:extLst>
                </p14:cNvPr>
                <p14:cNvContentPartPr/>
                <p14:nvPr/>
              </p14:nvContentPartPr>
              <p14:xfrm>
                <a:off x="10361495" y="3444278"/>
                <a:ext cx="141480" cy="172800"/>
              </p14:xfrm>
            </p:contentPart>
          </mc:Choice>
          <mc:Fallback>
            <p:pic>
              <p:nvPicPr>
                <p:cNvPr id="85" name="Tinta 84">
                  <a:extLst>
                    <a:ext uri="{FF2B5EF4-FFF2-40B4-BE49-F238E27FC236}">
                      <a16:creationId xmlns:a16="http://schemas.microsoft.com/office/drawing/2014/main" id="{F67B542E-44B2-8717-6144-8A4265A61D0B}"/>
                    </a:ext>
                  </a:extLst>
                </p:cNvPr>
                <p:cNvPicPr/>
                <p:nvPr/>
              </p:nvPicPr>
              <p:blipFill>
                <a:blip r:embed="rId42"/>
                <a:stretch>
                  <a:fillRect/>
                </a:stretch>
              </p:blipFill>
              <p:spPr>
                <a:xfrm>
                  <a:off x="10355375" y="3438158"/>
                  <a:ext cx="153720" cy="185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3">
              <p14:nvContentPartPr>
                <p14:cNvPr id="86" name="Tinta 85">
                  <a:extLst>
                    <a:ext uri="{FF2B5EF4-FFF2-40B4-BE49-F238E27FC236}">
                      <a16:creationId xmlns:a16="http://schemas.microsoft.com/office/drawing/2014/main" id="{DAC8204E-C4CD-3732-AA18-EAFD8C04DC20}"/>
                    </a:ext>
                  </a:extLst>
                </p14:cNvPr>
                <p14:cNvContentPartPr/>
                <p14:nvPr/>
              </p14:nvContentPartPr>
              <p14:xfrm>
                <a:off x="10543295" y="3404318"/>
                <a:ext cx="180360" cy="190800"/>
              </p14:xfrm>
            </p:contentPart>
          </mc:Choice>
          <mc:Fallback>
            <p:pic>
              <p:nvPicPr>
                <p:cNvPr id="86" name="Tinta 85">
                  <a:extLst>
                    <a:ext uri="{FF2B5EF4-FFF2-40B4-BE49-F238E27FC236}">
                      <a16:creationId xmlns:a16="http://schemas.microsoft.com/office/drawing/2014/main" id="{DAC8204E-C4CD-3732-AA18-EAFD8C04DC20}"/>
                    </a:ext>
                  </a:extLst>
                </p:cNvPr>
                <p:cNvPicPr/>
                <p:nvPr/>
              </p:nvPicPr>
              <p:blipFill>
                <a:blip r:embed="rId44"/>
                <a:stretch>
                  <a:fillRect/>
                </a:stretch>
              </p:blipFill>
              <p:spPr>
                <a:xfrm>
                  <a:off x="10537175" y="3398198"/>
                  <a:ext cx="192600" cy="203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5">
              <p14:nvContentPartPr>
                <p14:cNvPr id="87" name="Tinta 86">
                  <a:extLst>
                    <a:ext uri="{FF2B5EF4-FFF2-40B4-BE49-F238E27FC236}">
                      <a16:creationId xmlns:a16="http://schemas.microsoft.com/office/drawing/2014/main" id="{6CC82738-75BE-5A70-BED9-10CDF6A8DFED}"/>
                    </a:ext>
                  </a:extLst>
                </p14:cNvPr>
                <p14:cNvContentPartPr/>
                <p14:nvPr/>
              </p14:nvContentPartPr>
              <p14:xfrm>
                <a:off x="10636535" y="3484958"/>
                <a:ext cx="207000" cy="137160"/>
              </p14:xfrm>
            </p:contentPart>
          </mc:Choice>
          <mc:Fallback>
            <p:pic>
              <p:nvPicPr>
                <p:cNvPr id="87" name="Tinta 86">
                  <a:extLst>
                    <a:ext uri="{FF2B5EF4-FFF2-40B4-BE49-F238E27FC236}">
                      <a16:creationId xmlns:a16="http://schemas.microsoft.com/office/drawing/2014/main" id="{6CC82738-75BE-5A70-BED9-10CDF6A8DFED}"/>
                    </a:ext>
                  </a:extLst>
                </p:cNvPr>
                <p:cNvPicPr/>
                <p:nvPr/>
              </p:nvPicPr>
              <p:blipFill>
                <a:blip r:embed="rId46"/>
                <a:stretch>
                  <a:fillRect/>
                </a:stretch>
              </p:blipFill>
              <p:spPr>
                <a:xfrm>
                  <a:off x="10630415" y="3478838"/>
                  <a:ext cx="219240" cy="149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7">
              <p14:nvContentPartPr>
                <p14:cNvPr id="88" name="Tinta 87">
                  <a:extLst>
                    <a:ext uri="{FF2B5EF4-FFF2-40B4-BE49-F238E27FC236}">
                      <a16:creationId xmlns:a16="http://schemas.microsoft.com/office/drawing/2014/main" id="{53AAC8FE-700C-68CC-F10F-B4188B45269D}"/>
                    </a:ext>
                  </a:extLst>
                </p14:cNvPr>
                <p14:cNvContentPartPr/>
                <p14:nvPr/>
              </p14:nvContentPartPr>
              <p14:xfrm>
                <a:off x="10996895" y="3426998"/>
                <a:ext cx="218520" cy="164880"/>
              </p14:xfrm>
            </p:contentPart>
          </mc:Choice>
          <mc:Fallback>
            <p:pic>
              <p:nvPicPr>
                <p:cNvPr id="88" name="Tinta 87">
                  <a:extLst>
                    <a:ext uri="{FF2B5EF4-FFF2-40B4-BE49-F238E27FC236}">
                      <a16:creationId xmlns:a16="http://schemas.microsoft.com/office/drawing/2014/main" id="{53AAC8FE-700C-68CC-F10F-B4188B45269D}"/>
                    </a:ext>
                  </a:extLst>
                </p:cNvPr>
                <p:cNvPicPr/>
                <p:nvPr/>
              </p:nvPicPr>
              <p:blipFill>
                <a:blip r:embed="rId48"/>
                <a:stretch>
                  <a:fillRect/>
                </a:stretch>
              </p:blipFill>
              <p:spPr>
                <a:xfrm>
                  <a:off x="10990775" y="3420878"/>
                  <a:ext cx="230760" cy="177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9">
              <p14:nvContentPartPr>
                <p14:cNvPr id="89" name="Tinta 88">
                  <a:extLst>
                    <a:ext uri="{FF2B5EF4-FFF2-40B4-BE49-F238E27FC236}">
                      <a16:creationId xmlns:a16="http://schemas.microsoft.com/office/drawing/2014/main" id="{B18EBDD4-4BE9-84FB-F9DB-F1A97D91D597}"/>
                    </a:ext>
                  </a:extLst>
                </p14:cNvPr>
                <p14:cNvContentPartPr/>
                <p14:nvPr/>
              </p14:nvContentPartPr>
              <p14:xfrm>
                <a:off x="11123255" y="3525638"/>
                <a:ext cx="162000" cy="15120"/>
              </p14:xfrm>
            </p:contentPart>
          </mc:Choice>
          <mc:Fallback>
            <p:pic>
              <p:nvPicPr>
                <p:cNvPr id="89" name="Tinta 88">
                  <a:extLst>
                    <a:ext uri="{FF2B5EF4-FFF2-40B4-BE49-F238E27FC236}">
                      <a16:creationId xmlns:a16="http://schemas.microsoft.com/office/drawing/2014/main" id="{B18EBDD4-4BE9-84FB-F9DB-F1A97D91D597}"/>
                    </a:ext>
                  </a:extLst>
                </p:cNvPr>
                <p:cNvPicPr/>
                <p:nvPr/>
              </p:nvPicPr>
              <p:blipFill>
                <a:blip r:embed="rId50"/>
                <a:stretch>
                  <a:fillRect/>
                </a:stretch>
              </p:blipFill>
              <p:spPr>
                <a:xfrm>
                  <a:off x="11117135" y="3519518"/>
                  <a:ext cx="174240" cy="2736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51">
            <p14:nvContentPartPr>
              <p14:cNvPr id="95" name="Tinta 94">
                <a:extLst>
                  <a:ext uri="{FF2B5EF4-FFF2-40B4-BE49-F238E27FC236}">
                    <a16:creationId xmlns:a16="http://schemas.microsoft.com/office/drawing/2014/main" id="{99C70021-4EEC-3D9C-F859-AAB135759C75}"/>
                  </a:ext>
                </a:extLst>
              </p14:cNvPr>
              <p14:cNvContentPartPr/>
              <p14:nvPr/>
            </p14:nvContentPartPr>
            <p14:xfrm>
              <a:off x="3625535" y="5316638"/>
              <a:ext cx="172080" cy="92880"/>
            </p14:xfrm>
          </p:contentPart>
        </mc:Choice>
        <mc:Fallback>
          <p:pic>
            <p:nvPicPr>
              <p:cNvPr id="95" name="Tinta 94">
                <a:extLst>
                  <a:ext uri="{FF2B5EF4-FFF2-40B4-BE49-F238E27FC236}">
                    <a16:creationId xmlns:a16="http://schemas.microsoft.com/office/drawing/2014/main" id="{99C70021-4EEC-3D9C-F859-AAB135759C75}"/>
                  </a:ext>
                </a:extLst>
              </p:cNvPr>
              <p:cNvPicPr/>
              <p:nvPr/>
            </p:nvPicPr>
            <p:blipFill>
              <a:blip r:embed="rId52"/>
              <a:stretch>
                <a:fillRect/>
              </a:stretch>
            </p:blipFill>
            <p:spPr>
              <a:xfrm>
                <a:off x="3619415" y="5310518"/>
                <a:ext cx="184320" cy="105120"/>
              </a:xfrm>
              <a:prstGeom prst="rect">
                <a:avLst/>
              </a:prstGeom>
            </p:spPr>
          </p:pic>
        </mc:Fallback>
      </mc:AlternateContent>
      <p:grpSp>
        <p:nvGrpSpPr>
          <p:cNvPr id="98" name="Agrupar 97">
            <a:extLst>
              <a:ext uri="{FF2B5EF4-FFF2-40B4-BE49-F238E27FC236}">
                <a16:creationId xmlns:a16="http://schemas.microsoft.com/office/drawing/2014/main" id="{6E919D6A-A0D8-C016-1BE5-804CEA581C92}"/>
              </a:ext>
            </a:extLst>
          </p:cNvPr>
          <p:cNvGrpSpPr/>
          <p:nvPr/>
        </p:nvGrpSpPr>
        <p:grpSpPr>
          <a:xfrm>
            <a:off x="3600335" y="4490078"/>
            <a:ext cx="246240" cy="102240"/>
            <a:chOff x="3600335" y="4490078"/>
            <a:chExt cx="246240" cy="1022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53">
              <p14:nvContentPartPr>
                <p14:cNvPr id="91" name="Tinta 90">
                  <a:extLst>
                    <a:ext uri="{FF2B5EF4-FFF2-40B4-BE49-F238E27FC236}">
                      <a16:creationId xmlns:a16="http://schemas.microsoft.com/office/drawing/2014/main" id="{C790FAD3-223D-E1EF-8160-56645A47D96F}"/>
                    </a:ext>
                  </a:extLst>
                </p14:cNvPr>
                <p14:cNvContentPartPr/>
                <p14:nvPr/>
              </p14:nvContentPartPr>
              <p14:xfrm>
                <a:off x="3686015" y="4490078"/>
                <a:ext cx="30600" cy="6840"/>
              </p14:xfrm>
            </p:contentPart>
          </mc:Choice>
          <mc:Fallback>
            <p:pic>
              <p:nvPicPr>
                <p:cNvPr id="91" name="Tinta 90">
                  <a:extLst>
                    <a:ext uri="{FF2B5EF4-FFF2-40B4-BE49-F238E27FC236}">
                      <a16:creationId xmlns:a16="http://schemas.microsoft.com/office/drawing/2014/main" id="{C790FAD3-223D-E1EF-8160-56645A47D96F}"/>
                    </a:ext>
                  </a:extLst>
                </p:cNvPr>
                <p:cNvPicPr/>
                <p:nvPr/>
              </p:nvPicPr>
              <p:blipFill>
                <a:blip r:embed="rId54"/>
                <a:stretch>
                  <a:fillRect/>
                </a:stretch>
              </p:blipFill>
              <p:spPr>
                <a:xfrm>
                  <a:off x="3679895" y="4483958"/>
                  <a:ext cx="42840" cy="19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5">
              <p14:nvContentPartPr>
                <p14:cNvPr id="92" name="Tinta 91">
                  <a:extLst>
                    <a:ext uri="{FF2B5EF4-FFF2-40B4-BE49-F238E27FC236}">
                      <a16:creationId xmlns:a16="http://schemas.microsoft.com/office/drawing/2014/main" id="{14214E3E-8B0B-65BB-829E-6A93D60388C9}"/>
                    </a:ext>
                  </a:extLst>
                </p14:cNvPr>
                <p14:cNvContentPartPr/>
                <p14:nvPr/>
              </p14:nvContentPartPr>
              <p14:xfrm>
                <a:off x="3655775" y="4505558"/>
                <a:ext cx="20520" cy="2160"/>
              </p14:xfrm>
            </p:contentPart>
          </mc:Choice>
          <mc:Fallback>
            <p:pic>
              <p:nvPicPr>
                <p:cNvPr id="92" name="Tinta 91">
                  <a:extLst>
                    <a:ext uri="{FF2B5EF4-FFF2-40B4-BE49-F238E27FC236}">
                      <a16:creationId xmlns:a16="http://schemas.microsoft.com/office/drawing/2014/main" id="{14214E3E-8B0B-65BB-829E-6A93D60388C9}"/>
                    </a:ext>
                  </a:extLst>
                </p:cNvPr>
                <p:cNvPicPr/>
                <p:nvPr/>
              </p:nvPicPr>
              <p:blipFill>
                <a:blip r:embed="rId56"/>
                <a:stretch>
                  <a:fillRect/>
                </a:stretch>
              </p:blipFill>
              <p:spPr>
                <a:xfrm>
                  <a:off x="3649655" y="4499438"/>
                  <a:ext cx="32760" cy="14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7">
              <p14:nvContentPartPr>
                <p14:cNvPr id="93" name="Tinta 92">
                  <a:extLst>
                    <a:ext uri="{FF2B5EF4-FFF2-40B4-BE49-F238E27FC236}">
                      <a16:creationId xmlns:a16="http://schemas.microsoft.com/office/drawing/2014/main" id="{6353CE5C-A2A8-6CAA-27A9-AF19CAD76840}"/>
                    </a:ext>
                  </a:extLst>
                </p14:cNvPr>
                <p14:cNvContentPartPr/>
                <p14:nvPr/>
              </p14:nvContentPartPr>
              <p14:xfrm>
                <a:off x="3600335" y="4503038"/>
                <a:ext cx="236160" cy="86400"/>
              </p14:xfrm>
            </p:contentPart>
          </mc:Choice>
          <mc:Fallback>
            <p:pic>
              <p:nvPicPr>
                <p:cNvPr id="93" name="Tinta 92">
                  <a:extLst>
                    <a:ext uri="{FF2B5EF4-FFF2-40B4-BE49-F238E27FC236}">
                      <a16:creationId xmlns:a16="http://schemas.microsoft.com/office/drawing/2014/main" id="{6353CE5C-A2A8-6CAA-27A9-AF19CAD76840}"/>
                    </a:ext>
                  </a:extLst>
                </p:cNvPr>
                <p:cNvPicPr/>
                <p:nvPr/>
              </p:nvPicPr>
              <p:blipFill>
                <a:blip r:embed="rId58"/>
                <a:stretch>
                  <a:fillRect/>
                </a:stretch>
              </p:blipFill>
              <p:spPr>
                <a:xfrm>
                  <a:off x="3594215" y="4496918"/>
                  <a:ext cx="248400" cy="98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9">
              <p14:nvContentPartPr>
                <p14:cNvPr id="96" name="Tinta 95">
                  <a:extLst>
                    <a:ext uri="{FF2B5EF4-FFF2-40B4-BE49-F238E27FC236}">
                      <a16:creationId xmlns:a16="http://schemas.microsoft.com/office/drawing/2014/main" id="{EB9B94CB-3375-8D54-4459-D67F561C8426}"/>
                    </a:ext>
                  </a:extLst>
                </p14:cNvPr>
                <p14:cNvContentPartPr/>
                <p14:nvPr/>
              </p14:nvContentPartPr>
              <p14:xfrm>
                <a:off x="3654695" y="4493678"/>
                <a:ext cx="191880" cy="98640"/>
              </p14:xfrm>
            </p:contentPart>
          </mc:Choice>
          <mc:Fallback>
            <p:pic>
              <p:nvPicPr>
                <p:cNvPr id="96" name="Tinta 95">
                  <a:extLst>
                    <a:ext uri="{FF2B5EF4-FFF2-40B4-BE49-F238E27FC236}">
                      <a16:creationId xmlns:a16="http://schemas.microsoft.com/office/drawing/2014/main" id="{EB9B94CB-3375-8D54-4459-D67F561C8426}"/>
                    </a:ext>
                  </a:extLst>
                </p:cNvPr>
                <p:cNvPicPr/>
                <p:nvPr/>
              </p:nvPicPr>
              <p:blipFill>
                <a:blip r:embed="rId60"/>
                <a:stretch>
                  <a:fillRect/>
                </a:stretch>
              </p:blipFill>
              <p:spPr>
                <a:xfrm>
                  <a:off x="3648575" y="4487558"/>
                  <a:ext cx="204120" cy="11088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61">
            <p14:nvContentPartPr>
              <p14:cNvPr id="97" name="Tinta 96">
                <a:extLst>
                  <a:ext uri="{FF2B5EF4-FFF2-40B4-BE49-F238E27FC236}">
                    <a16:creationId xmlns:a16="http://schemas.microsoft.com/office/drawing/2014/main" id="{90BC6053-BA35-ECF2-9F1A-0E7134BC5347}"/>
                  </a:ext>
                </a:extLst>
              </p14:cNvPr>
              <p14:cNvContentPartPr/>
              <p14:nvPr/>
            </p14:nvContentPartPr>
            <p14:xfrm>
              <a:off x="3670175" y="5369918"/>
              <a:ext cx="145800" cy="64080"/>
            </p14:xfrm>
          </p:contentPart>
        </mc:Choice>
        <mc:Fallback>
          <p:pic>
            <p:nvPicPr>
              <p:cNvPr id="97" name="Tinta 96">
                <a:extLst>
                  <a:ext uri="{FF2B5EF4-FFF2-40B4-BE49-F238E27FC236}">
                    <a16:creationId xmlns:a16="http://schemas.microsoft.com/office/drawing/2014/main" id="{90BC6053-BA35-ECF2-9F1A-0E7134BC5347}"/>
                  </a:ext>
                </a:extLst>
              </p:cNvPr>
              <p:cNvPicPr/>
              <p:nvPr/>
            </p:nvPicPr>
            <p:blipFill>
              <a:blip r:embed="rId62"/>
              <a:stretch>
                <a:fillRect/>
              </a:stretch>
            </p:blipFill>
            <p:spPr>
              <a:xfrm>
                <a:off x="3664055" y="5363798"/>
                <a:ext cx="158040" cy="76320"/>
              </a:xfrm>
              <a:prstGeom prst="rect">
                <a:avLst/>
              </a:prstGeom>
            </p:spPr>
          </p:pic>
        </mc:Fallback>
      </mc:AlternateContent>
      <p:grpSp>
        <p:nvGrpSpPr>
          <p:cNvPr id="100" name="Agrupar 99">
            <a:extLst>
              <a:ext uri="{FF2B5EF4-FFF2-40B4-BE49-F238E27FC236}">
                <a16:creationId xmlns:a16="http://schemas.microsoft.com/office/drawing/2014/main" id="{5CC8F1DC-3078-AD81-9CBB-9390CFD0E9A8}"/>
              </a:ext>
            </a:extLst>
          </p:cNvPr>
          <p:cNvGrpSpPr/>
          <p:nvPr/>
        </p:nvGrpSpPr>
        <p:grpSpPr>
          <a:xfrm>
            <a:off x="1128935" y="4519958"/>
            <a:ext cx="1371960" cy="672120"/>
            <a:chOff x="1128935" y="4519958"/>
            <a:chExt cx="1371960" cy="6721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63">
              <p14:nvContentPartPr>
                <p14:cNvPr id="9" name="Tinta 8">
                  <a:extLst>
                    <a:ext uri="{FF2B5EF4-FFF2-40B4-BE49-F238E27FC236}">
                      <a16:creationId xmlns:a16="http://schemas.microsoft.com/office/drawing/2014/main" id="{F1C368E4-0974-CE48-4DE9-05FA031403A6}"/>
                    </a:ext>
                  </a:extLst>
                </p14:cNvPr>
                <p14:cNvContentPartPr/>
                <p14:nvPr/>
              </p14:nvContentPartPr>
              <p14:xfrm>
                <a:off x="1972415" y="5167598"/>
                <a:ext cx="528480" cy="24480"/>
              </p14:xfrm>
            </p:contentPart>
          </mc:Choice>
          <mc:Fallback>
            <p:pic>
              <p:nvPicPr>
                <p:cNvPr id="9" name="Tinta 8">
                  <a:extLst>
                    <a:ext uri="{FF2B5EF4-FFF2-40B4-BE49-F238E27FC236}">
                      <a16:creationId xmlns:a16="http://schemas.microsoft.com/office/drawing/2014/main" id="{F1C368E4-0974-CE48-4DE9-05FA031403A6}"/>
                    </a:ext>
                  </a:extLst>
                </p:cNvPr>
                <p:cNvPicPr/>
                <p:nvPr/>
              </p:nvPicPr>
              <p:blipFill>
                <a:blip r:embed="rId64"/>
                <a:stretch>
                  <a:fillRect/>
                </a:stretch>
              </p:blipFill>
              <p:spPr>
                <a:xfrm>
                  <a:off x="1966295" y="5161478"/>
                  <a:ext cx="540720" cy="36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5">
              <p14:nvContentPartPr>
                <p14:cNvPr id="5" name="Tinta 4">
                  <a:extLst>
                    <a:ext uri="{FF2B5EF4-FFF2-40B4-BE49-F238E27FC236}">
                      <a16:creationId xmlns:a16="http://schemas.microsoft.com/office/drawing/2014/main" id="{1CA1F804-D3B9-062C-30C3-E761FE05AF30}"/>
                    </a:ext>
                  </a:extLst>
                </p14:cNvPr>
                <p14:cNvContentPartPr/>
                <p14:nvPr/>
              </p14:nvContentPartPr>
              <p14:xfrm>
                <a:off x="2181935" y="4613558"/>
                <a:ext cx="41400" cy="265320"/>
              </p14:xfrm>
            </p:contentPart>
          </mc:Choice>
          <mc:Fallback>
            <p:pic>
              <p:nvPicPr>
                <p:cNvPr id="5" name="Tinta 4">
                  <a:extLst>
                    <a:ext uri="{FF2B5EF4-FFF2-40B4-BE49-F238E27FC236}">
                      <a16:creationId xmlns:a16="http://schemas.microsoft.com/office/drawing/2014/main" id="{1CA1F804-D3B9-062C-30C3-E761FE05AF30}"/>
                    </a:ext>
                  </a:extLst>
                </p:cNvPr>
                <p:cNvPicPr/>
                <p:nvPr/>
              </p:nvPicPr>
              <p:blipFill>
                <a:blip r:embed="rId66"/>
                <a:stretch>
                  <a:fillRect/>
                </a:stretch>
              </p:blipFill>
              <p:spPr>
                <a:xfrm>
                  <a:off x="2175815" y="4607438"/>
                  <a:ext cx="53640" cy="277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7">
              <p14:nvContentPartPr>
                <p14:cNvPr id="7" name="Tinta 6">
                  <a:extLst>
                    <a:ext uri="{FF2B5EF4-FFF2-40B4-BE49-F238E27FC236}">
                      <a16:creationId xmlns:a16="http://schemas.microsoft.com/office/drawing/2014/main" id="{763B5945-E351-97A2-5C96-135857450381}"/>
                    </a:ext>
                  </a:extLst>
                </p14:cNvPr>
                <p14:cNvContentPartPr/>
                <p14:nvPr/>
              </p14:nvContentPartPr>
              <p14:xfrm>
                <a:off x="1992215" y="4882478"/>
                <a:ext cx="478440" cy="54360"/>
              </p14:xfrm>
            </p:contentPart>
          </mc:Choice>
          <mc:Fallback>
            <p:pic>
              <p:nvPicPr>
                <p:cNvPr id="7" name="Tinta 6">
                  <a:extLst>
                    <a:ext uri="{FF2B5EF4-FFF2-40B4-BE49-F238E27FC236}">
                      <a16:creationId xmlns:a16="http://schemas.microsoft.com/office/drawing/2014/main" id="{763B5945-E351-97A2-5C96-135857450381}"/>
                    </a:ext>
                  </a:extLst>
                </p:cNvPr>
                <p:cNvPicPr/>
                <p:nvPr/>
              </p:nvPicPr>
              <p:blipFill>
                <a:blip r:embed="rId68"/>
                <a:stretch>
                  <a:fillRect/>
                </a:stretch>
              </p:blipFill>
              <p:spPr>
                <a:xfrm>
                  <a:off x="1986095" y="4876358"/>
                  <a:ext cx="490680" cy="66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9">
              <p14:nvContentPartPr>
                <p14:cNvPr id="10" name="Tinta 9">
                  <a:extLst>
                    <a:ext uri="{FF2B5EF4-FFF2-40B4-BE49-F238E27FC236}">
                      <a16:creationId xmlns:a16="http://schemas.microsoft.com/office/drawing/2014/main" id="{022E8391-C5C6-9FB7-6DEB-63AA9B2948BD}"/>
                    </a:ext>
                  </a:extLst>
                </p14:cNvPr>
                <p14:cNvContentPartPr/>
                <p14:nvPr/>
              </p14:nvContentPartPr>
              <p14:xfrm>
                <a:off x="1260335" y="4887518"/>
                <a:ext cx="191160" cy="125280"/>
              </p14:xfrm>
            </p:contentPart>
          </mc:Choice>
          <mc:Fallback>
            <p:pic>
              <p:nvPicPr>
                <p:cNvPr id="10" name="Tinta 9">
                  <a:extLst>
                    <a:ext uri="{FF2B5EF4-FFF2-40B4-BE49-F238E27FC236}">
                      <a16:creationId xmlns:a16="http://schemas.microsoft.com/office/drawing/2014/main" id="{022E8391-C5C6-9FB7-6DEB-63AA9B2948BD}"/>
                    </a:ext>
                  </a:extLst>
                </p:cNvPr>
                <p:cNvPicPr/>
                <p:nvPr/>
              </p:nvPicPr>
              <p:blipFill>
                <a:blip r:embed="rId70"/>
                <a:stretch>
                  <a:fillRect/>
                </a:stretch>
              </p:blipFill>
              <p:spPr>
                <a:xfrm>
                  <a:off x="1254215" y="4881398"/>
                  <a:ext cx="203400" cy="137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1">
              <p14:nvContentPartPr>
                <p14:cNvPr id="11" name="Tinta 10">
                  <a:extLst>
                    <a:ext uri="{FF2B5EF4-FFF2-40B4-BE49-F238E27FC236}">
                      <a16:creationId xmlns:a16="http://schemas.microsoft.com/office/drawing/2014/main" id="{53972C8D-52E1-D86F-33FB-F3C24564DFBA}"/>
                    </a:ext>
                  </a:extLst>
                </p14:cNvPr>
                <p14:cNvContentPartPr/>
                <p14:nvPr/>
              </p14:nvContentPartPr>
              <p14:xfrm>
                <a:off x="1450415" y="4863038"/>
                <a:ext cx="226800" cy="136800"/>
              </p14:xfrm>
            </p:contentPart>
          </mc:Choice>
          <mc:Fallback>
            <p:pic>
              <p:nvPicPr>
                <p:cNvPr id="11" name="Tinta 10">
                  <a:extLst>
                    <a:ext uri="{FF2B5EF4-FFF2-40B4-BE49-F238E27FC236}">
                      <a16:creationId xmlns:a16="http://schemas.microsoft.com/office/drawing/2014/main" id="{53972C8D-52E1-D86F-33FB-F3C24564DFBA}"/>
                    </a:ext>
                  </a:extLst>
                </p:cNvPr>
                <p:cNvPicPr/>
                <p:nvPr/>
              </p:nvPicPr>
              <p:blipFill>
                <a:blip r:embed="rId72"/>
                <a:stretch>
                  <a:fillRect/>
                </a:stretch>
              </p:blipFill>
              <p:spPr>
                <a:xfrm>
                  <a:off x="1444295" y="4856918"/>
                  <a:ext cx="239040" cy="149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3">
              <p14:nvContentPartPr>
                <p14:cNvPr id="12" name="Tinta 11">
                  <a:extLst>
                    <a:ext uri="{FF2B5EF4-FFF2-40B4-BE49-F238E27FC236}">
                      <a16:creationId xmlns:a16="http://schemas.microsoft.com/office/drawing/2014/main" id="{08B09995-FEDF-15D3-9868-FD9E226AE7D9}"/>
                    </a:ext>
                  </a:extLst>
                </p14:cNvPr>
                <p14:cNvContentPartPr/>
                <p14:nvPr/>
              </p14:nvContentPartPr>
              <p14:xfrm>
                <a:off x="1692335" y="4906958"/>
                <a:ext cx="219240" cy="119880"/>
              </p14:xfrm>
            </p:contentPart>
          </mc:Choice>
          <mc:Fallback>
            <p:pic>
              <p:nvPicPr>
                <p:cNvPr id="12" name="Tinta 11">
                  <a:extLst>
                    <a:ext uri="{FF2B5EF4-FFF2-40B4-BE49-F238E27FC236}">
                      <a16:creationId xmlns:a16="http://schemas.microsoft.com/office/drawing/2014/main" id="{08B09995-FEDF-15D3-9868-FD9E226AE7D9}"/>
                    </a:ext>
                  </a:extLst>
                </p:cNvPr>
                <p:cNvPicPr/>
                <p:nvPr/>
              </p:nvPicPr>
              <p:blipFill>
                <a:blip r:embed="rId74"/>
                <a:stretch>
                  <a:fillRect/>
                </a:stretch>
              </p:blipFill>
              <p:spPr>
                <a:xfrm>
                  <a:off x="1686215" y="4900838"/>
                  <a:ext cx="231480" cy="132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5">
              <p14:nvContentPartPr>
                <p14:cNvPr id="14" name="Tinta 13">
                  <a:extLst>
                    <a:ext uri="{FF2B5EF4-FFF2-40B4-BE49-F238E27FC236}">
                      <a16:creationId xmlns:a16="http://schemas.microsoft.com/office/drawing/2014/main" id="{85487746-F87B-5070-8918-170C3D572A3B}"/>
                    </a:ext>
                  </a:extLst>
                </p14:cNvPr>
                <p14:cNvContentPartPr/>
                <p14:nvPr/>
              </p14:nvContentPartPr>
              <p14:xfrm>
                <a:off x="2131535" y="4519958"/>
                <a:ext cx="57960" cy="102960"/>
              </p14:xfrm>
            </p:contentPart>
          </mc:Choice>
          <mc:Fallback>
            <p:pic>
              <p:nvPicPr>
                <p:cNvPr id="14" name="Tinta 13">
                  <a:extLst>
                    <a:ext uri="{FF2B5EF4-FFF2-40B4-BE49-F238E27FC236}">
                      <a16:creationId xmlns:a16="http://schemas.microsoft.com/office/drawing/2014/main" id="{85487746-F87B-5070-8918-170C3D572A3B}"/>
                    </a:ext>
                  </a:extLst>
                </p:cNvPr>
                <p:cNvPicPr/>
                <p:nvPr/>
              </p:nvPicPr>
              <p:blipFill>
                <a:blip r:embed="rId76"/>
                <a:stretch>
                  <a:fillRect/>
                </a:stretch>
              </p:blipFill>
              <p:spPr>
                <a:xfrm>
                  <a:off x="2125415" y="4513838"/>
                  <a:ext cx="70200" cy="115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7">
              <p14:nvContentPartPr>
                <p14:cNvPr id="15" name="Tinta 14">
                  <a:extLst>
                    <a:ext uri="{FF2B5EF4-FFF2-40B4-BE49-F238E27FC236}">
                      <a16:creationId xmlns:a16="http://schemas.microsoft.com/office/drawing/2014/main" id="{EC8E4CBD-3E22-1FAB-BAE4-14D3642BB6D1}"/>
                    </a:ext>
                  </a:extLst>
                </p14:cNvPr>
                <p14:cNvContentPartPr/>
                <p14:nvPr/>
              </p14:nvContentPartPr>
              <p14:xfrm>
                <a:off x="2201735" y="4548038"/>
                <a:ext cx="72720" cy="100080"/>
              </p14:xfrm>
            </p:contentPart>
          </mc:Choice>
          <mc:Fallback>
            <p:pic>
              <p:nvPicPr>
                <p:cNvPr id="15" name="Tinta 14">
                  <a:extLst>
                    <a:ext uri="{FF2B5EF4-FFF2-40B4-BE49-F238E27FC236}">
                      <a16:creationId xmlns:a16="http://schemas.microsoft.com/office/drawing/2014/main" id="{EC8E4CBD-3E22-1FAB-BAE4-14D3642BB6D1}"/>
                    </a:ext>
                  </a:extLst>
                </p:cNvPr>
                <p:cNvPicPr/>
                <p:nvPr/>
              </p:nvPicPr>
              <p:blipFill>
                <a:blip r:embed="rId78"/>
                <a:stretch>
                  <a:fillRect/>
                </a:stretch>
              </p:blipFill>
              <p:spPr>
                <a:xfrm>
                  <a:off x="2195615" y="4541918"/>
                  <a:ext cx="84960" cy="112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9">
              <p14:nvContentPartPr>
                <p14:cNvPr id="99" name="Tinta 98">
                  <a:extLst>
                    <a:ext uri="{FF2B5EF4-FFF2-40B4-BE49-F238E27FC236}">
                      <a16:creationId xmlns:a16="http://schemas.microsoft.com/office/drawing/2014/main" id="{EA7828F2-6C32-E405-B3D4-EAFA43274A00}"/>
                    </a:ext>
                  </a:extLst>
                </p14:cNvPr>
                <p14:cNvContentPartPr/>
                <p14:nvPr/>
              </p14:nvContentPartPr>
              <p14:xfrm>
                <a:off x="1128935" y="4732358"/>
                <a:ext cx="1013760" cy="434880"/>
              </p14:xfrm>
            </p:contentPart>
          </mc:Choice>
          <mc:Fallback>
            <p:pic>
              <p:nvPicPr>
                <p:cNvPr id="99" name="Tinta 98">
                  <a:extLst>
                    <a:ext uri="{FF2B5EF4-FFF2-40B4-BE49-F238E27FC236}">
                      <a16:creationId xmlns:a16="http://schemas.microsoft.com/office/drawing/2014/main" id="{EA7828F2-6C32-E405-B3D4-EAFA43274A00}"/>
                    </a:ext>
                  </a:extLst>
                </p:cNvPr>
                <p:cNvPicPr/>
                <p:nvPr/>
              </p:nvPicPr>
              <p:blipFill>
                <a:blip r:embed="rId80"/>
                <a:stretch>
                  <a:fillRect/>
                </a:stretch>
              </p:blipFill>
              <p:spPr>
                <a:xfrm>
                  <a:off x="1122815" y="4726238"/>
                  <a:ext cx="1026000" cy="4471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14" name="Agrupar 113">
            <a:extLst>
              <a:ext uri="{FF2B5EF4-FFF2-40B4-BE49-F238E27FC236}">
                <a16:creationId xmlns:a16="http://schemas.microsoft.com/office/drawing/2014/main" id="{C50C9CD4-92E7-AE54-9584-960B8AE90506}"/>
              </a:ext>
            </a:extLst>
          </p:cNvPr>
          <p:cNvGrpSpPr/>
          <p:nvPr/>
        </p:nvGrpSpPr>
        <p:grpSpPr>
          <a:xfrm>
            <a:off x="8247575" y="2420078"/>
            <a:ext cx="2465640" cy="456120"/>
            <a:chOff x="8247575" y="2420078"/>
            <a:chExt cx="2465640" cy="4561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81">
              <p14:nvContentPartPr>
                <p14:cNvPr id="58" name="Tinta 57">
                  <a:extLst>
                    <a:ext uri="{FF2B5EF4-FFF2-40B4-BE49-F238E27FC236}">
                      <a16:creationId xmlns:a16="http://schemas.microsoft.com/office/drawing/2014/main" id="{209A749B-AF1B-0539-7FD0-C1A332068B47}"/>
                    </a:ext>
                  </a:extLst>
                </p14:cNvPr>
                <p14:cNvContentPartPr/>
                <p14:nvPr/>
              </p14:nvContentPartPr>
              <p14:xfrm>
                <a:off x="8247575" y="2565518"/>
                <a:ext cx="269640" cy="308520"/>
              </p14:xfrm>
            </p:contentPart>
          </mc:Choice>
          <mc:Fallback>
            <p:pic>
              <p:nvPicPr>
                <p:cNvPr id="58" name="Tinta 57">
                  <a:extLst>
                    <a:ext uri="{FF2B5EF4-FFF2-40B4-BE49-F238E27FC236}">
                      <a16:creationId xmlns:a16="http://schemas.microsoft.com/office/drawing/2014/main" id="{209A749B-AF1B-0539-7FD0-C1A332068B47}"/>
                    </a:ext>
                  </a:extLst>
                </p:cNvPr>
                <p:cNvPicPr/>
                <p:nvPr/>
              </p:nvPicPr>
              <p:blipFill>
                <a:blip r:embed="rId82"/>
                <a:stretch>
                  <a:fillRect/>
                </a:stretch>
              </p:blipFill>
              <p:spPr>
                <a:xfrm>
                  <a:off x="8241455" y="2559398"/>
                  <a:ext cx="281880" cy="320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3">
              <p14:nvContentPartPr>
                <p14:cNvPr id="59" name="Tinta 58">
                  <a:extLst>
                    <a:ext uri="{FF2B5EF4-FFF2-40B4-BE49-F238E27FC236}">
                      <a16:creationId xmlns:a16="http://schemas.microsoft.com/office/drawing/2014/main" id="{080F6C3E-3742-8036-AEFD-A4F389E897D8}"/>
                    </a:ext>
                  </a:extLst>
                </p14:cNvPr>
                <p14:cNvContentPartPr/>
                <p14:nvPr/>
              </p14:nvContentPartPr>
              <p14:xfrm>
                <a:off x="8459255" y="2561198"/>
                <a:ext cx="228240" cy="129960"/>
              </p14:xfrm>
            </p:contentPart>
          </mc:Choice>
          <mc:Fallback>
            <p:pic>
              <p:nvPicPr>
                <p:cNvPr id="59" name="Tinta 58">
                  <a:extLst>
                    <a:ext uri="{FF2B5EF4-FFF2-40B4-BE49-F238E27FC236}">
                      <a16:creationId xmlns:a16="http://schemas.microsoft.com/office/drawing/2014/main" id="{080F6C3E-3742-8036-AEFD-A4F389E897D8}"/>
                    </a:ext>
                  </a:extLst>
                </p:cNvPr>
                <p:cNvPicPr/>
                <p:nvPr/>
              </p:nvPicPr>
              <p:blipFill>
                <a:blip r:embed="rId84"/>
                <a:stretch>
                  <a:fillRect/>
                </a:stretch>
              </p:blipFill>
              <p:spPr>
                <a:xfrm>
                  <a:off x="8453135" y="2555078"/>
                  <a:ext cx="240480" cy="142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5">
              <p14:nvContentPartPr>
                <p14:cNvPr id="60" name="Tinta 59">
                  <a:extLst>
                    <a:ext uri="{FF2B5EF4-FFF2-40B4-BE49-F238E27FC236}">
                      <a16:creationId xmlns:a16="http://schemas.microsoft.com/office/drawing/2014/main" id="{9C11FE4F-21D9-FEEF-055F-2393367DFA55}"/>
                    </a:ext>
                  </a:extLst>
                </p14:cNvPr>
                <p14:cNvContentPartPr/>
                <p14:nvPr/>
              </p14:nvContentPartPr>
              <p14:xfrm>
                <a:off x="8931215" y="2638958"/>
                <a:ext cx="78480" cy="7920"/>
              </p14:xfrm>
            </p:contentPart>
          </mc:Choice>
          <mc:Fallback>
            <p:pic>
              <p:nvPicPr>
                <p:cNvPr id="60" name="Tinta 59">
                  <a:extLst>
                    <a:ext uri="{FF2B5EF4-FFF2-40B4-BE49-F238E27FC236}">
                      <a16:creationId xmlns:a16="http://schemas.microsoft.com/office/drawing/2014/main" id="{9C11FE4F-21D9-FEEF-055F-2393367DFA55}"/>
                    </a:ext>
                  </a:extLst>
                </p:cNvPr>
                <p:cNvPicPr/>
                <p:nvPr/>
              </p:nvPicPr>
              <p:blipFill>
                <a:blip r:embed="rId86"/>
                <a:stretch>
                  <a:fillRect/>
                </a:stretch>
              </p:blipFill>
              <p:spPr>
                <a:xfrm>
                  <a:off x="8925095" y="2632838"/>
                  <a:ext cx="90720" cy="20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7">
              <p14:nvContentPartPr>
                <p14:cNvPr id="61" name="Tinta 60">
                  <a:extLst>
                    <a:ext uri="{FF2B5EF4-FFF2-40B4-BE49-F238E27FC236}">
                      <a16:creationId xmlns:a16="http://schemas.microsoft.com/office/drawing/2014/main" id="{CB851925-E024-8477-2F7F-EC62FB1119CD}"/>
                    </a:ext>
                  </a:extLst>
                </p14:cNvPr>
                <p14:cNvContentPartPr/>
                <p14:nvPr/>
              </p14:nvContentPartPr>
              <p14:xfrm>
                <a:off x="8799095" y="2688638"/>
                <a:ext cx="129600" cy="32040"/>
              </p14:xfrm>
            </p:contentPart>
          </mc:Choice>
          <mc:Fallback>
            <p:pic>
              <p:nvPicPr>
                <p:cNvPr id="61" name="Tinta 60">
                  <a:extLst>
                    <a:ext uri="{FF2B5EF4-FFF2-40B4-BE49-F238E27FC236}">
                      <a16:creationId xmlns:a16="http://schemas.microsoft.com/office/drawing/2014/main" id="{CB851925-E024-8477-2F7F-EC62FB1119CD}"/>
                    </a:ext>
                  </a:extLst>
                </p:cNvPr>
                <p:cNvPicPr/>
                <p:nvPr/>
              </p:nvPicPr>
              <p:blipFill>
                <a:blip r:embed="rId88"/>
                <a:stretch>
                  <a:fillRect/>
                </a:stretch>
              </p:blipFill>
              <p:spPr>
                <a:xfrm>
                  <a:off x="8792975" y="2682518"/>
                  <a:ext cx="141840" cy="44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9">
              <p14:nvContentPartPr>
                <p14:cNvPr id="63" name="Tinta 62">
                  <a:extLst>
                    <a:ext uri="{FF2B5EF4-FFF2-40B4-BE49-F238E27FC236}">
                      <a16:creationId xmlns:a16="http://schemas.microsoft.com/office/drawing/2014/main" id="{DB579F9E-A56B-64E6-2280-47C2D0577F22}"/>
                    </a:ext>
                  </a:extLst>
                </p14:cNvPr>
                <p14:cNvContentPartPr/>
                <p14:nvPr/>
              </p14:nvContentPartPr>
              <p14:xfrm>
                <a:off x="9293735" y="2592518"/>
                <a:ext cx="218880" cy="249480"/>
              </p14:xfrm>
            </p:contentPart>
          </mc:Choice>
          <mc:Fallback>
            <p:pic>
              <p:nvPicPr>
                <p:cNvPr id="63" name="Tinta 62">
                  <a:extLst>
                    <a:ext uri="{FF2B5EF4-FFF2-40B4-BE49-F238E27FC236}">
                      <a16:creationId xmlns:a16="http://schemas.microsoft.com/office/drawing/2014/main" id="{DB579F9E-A56B-64E6-2280-47C2D0577F22}"/>
                    </a:ext>
                  </a:extLst>
                </p:cNvPr>
                <p:cNvPicPr/>
                <p:nvPr/>
              </p:nvPicPr>
              <p:blipFill>
                <a:blip r:embed="rId90"/>
                <a:stretch>
                  <a:fillRect/>
                </a:stretch>
              </p:blipFill>
              <p:spPr>
                <a:xfrm>
                  <a:off x="9287615" y="2586398"/>
                  <a:ext cx="231120" cy="261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1">
              <p14:nvContentPartPr>
                <p14:cNvPr id="64" name="Tinta 63">
                  <a:extLst>
                    <a:ext uri="{FF2B5EF4-FFF2-40B4-BE49-F238E27FC236}">
                      <a16:creationId xmlns:a16="http://schemas.microsoft.com/office/drawing/2014/main" id="{C9965F0E-9880-4278-F31C-64A5C34AE771}"/>
                    </a:ext>
                  </a:extLst>
                </p14:cNvPr>
                <p14:cNvContentPartPr/>
                <p14:nvPr/>
              </p14:nvContentPartPr>
              <p14:xfrm>
                <a:off x="9619535" y="2485958"/>
                <a:ext cx="51120" cy="14760"/>
              </p14:xfrm>
            </p:contentPart>
          </mc:Choice>
          <mc:Fallback>
            <p:pic>
              <p:nvPicPr>
                <p:cNvPr id="64" name="Tinta 63">
                  <a:extLst>
                    <a:ext uri="{FF2B5EF4-FFF2-40B4-BE49-F238E27FC236}">
                      <a16:creationId xmlns:a16="http://schemas.microsoft.com/office/drawing/2014/main" id="{C9965F0E-9880-4278-F31C-64A5C34AE771}"/>
                    </a:ext>
                  </a:extLst>
                </p:cNvPr>
                <p:cNvPicPr/>
                <p:nvPr/>
              </p:nvPicPr>
              <p:blipFill>
                <a:blip r:embed="rId92"/>
                <a:stretch>
                  <a:fillRect/>
                </a:stretch>
              </p:blipFill>
              <p:spPr>
                <a:xfrm>
                  <a:off x="9613415" y="2479838"/>
                  <a:ext cx="63360" cy="27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3">
              <p14:nvContentPartPr>
                <p14:cNvPr id="65" name="Tinta 64">
                  <a:extLst>
                    <a:ext uri="{FF2B5EF4-FFF2-40B4-BE49-F238E27FC236}">
                      <a16:creationId xmlns:a16="http://schemas.microsoft.com/office/drawing/2014/main" id="{815BDB88-2AFB-C15B-81FA-DCC54F4A8C70}"/>
                    </a:ext>
                  </a:extLst>
                </p14:cNvPr>
                <p14:cNvContentPartPr/>
                <p14:nvPr/>
              </p14:nvContentPartPr>
              <p14:xfrm>
                <a:off x="9782975" y="2775398"/>
                <a:ext cx="55440" cy="47160"/>
              </p14:xfrm>
            </p:contentPart>
          </mc:Choice>
          <mc:Fallback>
            <p:pic>
              <p:nvPicPr>
                <p:cNvPr id="65" name="Tinta 64">
                  <a:extLst>
                    <a:ext uri="{FF2B5EF4-FFF2-40B4-BE49-F238E27FC236}">
                      <a16:creationId xmlns:a16="http://schemas.microsoft.com/office/drawing/2014/main" id="{815BDB88-2AFB-C15B-81FA-DCC54F4A8C70}"/>
                    </a:ext>
                  </a:extLst>
                </p:cNvPr>
                <p:cNvPicPr/>
                <p:nvPr/>
              </p:nvPicPr>
              <p:blipFill>
                <a:blip r:embed="rId94"/>
                <a:stretch>
                  <a:fillRect/>
                </a:stretch>
              </p:blipFill>
              <p:spPr>
                <a:xfrm>
                  <a:off x="9776855" y="2769278"/>
                  <a:ext cx="67680" cy="59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5">
              <p14:nvContentPartPr>
                <p14:cNvPr id="66" name="Tinta 65">
                  <a:extLst>
                    <a:ext uri="{FF2B5EF4-FFF2-40B4-BE49-F238E27FC236}">
                      <a16:creationId xmlns:a16="http://schemas.microsoft.com/office/drawing/2014/main" id="{90037F08-9017-0A96-3EE4-00E56796CBBE}"/>
                    </a:ext>
                  </a:extLst>
                </p14:cNvPr>
                <p14:cNvContentPartPr/>
                <p14:nvPr/>
              </p14:nvContentPartPr>
              <p14:xfrm>
                <a:off x="9801695" y="2682158"/>
                <a:ext cx="69120" cy="194040"/>
              </p14:xfrm>
            </p:contentPart>
          </mc:Choice>
          <mc:Fallback>
            <p:pic>
              <p:nvPicPr>
                <p:cNvPr id="66" name="Tinta 65">
                  <a:extLst>
                    <a:ext uri="{FF2B5EF4-FFF2-40B4-BE49-F238E27FC236}">
                      <a16:creationId xmlns:a16="http://schemas.microsoft.com/office/drawing/2014/main" id="{90037F08-9017-0A96-3EE4-00E56796CBBE}"/>
                    </a:ext>
                  </a:extLst>
                </p:cNvPr>
                <p:cNvPicPr/>
                <p:nvPr/>
              </p:nvPicPr>
              <p:blipFill>
                <a:blip r:embed="rId96"/>
                <a:stretch>
                  <a:fillRect/>
                </a:stretch>
              </p:blipFill>
              <p:spPr>
                <a:xfrm>
                  <a:off x="9795575" y="2676038"/>
                  <a:ext cx="81360" cy="206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7">
              <p14:nvContentPartPr>
                <p14:cNvPr id="67" name="Tinta 66">
                  <a:extLst>
                    <a:ext uri="{FF2B5EF4-FFF2-40B4-BE49-F238E27FC236}">
                      <a16:creationId xmlns:a16="http://schemas.microsoft.com/office/drawing/2014/main" id="{93C5280D-A40E-2EF5-D0B1-1B61FF6E775A}"/>
                    </a:ext>
                  </a:extLst>
                </p14:cNvPr>
                <p14:cNvContentPartPr/>
                <p14:nvPr/>
              </p14:nvContentPartPr>
              <p14:xfrm>
                <a:off x="9781175" y="2764958"/>
                <a:ext cx="291240" cy="68400"/>
              </p14:xfrm>
            </p:contentPart>
          </mc:Choice>
          <mc:Fallback>
            <p:pic>
              <p:nvPicPr>
                <p:cNvPr id="67" name="Tinta 66">
                  <a:extLst>
                    <a:ext uri="{FF2B5EF4-FFF2-40B4-BE49-F238E27FC236}">
                      <a16:creationId xmlns:a16="http://schemas.microsoft.com/office/drawing/2014/main" id="{93C5280D-A40E-2EF5-D0B1-1B61FF6E775A}"/>
                    </a:ext>
                  </a:extLst>
                </p:cNvPr>
                <p:cNvPicPr/>
                <p:nvPr/>
              </p:nvPicPr>
              <p:blipFill>
                <a:blip r:embed="rId98"/>
                <a:stretch>
                  <a:fillRect/>
                </a:stretch>
              </p:blipFill>
              <p:spPr>
                <a:xfrm>
                  <a:off x="9775055" y="2758838"/>
                  <a:ext cx="303480" cy="80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9">
              <p14:nvContentPartPr>
                <p14:cNvPr id="68" name="Tinta 67">
                  <a:extLst>
                    <a:ext uri="{FF2B5EF4-FFF2-40B4-BE49-F238E27FC236}">
                      <a16:creationId xmlns:a16="http://schemas.microsoft.com/office/drawing/2014/main" id="{2313DE66-0FD4-4B72-0F59-B4C970A7C7A8}"/>
                    </a:ext>
                  </a:extLst>
                </p14:cNvPr>
                <p14:cNvContentPartPr/>
                <p14:nvPr/>
              </p14:nvContentPartPr>
              <p14:xfrm>
                <a:off x="10193015" y="2598638"/>
                <a:ext cx="399240" cy="194040"/>
              </p14:xfrm>
            </p:contentPart>
          </mc:Choice>
          <mc:Fallback>
            <p:pic>
              <p:nvPicPr>
                <p:cNvPr id="68" name="Tinta 67">
                  <a:extLst>
                    <a:ext uri="{FF2B5EF4-FFF2-40B4-BE49-F238E27FC236}">
                      <a16:creationId xmlns:a16="http://schemas.microsoft.com/office/drawing/2014/main" id="{2313DE66-0FD4-4B72-0F59-B4C970A7C7A8}"/>
                    </a:ext>
                  </a:extLst>
                </p:cNvPr>
                <p:cNvPicPr/>
                <p:nvPr/>
              </p:nvPicPr>
              <p:blipFill>
                <a:blip r:embed="rId100"/>
                <a:stretch>
                  <a:fillRect/>
                </a:stretch>
              </p:blipFill>
              <p:spPr>
                <a:xfrm>
                  <a:off x="10186895" y="2592518"/>
                  <a:ext cx="411480" cy="206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1">
              <p14:nvContentPartPr>
                <p14:cNvPr id="111" name="Tinta 110">
                  <a:extLst>
                    <a:ext uri="{FF2B5EF4-FFF2-40B4-BE49-F238E27FC236}">
                      <a16:creationId xmlns:a16="http://schemas.microsoft.com/office/drawing/2014/main" id="{13DD5973-0945-FCCA-1045-F08C4E7EF488}"/>
                    </a:ext>
                  </a:extLst>
                </p14:cNvPr>
                <p14:cNvContentPartPr/>
                <p14:nvPr/>
              </p14:nvContentPartPr>
              <p14:xfrm>
                <a:off x="8938415" y="2420078"/>
                <a:ext cx="853200" cy="368640"/>
              </p14:xfrm>
            </p:contentPart>
          </mc:Choice>
          <mc:Fallback>
            <p:pic>
              <p:nvPicPr>
                <p:cNvPr id="111" name="Tinta 110">
                  <a:extLst>
                    <a:ext uri="{FF2B5EF4-FFF2-40B4-BE49-F238E27FC236}">
                      <a16:creationId xmlns:a16="http://schemas.microsoft.com/office/drawing/2014/main" id="{13DD5973-0945-FCCA-1045-F08C4E7EF488}"/>
                    </a:ext>
                  </a:extLst>
                </p:cNvPr>
                <p:cNvPicPr/>
                <p:nvPr/>
              </p:nvPicPr>
              <p:blipFill>
                <a:blip r:embed="rId102"/>
                <a:stretch>
                  <a:fillRect/>
                </a:stretch>
              </p:blipFill>
              <p:spPr>
                <a:xfrm>
                  <a:off x="8932295" y="2413958"/>
                  <a:ext cx="865440" cy="380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3">
              <p14:nvContentPartPr>
                <p14:cNvPr id="113" name="Tinta 112">
                  <a:extLst>
                    <a:ext uri="{FF2B5EF4-FFF2-40B4-BE49-F238E27FC236}">
                      <a16:creationId xmlns:a16="http://schemas.microsoft.com/office/drawing/2014/main" id="{5659B6E7-5F0A-F57E-0034-1BA352064953}"/>
                    </a:ext>
                  </a:extLst>
                </p14:cNvPr>
                <p14:cNvContentPartPr/>
                <p14:nvPr/>
              </p14:nvContentPartPr>
              <p14:xfrm>
                <a:off x="10079975" y="2452478"/>
                <a:ext cx="633240" cy="412560"/>
              </p14:xfrm>
            </p:contentPart>
          </mc:Choice>
          <mc:Fallback>
            <p:pic>
              <p:nvPicPr>
                <p:cNvPr id="113" name="Tinta 112">
                  <a:extLst>
                    <a:ext uri="{FF2B5EF4-FFF2-40B4-BE49-F238E27FC236}">
                      <a16:creationId xmlns:a16="http://schemas.microsoft.com/office/drawing/2014/main" id="{5659B6E7-5F0A-F57E-0034-1BA352064953}"/>
                    </a:ext>
                  </a:extLst>
                </p:cNvPr>
                <p:cNvPicPr/>
                <p:nvPr/>
              </p:nvPicPr>
              <p:blipFill>
                <a:blip r:embed="rId104"/>
                <a:stretch>
                  <a:fillRect/>
                </a:stretch>
              </p:blipFill>
              <p:spPr>
                <a:xfrm>
                  <a:off x="10073855" y="2446358"/>
                  <a:ext cx="645480" cy="42480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105">
            <p14:nvContentPartPr>
              <p14:cNvPr id="37" name="Tinta 36">
                <a:extLst>
                  <a:ext uri="{FF2B5EF4-FFF2-40B4-BE49-F238E27FC236}">
                    <a16:creationId xmlns:a16="http://schemas.microsoft.com/office/drawing/2014/main" id="{796E8011-1346-1CA6-F85F-E1873971CD2A}"/>
                  </a:ext>
                </a:extLst>
              </p14:cNvPr>
              <p14:cNvContentPartPr/>
              <p14:nvPr/>
            </p14:nvContentPartPr>
            <p14:xfrm>
              <a:off x="8537735" y="4712918"/>
              <a:ext cx="221400" cy="216360"/>
            </p14:xfrm>
          </p:contentPart>
        </mc:Choice>
        <mc:Fallback>
          <p:pic>
            <p:nvPicPr>
              <p:cNvPr id="37" name="Tinta 36">
                <a:extLst>
                  <a:ext uri="{FF2B5EF4-FFF2-40B4-BE49-F238E27FC236}">
                    <a16:creationId xmlns:a16="http://schemas.microsoft.com/office/drawing/2014/main" id="{796E8011-1346-1CA6-F85F-E1873971CD2A}"/>
                  </a:ext>
                </a:extLst>
              </p:cNvPr>
              <p:cNvPicPr/>
              <p:nvPr/>
            </p:nvPicPr>
            <p:blipFill>
              <a:blip r:embed="rId106"/>
              <a:stretch>
                <a:fillRect/>
              </a:stretch>
            </p:blipFill>
            <p:spPr>
              <a:xfrm>
                <a:off x="8531615" y="4706798"/>
                <a:ext cx="233640" cy="228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07">
            <p14:nvContentPartPr>
              <p14:cNvPr id="38" name="Tinta 37">
                <a:extLst>
                  <a:ext uri="{FF2B5EF4-FFF2-40B4-BE49-F238E27FC236}">
                    <a16:creationId xmlns:a16="http://schemas.microsoft.com/office/drawing/2014/main" id="{C9C75BDC-718C-25A6-FEC5-D440EEFA4CD5}"/>
                  </a:ext>
                </a:extLst>
              </p14:cNvPr>
              <p14:cNvContentPartPr/>
              <p14:nvPr/>
            </p14:nvContentPartPr>
            <p14:xfrm>
              <a:off x="8767415" y="4673678"/>
              <a:ext cx="279360" cy="253800"/>
            </p14:xfrm>
          </p:contentPart>
        </mc:Choice>
        <mc:Fallback>
          <p:pic>
            <p:nvPicPr>
              <p:cNvPr id="38" name="Tinta 37">
                <a:extLst>
                  <a:ext uri="{FF2B5EF4-FFF2-40B4-BE49-F238E27FC236}">
                    <a16:creationId xmlns:a16="http://schemas.microsoft.com/office/drawing/2014/main" id="{C9C75BDC-718C-25A6-FEC5-D440EEFA4CD5}"/>
                  </a:ext>
                </a:extLst>
              </p:cNvPr>
              <p:cNvPicPr/>
              <p:nvPr/>
            </p:nvPicPr>
            <p:blipFill>
              <a:blip r:embed="rId108"/>
              <a:stretch>
                <a:fillRect/>
              </a:stretch>
            </p:blipFill>
            <p:spPr>
              <a:xfrm>
                <a:off x="8761295" y="4667558"/>
                <a:ext cx="291600" cy="266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09">
            <p14:nvContentPartPr>
              <p14:cNvPr id="39" name="Tinta 38">
                <a:extLst>
                  <a:ext uri="{FF2B5EF4-FFF2-40B4-BE49-F238E27FC236}">
                    <a16:creationId xmlns:a16="http://schemas.microsoft.com/office/drawing/2014/main" id="{EA5CDB66-62F7-1CE8-E300-9053722E77C1}"/>
                  </a:ext>
                </a:extLst>
              </p14:cNvPr>
              <p14:cNvContentPartPr/>
              <p14:nvPr/>
            </p14:nvContentPartPr>
            <p14:xfrm>
              <a:off x="8989535" y="4746038"/>
              <a:ext cx="270360" cy="185760"/>
            </p14:xfrm>
          </p:contentPart>
        </mc:Choice>
        <mc:Fallback>
          <p:pic>
            <p:nvPicPr>
              <p:cNvPr id="39" name="Tinta 38">
                <a:extLst>
                  <a:ext uri="{FF2B5EF4-FFF2-40B4-BE49-F238E27FC236}">
                    <a16:creationId xmlns:a16="http://schemas.microsoft.com/office/drawing/2014/main" id="{EA5CDB66-62F7-1CE8-E300-9053722E77C1}"/>
                  </a:ext>
                </a:extLst>
              </p:cNvPr>
              <p:cNvPicPr/>
              <p:nvPr/>
            </p:nvPicPr>
            <p:blipFill>
              <a:blip r:embed="rId110"/>
              <a:stretch>
                <a:fillRect/>
              </a:stretch>
            </p:blipFill>
            <p:spPr>
              <a:xfrm>
                <a:off x="8983415" y="4739918"/>
                <a:ext cx="282600" cy="198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11">
            <p14:nvContentPartPr>
              <p14:cNvPr id="40" name="Tinta 39">
                <a:extLst>
                  <a:ext uri="{FF2B5EF4-FFF2-40B4-BE49-F238E27FC236}">
                    <a16:creationId xmlns:a16="http://schemas.microsoft.com/office/drawing/2014/main" id="{5C05A424-F11C-EE22-155C-DDAA34992696}"/>
                  </a:ext>
                </a:extLst>
              </p14:cNvPr>
              <p14:cNvContentPartPr/>
              <p14:nvPr/>
            </p14:nvContentPartPr>
            <p14:xfrm>
              <a:off x="8377535" y="4577918"/>
              <a:ext cx="200880" cy="360360"/>
            </p14:xfrm>
          </p:contentPart>
        </mc:Choice>
        <mc:Fallback>
          <p:pic>
            <p:nvPicPr>
              <p:cNvPr id="40" name="Tinta 39">
                <a:extLst>
                  <a:ext uri="{FF2B5EF4-FFF2-40B4-BE49-F238E27FC236}">
                    <a16:creationId xmlns:a16="http://schemas.microsoft.com/office/drawing/2014/main" id="{5C05A424-F11C-EE22-155C-DDAA34992696}"/>
                  </a:ext>
                </a:extLst>
              </p:cNvPr>
              <p:cNvPicPr/>
              <p:nvPr/>
            </p:nvPicPr>
            <p:blipFill>
              <a:blip r:embed="rId112"/>
              <a:stretch>
                <a:fillRect/>
              </a:stretch>
            </p:blipFill>
            <p:spPr>
              <a:xfrm>
                <a:off x="8371415" y="4571798"/>
                <a:ext cx="213120" cy="372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13">
            <p14:nvContentPartPr>
              <p14:cNvPr id="41" name="Tinta 40">
                <a:extLst>
                  <a:ext uri="{FF2B5EF4-FFF2-40B4-BE49-F238E27FC236}">
                    <a16:creationId xmlns:a16="http://schemas.microsoft.com/office/drawing/2014/main" id="{15FBF030-F9A9-BF46-1563-48F2ABD18392}"/>
                  </a:ext>
                </a:extLst>
              </p14:cNvPr>
              <p14:cNvContentPartPr/>
              <p14:nvPr/>
            </p14:nvContentPartPr>
            <p14:xfrm>
              <a:off x="9239735" y="4504118"/>
              <a:ext cx="201600" cy="489240"/>
            </p14:xfrm>
          </p:contentPart>
        </mc:Choice>
        <mc:Fallback>
          <p:pic>
            <p:nvPicPr>
              <p:cNvPr id="41" name="Tinta 40">
                <a:extLst>
                  <a:ext uri="{FF2B5EF4-FFF2-40B4-BE49-F238E27FC236}">
                    <a16:creationId xmlns:a16="http://schemas.microsoft.com/office/drawing/2014/main" id="{15FBF030-F9A9-BF46-1563-48F2ABD18392}"/>
                  </a:ext>
                </a:extLst>
              </p:cNvPr>
              <p:cNvPicPr/>
              <p:nvPr/>
            </p:nvPicPr>
            <p:blipFill>
              <a:blip r:embed="rId114"/>
              <a:stretch>
                <a:fillRect/>
              </a:stretch>
            </p:blipFill>
            <p:spPr>
              <a:xfrm>
                <a:off x="9233615" y="4497998"/>
                <a:ext cx="213840" cy="501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15">
            <p14:nvContentPartPr>
              <p14:cNvPr id="42" name="Tinta 41">
                <a:extLst>
                  <a:ext uri="{FF2B5EF4-FFF2-40B4-BE49-F238E27FC236}">
                    <a16:creationId xmlns:a16="http://schemas.microsoft.com/office/drawing/2014/main" id="{B8E342D7-6CB3-3275-74F8-8D2BCC57EC95}"/>
                  </a:ext>
                </a:extLst>
              </p14:cNvPr>
              <p14:cNvContentPartPr/>
              <p14:nvPr/>
            </p14:nvContentPartPr>
            <p14:xfrm>
              <a:off x="9409295" y="4279478"/>
              <a:ext cx="271440" cy="196200"/>
            </p14:xfrm>
          </p:contentPart>
        </mc:Choice>
        <mc:Fallback>
          <p:pic>
            <p:nvPicPr>
              <p:cNvPr id="42" name="Tinta 41">
                <a:extLst>
                  <a:ext uri="{FF2B5EF4-FFF2-40B4-BE49-F238E27FC236}">
                    <a16:creationId xmlns:a16="http://schemas.microsoft.com/office/drawing/2014/main" id="{B8E342D7-6CB3-3275-74F8-8D2BCC57EC95}"/>
                  </a:ext>
                </a:extLst>
              </p:cNvPr>
              <p:cNvPicPr/>
              <p:nvPr/>
            </p:nvPicPr>
            <p:blipFill>
              <a:blip r:embed="rId116"/>
              <a:stretch>
                <a:fillRect/>
              </a:stretch>
            </p:blipFill>
            <p:spPr>
              <a:xfrm>
                <a:off x="9403175" y="4273358"/>
                <a:ext cx="283680" cy="208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17">
            <p14:nvContentPartPr>
              <p14:cNvPr id="44" name="Tinta 43">
                <a:extLst>
                  <a:ext uri="{FF2B5EF4-FFF2-40B4-BE49-F238E27FC236}">
                    <a16:creationId xmlns:a16="http://schemas.microsoft.com/office/drawing/2014/main" id="{6A94FC15-75D1-4524-8A34-4A78BD2B2990}"/>
                  </a:ext>
                </a:extLst>
              </p14:cNvPr>
              <p14:cNvContentPartPr/>
              <p14:nvPr/>
            </p14:nvContentPartPr>
            <p14:xfrm>
              <a:off x="8386895" y="5016758"/>
              <a:ext cx="883440" cy="59400"/>
            </p14:xfrm>
          </p:contentPart>
        </mc:Choice>
        <mc:Fallback>
          <p:pic>
            <p:nvPicPr>
              <p:cNvPr id="44" name="Tinta 43">
                <a:extLst>
                  <a:ext uri="{FF2B5EF4-FFF2-40B4-BE49-F238E27FC236}">
                    <a16:creationId xmlns:a16="http://schemas.microsoft.com/office/drawing/2014/main" id="{6A94FC15-75D1-4524-8A34-4A78BD2B2990}"/>
                  </a:ext>
                </a:extLst>
              </p:cNvPr>
              <p:cNvPicPr/>
              <p:nvPr/>
            </p:nvPicPr>
            <p:blipFill>
              <a:blip r:embed="rId118"/>
              <a:stretch>
                <a:fillRect/>
              </a:stretch>
            </p:blipFill>
            <p:spPr>
              <a:xfrm>
                <a:off x="8380775" y="5010638"/>
                <a:ext cx="895680" cy="71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19">
            <p14:nvContentPartPr>
              <p14:cNvPr id="46" name="Tinta 45">
                <a:extLst>
                  <a:ext uri="{FF2B5EF4-FFF2-40B4-BE49-F238E27FC236}">
                    <a16:creationId xmlns:a16="http://schemas.microsoft.com/office/drawing/2014/main" id="{DEFF6FFB-A27A-5BCF-1105-5BD14DB5FC0B}"/>
                  </a:ext>
                </a:extLst>
              </p14:cNvPr>
              <p14:cNvContentPartPr/>
              <p14:nvPr/>
            </p14:nvContentPartPr>
            <p14:xfrm>
              <a:off x="8511815" y="5122598"/>
              <a:ext cx="254160" cy="236520"/>
            </p14:xfrm>
          </p:contentPart>
        </mc:Choice>
        <mc:Fallback>
          <p:pic>
            <p:nvPicPr>
              <p:cNvPr id="46" name="Tinta 45">
                <a:extLst>
                  <a:ext uri="{FF2B5EF4-FFF2-40B4-BE49-F238E27FC236}">
                    <a16:creationId xmlns:a16="http://schemas.microsoft.com/office/drawing/2014/main" id="{DEFF6FFB-A27A-5BCF-1105-5BD14DB5FC0B}"/>
                  </a:ext>
                </a:extLst>
              </p:cNvPr>
              <p:cNvPicPr/>
              <p:nvPr/>
            </p:nvPicPr>
            <p:blipFill>
              <a:blip r:embed="rId120"/>
              <a:stretch>
                <a:fillRect/>
              </a:stretch>
            </p:blipFill>
            <p:spPr>
              <a:xfrm>
                <a:off x="8505695" y="5116478"/>
                <a:ext cx="266400" cy="248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21">
            <p14:nvContentPartPr>
              <p14:cNvPr id="47" name="Tinta 46">
                <a:extLst>
                  <a:ext uri="{FF2B5EF4-FFF2-40B4-BE49-F238E27FC236}">
                    <a16:creationId xmlns:a16="http://schemas.microsoft.com/office/drawing/2014/main" id="{0B155257-6BBE-4F86-DE3D-7D5722D4EA24}"/>
                  </a:ext>
                </a:extLst>
              </p14:cNvPr>
              <p14:cNvContentPartPr/>
              <p14:nvPr/>
            </p14:nvContentPartPr>
            <p14:xfrm>
              <a:off x="8727095" y="5229158"/>
              <a:ext cx="181440" cy="156600"/>
            </p14:xfrm>
          </p:contentPart>
        </mc:Choice>
        <mc:Fallback>
          <p:pic>
            <p:nvPicPr>
              <p:cNvPr id="47" name="Tinta 46">
                <a:extLst>
                  <a:ext uri="{FF2B5EF4-FFF2-40B4-BE49-F238E27FC236}">
                    <a16:creationId xmlns:a16="http://schemas.microsoft.com/office/drawing/2014/main" id="{0B155257-6BBE-4F86-DE3D-7D5722D4EA24}"/>
                  </a:ext>
                </a:extLst>
              </p:cNvPr>
              <p:cNvPicPr/>
              <p:nvPr/>
            </p:nvPicPr>
            <p:blipFill>
              <a:blip r:embed="rId122"/>
              <a:stretch>
                <a:fillRect/>
              </a:stretch>
            </p:blipFill>
            <p:spPr>
              <a:xfrm>
                <a:off x="8720975" y="5223038"/>
                <a:ext cx="193680" cy="168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23">
            <p14:nvContentPartPr>
              <p14:cNvPr id="49" name="Tinta 48">
                <a:extLst>
                  <a:ext uri="{FF2B5EF4-FFF2-40B4-BE49-F238E27FC236}">
                    <a16:creationId xmlns:a16="http://schemas.microsoft.com/office/drawing/2014/main" id="{30A5AF6C-8C27-6133-142A-C28A8409F7D6}"/>
                  </a:ext>
                </a:extLst>
              </p14:cNvPr>
              <p14:cNvContentPartPr/>
              <p14:nvPr/>
            </p14:nvContentPartPr>
            <p14:xfrm>
              <a:off x="9480215" y="4920638"/>
              <a:ext cx="170280" cy="24120"/>
            </p14:xfrm>
          </p:contentPart>
        </mc:Choice>
        <mc:Fallback>
          <p:pic>
            <p:nvPicPr>
              <p:cNvPr id="49" name="Tinta 48">
                <a:extLst>
                  <a:ext uri="{FF2B5EF4-FFF2-40B4-BE49-F238E27FC236}">
                    <a16:creationId xmlns:a16="http://schemas.microsoft.com/office/drawing/2014/main" id="{30A5AF6C-8C27-6133-142A-C28A8409F7D6}"/>
                  </a:ext>
                </a:extLst>
              </p:cNvPr>
              <p:cNvPicPr/>
              <p:nvPr/>
            </p:nvPicPr>
            <p:blipFill>
              <a:blip r:embed="rId124"/>
              <a:stretch>
                <a:fillRect/>
              </a:stretch>
            </p:blipFill>
            <p:spPr>
              <a:xfrm>
                <a:off x="9474095" y="4914518"/>
                <a:ext cx="182520" cy="36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25">
            <p14:nvContentPartPr>
              <p14:cNvPr id="50" name="Tinta 49">
                <a:extLst>
                  <a:ext uri="{FF2B5EF4-FFF2-40B4-BE49-F238E27FC236}">
                    <a16:creationId xmlns:a16="http://schemas.microsoft.com/office/drawing/2014/main" id="{08B7DA7F-7656-4E00-5B98-7F790DAE5037}"/>
                  </a:ext>
                </a:extLst>
              </p14:cNvPr>
              <p14:cNvContentPartPr/>
              <p14:nvPr/>
            </p14:nvContentPartPr>
            <p14:xfrm>
              <a:off x="9389135" y="4988678"/>
              <a:ext cx="220680" cy="62280"/>
            </p14:xfrm>
          </p:contentPart>
        </mc:Choice>
        <mc:Fallback>
          <p:pic>
            <p:nvPicPr>
              <p:cNvPr id="50" name="Tinta 49">
                <a:extLst>
                  <a:ext uri="{FF2B5EF4-FFF2-40B4-BE49-F238E27FC236}">
                    <a16:creationId xmlns:a16="http://schemas.microsoft.com/office/drawing/2014/main" id="{08B7DA7F-7656-4E00-5B98-7F790DAE5037}"/>
                  </a:ext>
                </a:extLst>
              </p:cNvPr>
              <p:cNvPicPr/>
              <p:nvPr/>
            </p:nvPicPr>
            <p:blipFill>
              <a:blip r:embed="rId126"/>
              <a:stretch>
                <a:fillRect/>
              </a:stretch>
            </p:blipFill>
            <p:spPr>
              <a:xfrm>
                <a:off x="9383015" y="4982558"/>
                <a:ext cx="232920" cy="74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27">
            <p14:nvContentPartPr>
              <p14:cNvPr id="52" name="Tinta 51">
                <a:extLst>
                  <a:ext uri="{FF2B5EF4-FFF2-40B4-BE49-F238E27FC236}">
                    <a16:creationId xmlns:a16="http://schemas.microsoft.com/office/drawing/2014/main" id="{F2CED988-5B41-93B1-F4CC-0C0FA42C3288}"/>
                  </a:ext>
                </a:extLst>
              </p14:cNvPr>
              <p14:cNvContentPartPr/>
              <p14:nvPr/>
            </p14:nvContentPartPr>
            <p14:xfrm>
              <a:off x="9761375" y="4641638"/>
              <a:ext cx="199800" cy="251280"/>
            </p14:xfrm>
          </p:contentPart>
        </mc:Choice>
        <mc:Fallback>
          <p:pic>
            <p:nvPicPr>
              <p:cNvPr id="52" name="Tinta 51">
                <a:extLst>
                  <a:ext uri="{FF2B5EF4-FFF2-40B4-BE49-F238E27FC236}">
                    <a16:creationId xmlns:a16="http://schemas.microsoft.com/office/drawing/2014/main" id="{F2CED988-5B41-93B1-F4CC-0C0FA42C3288}"/>
                  </a:ext>
                </a:extLst>
              </p:cNvPr>
              <p:cNvPicPr/>
              <p:nvPr/>
            </p:nvPicPr>
            <p:blipFill>
              <a:blip r:embed="rId128"/>
              <a:stretch>
                <a:fillRect/>
              </a:stretch>
            </p:blipFill>
            <p:spPr>
              <a:xfrm>
                <a:off x="9755255" y="4635518"/>
                <a:ext cx="212040" cy="263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29">
            <p14:nvContentPartPr>
              <p14:cNvPr id="53" name="Tinta 52">
                <a:extLst>
                  <a:ext uri="{FF2B5EF4-FFF2-40B4-BE49-F238E27FC236}">
                    <a16:creationId xmlns:a16="http://schemas.microsoft.com/office/drawing/2014/main" id="{91AC0109-2E66-877A-7D31-87855AA95744}"/>
                  </a:ext>
                </a:extLst>
              </p14:cNvPr>
              <p14:cNvContentPartPr/>
              <p14:nvPr/>
            </p14:nvContentPartPr>
            <p14:xfrm>
              <a:off x="10080335" y="4641278"/>
              <a:ext cx="202680" cy="258120"/>
            </p14:xfrm>
          </p:contentPart>
        </mc:Choice>
        <mc:Fallback>
          <p:pic>
            <p:nvPicPr>
              <p:cNvPr id="53" name="Tinta 52">
                <a:extLst>
                  <a:ext uri="{FF2B5EF4-FFF2-40B4-BE49-F238E27FC236}">
                    <a16:creationId xmlns:a16="http://schemas.microsoft.com/office/drawing/2014/main" id="{91AC0109-2E66-877A-7D31-87855AA95744}"/>
                  </a:ext>
                </a:extLst>
              </p:cNvPr>
              <p:cNvPicPr/>
              <p:nvPr/>
            </p:nvPicPr>
            <p:blipFill>
              <a:blip r:embed="rId130"/>
              <a:stretch>
                <a:fillRect/>
              </a:stretch>
            </p:blipFill>
            <p:spPr>
              <a:xfrm>
                <a:off x="10074215" y="4635158"/>
                <a:ext cx="214920" cy="270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31">
            <p14:nvContentPartPr>
              <p14:cNvPr id="54" name="Tinta 53">
                <a:extLst>
                  <a:ext uri="{FF2B5EF4-FFF2-40B4-BE49-F238E27FC236}">
                    <a16:creationId xmlns:a16="http://schemas.microsoft.com/office/drawing/2014/main" id="{0A09C839-66EA-945D-AFF3-42C18ACA893F}"/>
                  </a:ext>
                </a:extLst>
              </p14:cNvPr>
              <p14:cNvContentPartPr/>
              <p14:nvPr/>
            </p14:nvContentPartPr>
            <p14:xfrm>
              <a:off x="10301735" y="4649558"/>
              <a:ext cx="362160" cy="226800"/>
            </p14:xfrm>
          </p:contentPart>
        </mc:Choice>
        <mc:Fallback>
          <p:pic>
            <p:nvPicPr>
              <p:cNvPr id="54" name="Tinta 53">
                <a:extLst>
                  <a:ext uri="{FF2B5EF4-FFF2-40B4-BE49-F238E27FC236}">
                    <a16:creationId xmlns:a16="http://schemas.microsoft.com/office/drawing/2014/main" id="{0A09C839-66EA-945D-AFF3-42C18ACA893F}"/>
                  </a:ext>
                </a:extLst>
              </p:cNvPr>
              <p:cNvPicPr/>
              <p:nvPr/>
            </p:nvPicPr>
            <p:blipFill>
              <a:blip r:embed="rId132"/>
              <a:stretch>
                <a:fillRect/>
              </a:stretch>
            </p:blipFill>
            <p:spPr>
              <a:xfrm>
                <a:off x="10295615" y="4643438"/>
                <a:ext cx="374400" cy="239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33">
            <p14:nvContentPartPr>
              <p14:cNvPr id="56" name="Tinta 55">
                <a:extLst>
                  <a:ext uri="{FF2B5EF4-FFF2-40B4-BE49-F238E27FC236}">
                    <a16:creationId xmlns:a16="http://schemas.microsoft.com/office/drawing/2014/main" id="{C3415913-EA40-7BB2-A6EB-FE408432E384}"/>
                  </a:ext>
                </a:extLst>
              </p14:cNvPr>
              <p14:cNvContentPartPr/>
              <p14:nvPr/>
            </p14:nvContentPartPr>
            <p14:xfrm>
              <a:off x="10803935" y="4629398"/>
              <a:ext cx="370440" cy="203040"/>
            </p14:xfrm>
          </p:contentPart>
        </mc:Choice>
        <mc:Fallback>
          <p:pic>
            <p:nvPicPr>
              <p:cNvPr id="56" name="Tinta 55">
                <a:extLst>
                  <a:ext uri="{FF2B5EF4-FFF2-40B4-BE49-F238E27FC236}">
                    <a16:creationId xmlns:a16="http://schemas.microsoft.com/office/drawing/2014/main" id="{C3415913-EA40-7BB2-A6EB-FE408432E384}"/>
                  </a:ext>
                </a:extLst>
              </p:cNvPr>
              <p:cNvPicPr/>
              <p:nvPr/>
            </p:nvPicPr>
            <p:blipFill>
              <a:blip r:embed="rId134"/>
              <a:stretch>
                <a:fillRect/>
              </a:stretch>
            </p:blipFill>
            <p:spPr>
              <a:xfrm>
                <a:off x="10797815" y="4623278"/>
                <a:ext cx="382680" cy="215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35">
            <p14:nvContentPartPr>
              <p14:cNvPr id="105" name="Tinta 104">
                <a:extLst>
                  <a:ext uri="{FF2B5EF4-FFF2-40B4-BE49-F238E27FC236}">
                    <a16:creationId xmlns:a16="http://schemas.microsoft.com/office/drawing/2014/main" id="{7C17D7AE-15E3-66F2-2992-04E23952A6A6}"/>
                  </a:ext>
                </a:extLst>
              </p14:cNvPr>
              <p14:cNvContentPartPr/>
              <p14:nvPr/>
            </p14:nvContentPartPr>
            <p14:xfrm>
              <a:off x="8826815" y="4045118"/>
              <a:ext cx="312480" cy="172440"/>
            </p14:xfrm>
          </p:contentPart>
        </mc:Choice>
        <mc:Fallback>
          <p:pic>
            <p:nvPicPr>
              <p:cNvPr id="105" name="Tinta 104">
                <a:extLst>
                  <a:ext uri="{FF2B5EF4-FFF2-40B4-BE49-F238E27FC236}">
                    <a16:creationId xmlns:a16="http://schemas.microsoft.com/office/drawing/2014/main" id="{7C17D7AE-15E3-66F2-2992-04E23952A6A6}"/>
                  </a:ext>
                </a:extLst>
              </p:cNvPr>
              <p:cNvPicPr/>
              <p:nvPr/>
            </p:nvPicPr>
            <p:blipFill>
              <a:blip r:embed="rId136"/>
              <a:stretch>
                <a:fillRect/>
              </a:stretch>
            </p:blipFill>
            <p:spPr>
              <a:xfrm>
                <a:off x="8820695" y="4038998"/>
                <a:ext cx="324720" cy="184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37">
            <p14:nvContentPartPr>
              <p14:cNvPr id="106" name="Tinta 105">
                <a:extLst>
                  <a:ext uri="{FF2B5EF4-FFF2-40B4-BE49-F238E27FC236}">
                    <a16:creationId xmlns:a16="http://schemas.microsoft.com/office/drawing/2014/main" id="{03C3A62C-ECCF-79C6-49AE-EE57981332C0}"/>
                  </a:ext>
                </a:extLst>
              </p14:cNvPr>
              <p14:cNvContentPartPr/>
              <p14:nvPr/>
            </p14:nvContentPartPr>
            <p14:xfrm>
              <a:off x="9122735" y="4018838"/>
              <a:ext cx="276840" cy="183960"/>
            </p14:xfrm>
          </p:contentPart>
        </mc:Choice>
        <mc:Fallback>
          <p:pic>
            <p:nvPicPr>
              <p:cNvPr id="106" name="Tinta 105">
                <a:extLst>
                  <a:ext uri="{FF2B5EF4-FFF2-40B4-BE49-F238E27FC236}">
                    <a16:creationId xmlns:a16="http://schemas.microsoft.com/office/drawing/2014/main" id="{03C3A62C-ECCF-79C6-49AE-EE57981332C0}"/>
                  </a:ext>
                </a:extLst>
              </p:cNvPr>
              <p:cNvPicPr/>
              <p:nvPr/>
            </p:nvPicPr>
            <p:blipFill>
              <a:blip r:embed="rId138"/>
              <a:stretch>
                <a:fillRect/>
              </a:stretch>
            </p:blipFill>
            <p:spPr>
              <a:xfrm>
                <a:off x="9116615" y="4012718"/>
                <a:ext cx="289080" cy="196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39">
            <p14:nvContentPartPr>
              <p14:cNvPr id="107" name="Tinta 106">
                <a:extLst>
                  <a:ext uri="{FF2B5EF4-FFF2-40B4-BE49-F238E27FC236}">
                    <a16:creationId xmlns:a16="http://schemas.microsoft.com/office/drawing/2014/main" id="{BBE90516-8B61-55F5-A6B6-E5693D4717E4}"/>
                  </a:ext>
                </a:extLst>
              </p14:cNvPr>
              <p14:cNvContentPartPr/>
              <p14:nvPr/>
            </p14:nvContentPartPr>
            <p14:xfrm>
              <a:off x="9343055" y="4088678"/>
              <a:ext cx="246240" cy="135720"/>
            </p14:xfrm>
          </p:contentPart>
        </mc:Choice>
        <mc:Fallback>
          <p:pic>
            <p:nvPicPr>
              <p:cNvPr id="107" name="Tinta 106">
                <a:extLst>
                  <a:ext uri="{FF2B5EF4-FFF2-40B4-BE49-F238E27FC236}">
                    <a16:creationId xmlns:a16="http://schemas.microsoft.com/office/drawing/2014/main" id="{BBE90516-8B61-55F5-A6B6-E5693D4717E4}"/>
                  </a:ext>
                </a:extLst>
              </p:cNvPr>
              <p:cNvPicPr/>
              <p:nvPr/>
            </p:nvPicPr>
            <p:blipFill>
              <a:blip r:embed="rId140"/>
              <a:stretch>
                <a:fillRect/>
              </a:stretch>
            </p:blipFill>
            <p:spPr>
              <a:xfrm>
                <a:off x="9336935" y="4082558"/>
                <a:ext cx="258480" cy="147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41">
            <p14:nvContentPartPr>
              <p14:cNvPr id="109" name="Tinta 108">
                <a:extLst>
                  <a:ext uri="{FF2B5EF4-FFF2-40B4-BE49-F238E27FC236}">
                    <a16:creationId xmlns:a16="http://schemas.microsoft.com/office/drawing/2014/main" id="{0616C95A-55CD-5858-1615-48CABC84C3AC}"/>
                  </a:ext>
                </a:extLst>
              </p14:cNvPr>
              <p14:cNvContentPartPr/>
              <p14:nvPr/>
            </p14:nvContentPartPr>
            <p14:xfrm>
              <a:off x="9770735" y="4013438"/>
              <a:ext cx="421200" cy="169560"/>
            </p14:xfrm>
          </p:contentPart>
        </mc:Choice>
        <mc:Fallback>
          <p:pic>
            <p:nvPicPr>
              <p:cNvPr id="109" name="Tinta 108">
                <a:extLst>
                  <a:ext uri="{FF2B5EF4-FFF2-40B4-BE49-F238E27FC236}">
                    <a16:creationId xmlns:a16="http://schemas.microsoft.com/office/drawing/2014/main" id="{0616C95A-55CD-5858-1615-48CABC84C3AC}"/>
                  </a:ext>
                </a:extLst>
              </p:cNvPr>
              <p:cNvPicPr/>
              <p:nvPr/>
            </p:nvPicPr>
            <p:blipFill>
              <a:blip r:embed="rId142"/>
              <a:stretch>
                <a:fillRect/>
              </a:stretch>
            </p:blipFill>
            <p:spPr>
              <a:xfrm>
                <a:off x="9764615" y="4007318"/>
                <a:ext cx="433440" cy="181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43">
            <p14:nvContentPartPr>
              <p14:cNvPr id="115" name="Tinta 114">
                <a:extLst>
                  <a:ext uri="{FF2B5EF4-FFF2-40B4-BE49-F238E27FC236}">
                    <a16:creationId xmlns:a16="http://schemas.microsoft.com/office/drawing/2014/main" id="{FED713B5-822E-75ED-363F-172A78AFCE45}"/>
                  </a:ext>
                </a:extLst>
              </p14:cNvPr>
              <p14:cNvContentPartPr/>
              <p14:nvPr/>
            </p14:nvContentPartPr>
            <p14:xfrm>
              <a:off x="9689735" y="4312598"/>
              <a:ext cx="1815120" cy="811440"/>
            </p14:xfrm>
          </p:contentPart>
        </mc:Choice>
        <mc:Fallback>
          <p:pic>
            <p:nvPicPr>
              <p:cNvPr id="115" name="Tinta 114">
                <a:extLst>
                  <a:ext uri="{FF2B5EF4-FFF2-40B4-BE49-F238E27FC236}">
                    <a16:creationId xmlns:a16="http://schemas.microsoft.com/office/drawing/2014/main" id="{FED713B5-822E-75ED-363F-172A78AFCE45}"/>
                  </a:ext>
                </a:extLst>
              </p:cNvPr>
              <p:cNvPicPr/>
              <p:nvPr/>
            </p:nvPicPr>
            <p:blipFill>
              <a:blip r:embed="rId144"/>
              <a:stretch>
                <a:fillRect/>
              </a:stretch>
            </p:blipFill>
            <p:spPr>
              <a:xfrm>
                <a:off x="9683615" y="4306478"/>
                <a:ext cx="1827360" cy="823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45">
            <p14:nvContentPartPr>
              <p14:cNvPr id="117" name="Tinta 116">
                <a:extLst>
                  <a:ext uri="{FF2B5EF4-FFF2-40B4-BE49-F238E27FC236}">
                    <a16:creationId xmlns:a16="http://schemas.microsoft.com/office/drawing/2014/main" id="{EA177A11-46D5-C053-97C4-9079E3C2C0CA}"/>
                  </a:ext>
                </a:extLst>
              </p14:cNvPr>
              <p14:cNvContentPartPr/>
              <p14:nvPr/>
            </p14:nvContentPartPr>
            <p14:xfrm>
              <a:off x="6341735" y="4430678"/>
              <a:ext cx="91440" cy="70560"/>
            </p14:xfrm>
          </p:contentPart>
        </mc:Choice>
        <mc:Fallback>
          <p:pic>
            <p:nvPicPr>
              <p:cNvPr id="117" name="Tinta 116">
                <a:extLst>
                  <a:ext uri="{FF2B5EF4-FFF2-40B4-BE49-F238E27FC236}">
                    <a16:creationId xmlns:a16="http://schemas.microsoft.com/office/drawing/2014/main" id="{EA177A11-46D5-C053-97C4-9079E3C2C0CA}"/>
                  </a:ext>
                </a:extLst>
              </p:cNvPr>
              <p:cNvPicPr/>
              <p:nvPr/>
            </p:nvPicPr>
            <p:blipFill>
              <a:blip r:embed="rId146"/>
              <a:stretch>
                <a:fillRect/>
              </a:stretch>
            </p:blipFill>
            <p:spPr>
              <a:xfrm>
                <a:off x="6335615" y="4424558"/>
                <a:ext cx="103680" cy="82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47">
            <p14:nvContentPartPr>
              <p14:cNvPr id="118" name="Tinta 117">
                <a:extLst>
                  <a:ext uri="{FF2B5EF4-FFF2-40B4-BE49-F238E27FC236}">
                    <a16:creationId xmlns:a16="http://schemas.microsoft.com/office/drawing/2014/main" id="{2F8EB9A2-7C4F-00D6-0EC6-D43DF8777197}"/>
                  </a:ext>
                </a:extLst>
              </p14:cNvPr>
              <p14:cNvContentPartPr/>
              <p14:nvPr/>
            </p14:nvContentPartPr>
            <p14:xfrm>
              <a:off x="6733775" y="4724798"/>
              <a:ext cx="489960" cy="281880"/>
            </p14:xfrm>
          </p:contentPart>
        </mc:Choice>
        <mc:Fallback>
          <p:pic>
            <p:nvPicPr>
              <p:cNvPr id="118" name="Tinta 117">
                <a:extLst>
                  <a:ext uri="{FF2B5EF4-FFF2-40B4-BE49-F238E27FC236}">
                    <a16:creationId xmlns:a16="http://schemas.microsoft.com/office/drawing/2014/main" id="{2F8EB9A2-7C4F-00D6-0EC6-D43DF8777197}"/>
                  </a:ext>
                </a:extLst>
              </p:cNvPr>
              <p:cNvPicPr/>
              <p:nvPr/>
            </p:nvPicPr>
            <p:blipFill>
              <a:blip r:embed="rId148"/>
              <a:stretch>
                <a:fillRect/>
              </a:stretch>
            </p:blipFill>
            <p:spPr>
              <a:xfrm>
                <a:off x="6727655" y="4718678"/>
                <a:ext cx="502200" cy="294120"/>
              </a:xfrm>
              <a:prstGeom prst="rect">
                <a:avLst/>
              </a:prstGeom>
            </p:spPr>
          </p:pic>
        </mc:Fallback>
      </mc:AlternateContent>
      <p:grpSp>
        <p:nvGrpSpPr>
          <p:cNvPr id="124" name="Agrupar 123">
            <a:extLst>
              <a:ext uri="{FF2B5EF4-FFF2-40B4-BE49-F238E27FC236}">
                <a16:creationId xmlns:a16="http://schemas.microsoft.com/office/drawing/2014/main" id="{C01C769E-02A7-2BEF-28BC-467AE3D08319}"/>
              </a:ext>
            </a:extLst>
          </p:cNvPr>
          <p:cNvGrpSpPr/>
          <p:nvPr/>
        </p:nvGrpSpPr>
        <p:grpSpPr>
          <a:xfrm>
            <a:off x="7795775" y="3747398"/>
            <a:ext cx="791640" cy="426960"/>
            <a:chOff x="7795775" y="3747398"/>
            <a:chExt cx="791640" cy="4269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49">
              <p14:nvContentPartPr>
                <p14:cNvPr id="101" name="Tinta 100">
                  <a:extLst>
                    <a:ext uri="{FF2B5EF4-FFF2-40B4-BE49-F238E27FC236}">
                      <a16:creationId xmlns:a16="http://schemas.microsoft.com/office/drawing/2014/main" id="{F0D2F0D2-53C2-B5AC-148B-D483D7E78F74}"/>
                    </a:ext>
                  </a:extLst>
                </p14:cNvPr>
                <p14:cNvContentPartPr/>
                <p14:nvPr/>
              </p14:nvContentPartPr>
              <p14:xfrm>
                <a:off x="7925015" y="3955478"/>
                <a:ext cx="302400" cy="143640"/>
              </p14:xfrm>
            </p:contentPart>
          </mc:Choice>
          <mc:Fallback>
            <p:pic>
              <p:nvPicPr>
                <p:cNvPr id="101" name="Tinta 100">
                  <a:extLst>
                    <a:ext uri="{FF2B5EF4-FFF2-40B4-BE49-F238E27FC236}">
                      <a16:creationId xmlns:a16="http://schemas.microsoft.com/office/drawing/2014/main" id="{F0D2F0D2-53C2-B5AC-148B-D483D7E78F74}"/>
                    </a:ext>
                  </a:extLst>
                </p:cNvPr>
                <p:cNvPicPr/>
                <p:nvPr/>
              </p:nvPicPr>
              <p:blipFill>
                <a:blip r:embed="rId150"/>
                <a:stretch>
                  <a:fillRect/>
                </a:stretch>
              </p:blipFill>
              <p:spPr>
                <a:xfrm>
                  <a:off x="7918895" y="3949358"/>
                  <a:ext cx="314640" cy="155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1">
              <p14:nvContentPartPr>
                <p14:cNvPr id="102" name="Tinta 101">
                  <a:extLst>
                    <a:ext uri="{FF2B5EF4-FFF2-40B4-BE49-F238E27FC236}">
                      <a16:creationId xmlns:a16="http://schemas.microsoft.com/office/drawing/2014/main" id="{91536ECB-A7B7-7B50-52AE-9B509C56BB87}"/>
                    </a:ext>
                  </a:extLst>
                </p14:cNvPr>
                <p14:cNvContentPartPr/>
                <p14:nvPr/>
              </p14:nvContentPartPr>
              <p14:xfrm>
                <a:off x="8356655" y="4019558"/>
                <a:ext cx="230760" cy="38160"/>
              </p14:xfrm>
            </p:contentPart>
          </mc:Choice>
          <mc:Fallback>
            <p:pic>
              <p:nvPicPr>
                <p:cNvPr id="102" name="Tinta 101">
                  <a:extLst>
                    <a:ext uri="{FF2B5EF4-FFF2-40B4-BE49-F238E27FC236}">
                      <a16:creationId xmlns:a16="http://schemas.microsoft.com/office/drawing/2014/main" id="{91536ECB-A7B7-7B50-52AE-9B509C56BB87}"/>
                    </a:ext>
                  </a:extLst>
                </p:cNvPr>
                <p:cNvPicPr/>
                <p:nvPr/>
              </p:nvPicPr>
              <p:blipFill>
                <a:blip r:embed="rId152"/>
                <a:stretch>
                  <a:fillRect/>
                </a:stretch>
              </p:blipFill>
              <p:spPr>
                <a:xfrm>
                  <a:off x="8350535" y="4013438"/>
                  <a:ext cx="243000" cy="50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3">
              <p14:nvContentPartPr>
                <p14:cNvPr id="103" name="Tinta 102">
                  <a:extLst>
                    <a:ext uri="{FF2B5EF4-FFF2-40B4-BE49-F238E27FC236}">
                      <a16:creationId xmlns:a16="http://schemas.microsoft.com/office/drawing/2014/main" id="{9C0E1118-4814-7397-DB42-6A8EA6011903}"/>
                    </a:ext>
                  </a:extLst>
                </p14:cNvPr>
                <p14:cNvContentPartPr/>
                <p14:nvPr/>
              </p14:nvContentPartPr>
              <p14:xfrm>
                <a:off x="8287895" y="4096238"/>
                <a:ext cx="289440" cy="34560"/>
              </p14:xfrm>
            </p:contentPart>
          </mc:Choice>
          <mc:Fallback>
            <p:pic>
              <p:nvPicPr>
                <p:cNvPr id="103" name="Tinta 102">
                  <a:extLst>
                    <a:ext uri="{FF2B5EF4-FFF2-40B4-BE49-F238E27FC236}">
                      <a16:creationId xmlns:a16="http://schemas.microsoft.com/office/drawing/2014/main" id="{9C0E1118-4814-7397-DB42-6A8EA6011903}"/>
                    </a:ext>
                  </a:extLst>
                </p:cNvPr>
                <p:cNvPicPr/>
                <p:nvPr/>
              </p:nvPicPr>
              <p:blipFill>
                <a:blip r:embed="rId154"/>
                <a:stretch>
                  <a:fillRect/>
                </a:stretch>
              </p:blipFill>
              <p:spPr>
                <a:xfrm>
                  <a:off x="8281775" y="4090118"/>
                  <a:ext cx="301680" cy="46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5">
              <p14:nvContentPartPr>
                <p14:cNvPr id="120" name="Tinta 119">
                  <a:extLst>
                    <a:ext uri="{FF2B5EF4-FFF2-40B4-BE49-F238E27FC236}">
                      <a16:creationId xmlns:a16="http://schemas.microsoft.com/office/drawing/2014/main" id="{84D4A542-5831-E57A-95B6-50A7753F326F}"/>
                    </a:ext>
                  </a:extLst>
                </p14:cNvPr>
                <p14:cNvContentPartPr/>
                <p14:nvPr/>
              </p14:nvContentPartPr>
              <p14:xfrm>
                <a:off x="7795775" y="3747398"/>
                <a:ext cx="773280" cy="426960"/>
              </p14:xfrm>
            </p:contentPart>
          </mc:Choice>
          <mc:Fallback>
            <p:pic>
              <p:nvPicPr>
                <p:cNvPr id="120" name="Tinta 119">
                  <a:extLst>
                    <a:ext uri="{FF2B5EF4-FFF2-40B4-BE49-F238E27FC236}">
                      <a16:creationId xmlns:a16="http://schemas.microsoft.com/office/drawing/2014/main" id="{84D4A542-5831-E57A-95B6-50A7753F326F}"/>
                    </a:ext>
                  </a:extLst>
                </p:cNvPr>
                <p:cNvPicPr/>
                <p:nvPr/>
              </p:nvPicPr>
              <p:blipFill>
                <a:blip r:embed="rId156"/>
                <a:stretch>
                  <a:fillRect/>
                </a:stretch>
              </p:blipFill>
              <p:spPr>
                <a:xfrm>
                  <a:off x="7789655" y="3741278"/>
                  <a:ext cx="785520" cy="4392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23" name="Agrupar 122">
            <a:extLst>
              <a:ext uri="{FF2B5EF4-FFF2-40B4-BE49-F238E27FC236}">
                <a16:creationId xmlns:a16="http://schemas.microsoft.com/office/drawing/2014/main" id="{D3BC6CD0-7E2F-4D40-FD1B-85A7E4879717}"/>
              </a:ext>
            </a:extLst>
          </p:cNvPr>
          <p:cNvGrpSpPr/>
          <p:nvPr/>
        </p:nvGrpSpPr>
        <p:grpSpPr>
          <a:xfrm>
            <a:off x="5731535" y="4404038"/>
            <a:ext cx="2154240" cy="709200"/>
            <a:chOff x="5731535" y="4404038"/>
            <a:chExt cx="2154240" cy="7092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57">
              <p14:nvContentPartPr>
                <p14:cNvPr id="31" name="Tinta 30">
                  <a:extLst>
                    <a:ext uri="{FF2B5EF4-FFF2-40B4-BE49-F238E27FC236}">
                      <a16:creationId xmlns:a16="http://schemas.microsoft.com/office/drawing/2014/main" id="{3710FD1B-C52C-07E0-E016-524FB12057C6}"/>
                    </a:ext>
                  </a:extLst>
                </p14:cNvPr>
                <p14:cNvContentPartPr/>
                <p14:nvPr/>
              </p14:nvContentPartPr>
              <p14:xfrm>
                <a:off x="7224815" y="4462718"/>
                <a:ext cx="342000" cy="166680"/>
              </p14:xfrm>
            </p:contentPart>
          </mc:Choice>
          <mc:Fallback>
            <p:pic>
              <p:nvPicPr>
                <p:cNvPr id="31" name="Tinta 30">
                  <a:extLst>
                    <a:ext uri="{FF2B5EF4-FFF2-40B4-BE49-F238E27FC236}">
                      <a16:creationId xmlns:a16="http://schemas.microsoft.com/office/drawing/2014/main" id="{3710FD1B-C52C-07E0-E016-524FB12057C6}"/>
                    </a:ext>
                  </a:extLst>
                </p:cNvPr>
                <p:cNvPicPr/>
                <p:nvPr/>
              </p:nvPicPr>
              <p:blipFill>
                <a:blip r:embed="rId158"/>
                <a:stretch>
                  <a:fillRect/>
                </a:stretch>
              </p:blipFill>
              <p:spPr>
                <a:xfrm>
                  <a:off x="7218695" y="4456598"/>
                  <a:ext cx="354240" cy="178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9">
              <p14:nvContentPartPr>
                <p14:cNvPr id="34" name="Tinta 33">
                  <a:extLst>
                    <a:ext uri="{FF2B5EF4-FFF2-40B4-BE49-F238E27FC236}">
                      <a16:creationId xmlns:a16="http://schemas.microsoft.com/office/drawing/2014/main" id="{D37B0240-49A1-8B3B-EDA7-98C6688C84DB}"/>
                    </a:ext>
                  </a:extLst>
                </p14:cNvPr>
                <p14:cNvContentPartPr/>
                <p14:nvPr/>
              </p14:nvContentPartPr>
              <p14:xfrm>
                <a:off x="7736015" y="4952678"/>
                <a:ext cx="149760" cy="21600"/>
              </p14:xfrm>
            </p:contentPart>
          </mc:Choice>
          <mc:Fallback>
            <p:pic>
              <p:nvPicPr>
                <p:cNvPr id="34" name="Tinta 33">
                  <a:extLst>
                    <a:ext uri="{FF2B5EF4-FFF2-40B4-BE49-F238E27FC236}">
                      <a16:creationId xmlns:a16="http://schemas.microsoft.com/office/drawing/2014/main" id="{D37B0240-49A1-8B3B-EDA7-98C6688C84DB}"/>
                    </a:ext>
                  </a:extLst>
                </p:cNvPr>
                <p:cNvPicPr/>
                <p:nvPr/>
              </p:nvPicPr>
              <p:blipFill>
                <a:blip r:embed="rId160"/>
                <a:stretch>
                  <a:fillRect/>
                </a:stretch>
              </p:blipFill>
              <p:spPr>
                <a:xfrm>
                  <a:off x="7729895" y="4946558"/>
                  <a:ext cx="162000" cy="33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1">
              <p14:nvContentPartPr>
                <p14:cNvPr id="35" name="Tinta 34">
                  <a:extLst>
                    <a:ext uri="{FF2B5EF4-FFF2-40B4-BE49-F238E27FC236}">
                      <a16:creationId xmlns:a16="http://schemas.microsoft.com/office/drawing/2014/main" id="{93AAC5AB-40DF-A309-629F-82ED9C073526}"/>
                    </a:ext>
                  </a:extLst>
                </p14:cNvPr>
                <p14:cNvContentPartPr/>
                <p14:nvPr/>
              </p14:nvContentPartPr>
              <p14:xfrm>
                <a:off x="7695695" y="5033678"/>
                <a:ext cx="101520" cy="13320"/>
              </p14:xfrm>
            </p:contentPart>
          </mc:Choice>
          <mc:Fallback>
            <p:pic>
              <p:nvPicPr>
                <p:cNvPr id="35" name="Tinta 34">
                  <a:extLst>
                    <a:ext uri="{FF2B5EF4-FFF2-40B4-BE49-F238E27FC236}">
                      <a16:creationId xmlns:a16="http://schemas.microsoft.com/office/drawing/2014/main" id="{93AAC5AB-40DF-A309-629F-82ED9C073526}"/>
                    </a:ext>
                  </a:extLst>
                </p:cNvPr>
                <p:cNvPicPr/>
                <p:nvPr/>
              </p:nvPicPr>
              <p:blipFill>
                <a:blip r:embed="rId162"/>
                <a:stretch>
                  <a:fillRect/>
                </a:stretch>
              </p:blipFill>
              <p:spPr>
                <a:xfrm>
                  <a:off x="7689575" y="5027558"/>
                  <a:ext cx="113760" cy="25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3">
              <p14:nvContentPartPr>
                <p14:cNvPr id="25" name="Tinta 24">
                  <a:extLst>
                    <a:ext uri="{FF2B5EF4-FFF2-40B4-BE49-F238E27FC236}">
                      <a16:creationId xmlns:a16="http://schemas.microsoft.com/office/drawing/2014/main" id="{8B1FCE4A-4541-E366-5E86-7ED5F2FD2E2C}"/>
                    </a:ext>
                  </a:extLst>
                </p14:cNvPr>
                <p14:cNvContentPartPr/>
                <p14:nvPr/>
              </p14:nvContentPartPr>
              <p14:xfrm>
                <a:off x="5731535" y="4862678"/>
                <a:ext cx="210960" cy="226800"/>
              </p14:xfrm>
            </p:contentPart>
          </mc:Choice>
          <mc:Fallback>
            <p:pic>
              <p:nvPicPr>
                <p:cNvPr id="25" name="Tinta 24">
                  <a:extLst>
                    <a:ext uri="{FF2B5EF4-FFF2-40B4-BE49-F238E27FC236}">
                      <a16:creationId xmlns:a16="http://schemas.microsoft.com/office/drawing/2014/main" id="{8B1FCE4A-4541-E366-5E86-7ED5F2FD2E2C}"/>
                    </a:ext>
                  </a:extLst>
                </p:cNvPr>
                <p:cNvPicPr/>
                <p:nvPr/>
              </p:nvPicPr>
              <p:blipFill>
                <a:blip r:embed="rId164"/>
                <a:stretch>
                  <a:fillRect/>
                </a:stretch>
              </p:blipFill>
              <p:spPr>
                <a:xfrm>
                  <a:off x="5725415" y="4856558"/>
                  <a:ext cx="223200" cy="239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5">
              <p14:nvContentPartPr>
                <p14:cNvPr id="26" name="Tinta 25">
                  <a:extLst>
                    <a:ext uri="{FF2B5EF4-FFF2-40B4-BE49-F238E27FC236}">
                      <a16:creationId xmlns:a16="http://schemas.microsoft.com/office/drawing/2014/main" id="{33C51066-0C32-8D1B-8174-2292D2C18B10}"/>
                    </a:ext>
                  </a:extLst>
                </p14:cNvPr>
                <p14:cNvContentPartPr/>
                <p14:nvPr/>
              </p14:nvContentPartPr>
              <p14:xfrm>
                <a:off x="5870855" y="4857278"/>
                <a:ext cx="188280" cy="120960"/>
              </p14:xfrm>
            </p:contentPart>
          </mc:Choice>
          <mc:Fallback>
            <p:pic>
              <p:nvPicPr>
                <p:cNvPr id="26" name="Tinta 25">
                  <a:extLst>
                    <a:ext uri="{FF2B5EF4-FFF2-40B4-BE49-F238E27FC236}">
                      <a16:creationId xmlns:a16="http://schemas.microsoft.com/office/drawing/2014/main" id="{33C51066-0C32-8D1B-8174-2292D2C18B10}"/>
                    </a:ext>
                  </a:extLst>
                </p:cNvPr>
                <p:cNvPicPr/>
                <p:nvPr/>
              </p:nvPicPr>
              <p:blipFill>
                <a:blip r:embed="rId166"/>
                <a:stretch>
                  <a:fillRect/>
                </a:stretch>
              </p:blipFill>
              <p:spPr>
                <a:xfrm>
                  <a:off x="5864735" y="4851158"/>
                  <a:ext cx="200520" cy="133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7">
              <p14:nvContentPartPr>
                <p14:cNvPr id="27" name="Tinta 26">
                  <a:extLst>
                    <a:ext uri="{FF2B5EF4-FFF2-40B4-BE49-F238E27FC236}">
                      <a16:creationId xmlns:a16="http://schemas.microsoft.com/office/drawing/2014/main" id="{C629759C-074D-BE58-C17D-617509C2C916}"/>
                    </a:ext>
                  </a:extLst>
                </p14:cNvPr>
                <p14:cNvContentPartPr/>
                <p14:nvPr/>
              </p14:nvContentPartPr>
              <p14:xfrm>
                <a:off x="6202055" y="4914158"/>
                <a:ext cx="248760" cy="21600"/>
              </p14:xfrm>
            </p:contentPart>
          </mc:Choice>
          <mc:Fallback>
            <p:pic>
              <p:nvPicPr>
                <p:cNvPr id="27" name="Tinta 26">
                  <a:extLst>
                    <a:ext uri="{FF2B5EF4-FFF2-40B4-BE49-F238E27FC236}">
                      <a16:creationId xmlns:a16="http://schemas.microsoft.com/office/drawing/2014/main" id="{C629759C-074D-BE58-C17D-617509C2C916}"/>
                    </a:ext>
                  </a:extLst>
                </p:cNvPr>
                <p:cNvPicPr/>
                <p:nvPr/>
              </p:nvPicPr>
              <p:blipFill>
                <a:blip r:embed="rId168"/>
                <a:stretch>
                  <a:fillRect/>
                </a:stretch>
              </p:blipFill>
              <p:spPr>
                <a:xfrm>
                  <a:off x="6195935" y="4908038"/>
                  <a:ext cx="261000" cy="33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9">
              <p14:nvContentPartPr>
                <p14:cNvPr id="28" name="Tinta 27">
                  <a:extLst>
                    <a:ext uri="{FF2B5EF4-FFF2-40B4-BE49-F238E27FC236}">
                      <a16:creationId xmlns:a16="http://schemas.microsoft.com/office/drawing/2014/main" id="{D8DDC461-806A-216E-4B3E-972C9FA74076}"/>
                    </a:ext>
                  </a:extLst>
                </p14:cNvPr>
                <p14:cNvContentPartPr/>
                <p14:nvPr/>
              </p14:nvContentPartPr>
              <p14:xfrm>
                <a:off x="6191975" y="4986878"/>
                <a:ext cx="220680" cy="4320"/>
              </p14:xfrm>
            </p:contentPart>
          </mc:Choice>
          <mc:Fallback>
            <p:pic>
              <p:nvPicPr>
                <p:cNvPr id="28" name="Tinta 27">
                  <a:extLst>
                    <a:ext uri="{FF2B5EF4-FFF2-40B4-BE49-F238E27FC236}">
                      <a16:creationId xmlns:a16="http://schemas.microsoft.com/office/drawing/2014/main" id="{D8DDC461-806A-216E-4B3E-972C9FA74076}"/>
                    </a:ext>
                  </a:extLst>
                </p:cNvPr>
                <p:cNvPicPr/>
                <p:nvPr/>
              </p:nvPicPr>
              <p:blipFill>
                <a:blip r:embed="rId170"/>
                <a:stretch>
                  <a:fillRect/>
                </a:stretch>
              </p:blipFill>
              <p:spPr>
                <a:xfrm>
                  <a:off x="6185855" y="4980758"/>
                  <a:ext cx="232920" cy="16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1">
              <p14:nvContentPartPr>
                <p14:cNvPr id="30" name="Tinta 29">
                  <a:extLst>
                    <a:ext uri="{FF2B5EF4-FFF2-40B4-BE49-F238E27FC236}">
                      <a16:creationId xmlns:a16="http://schemas.microsoft.com/office/drawing/2014/main" id="{41A4D757-D7A3-9B7F-ACD4-228D0F18AD6C}"/>
                    </a:ext>
                  </a:extLst>
                </p14:cNvPr>
                <p14:cNvContentPartPr/>
                <p14:nvPr/>
              </p14:nvContentPartPr>
              <p14:xfrm>
                <a:off x="6762935" y="4770518"/>
                <a:ext cx="291960" cy="209160"/>
              </p14:xfrm>
            </p:contentPart>
          </mc:Choice>
          <mc:Fallback>
            <p:pic>
              <p:nvPicPr>
                <p:cNvPr id="30" name="Tinta 29">
                  <a:extLst>
                    <a:ext uri="{FF2B5EF4-FFF2-40B4-BE49-F238E27FC236}">
                      <a16:creationId xmlns:a16="http://schemas.microsoft.com/office/drawing/2014/main" id="{41A4D757-D7A3-9B7F-ACD4-228D0F18AD6C}"/>
                    </a:ext>
                  </a:extLst>
                </p:cNvPr>
                <p:cNvPicPr/>
                <p:nvPr/>
              </p:nvPicPr>
              <p:blipFill>
                <a:blip r:embed="rId172"/>
                <a:stretch>
                  <a:fillRect/>
                </a:stretch>
              </p:blipFill>
              <p:spPr>
                <a:xfrm>
                  <a:off x="6756815" y="4764398"/>
                  <a:ext cx="304200" cy="221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3">
              <p14:nvContentPartPr>
                <p14:cNvPr id="32" name="Tinta 31">
                  <a:extLst>
                    <a:ext uri="{FF2B5EF4-FFF2-40B4-BE49-F238E27FC236}">
                      <a16:creationId xmlns:a16="http://schemas.microsoft.com/office/drawing/2014/main" id="{1FE7C037-A883-3C59-3D86-F1198E962629}"/>
                    </a:ext>
                  </a:extLst>
                </p14:cNvPr>
                <p14:cNvContentPartPr/>
                <p14:nvPr/>
              </p14:nvContentPartPr>
              <p14:xfrm>
                <a:off x="6638015" y="5082998"/>
                <a:ext cx="474120" cy="30240"/>
              </p14:xfrm>
            </p:contentPart>
          </mc:Choice>
          <mc:Fallback>
            <p:pic>
              <p:nvPicPr>
                <p:cNvPr id="32" name="Tinta 31">
                  <a:extLst>
                    <a:ext uri="{FF2B5EF4-FFF2-40B4-BE49-F238E27FC236}">
                      <a16:creationId xmlns:a16="http://schemas.microsoft.com/office/drawing/2014/main" id="{1FE7C037-A883-3C59-3D86-F1198E962629}"/>
                    </a:ext>
                  </a:extLst>
                </p:cNvPr>
                <p:cNvPicPr/>
                <p:nvPr/>
              </p:nvPicPr>
              <p:blipFill>
                <a:blip r:embed="rId174"/>
                <a:stretch>
                  <a:fillRect/>
                </a:stretch>
              </p:blipFill>
              <p:spPr>
                <a:xfrm>
                  <a:off x="6631895" y="5076878"/>
                  <a:ext cx="486360" cy="42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5">
              <p14:nvContentPartPr>
                <p14:cNvPr id="121" name="Tinta 120">
                  <a:extLst>
                    <a:ext uri="{FF2B5EF4-FFF2-40B4-BE49-F238E27FC236}">
                      <a16:creationId xmlns:a16="http://schemas.microsoft.com/office/drawing/2014/main" id="{8EBDED8D-AE10-A483-B072-1F4B392BBAF5}"/>
                    </a:ext>
                  </a:extLst>
                </p14:cNvPr>
                <p14:cNvContentPartPr/>
                <p14:nvPr/>
              </p14:nvContentPartPr>
              <p14:xfrm>
                <a:off x="6672575" y="4679798"/>
                <a:ext cx="538920" cy="275040"/>
              </p14:xfrm>
            </p:contentPart>
          </mc:Choice>
          <mc:Fallback>
            <p:pic>
              <p:nvPicPr>
                <p:cNvPr id="121" name="Tinta 120">
                  <a:extLst>
                    <a:ext uri="{FF2B5EF4-FFF2-40B4-BE49-F238E27FC236}">
                      <a16:creationId xmlns:a16="http://schemas.microsoft.com/office/drawing/2014/main" id="{8EBDED8D-AE10-A483-B072-1F4B392BBAF5}"/>
                    </a:ext>
                  </a:extLst>
                </p:cNvPr>
                <p:cNvPicPr/>
                <p:nvPr/>
              </p:nvPicPr>
              <p:blipFill>
                <a:blip r:embed="rId176"/>
                <a:stretch>
                  <a:fillRect/>
                </a:stretch>
              </p:blipFill>
              <p:spPr>
                <a:xfrm>
                  <a:off x="6666455" y="4673678"/>
                  <a:ext cx="551160" cy="287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7">
              <p14:nvContentPartPr>
                <p14:cNvPr id="122" name="Tinta 121">
                  <a:extLst>
                    <a:ext uri="{FF2B5EF4-FFF2-40B4-BE49-F238E27FC236}">
                      <a16:creationId xmlns:a16="http://schemas.microsoft.com/office/drawing/2014/main" id="{951C79BA-A26C-FA13-DE54-EAA3D29309E5}"/>
                    </a:ext>
                  </a:extLst>
                </p14:cNvPr>
                <p14:cNvContentPartPr/>
                <p14:nvPr/>
              </p14:nvContentPartPr>
              <p14:xfrm>
                <a:off x="7194215" y="4404038"/>
                <a:ext cx="291960" cy="183960"/>
              </p14:xfrm>
            </p:contentPart>
          </mc:Choice>
          <mc:Fallback>
            <p:pic>
              <p:nvPicPr>
                <p:cNvPr id="122" name="Tinta 121">
                  <a:extLst>
                    <a:ext uri="{FF2B5EF4-FFF2-40B4-BE49-F238E27FC236}">
                      <a16:creationId xmlns:a16="http://schemas.microsoft.com/office/drawing/2014/main" id="{951C79BA-A26C-FA13-DE54-EAA3D29309E5}"/>
                    </a:ext>
                  </a:extLst>
                </p:cNvPr>
                <p:cNvPicPr/>
                <p:nvPr/>
              </p:nvPicPr>
              <p:blipFill>
                <a:blip r:embed="rId178"/>
                <a:stretch>
                  <a:fillRect/>
                </a:stretch>
              </p:blipFill>
              <p:spPr>
                <a:xfrm>
                  <a:off x="7188095" y="4397918"/>
                  <a:ext cx="304200" cy="196200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314419619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A010669-909B-4BA3-9D4E-73E56DA3F3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pt-BR"/>
          </a:p>
        </p:txBody>
      </p:sp>
      <p:pic>
        <p:nvPicPr>
          <p:cNvPr id="4" name="Espaço Reservado para Conteúdo 3">
            <a:extLst>
              <a:ext uri="{FF2B5EF4-FFF2-40B4-BE49-F238E27FC236}">
                <a16:creationId xmlns:a16="http://schemas.microsoft.com/office/drawing/2014/main" id="{0740258A-D7BB-7177-8B43-9A857F46FD5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984510" y="326232"/>
            <a:ext cx="4808100" cy="3541712"/>
          </a:xfrm>
          <a:prstGeom prst="rect">
            <a:avLst/>
          </a:prstGeom>
        </p:spPr>
      </p:pic>
      <p:grpSp>
        <p:nvGrpSpPr>
          <p:cNvPr id="7" name="Agrupar 6">
            <a:extLst>
              <a:ext uri="{FF2B5EF4-FFF2-40B4-BE49-F238E27FC236}">
                <a16:creationId xmlns:a16="http://schemas.microsoft.com/office/drawing/2014/main" id="{8F0A9867-84B3-6715-9B88-B1DAA066B373}"/>
              </a:ext>
            </a:extLst>
          </p:cNvPr>
          <p:cNvGrpSpPr/>
          <p:nvPr/>
        </p:nvGrpSpPr>
        <p:grpSpPr>
          <a:xfrm>
            <a:off x="1470575" y="4224398"/>
            <a:ext cx="611640" cy="405000"/>
            <a:chOff x="1470575" y="4224398"/>
            <a:chExt cx="611640" cy="4050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3">
              <p14:nvContentPartPr>
                <p14:cNvPr id="5" name="Tinta 4">
                  <a:extLst>
                    <a:ext uri="{FF2B5EF4-FFF2-40B4-BE49-F238E27FC236}">
                      <a16:creationId xmlns:a16="http://schemas.microsoft.com/office/drawing/2014/main" id="{EDAAC0AB-59BA-BF48-6F76-80BCE2A91976}"/>
                    </a:ext>
                  </a:extLst>
                </p14:cNvPr>
                <p14:cNvContentPartPr/>
                <p14:nvPr/>
              </p14:nvContentPartPr>
              <p14:xfrm>
                <a:off x="1470575" y="4316918"/>
                <a:ext cx="250920" cy="312480"/>
              </p14:xfrm>
            </p:contentPart>
          </mc:Choice>
          <mc:Fallback>
            <p:pic>
              <p:nvPicPr>
                <p:cNvPr id="5" name="Tinta 4">
                  <a:extLst>
                    <a:ext uri="{FF2B5EF4-FFF2-40B4-BE49-F238E27FC236}">
                      <a16:creationId xmlns:a16="http://schemas.microsoft.com/office/drawing/2014/main" id="{EDAAC0AB-59BA-BF48-6F76-80BCE2A91976}"/>
                    </a:ext>
                  </a:extLst>
                </p:cNvPr>
                <p:cNvPicPr/>
                <p:nvPr/>
              </p:nvPicPr>
              <p:blipFill>
                <a:blip r:embed="rId4"/>
                <a:stretch>
                  <a:fillRect/>
                </a:stretch>
              </p:blipFill>
              <p:spPr>
                <a:xfrm>
                  <a:off x="1464455" y="4310798"/>
                  <a:ext cx="263160" cy="324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">
              <p14:nvContentPartPr>
                <p14:cNvPr id="6" name="Tinta 5">
                  <a:extLst>
                    <a:ext uri="{FF2B5EF4-FFF2-40B4-BE49-F238E27FC236}">
                      <a16:creationId xmlns:a16="http://schemas.microsoft.com/office/drawing/2014/main" id="{8E4ED823-190C-C9AB-03EA-1646ACE6C578}"/>
                    </a:ext>
                  </a:extLst>
                </p14:cNvPr>
                <p14:cNvContentPartPr/>
                <p14:nvPr/>
              </p14:nvContentPartPr>
              <p14:xfrm>
                <a:off x="1782335" y="4224398"/>
                <a:ext cx="299880" cy="398520"/>
              </p14:xfrm>
            </p:contentPart>
          </mc:Choice>
          <mc:Fallback>
            <p:pic>
              <p:nvPicPr>
                <p:cNvPr id="6" name="Tinta 5">
                  <a:extLst>
                    <a:ext uri="{FF2B5EF4-FFF2-40B4-BE49-F238E27FC236}">
                      <a16:creationId xmlns:a16="http://schemas.microsoft.com/office/drawing/2014/main" id="{8E4ED823-190C-C9AB-03EA-1646ACE6C578}"/>
                    </a:ext>
                  </a:extLst>
                </p:cNvPr>
                <p:cNvPicPr/>
                <p:nvPr/>
              </p:nvPicPr>
              <p:blipFill>
                <a:blip r:embed="rId6"/>
                <a:stretch>
                  <a:fillRect/>
                </a:stretch>
              </p:blipFill>
              <p:spPr>
                <a:xfrm>
                  <a:off x="1776215" y="4218278"/>
                  <a:ext cx="312120" cy="41076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7">
            <p14:nvContentPartPr>
              <p14:cNvPr id="13" name="Tinta 12">
                <a:extLst>
                  <a:ext uri="{FF2B5EF4-FFF2-40B4-BE49-F238E27FC236}">
                    <a16:creationId xmlns:a16="http://schemas.microsoft.com/office/drawing/2014/main" id="{D6F0280A-34BF-FE6A-4DDE-811005341407}"/>
                  </a:ext>
                </a:extLst>
              </p14:cNvPr>
              <p14:cNvContentPartPr/>
              <p14:nvPr/>
            </p14:nvContentPartPr>
            <p14:xfrm>
              <a:off x="4577375" y="4539758"/>
              <a:ext cx="402480" cy="142200"/>
            </p14:xfrm>
          </p:contentPart>
        </mc:Choice>
        <mc:Fallback>
          <p:pic>
            <p:nvPicPr>
              <p:cNvPr id="13" name="Tinta 12">
                <a:extLst>
                  <a:ext uri="{FF2B5EF4-FFF2-40B4-BE49-F238E27FC236}">
                    <a16:creationId xmlns:a16="http://schemas.microsoft.com/office/drawing/2014/main" id="{D6F0280A-34BF-FE6A-4DDE-811005341407}"/>
                  </a:ext>
                </a:extLst>
              </p:cNvPr>
              <p:cNvPicPr/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4571255" y="4533638"/>
                <a:ext cx="414720" cy="154440"/>
              </a:xfrm>
              <a:prstGeom prst="rect">
                <a:avLst/>
              </a:prstGeom>
            </p:spPr>
          </p:pic>
        </mc:Fallback>
      </mc:AlternateContent>
      <p:grpSp>
        <p:nvGrpSpPr>
          <p:cNvPr id="20" name="Agrupar 19">
            <a:extLst>
              <a:ext uri="{FF2B5EF4-FFF2-40B4-BE49-F238E27FC236}">
                <a16:creationId xmlns:a16="http://schemas.microsoft.com/office/drawing/2014/main" id="{E672EE52-736B-2B3E-2BAA-E18B95A53994}"/>
              </a:ext>
            </a:extLst>
          </p:cNvPr>
          <p:cNvGrpSpPr/>
          <p:nvPr/>
        </p:nvGrpSpPr>
        <p:grpSpPr>
          <a:xfrm>
            <a:off x="5199815" y="4545878"/>
            <a:ext cx="220680" cy="140760"/>
            <a:chOff x="5199815" y="4545878"/>
            <a:chExt cx="220680" cy="1407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9">
              <p14:nvContentPartPr>
                <p14:cNvPr id="14" name="Tinta 13">
                  <a:extLst>
                    <a:ext uri="{FF2B5EF4-FFF2-40B4-BE49-F238E27FC236}">
                      <a16:creationId xmlns:a16="http://schemas.microsoft.com/office/drawing/2014/main" id="{1264E0C7-BA64-D0DB-7E24-7DE956664F4C}"/>
                    </a:ext>
                  </a:extLst>
                </p14:cNvPr>
                <p14:cNvContentPartPr/>
                <p14:nvPr/>
              </p14:nvContentPartPr>
              <p14:xfrm>
                <a:off x="5199815" y="4545878"/>
                <a:ext cx="180360" cy="140760"/>
              </p14:xfrm>
            </p:contentPart>
          </mc:Choice>
          <mc:Fallback>
            <p:pic>
              <p:nvPicPr>
                <p:cNvPr id="14" name="Tinta 13">
                  <a:extLst>
                    <a:ext uri="{FF2B5EF4-FFF2-40B4-BE49-F238E27FC236}">
                      <a16:creationId xmlns:a16="http://schemas.microsoft.com/office/drawing/2014/main" id="{1264E0C7-BA64-D0DB-7E24-7DE956664F4C}"/>
                    </a:ext>
                  </a:extLst>
                </p:cNvPr>
                <p:cNvPicPr/>
                <p:nvPr/>
              </p:nvPicPr>
              <p:blipFill>
                <a:blip r:embed="rId10"/>
                <a:stretch>
                  <a:fillRect/>
                </a:stretch>
              </p:blipFill>
              <p:spPr>
                <a:xfrm>
                  <a:off x="5193695" y="4539758"/>
                  <a:ext cx="192600" cy="153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">
              <p14:nvContentPartPr>
                <p14:cNvPr id="15" name="Tinta 14">
                  <a:extLst>
                    <a:ext uri="{FF2B5EF4-FFF2-40B4-BE49-F238E27FC236}">
                      <a16:creationId xmlns:a16="http://schemas.microsoft.com/office/drawing/2014/main" id="{F35C2E7B-7841-8194-8F1F-7F5FCF8A30BF}"/>
                    </a:ext>
                  </a:extLst>
                </p14:cNvPr>
                <p14:cNvContentPartPr/>
                <p14:nvPr/>
              </p14:nvContentPartPr>
              <p14:xfrm>
                <a:off x="5260655" y="4626518"/>
                <a:ext cx="159840" cy="28080"/>
              </p14:xfrm>
            </p:contentPart>
          </mc:Choice>
          <mc:Fallback>
            <p:pic>
              <p:nvPicPr>
                <p:cNvPr id="15" name="Tinta 14">
                  <a:extLst>
                    <a:ext uri="{FF2B5EF4-FFF2-40B4-BE49-F238E27FC236}">
                      <a16:creationId xmlns:a16="http://schemas.microsoft.com/office/drawing/2014/main" id="{F35C2E7B-7841-8194-8F1F-7F5FCF8A30BF}"/>
                    </a:ext>
                  </a:extLst>
                </p:cNvPr>
                <p:cNvPicPr/>
                <p:nvPr/>
              </p:nvPicPr>
              <p:blipFill>
                <a:blip r:embed="rId12"/>
                <a:stretch>
                  <a:fillRect/>
                </a:stretch>
              </p:blipFill>
              <p:spPr>
                <a:xfrm>
                  <a:off x="5254535" y="4620398"/>
                  <a:ext cx="172080" cy="4032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13">
            <p14:nvContentPartPr>
              <p14:cNvPr id="16" name="Tinta 15">
                <a:extLst>
                  <a:ext uri="{FF2B5EF4-FFF2-40B4-BE49-F238E27FC236}">
                    <a16:creationId xmlns:a16="http://schemas.microsoft.com/office/drawing/2014/main" id="{C3917F2F-7EAB-00BE-4D11-D11C0C1F16C9}"/>
                  </a:ext>
                </a:extLst>
              </p14:cNvPr>
              <p14:cNvContentPartPr/>
              <p14:nvPr/>
            </p14:nvContentPartPr>
            <p14:xfrm>
              <a:off x="5711015" y="4542638"/>
              <a:ext cx="261000" cy="126720"/>
            </p14:xfrm>
          </p:contentPart>
        </mc:Choice>
        <mc:Fallback>
          <p:pic>
            <p:nvPicPr>
              <p:cNvPr id="16" name="Tinta 15">
                <a:extLst>
                  <a:ext uri="{FF2B5EF4-FFF2-40B4-BE49-F238E27FC236}">
                    <a16:creationId xmlns:a16="http://schemas.microsoft.com/office/drawing/2014/main" id="{C3917F2F-7EAB-00BE-4D11-D11C0C1F16C9}"/>
                  </a:ext>
                </a:extLst>
              </p:cNvPr>
              <p:cNvPicPr/>
              <p:nvPr/>
            </p:nvPicPr>
            <p:blipFill>
              <a:blip r:embed="rId14"/>
              <a:stretch>
                <a:fillRect/>
              </a:stretch>
            </p:blipFill>
            <p:spPr>
              <a:xfrm>
                <a:off x="5704895" y="4536518"/>
                <a:ext cx="273240" cy="138960"/>
              </a:xfrm>
              <a:prstGeom prst="rect">
                <a:avLst/>
              </a:prstGeom>
            </p:spPr>
          </p:pic>
        </mc:Fallback>
      </mc:AlternateContent>
      <p:grpSp>
        <p:nvGrpSpPr>
          <p:cNvPr id="19" name="Agrupar 18">
            <a:extLst>
              <a:ext uri="{FF2B5EF4-FFF2-40B4-BE49-F238E27FC236}">
                <a16:creationId xmlns:a16="http://schemas.microsoft.com/office/drawing/2014/main" id="{57B7B3CB-F7A2-98B7-8162-05C9BF36F01E}"/>
              </a:ext>
            </a:extLst>
          </p:cNvPr>
          <p:cNvGrpSpPr/>
          <p:nvPr/>
        </p:nvGrpSpPr>
        <p:grpSpPr>
          <a:xfrm>
            <a:off x="6252815" y="4524278"/>
            <a:ext cx="200520" cy="115200"/>
            <a:chOff x="6252815" y="4524278"/>
            <a:chExt cx="200520" cy="1152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5">
              <p14:nvContentPartPr>
                <p14:cNvPr id="17" name="Tinta 16">
                  <a:extLst>
                    <a:ext uri="{FF2B5EF4-FFF2-40B4-BE49-F238E27FC236}">
                      <a16:creationId xmlns:a16="http://schemas.microsoft.com/office/drawing/2014/main" id="{4C18F5F9-D6C9-8089-93EE-F0A8ADC54922}"/>
                    </a:ext>
                  </a:extLst>
                </p14:cNvPr>
                <p14:cNvContentPartPr/>
                <p14:nvPr/>
              </p14:nvContentPartPr>
              <p14:xfrm>
                <a:off x="6252815" y="4528598"/>
                <a:ext cx="200520" cy="110880"/>
              </p14:xfrm>
            </p:contentPart>
          </mc:Choice>
          <mc:Fallback>
            <p:pic>
              <p:nvPicPr>
                <p:cNvPr id="17" name="Tinta 16">
                  <a:extLst>
                    <a:ext uri="{FF2B5EF4-FFF2-40B4-BE49-F238E27FC236}">
                      <a16:creationId xmlns:a16="http://schemas.microsoft.com/office/drawing/2014/main" id="{4C18F5F9-D6C9-8089-93EE-F0A8ADC54922}"/>
                    </a:ext>
                  </a:extLst>
                </p:cNvPr>
                <p:cNvPicPr/>
                <p:nvPr/>
              </p:nvPicPr>
              <p:blipFill>
                <a:blip r:embed="rId16"/>
                <a:stretch>
                  <a:fillRect/>
                </a:stretch>
              </p:blipFill>
              <p:spPr>
                <a:xfrm>
                  <a:off x="6246695" y="4522478"/>
                  <a:ext cx="212760" cy="123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">
              <p14:nvContentPartPr>
                <p14:cNvPr id="18" name="Tinta 17">
                  <a:extLst>
                    <a:ext uri="{FF2B5EF4-FFF2-40B4-BE49-F238E27FC236}">
                      <a16:creationId xmlns:a16="http://schemas.microsoft.com/office/drawing/2014/main" id="{6C104362-7060-9F3B-5156-526D0B82A6C6}"/>
                    </a:ext>
                  </a:extLst>
                </p14:cNvPr>
                <p14:cNvContentPartPr/>
                <p14:nvPr/>
              </p14:nvContentPartPr>
              <p14:xfrm>
                <a:off x="6252815" y="4524278"/>
                <a:ext cx="170280" cy="102600"/>
              </p14:xfrm>
            </p:contentPart>
          </mc:Choice>
          <mc:Fallback>
            <p:pic>
              <p:nvPicPr>
                <p:cNvPr id="18" name="Tinta 17">
                  <a:extLst>
                    <a:ext uri="{FF2B5EF4-FFF2-40B4-BE49-F238E27FC236}">
                      <a16:creationId xmlns:a16="http://schemas.microsoft.com/office/drawing/2014/main" id="{6C104362-7060-9F3B-5156-526D0B82A6C6}"/>
                    </a:ext>
                  </a:extLst>
                </p:cNvPr>
                <p:cNvPicPr/>
                <p:nvPr/>
              </p:nvPicPr>
              <p:blipFill>
                <a:blip r:embed="rId18"/>
                <a:stretch>
                  <a:fillRect/>
                </a:stretch>
              </p:blipFill>
              <p:spPr>
                <a:xfrm>
                  <a:off x="6246695" y="4518158"/>
                  <a:ext cx="182520" cy="1148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4" name="Agrupar 23">
            <a:extLst>
              <a:ext uri="{FF2B5EF4-FFF2-40B4-BE49-F238E27FC236}">
                <a16:creationId xmlns:a16="http://schemas.microsoft.com/office/drawing/2014/main" id="{706239C7-1EFF-2B6B-E566-874758876D2F}"/>
              </a:ext>
            </a:extLst>
          </p:cNvPr>
          <p:cNvGrpSpPr/>
          <p:nvPr/>
        </p:nvGrpSpPr>
        <p:grpSpPr>
          <a:xfrm>
            <a:off x="6944015" y="4400438"/>
            <a:ext cx="762120" cy="345960"/>
            <a:chOff x="6944015" y="4400438"/>
            <a:chExt cx="762120" cy="3459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9">
              <p14:nvContentPartPr>
                <p14:cNvPr id="21" name="Tinta 20">
                  <a:extLst>
                    <a:ext uri="{FF2B5EF4-FFF2-40B4-BE49-F238E27FC236}">
                      <a16:creationId xmlns:a16="http://schemas.microsoft.com/office/drawing/2014/main" id="{3D8E7454-FF99-69D5-94C7-04D5D88685C8}"/>
                    </a:ext>
                  </a:extLst>
                </p14:cNvPr>
                <p14:cNvContentPartPr/>
                <p14:nvPr/>
              </p14:nvContentPartPr>
              <p14:xfrm>
                <a:off x="6944015" y="4438958"/>
                <a:ext cx="291600" cy="266760"/>
              </p14:xfrm>
            </p:contentPart>
          </mc:Choice>
          <mc:Fallback>
            <p:pic>
              <p:nvPicPr>
                <p:cNvPr id="21" name="Tinta 20">
                  <a:extLst>
                    <a:ext uri="{FF2B5EF4-FFF2-40B4-BE49-F238E27FC236}">
                      <a16:creationId xmlns:a16="http://schemas.microsoft.com/office/drawing/2014/main" id="{3D8E7454-FF99-69D5-94C7-04D5D88685C8}"/>
                    </a:ext>
                  </a:extLst>
                </p:cNvPr>
                <p:cNvPicPr/>
                <p:nvPr/>
              </p:nvPicPr>
              <p:blipFill>
                <a:blip r:embed="rId20"/>
                <a:stretch>
                  <a:fillRect/>
                </a:stretch>
              </p:blipFill>
              <p:spPr>
                <a:xfrm>
                  <a:off x="6937895" y="4432838"/>
                  <a:ext cx="303840" cy="279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1">
              <p14:nvContentPartPr>
                <p14:cNvPr id="22" name="Tinta 21">
                  <a:extLst>
                    <a:ext uri="{FF2B5EF4-FFF2-40B4-BE49-F238E27FC236}">
                      <a16:creationId xmlns:a16="http://schemas.microsoft.com/office/drawing/2014/main" id="{48C0C6CC-0CA3-845E-1374-3040DD660E99}"/>
                    </a:ext>
                  </a:extLst>
                </p14:cNvPr>
                <p14:cNvContentPartPr/>
                <p14:nvPr/>
              </p14:nvContentPartPr>
              <p14:xfrm>
                <a:off x="7364135" y="4400438"/>
                <a:ext cx="342000" cy="30600"/>
              </p14:xfrm>
            </p:contentPart>
          </mc:Choice>
          <mc:Fallback>
            <p:pic>
              <p:nvPicPr>
                <p:cNvPr id="22" name="Tinta 21">
                  <a:extLst>
                    <a:ext uri="{FF2B5EF4-FFF2-40B4-BE49-F238E27FC236}">
                      <a16:creationId xmlns:a16="http://schemas.microsoft.com/office/drawing/2014/main" id="{48C0C6CC-0CA3-845E-1374-3040DD660E99}"/>
                    </a:ext>
                  </a:extLst>
                </p:cNvPr>
                <p:cNvPicPr/>
                <p:nvPr/>
              </p:nvPicPr>
              <p:blipFill>
                <a:blip r:embed="rId22"/>
                <a:stretch>
                  <a:fillRect/>
                </a:stretch>
              </p:blipFill>
              <p:spPr>
                <a:xfrm>
                  <a:off x="7358015" y="4394318"/>
                  <a:ext cx="354240" cy="42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3">
              <p14:nvContentPartPr>
                <p14:cNvPr id="23" name="Tinta 22">
                  <a:extLst>
                    <a:ext uri="{FF2B5EF4-FFF2-40B4-BE49-F238E27FC236}">
                      <a16:creationId xmlns:a16="http://schemas.microsoft.com/office/drawing/2014/main" id="{01DDAE6E-A6CB-225A-8D6E-845A8E6E560F}"/>
                    </a:ext>
                  </a:extLst>
                </p14:cNvPr>
                <p14:cNvContentPartPr/>
                <p14:nvPr/>
              </p14:nvContentPartPr>
              <p14:xfrm>
                <a:off x="7455215" y="4405118"/>
                <a:ext cx="20520" cy="341280"/>
              </p14:xfrm>
            </p:contentPart>
          </mc:Choice>
          <mc:Fallback>
            <p:pic>
              <p:nvPicPr>
                <p:cNvPr id="23" name="Tinta 22">
                  <a:extLst>
                    <a:ext uri="{FF2B5EF4-FFF2-40B4-BE49-F238E27FC236}">
                      <a16:creationId xmlns:a16="http://schemas.microsoft.com/office/drawing/2014/main" id="{01DDAE6E-A6CB-225A-8D6E-845A8E6E560F}"/>
                    </a:ext>
                  </a:extLst>
                </p:cNvPr>
                <p:cNvPicPr/>
                <p:nvPr/>
              </p:nvPicPr>
              <p:blipFill>
                <a:blip r:embed="rId24"/>
                <a:stretch>
                  <a:fillRect/>
                </a:stretch>
              </p:blipFill>
              <p:spPr>
                <a:xfrm>
                  <a:off x="7449095" y="4398998"/>
                  <a:ext cx="32760" cy="35352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25">
            <p14:nvContentPartPr>
              <p14:cNvPr id="25" name="Tinta 24">
                <a:extLst>
                  <a:ext uri="{FF2B5EF4-FFF2-40B4-BE49-F238E27FC236}">
                    <a16:creationId xmlns:a16="http://schemas.microsoft.com/office/drawing/2014/main" id="{1DD0DA22-149B-A99D-30E3-C413A6939DC1}"/>
                  </a:ext>
                </a:extLst>
              </p14:cNvPr>
              <p14:cNvContentPartPr/>
              <p14:nvPr/>
            </p14:nvContentPartPr>
            <p14:xfrm>
              <a:off x="3746855" y="4982198"/>
              <a:ext cx="129600" cy="28080"/>
            </p14:xfrm>
          </p:contentPart>
        </mc:Choice>
        <mc:Fallback>
          <p:pic>
            <p:nvPicPr>
              <p:cNvPr id="25" name="Tinta 24">
                <a:extLst>
                  <a:ext uri="{FF2B5EF4-FFF2-40B4-BE49-F238E27FC236}">
                    <a16:creationId xmlns:a16="http://schemas.microsoft.com/office/drawing/2014/main" id="{1DD0DA22-149B-A99D-30E3-C413A6939DC1}"/>
                  </a:ext>
                </a:extLst>
              </p:cNvPr>
              <p:cNvPicPr/>
              <p:nvPr/>
            </p:nvPicPr>
            <p:blipFill>
              <a:blip r:embed="rId26"/>
              <a:stretch>
                <a:fillRect/>
              </a:stretch>
            </p:blipFill>
            <p:spPr>
              <a:xfrm>
                <a:off x="3740735" y="4976078"/>
                <a:ext cx="141840" cy="40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7">
            <p14:nvContentPartPr>
              <p14:cNvPr id="26" name="Tinta 25">
                <a:extLst>
                  <a:ext uri="{FF2B5EF4-FFF2-40B4-BE49-F238E27FC236}">
                    <a16:creationId xmlns:a16="http://schemas.microsoft.com/office/drawing/2014/main" id="{09120BF2-E6A6-495C-8DFB-65CBFC3352A6}"/>
                  </a:ext>
                </a:extLst>
              </p14:cNvPr>
              <p14:cNvContentPartPr/>
              <p14:nvPr/>
            </p14:nvContentPartPr>
            <p14:xfrm>
              <a:off x="3746855" y="5118638"/>
              <a:ext cx="139680" cy="13320"/>
            </p14:xfrm>
          </p:contentPart>
        </mc:Choice>
        <mc:Fallback>
          <p:pic>
            <p:nvPicPr>
              <p:cNvPr id="26" name="Tinta 25">
                <a:extLst>
                  <a:ext uri="{FF2B5EF4-FFF2-40B4-BE49-F238E27FC236}">
                    <a16:creationId xmlns:a16="http://schemas.microsoft.com/office/drawing/2014/main" id="{09120BF2-E6A6-495C-8DFB-65CBFC3352A6}"/>
                  </a:ext>
                </a:extLst>
              </p:cNvPr>
              <p:cNvPicPr/>
              <p:nvPr/>
            </p:nvPicPr>
            <p:blipFill>
              <a:blip r:embed="rId28"/>
              <a:stretch>
                <a:fillRect/>
              </a:stretch>
            </p:blipFill>
            <p:spPr>
              <a:xfrm>
                <a:off x="3740735" y="5112518"/>
                <a:ext cx="151920" cy="25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9">
            <p14:nvContentPartPr>
              <p14:cNvPr id="27" name="Tinta 26">
                <a:extLst>
                  <a:ext uri="{FF2B5EF4-FFF2-40B4-BE49-F238E27FC236}">
                    <a16:creationId xmlns:a16="http://schemas.microsoft.com/office/drawing/2014/main" id="{893E4EBB-4726-D3FB-72EA-7992E715C737}"/>
                  </a:ext>
                </a:extLst>
              </p14:cNvPr>
              <p14:cNvContentPartPr/>
              <p14:nvPr/>
            </p14:nvContentPartPr>
            <p14:xfrm>
              <a:off x="4617335" y="4959518"/>
              <a:ext cx="71640" cy="225720"/>
            </p14:xfrm>
          </p:contentPart>
        </mc:Choice>
        <mc:Fallback>
          <p:pic>
            <p:nvPicPr>
              <p:cNvPr id="27" name="Tinta 26">
                <a:extLst>
                  <a:ext uri="{FF2B5EF4-FFF2-40B4-BE49-F238E27FC236}">
                    <a16:creationId xmlns:a16="http://schemas.microsoft.com/office/drawing/2014/main" id="{893E4EBB-4726-D3FB-72EA-7992E715C737}"/>
                  </a:ext>
                </a:extLst>
              </p:cNvPr>
              <p:cNvPicPr/>
              <p:nvPr/>
            </p:nvPicPr>
            <p:blipFill>
              <a:blip r:embed="rId30"/>
              <a:stretch>
                <a:fillRect/>
              </a:stretch>
            </p:blipFill>
            <p:spPr>
              <a:xfrm>
                <a:off x="4611215" y="4953398"/>
                <a:ext cx="83880" cy="237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1">
            <p14:nvContentPartPr>
              <p14:cNvPr id="28" name="Tinta 27">
                <a:extLst>
                  <a:ext uri="{FF2B5EF4-FFF2-40B4-BE49-F238E27FC236}">
                    <a16:creationId xmlns:a16="http://schemas.microsoft.com/office/drawing/2014/main" id="{D46F44F3-043D-C3A6-BCAF-F5DEE2A03900}"/>
                  </a:ext>
                </a:extLst>
              </p14:cNvPr>
              <p14:cNvContentPartPr/>
              <p14:nvPr/>
            </p14:nvContentPartPr>
            <p14:xfrm>
              <a:off x="4789055" y="4957718"/>
              <a:ext cx="189360" cy="219240"/>
            </p14:xfrm>
          </p:contentPart>
        </mc:Choice>
        <mc:Fallback>
          <p:pic>
            <p:nvPicPr>
              <p:cNvPr id="28" name="Tinta 27">
                <a:extLst>
                  <a:ext uri="{FF2B5EF4-FFF2-40B4-BE49-F238E27FC236}">
                    <a16:creationId xmlns:a16="http://schemas.microsoft.com/office/drawing/2014/main" id="{D46F44F3-043D-C3A6-BCAF-F5DEE2A03900}"/>
                  </a:ext>
                </a:extLst>
              </p:cNvPr>
              <p:cNvPicPr/>
              <p:nvPr/>
            </p:nvPicPr>
            <p:blipFill>
              <a:blip r:embed="rId32"/>
              <a:stretch>
                <a:fillRect/>
              </a:stretch>
            </p:blipFill>
            <p:spPr>
              <a:xfrm>
                <a:off x="4782935" y="4951598"/>
                <a:ext cx="201600" cy="231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3">
            <p14:nvContentPartPr>
              <p14:cNvPr id="30" name="Tinta 29">
                <a:extLst>
                  <a:ext uri="{FF2B5EF4-FFF2-40B4-BE49-F238E27FC236}">
                    <a16:creationId xmlns:a16="http://schemas.microsoft.com/office/drawing/2014/main" id="{A8A937AE-AA20-B562-CDD4-FA5248A6A85F}"/>
                  </a:ext>
                </a:extLst>
              </p14:cNvPr>
              <p14:cNvContentPartPr/>
              <p14:nvPr/>
            </p14:nvContentPartPr>
            <p14:xfrm>
              <a:off x="5199815" y="5046638"/>
              <a:ext cx="170280" cy="134280"/>
            </p14:xfrm>
          </p:contentPart>
        </mc:Choice>
        <mc:Fallback>
          <p:pic>
            <p:nvPicPr>
              <p:cNvPr id="30" name="Tinta 29">
                <a:extLst>
                  <a:ext uri="{FF2B5EF4-FFF2-40B4-BE49-F238E27FC236}">
                    <a16:creationId xmlns:a16="http://schemas.microsoft.com/office/drawing/2014/main" id="{A8A937AE-AA20-B562-CDD4-FA5248A6A85F}"/>
                  </a:ext>
                </a:extLst>
              </p:cNvPr>
              <p:cNvPicPr/>
              <p:nvPr/>
            </p:nvPicPr>
            <p:blipFill>
              <a:blip r:embed="rId34"/>
              <a:stretch>
                <a:fillRect/>
              </a:stretch>
            </p:blipFill>
            <p:spPr>
              <a:xfrm>
                <a:off x="5193695" y="5040518"/>
                <a:ext cx="182520" cy="146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5">
            <p14:nvContentPartPr>
              <p14:cNvPr id="31" name="Tinta 30">
                <a:extLst>
                  <a:ext uri="{FF2B5EF4-FFF2-40B4-BE49-F238E27FC236}">
                    <a16:creationId xmlns:a16="http://schemas.microsoft.com/office/drawing/2014/main" id="{41691008-ABA1-B768-64B3-3AB010A75E29}"/>
                  </a:ext>
                </a:extLst>
              </p14:cNvPr>
              <p14:cNvContentPartPr/>
              <p14:nvPr/>
            </p14:nvContentPartPr>
            <p14:xfrm>
              <a:off x="5179655" y="5058878"/>
              <a:ext cx="200520" cy="105120"/>
            </p14:xfrm>
          </p:contentPart>
        </mc:Choice>
        <mc:Fallback>
          <p:pic>
            <p:nvPicPr>
              <p:cNvPr id="31" name="Tinta 30">
                <a:extLst>
                  <a:ext uri="{FF2B5EF4-FFF2-40B4-BE49-F238E27FC236}">
                    <a16:creationId xmlns:a16="http://schemas.microsoft.com/office/drawing/2014/main" id="{41691008-ABA1-B768-64B3-3AB010A75E29}"/>
                  </a:ext>
                </a:extLst>
              </p:cNvPr>
              <p:cNvPicPr/>
              <p:nvPr/>
            </p:nvPicPr>
            <p:blipFill>
              <a:blip r:embed="rId36"/>
              <a:stretch>
                <a:fillRect/>
              </a:stretch>
            </p:blipFill>
            <p:spPr>
              <a:xfrm>
                <a:off x="5173535" y="5052758"/>
                <a:ext cx="212760" cy="117360"/>
              </a:xfrm>
              <a:prstGeom prst="rect">
                <a:avLst/>
              </a:prstGeom>
            </p:spPr>
          </p:pic>
        </mc:Fallback>
      </mc:AlternateContent>
      <p:grpSp>
        <p:nvGrpSpPr>
          <p:cNvPr id="38" name="Agrupar 37">
            <a:extLst>
              <a:ext uri="{FF2B5EF4-FFF2-40B4-BE49-F238E27FC236}">
                <a16:creationId xmlns:a16="http://schemas.microsoft.com/office/drawing/2014/main" id="{67DD89F4-4D27-01B2-1FEA-2EE0588499D6}"/>
              </a:ext>
            </a:extLst>
          </p:cNvPr>
          <p:cNvGrpSpPr/>
          <p:nvPr/>
        </p:nvGrpSpPr>
        <p:grpSpPr>
          <a:xfrm>
            <a:off x="5589695" y="4871678"/>
            <a:ext cx="874080" cy="357840"/>
            <a:chOff x="5589695" y="4871678"/>
            <a:chExt cx="874080" cy="3578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37">
              <p14:nvContentPartPr>
                <p14:cNvPr id="33" name="Tinta 32">
                  <a:extLst>
                    <a:ext uri="{FF2B5EF4-FFF2-40B4-BE49-F238E27FC236}">
                      <a16:creationId xmlns:a16="http://schemas.microsoft.com/office/drawing/2014/main" id="{6F509FA5-1615-80D3-2220-D0AC077EF90E}"/>
                    </a:ext>
                  </a:extLst>
                </p14:cNvPr>
                <p14:cNvContentPartPr/>
                <p14:nvPr/>
              </p14:nvContentPartPr>
              <p14:xfrm>
                <a:off x="5589695" y="4871678"/>
                <a:ext cx="223200" cy="289440"/>
              </p14:xfrm>
            </p:contentPart>
          </mc:Choice>
          <mc:Fallback>
            <p:pic>
              <p:nvPicPr>
                <p:cNvPr id="33" name="Tinta 32">
                  <a:extLst>
                    <a:ext uri="{FF2B5EF4-FFF2-40B4-BE49-F238E27FC236}">
                      <a16:creationId xmlns:a16="http://schemas.microsoft.com/office/drawing/2014/main" id="{6F509FA5-1615-80D3-2220-D0AC077EF90E}"/>
                    </a:ext>
                  </a:extLst>
                </p:cNvPr>
                <p:cNvPicPr/>
                <p:nvPr/>
              </p:nvPicPr>
              <p:blipFill>
                <a:blip r:embed="rId38"/>
                <a:stretch>
                  <a:fillRect/>
                </a:stretch>
              </p:blipFill>
              <p:spPr>
                <a:xfrm>
                  <a:off x="5583575" y="4865558"/>
                  <a:ext cx="235440" cy="301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9">
              <p14:nvContentPartPr>
                <p14:cNvPr id="34" name="Tinta 33">
                  <a:extLst>
                    <a:ext uri="{FF2B5EF4-FFF2-40B4-BE49-F238E27FC236}">
                      <a16:creationId xmlns:a16="http://schemas.microsoft.com/office/drawing/2014/main" id="{3B87C13E-B61F-BAB6-6831-26E36D2C99FD}"/>
                    </a:ext>
                  </a:extLst>
                </p14:cNvPr>
                <p14:cNvContentPartPr/>
                <p14:nvPr/>
              </p14:nvContentPartPr>
              <p14:xfrm>
                <a:off x="6002255" y="5120438"/>
                <a:ext cx="30600" cy="109080"/>
              </p14:xfrm>
            </p:contentPart>
          </mc:Choice>
          <mc:Fallback>
            <p:pic>
              <p:nvPicPr>
                <p:cNvPr id="34" name="Tinta 33">
                  <a:extLst>
                    <a:ext uri="{FF2B5EF4-FFF2-40B4-BE49-F238E27FC236}">
                      <a16:creationId xmlns:a16="http://schemas.microsoft.com/office/drawing/2014/main" id="{3B87C13E-B61F-BAB6-6831-26E36D2C99FD}"/>
                    </a:ext>
                  </a:extLst>
                </p:cNvPr>
                <p:cNvPicPr/>
                <p:nvPr/>
              </p:nvPicPr>
              <p:blipFill>
                <a:blip r:embed="rId40"/>
                <a:stretch>
                  <a:fillRect/>
                </a:stretch>
              </p:blipFill>
              <p:spPr>
                <a:xfrm>
                  <a:off x="5996135" y="5114318"/>
                  <a:ext cx="42840" cy="121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1">
              <p14:nvContentPartPr>
                <p14:cNvPr id="36" name="Tinta 35">
                  <a:extLst>
                    <a:ext uri="{FF2B5EF4-FFF2-40B4-BE49-F238E27FC236}">
                      <a16:creationId xmlns:a16="http://schemas.microsoft.com/office/drawing/2014/main" id="{07AEE2FC-299F-4861-9A9F-9A094BB81A95}"/>
                    </a:ext>
                  </a:extLst>
                </p14:cNvPr>
                <p14:cNvContentPartPr/>
                <p14:nvPr/>
              </p14:nvContentPartPr>
              <p14:xfrm>
                <a:off x="6120695" y="4923158"/>
                <a:ext cx="41760" cy="214560"/>
              </p14:xfrm>
            </p:contentPart>
          </mc:Choice>
          <mc:Fallback>
            <p:pic>
              <p:nvPicPr>
                <p:cNvPr id="36" name="Tinta 35">
                  <a:extLst>
                    <a:ext uri="{FF2B5EF4-FFF2-40B4-BE49-F238E27FC236}">
                      <a16:creationId xmlns:a16="http://schemas.microsoft.com/office/drawing/2014/main" id="{07AEE2FC-299F-4861-9A9F-9A094BB81A95}"/>
                    </a:ext>
                  </a:extLst>
                </p:cNvPr>
                <p:cNvPicPr/>
                <p:nvPr/>
              </p:nvPicPr>
              <p:blipFill>
                <a:blip r:embed="rId42"/>
                <a:stretch>
                  <a:fillRect/>
                </a:stretch>
              </p:blipFill>
              <p:spPr>
                <a:xfrm>
                  <a:off x="6114575" y="4917038"/>
                  <a:ext cx="54000" cy="226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3">
              <p14:nvContentPartPr>
                <p14:cNvPr id="37" name="Tinta 36">
                  <a:extLst>
                    <a:ext uri="{FF2B5EF4-FFF2-40B4-BE49-F238E27FC236}">
                      <a16:creationId xmlns:a16="http://schemas.microsoft.com/office/drawing/2014/main" id="{CFA890FB-46B5-DDAC-A4A1-AAE34B9A39AA}"/>
                    </a:ext>
                  </a:extLst>
                </p14:cNvPr>
                <p14:cNvContentPartPr/>
                <p14:nvPr/>
              </p14:nvContentPartPr>
              <p14:xfrm>
                <a:off x="6263615" y="4950878"/>
                <a:ext cx="200160" cy="164160"/>
              </p14:xfrm>
            </p:contentPart>
          </mc:Choice>
          <mc:Fallback>
            <p:pic>
              <p:nvPicPr>
                <p:cNvPr id="37" name="Tinta 36">
                  <a:extLst>
                    <a:ext uri="{FF2B5EF4-FFF2-40B4-BE49-F238E27FC236}">
                      <a16:creationId xmlns:a16="http://schemas.microsoft.com/office/drawing/2014/main" id="{CFA890FB-46B5-DDAC-A4A1-AAE34B9A39AA}"/>
                    </a:ext>
                  </a:extLst>
                </p:cNvPr>
                <p:cNvPicPr/>
                <p:nvPr/>
              </p:nvPicPr>
              <p:blipFill>
                <a:blip r:embed="rId44"/>
                <a:stretch>
                  <a:fillRect/>
                </a:stretch>
              </p:blipFill>
              <p:spPr>
                <a:xfrm>
                  <a:off x="6257495" y="4944758"/>
                  <a:ext cx="212400" cy="1764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45" name="Agrupar 44">
            <a:extLst>
              <a:ext uri="{FF2B5EF4-FFF2-40B4-BE49-F238E27FC236}">
                <a16:creationId xmlns:a16="http://schemas.microsoft.com/office/drawing/2014/main" id="{031E69E7-BD50-C98C-BC02-5F58B73730FB}"/>
              </a:ext>
            </a:extLst>
          </p:cNvPr>
          <p:cNvGrpSpPr/>
          <p:nvPr/>
        </p:nvGrpSpPr>
        <p:grpSpPr>
          <a:xfrm>
            <a:off x="6662855" y="4984358"/>
            <a:ext cx="142200" cy="149400"/>
            <a:chOff x="6662855" y="4984358"/>
            <a:chExt cx="142200" cy="1494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45">
              <p14:nvContentPartPr>
                <p14:cNvPr id="39" name="Tinta 38">
                  <a:extLst>
                    <a:ext uri="{FF2B5EF4-FFF2-40B4-BE49-F238E27FC236}">
                      <a16:creationId xmlns:a16="http://schemas.microsoft.com/office/drawing/2014/main" id="{05F5954E-3B15-7840-8E6E-63C210E357EE}"/>
                    </a:ext>
                  </a:extLst>
                </p14:cNvPr>
                <p14:cNvContentPartPr/>
                <p14:nvPr/>
              </p14:nvContentPartPr>
              <p14:xfrm>
                <a:off x="6693455" y="4984358"/>
                <a:ext cx="111600" cy="149400"/>
              </p14:xfrm>
            </p:contentPart>
          </mc:Choice>
          <mc:Fallback>
            <p:pic>
              <p:nvPicPr>
                <p:cNvPr id="39" name="Tinta 38">
                  <a:extLst>
                    <a:ext uri="{FF2B5EF4-FFF2-40B4-BE49-F238E27FC236}">
                      <a16:creationId xmlns:a16="http://schemas.microsoft.com/office/drawing/2014/main" id="{05F5954E-3B15-7840-8E6E-63C210E357EE}"/>
                    </a:ext>
                  </a:extLst>
                </p:cNvPr>
                <p:cNvPicPr/>
                <p:nvPr/>
              </p:nvPicPr>
              <p:blipFill>
                <a:blip r:embed="rId46"/>
                <a:stretch>
                  <a:fillRect/>
                </a:stretch>
              </p:blipFill>
              <p:spPr>
                <a:xfrm>
                  <a:off x="6687335" y="4978238"/>
                  <a:ext cx="123840" cy="161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7">
              <p14:nvContentPartPr>
                <p14:cNvPr id="40" name="Tinta 39">
                  <a:extLst>
                    <a:ext uri="{FF2B5EF4-FFF2-40B4-BE49-F238E27FC236}">
                      <a16:creationId xmlns:a16="http://schemas.microsoft.com/office/drawing/2014/main" id="{56468508-461B-2C80-75A6-2E4AA11D9092}"/>
                    </a:ext>
                  </a:extLst>
                </p14:cNvPr>
                <p14:cNvContentPartPr/>
                <p14:nvPr/>
              </p14:nvContentPartPr>
              <p14:xfrm>
                <a:off x="6662855" y="5040158"/>
                <a:ext cx="121680" cy="40320"/>
              </p14:xfrm>
            </p:contentPart>
          </mc:Choice>
          <mc:Fallback>
            <p:pic>
              <p:nvPicPr>
                <p:cNvPr id="40" name="Tinta 39">
                  <a:extLst>
                    <a:ext uri="{FF2B5EF4-FFF2-40B4-BE49-F238E27FC236}">
                      <a16:creationId xmlns:a16="http://schemas.microsoft.com/office/drawing/2014/main" id="{56468508-461B-2C80-75A6-2E4AA11D9092}"/>
                    </a:ext>
                  </a:extLst>
                </p:cNvPr>
                <p:cNvPicPr/>
                <p:nvPr/>
              </p:nvPicPr>
              <p:blipFill>
                <a:blip r:embed="rId48"/>
                <a:stretch>
                  <a:fillRect/>
                </a:stretch>
              </p:blipFill>
              <p:spPr>
                <a:xfrm>
                  <a:off x="6656735" y="5034038"/>
                  <a:ext cx="133920" cy="525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44" name="Agrupar 43">
            <a:extLst>
              <a:ext uri="{FF2B5EF4-FFF2-40B4-BE49-F238E27FC236}">
                <a16:creationId xmlns:a16="http://schemas.microsoft.com/office/drawing/2014/main" id="{DB581443-0304-9D76-21C0-F72BFCFCB155}"/>
              </a:ext>
            </a:extLst>
          </p:cNvPr>
          <p:cNvGrpSpPr/>
          <p:nvPr/>
        </p:nvGrpSpPr>
        <p:grpSpPr>
          <a:xfrm>
            <a:off x="7083335" y="4828838"/>
            <a:ext cx="517680" cy="301680"/>
            <a:chOff x="7083335" y="4828838"/>
            <a:chExt cx="517680" cy="3016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49">
              <p14:nvContentPartPr>
                <p14:cNvPr id="41" name="Tinta 40">
                  <a:extLst>
                    <a:ext uri="{FF2B5EF4-FFF2-40B4-BE49-F238E27FC236}">
                      <a16:creationId xmlns:a16="http://schemas.microsoft.com/office/drawing/2014/main" id="{693DE22B-4528-4C0A-EA92-A6D22B963313}"/>
                    </a:ext>
                  </a:extLst>
                </p14:cNvPr>
                <p14:cNvContentPartPr/>
                <p14:nvPr/>
              </p14:nvContentPartPr>
              <p14:xfrm>
                <a:off x="7083335" y="4910198"/>
                <a:ext cx="71280" cy="220320"/>
              </p14:xfrm>
            </p:contentPart>
          </mc:Choice>
          <mc:Fallback>
            <p:pic>
              <p:nvPicPr>
                <p:cNvPr id="41" name="Tinta 40">
                  <a:extLst>
                    <a:ext uri="{FF2B5EF4-FFF2-40B4-BE49-F238E27FC236}">
                      <a16:creationId xmlns:a16="http://schemas.microsoft.com/office/drawing/2014/main" id="{693DE22B-4528-4C0A-EA92-A6D22B963313}"/>
                    </a:ext>
                  </a:extLst>
                </p:cNvPr>
                <p:cNvPicPr/>
                <p:nvPr/>
              </p:nvPicPr>
              <p:blipFill>
                <a:blip r:embed="rId50"/>
                <a:stretch>
                  <a:fillRect/>
                </a:stretch>
              </p:blipFill>
              <p:spPr>
                <a:xfrm>
                  <a:off x="7077215" y="4904078"/>
                  <a:ext cx="83520" cy="232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1">
              <p14:nvContentPartPr>
                <p14:cNvPr id="42" name="Tinta 41">
                  <a:extLst>
                    <a:ext uri="{FF2B5EF4-FFF2-40B4-BE49-F238E27FC236}">
                      <a16:creationId xmlns:a16="http://schemas.microsoft.com/office/drawing/2014/main" id="{23FDA25F-75BE-E132-8F1F-B7D242A59728}"/>
                    </a:ext>
                  </a:extLst>
                </p14:cNvPr>
                <p14:cNvContentPartPr/>
                <p14:nvPr/>
              </p14:nvContentPartPr>
              <p14:xfrm>
                <a:off x="7154975" y="4986878"/>
                <a:ext cx="188280" cy="103680"/>
              </p14:xfrm>
            </p:contentPart>
          </mc:Choice>
          <mc:Fallback>
            <p:pic>
              <p:nvPicPr>
                <p:cNvPr id="42" name="Tinta 41">
                  <a:extLst>
                    <a:ext uri="{FF2B5EF4-FFF2-40B4-BE49-F238E27FC236}">
                      <a16:creationId xmlns:a16="http://schemas.microsoft.com/office/drawing/2014/main" id="{23FDA25F-75BE-E132-8F1F-B7D242A59728}"/>
                    </a:ext>
                  </a:extLst>
                </p:cNvPr>
                <p:cNvPicPr/>
                <p:nvPr/>
              </p:nvPicPr>
              <p:blipFill>
                <a:blip r:embed="rId52"/>
                <a:stretch>
                  <a:fillRect/>
                </a:stretch>
              </p:blipFill>
              <p:spPr>
                <a:xfrm>
                  <a:off x="7148855" y="4980758"/>
                  <a:ext cx="200520" cy="115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3">
              <p14:nvContentPartPr>
                <p14:cNvPr id="43" name="Tinta 42">
                  <a:extLst>
                    <a:ext uri="{FF2B5EF4-FFF2-40B4-BE49-F238E27FC236}">
                      <a16:creationId xmlns:a16="http://schemas.microsoft.com/office/drawing/2014/main" id="{625DB2A6-B26A-6AF9-F672-9FECE5718E87}"/>
                    </a:ext>
                  </a:extLst>
                </p14:cNvPr>
                <p14:cNvContentPartPr/>
                <p14:nvPr/>
              </p14:nvContentPartPr>
              <p14:xfrm>
                <a:off x="7333895" y="4828838"/>
                <a:ext cx="267120" cy="145080"/>
              </p14:xfrm>
            </p:contentPart>
          </mc:Choice>
          <mc:Fallback>
            <p:pic>
              <p:nvPicPr>
                <p:cNvPr id="43" name="Tinta 42">
                  <a:extLst>
                    <a:ext uri="{FF2B5EF4-FFF2-40B4-BE49-F238E27FC236}">
                      <a16:creationId xmlns:a16="http://schemas.microsoft.com/office/drawing/2014/main" id="{625DB2A6-B26A-6AF9-F672-9FECE5718E87}"/>
                    </a:ext>
                  </a:extLst>
                </p:cNvPr>
                <p:cNvPicPr/>
                <p:nvPr/>
              </p:nvPicPr>
              <p:blipFill>
                <a:blip r:embed="rId54"/>
                <a:stretch>
                  <a:fillRect/>
                </a:stretch>
              </p:blipFill>
              <p:spPr>
                <a:xfrm>
                  <a:off x="7327775" y="4822718"/>
                  <a:ext cx="279360" cy="15732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55">
            <p14:nvContentPartPr>
              <p14:cNvPr id="46" name="Tinta 45">
                <a:extLst>
                  <a:ext uri="{FF2B5EF4-FFF2-40B4-BE49-F238E27FC236}">
                    <a16:creationId xmlns:a16="http://schemas.microsoft.com/office/drawing/2014/main" id="{571CD20A-CCCF-7CFC-9CA6-8ECAF13E4B93}"/>
                  </a:ext>
                </a:extLst>
              </p14:cNvPr>
              <p14:cNvContentPartPr/>
              <p14:nvPr/>
            </p14:nvContentPartPr>
            <p14:xfrm>
              <a:off x="6042575" y="2848118"/>
              <a:ext cx="529920" cy="65880"/>
            </p14:xfrm>
          </p:contentPart>
        </mc:Choice>
        <mc:Fallback>
          <p:pic>
            <p:nvPicPr>
              <p:cNvPr id="46" name="Tinta 45">
                <a:extLst>
                  <a:ext uri="{FF2B5EF4-FFF2-40B4-BE49-F238E27FC236}">
                    <a16:creationId xmlns:a16="http://schemas.microsoft.com/office/drawing/2014/main" id="{571CD20A-CCCF-7CFC-9CA6-8ECAF13E4B93}"/>
                  </a:ext>
                </a:extLst>
              </p:cNvPr>
              <p:cNvPicPr/>
              <p:nvPr/>
            </p:nvPicPr>
            <p:blipFill>
              <a:blip r:embed="rId56"/>
              <a:stretch>
                <a:fillRect/>
              </a:stretch>
            </p:blipFill>
            <p:spPr>
              <a:xfrm>
                <a:off x="6036455" y="2841998"/>
                <a:ext cx="542160" cy="78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57">
            <p14:nvContentPartPr>
              <p14:cNvPr id="47" name="Tinta 46">
                <a:extLst>
                  <a:ext uri="{FF2B5EF4-FFF2-40B4-BE49-F238E27FC236}">
                    <a16:creationId xmlns:a16="http://schemas.microsoft.com/office/drawing/2014/main" id="{B5840B80-F80A-B527-B52B-22B02C1B3F34}"/>
                  </a:ext>
                </a:extLst>
              </p14:cNvPr>
              <p14:cNvContentPartPr/>
              <p14:nvPr/>
            </p14:nvContentPartPr>
            <p14:xfrm>
              <a:off x="3526535" y="2768918"/>
              <a:ext cx="530280" cy="66600"/>
            </p14:xfrm>
          </p:contentPart>
        </mc:Choice>
        <mc:Fallback>
          <p:pic>
            <p:nvPicPr>
              <p:cNvPr id="47" name="Tinta 46">
                <a:extLst>
                  <a:ext uri="{FF2B5EF4-FFF2-40B4-BE49-F238E27FC236}">
                    <a16:creationId xmlns:a16="http://schemas.microsoft.com/office/drawing/2014/main" id="{B5840B80-F80A-B527-B52B-22B02C1B3F34}"/>
                  </a:ext>
                </a:extLst>
              </p:cNvPr>
              <p:cNvPicPr/>
              <p:nvPr/>
            </p:nvPicPr>
            <p:blipFill>
              <a:blip r:embed="rId58"/>
              <a:stretch>
                <a:fillRect/>
              </a:stretch>
            </p:blipFill>
            <p:spPr>
              <a:xfrm>
                <a:off x="3520415" y="2762798"/>
                <a:ext cx="542520" cy="78840"/>
              </a:xfrm>
              <a:prstGeom prst="rect">
                <a:avLst/>
              </a:prstGeom>
            </p:spPr>
          </p:pic>
        </mc:Fallback>
      </mc:AlternateContent>
      <p:grpSp>
        <p:nvGrpSpPr>
          <p:cNvPr id="60" name="Agrupar 59">
            <a:extLst>
              <a:ext uri="{FF2B5EF4-FFF2-40B4-BE49-F238E27FC236}">
                <a16:creationId xmlns:a16="http://schemas.microsoft.com/office/drawing/2014/main" id="{9BC084D1-EA60-CC2B-450F-0C5C8EC2BCC8}"/>
              </a:ext>
            </a:extLst>
          </p:cNvPr>
          <p:cNvGrpSpPr/>
          <p:nvPr/>
        </p:nvGrpSpPr>
        <p:grpSpPr>
          <a:xfrm>
            <a:off x="7709375" y="4754318"/>
            <a:ext cx="2523240" cy="370800"/>
            <a:chOff x="7709375" y="4754318"/>
            <a:chExt cx="2523240" cy="3708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59">
              <p14:nvContentPartPr>
                <p14:cNvPr id="48" name="Tinta 47">
                  <a:extLst>
                    <a:ext uri="{FF2B5EF4-FFF2-40B4-BE49-F238E27FC236}">
                      <a16:creationId xmlns:a16="http://schemas.microsoft.com/office/drawing/2014/main" id="{0492A6B0-1A55-78C3-FC44-4D5A1E632923}"/>
                    </a:ext>
                  </a:extLst>
                </p14:cNvPr>
                <p14:cNvContentPartPr/>
                <p14:nvPr/>
              </p14:nvContentPartPr>
              <p14:xfrm>
                <a:off x="7709375" y="4877438"/>
                <a:ext cx="166680" cy="154800"/>
              </p14:xfrm>
            </p:contentPart>
          </mc:Choice>
          <mc:Fallback>
            <p:pic>
              <p:nvPicPr>
                <p:cNvPr id="48" name="Tinta 47">
                  <a:extLst>
                    <a:ext uri="{FF2B5EF4-FFF2-40B4-BE49-F238E27FC236}">
                      <a16:creationId xmlns:a16="http://schemas.microsoft.com/office/drawing/2014/main" id="{0492A6B0-1A55-78C3-FC44-4D5A1E632923}"/>
                    </a:ext>
                  </a:extLst>
                </p:cNvPr>
                <p:cNvPicPr/>
                <p:nvPr/>
              </p:nvPicPr>
              <p:blipFill>
                <a:blip r:embed="rId60"/>
                <a:stretch>
                  <a:fillRect/>
                </a:stretch>
              </p:blipFill>
              <p:spPr>
                <a:xfrm>
                  <a:off x="7703255" y="4871318"/>
                  <a:ext cx="178920" cy="167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1">
              <p14:nvContentPartPr>
                <p14:cNvPr id="49" name="Tinta 48">
                  <a:extLst>
                    <a:ext uri="{FF2B5EF4-FFF2-40B4-BE49-F238E27FC236}">
                      <a16:creationId xmlns:a16="http://schemas.microsoft.com/office/drawing/2014/main" id="{5FE07EE9-780B-3485-FDCB-7A27355D010E}"/>
                    </a:ext>
                  </a:extLst>
                </p14:cNvPr>
                <p14:cNvContentPartPr/>
                <p14:nvPr/>
              </p14:nvContentPartPr>
              <p14:xfrm>
                <a:off x="8007095" y="4805798"/>
                <a:ext cx="240840" cy="230040"/>
              </p14:xfrm>
            </p:contentPart>
          </mc:Choice>
          <mc:Fallback>
            <p:pic>
              <p:nvPicPr>
                <p:cNvPr id="49" name="Tinta 48">
                  <a:extLst>
                    <a:ext uri="{FF2B5EF4-FFF2-40B4-BE49-F238E27FC236}">
                      <a16:creationId xmlns:a16="http://schemas.microsoft.com/office/drawing/2014/main" id="{5FE07EE9-780B-3485-FDCB-7A27355D010E}"/>
                    </a:ext>
                  </a:extLst>
                </p:cNvPr>
                <p:cNvPicPr/>
                <p:nvPr/>
              </p:nvPicPr>
              <p:blipFill>
                <a:blip r:embed="rId62"/>
                <a:stretch>
                  <a:fillRect/>
                </a:stretch>
              </p:blipFill>
              <p:spPr>
                <a:xfrm>
                  <a:off x="8000975" y="4799678"/>
                  <a:ext cx="253080" cy="242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3">
              <p14:nvContentPartPr>
                <p14:cNvPr id="50" name="Tinta 49">
                  <a:extLst>
                    <a:ext uri="{FF2B5EF4-FFF2-40B4-BE49-F238E27FC236}">
                      <a16:creationId xmlns:a16="http://schemas.microsoft.com/office/drawing/2014/main" id="{C59FA0E5-37E8-0938-CD32-39A80A8AA7B5}"/>
                    </a:ext>
                  </a:extLst>
                </p14:cNvPr>
                <p14:cNvContentPartPr/>
                <p14:nvPr/>
              </p14:nvContentPartPr>
              <p14:xfrm>
                <a:off x="8298695" y="4829198"/>
                <a:ext cx="240120" cy="133920"/>
              </p14:xfrm>
            </p:contentPart>
          </mc:Choice>
          <mc:Fallback>
            <p:pic>
              <p:nvPicPr>
                <p:cNvPr id="50" name="Tinta 49">
                  <a:extLst>
                    <a:ext uri="{FF2B5EF4-FFF2-40B4-BE49-F238E27FC236}">
                      <a16:creationId xmlns:a16="http://schemas.microsoft.com/office/drawing/2014/main" id="{C59FA0E5-37E8-0938-CD32-39A80A8AA7B5}"/>
                    </a:ext>
                  </a:extLst>
                </p:cNvPr>
                <p:cNvPicPr/>
                <p:nvPr/>
              </p:nvPicPr>
              <p:blipFill>
                <a:blip r:embed="rId64"/>
                <a:stretch>
                  <a:fillRect/>
                </a:stretch>
              </p:blipFill>
              <p:spPr>
                <a:xfrm>
                  <a:off x="8292575" y="4823078"/>
                  <a:ext cx="252360" cy="146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5">
              <p14:nvContentPartPr>
                <p14:cNvPr id="52" name="Tinta 51">
                  <a:extLst>
                    <a:ext uri="{FF2B5EF4-FFF2-40B4-BE49-F238E27FC236}">
                      <a16:creationId xmlns:a16="http://schemas.microsoft.com/office/drawing/2014/main" id="{84EDFBB1-F4BF-BB30-E3E5-1DE0DF7C10AD}"/>
                    </a:ext>
                  </a:extLst>
                </p14:cNvPr>
                <p14:cNvContentPartPr/>
                <p14:nvPr/>
              </p14:nvContentPartPr>
              <p14:xfrm>
                <a:off x="8728535" y="4928918"/>
                <a:ext cx="250920" cy="5040"/>
              </p14:xfrm>
            </p:contentPart>
          </mc:Choice>
          <mc:Fallback>
            <p:pic>
              <p:nvPicPr>
                <p:cNvPr id="52" name="Tinta 51">
                  <a:extLst>
                    <a:ext uri="{FF2B5EF4-FFF2-40B4-BE49-F238E27FC236}">
                      <a16:creationId xmlns:a16="http://schemas.microsoft.com/office/drawing/2014/main" id="{84EDFBB1-F4BF-BB30-E3E5-1DE0DF7C10AD}"/>
                    </a:ext>
                  </a:extLst>
                </p:cNvPr>
                <p:cNvPicPr/>
                <p:nvPr/>
              </p:nvPicPr>
              <p:blipFill>
                <a:blip r:embed="rId66"/>
                <a:stretch>
                  <a:fillRect/>
                </a:stretch>
              </p:blipFill>
              <p:spPr>
                <a:xfrm>
                  <a:off x="8722415" y="4922798"/>
                  <a:ext cx="263160" cy="17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7">
              <p14:nvContentPartPr>
                <p14:cNvPr id="53" name="Tinta 52">
                  <a:extLst>
                    <a:ext uri="{FF2B5EF4-FFF2-40B4-BE49-F238E27FC236}">
                      <a16:creationId xmlns:a16="http://schemas.microsoft.com/office/drawing/2014/main" id="{5685671C-0AC6-40AE-8BE3-87AFBDE41E49}"/>
                    </a:ext>
                  </a:extLst>
                </p14:cNvPr>
                <p14:cNvContentPartPr/>
                <p14:nvPr/>
              </p14:nvContentPartPr>
              <p14:xfrm>
                <a:off x="9087455" y="4799318"/>
                <a:ext cx="261720" cy="217440"/>
              </p14:xfrm>
            </p:contentPart>
          </mc:Choice>
          <mc:Fallback>
            <p:pic>
              <p:nvPicPr>
                <p:cNvPr id="53" name="Tinta 52">
                  <a:extLst>
                    <a:ext uri="{FF2B5EF4-FFF2-40B4-BE49-F238E27FC236}">
                      <a16:creationId xmlns:a16="http://schemas.microsoft.com/office/drawing/2014/main" id="{5685671C-0AC6-40AE-8BE3-87AFBDE41E49}"/>
                    </a:ext>
                  </a:extLst>
                </p:cNvPr>
                <p:cNvPicPr/>
                <p:nvPr/>
              </p:nvPicPr>
              <p:blipFill>
                <a:blip r:embed="rId68"/>
                <a:stretch>
                  <a:fillRect/>
                </a:stretch>
              </p:blipFill>
              <p:spPr>
                <a:xfrm>
                  <a:off x="9081335" y="4793198"/>
                  <a:ext cx="273960" cy="229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9">
              <p14:nvContentPartPr>
                <p14:cNvPr id="54" name="Tinta 53">
                  <a:extLst>
                    <a:ext uri="{FF2B5EF4-FFF2-40B4-BE49-F238E27FC236}">
                      <a16:creationId xmlns:a16="http://schemas.microsoft.com/office/drawing/2014/main" id="{2E80D817-7B51-D722-9B53-DC5BD1AD7766}"/>
                    </a:ext>
                  </a:extLst>
                </p14:cNvPr>
                <p14:cNvContentPartPr/>
                <p14:nvPr/>
              </p14:nvContentPartPr>
              <p14:xfrm>
                <a:off x="9310655" y="4850798"/>
                <a:ext cx="329040" cy="180720"/>
              </p14:xfrm>
            </p:contentPart>
          </mc:Choice>
          <mc:Fallback>
            <p:pic>
              <p:nvPicPr>
                <p:cNvPr id="54" name="Tinta 53">
                  <a:extLst>
                    <a:ext uri="{FF2B5EF4-FFF2-40B4-BE49-F238E27FC236}">
                      <a16:creationId xmlns:a16="http://schemas.microsoft.com/office/drawing/2014/main" id="{2E80D817-7B51-D722-9B53-DC5BD1AD7766}"/>
                    </a:ext>
                  </a:extLst>
                </p:cNvPr>
                <p:cNvPicPr/>
                <p:nvPr/>
              </p:nvPicPr>
              <p:blipFill>
                <a:blip r:embed="rId70"/>
                <a:stretch>
                  <a:fillRect/>
                </a:stretch>
              </p:blipFill>
              <p:spPr>
                <a:xfrm>
                  <a:off x="9304535" y="4844678"/>
                  <a:ext cx="341280" cy="192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1">
              <p14:nvContentPartPr>
                <p14:cNvPr id="55" name="Tinta 54">
                  <a:extLst>
                    <a:ext uri="{FF2B5EF4-FFF2-40B4-BE49-F238E27FC236}">
                      <a16:creationId xmlns:a16="http://schemas.microsoft.com/office/drawing/2014/main" id="{E2C80016-360E-051E-231D-9F65884B5554}"/>
                    </a:ext>
                  </a:extLst>
                </p14:cNvPr>
                <p14:cNvContentPartPr/>
                <p14:nvPr/>
              </p14:nvContentPartPr>
              <p14:xfrm>
                <a:off x="9880535" y="4786718"/>
                <a:ext cx="10440" cy="12600"/>
              </p14:xfrm>
            </p:contentPart>
          </mc:Choice>
          <mc:Fallback>
            <p:pic>
              <p:nvPicPr>
                <p:cNvPr id="55" name="Tinta 54">
                  <a:extLst>
                    <a:ext uri="{FF2B5EF4-FFF2-40B4-BE49-F238E27FC236}">
                      <a16:creationId xmlns:a16="http://schemas.microsoft.com/office/drawing/2014/main" id="{E2C80016-360E-051E-231D-9F65884B5554}"/>
                    </a:ext>
                  </a:extLst>
                </p:cNvPr>
                <p:cNvPicPr/>
                <p:nvPr/>
              </p:nvPicPr>
              <p:blipFill>
                <a:blip r:embed="rId72"/>
                <a:stretch>
                  <a:fillRect/>
                </a:stretch>
              </p:blipFill>
              <p:spPr>
                <a:xfrm>
                  <a:off x="9874415" y="4780598"/>
                  <a:ext cx="22680" cy="24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3">
              <p14:nvContentPartPr>
                <p14:cNvPr id="56" name="Tinta 55">
                  <a:extLst>
                    <a:ext uri="{FF2B5EF4-FFF2-40B4-BE49-F238E27FC236}">
                      <a16:creationId xmlns:a16="http://schemas.microsoft.com/office/drawing/2014/main" id="{E4BA8CE8-B8F0-5528-8426-3F1FF8D01A15}"/>
                    </a:ext>
                  </a:extLst>
                </p14:cNvPr>
                <p14:cNvContentPartPr/>
                <p14:nvPr/>
              </p14:nvContentPartPr>
              <p14:xfrm>
                <a:off x="9821495" y="4754318"/>
                <a:ext cx="119160" cy="370800"/>
              </p14:xfrm>
            </p:contentPart>
          </mc:Choice>
          <mc:Fallback>
            <p:pic>
              <p:nvPicPr>
                <p:cNvPr id="56" name="Tinta 55">
                  <a:extLst>
                    <a:ext uri="{FF2B5EF4-FFF2-40B4-BE49-F238E27FC236}">
                      <a16:creationId xmlns:a16="http://schemas.microsoft.com/office/drawing/2014/main" id="{E4BA8CE8-B8F0-5528-8426-3F1FF8D01A15}"/>
                    </a:ext>
                  </a:extLst>
                </p:cNvPr>
                <p:cNvPicPr/>
                <p:nvPr/>
              </p:nvPicPr>
              <p:blipFill>
                <a:blip r:embed="rId74"/>
                <a:stretch>
                  <a:fillRect/>
                </a:stretch>
              </p:blipFill>
              <p:spPr>
                <a:xfrm>
                  <a:off x="9815375" y="4748198"/>
                  <a:ext cx="131400" cy="383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5">
              <p14:nvContentPartPr>
                <p14:cNvPr id="58" name="Tinta 57">
                  <a:extLst>
                    <a:ext uri="{FF2B5EF4-FFF2-40B4-BE49-F238E27FC236}">
                      <a16:creationId xmlns:a16="http://schemas.microsoft.com/office/drawing/2014/main" id="{F1BE170E-9C8F-8D23-E3F5-B9131682C4B3}"/>
                    </a:ext>
                  </a:extLst>
                </p14:cNvPr>
                <p14:cNvContentPartPr/>
                <p14:nvPr/>
              </p14:nvContentPartPr>
              <p14:xfrm>
                <a:off x="9962975" y="4888958"/>
                <a:ext cx="218880" cy="25560"/>
              </p14:xfrm>
            </p:contentPart>
          </mc:Choice>
          <mc:Fallback>
            <p:pic>
              <p:nvPicPr>
                <p:cNvPr id="58" name="Tinta 57">
                  <a:extLst>
                    <a:ext uri="{FF2B5EF4-FFF2-40B4-BE49-F238E27FC236}">
                      <a16:creationId xmlns:a16="http://schemas.microsoft.com/office/drawing/2014/main" id="{F1BE170E-9C8F-8D23-E3F5-B9131682C4B3}"/>
                    </a:ext>
                  </a:extLst>
                </p:cNvPr>
                <p:cNvPicPr/>
                <p:nvPr/>
              </p:nvPicPr>
              <p:blipFill>
                <a:blip r:embed="rId76"/>
                <a:stretch>
                  <a:fillRect/>
                </a:stretch>
              </p:blipFill>
              <p:spPr>
                <a:xfrm>
                  <a:off x="9956855" y="4882838"/>
                  <a:ext cx="231120" cy="37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7">
              <p14:nvContentPartPr>
                <p14:cNvPr id="59" name="Tinta 58">
                  <a:extLst>
                    <a:ext uri="{FF2B5EF4-FFF2-40B4-BE49-F238E27FC236}">
                      <a16:creationId xmlns:a16="http://schemas.microsoft.com/office/drawing/2014/main" id="{72E3288B-C32E-B673-EB09-41B13D7003B2}"/>
                    </a:ext>
                  </a:extLst>
                </p14:cNvPr>
                <p14:cNvContentPartPr/>
                <p14:nvPr/>
              </p14:nvContentPartPr>
              <p14:xfrm>
                <a:off x="10022015" y="4959158"/>
                <a:ext cx="210600" cy="29880"/>
              </p14:xfrm>
            </p:contentPart>
          </mc:Choice>
          <mc:Fallback>
            <p:pic>
              <p:nvPicPr>
                <p:cNvPr id="59" name="Tinta 58">
                  <a:extLst>
                    <a:ext uri="{FF2B5EF4-FFF2-40B4-BE49-F238E27FC236}">
                      <a16:creationId xmlns:a16="http://schemas.microsoft.com/office/drawing/2014/main" id="{72E3288B-C32E-B673-EB09-41B13D7003B2}"/>
                    </a:ext>
                  </a:extLst>
                </p:cNvPr>
                <p:cNvPicPr/>
                <p:nvPr/>
              </p:nvPicPr>
              <p:blipFill>
                <a:blip r:embed="rId78"/>
                <a:stretch>
                  <a:fillRect/>
                </a:stretch>
              </p:blipFill>
              <p:spPr>
                <a:xfrm>
                  <a:off x="10015895" y="4953038"/>
                  <a:ext cx="222840" cy="421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84" name="Agrupar 83">
            <a:extLst>
              <a:ext uri="{FF2B5EF4-FFF2-40B4-BE49-F238E27FC236}">
                <a16:creationId xmlns:a16="http://schemas.microsoft.com/office/drawing/2014/main" id="{50383537-E598-E4D1-CE4E-3292060621DF}"/>
              </a:ext>
            </a:extLst>
          </p:cNvPr>
          <p:cNvGrpSpPr/>
          <p:nvPr/>
        </p:nvGrpSpPr>
        <p:grpSpPr>
          <a:xfrm>
            <a:off x="9463295" y="5146358"/>
            <a:ext cx="2800080" cy="608400"/>
            <a:chOff x="9463295" y="5146358"/>
            <a:chExt cx="2800080" cy="6084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79">
              <p14:nvContentPartPr>
                <p14:cNvPr id="61" name="Tinta 60">
                  <a:extLst>
                    <a:ext uri="{FF2B5EF4-FFF2-40B4-BE49-F238E27FC236}">
                      <a16:creationId xmlns:a16="http://schemas.microsoft.com/office/drawing/2014/main" id="{136CA71A-6CF8-04CE-C505-0BBCDC7E03D3}"/>
                    </a:ext>
                  </a:extLst>
                </p14:cNvPr>
                <p14:cNvContentPartPr/>
                <p14:nvPr/>
              </p14:nvContentPartPr>
              <p14:xfrm>
                <a:off x="9530615" y="5346518"/>
                <a:ext cx="250920" cy="178560"/>
              </p14:xfrm>
            </p:contentPart>
          </mc:Choice>
          <mc:Fallback>
            <p:pic>
              <p:nvPicPr>
                <p:cNvPr id="61" name="Tinta 60">
                  <a:extLst>
                    <a:ext uri="{FF2B5EF4-FFF2-40B4-BE49-F238E27FC236}">
                      <a16:creationId xmlns:a16="http://schemas.microsoft.com/office/drawing/2014/main" id="{136CA71A-6CF8-04CE-C505-0BBCDC7E03D3}"/>
                    </a:ext>
                  </a:extLst>
                </p:cNvPr>
                <p:cNvPicPr/>
                <p:nvPr/>
              </p:nvPicPr>
              <p:blipFill>
                <a:blip r:embed="rId80"/>
                <a:stretch>
                  <a:fillRect/>
                </a:stretch>
              </p:blipFill>
              <p:spPr>
                <a:xfrm>
                  <a:off x="9524495" y="5340398"/>
                  <a:ext cx="263160" cy="190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1">
              <p14:nvContentPartPr>
                <p14:cNvPr id="62" name="Tinta 61">
                  <a:extLst>
                    <a:ext uri="{FF2B5EF4-FFF2-40B4-BE49-F238E27FC236}">
                      <a16:creationId xmlns:a16="http://schemas.microsoft.com/office/drawing/2014/main" id="{0878809C-5971-005E-844F-40DFF688749B}"/>
                    </a:ext>
                  </a:extLst>
                </p14:cNvPr>
                <p14:cNvContentPartPr/>
                <p14:nvPr/>
              </p14:nvContentPartPr>
              <p14:xfrm>
                <a:off x="9951095" y="5318798"/>
                <a:ext cx="200520" cy="232200"/>
              </p14:xfrm>
            </p:contentPart>
          </mc:Choice>
          <mc:Fallback>
            <p:pic>
              <p:nvPicPr>
                <p:cNvPr id="62" name="Tinta 61">
                  <a:extLst>
                    <a:ext uri="{FF2B5EF4-FFF2-40B4-BE49-F238E27FC236}">
                      <a16:creationId xmlns:a16="http://schemas.microsoft.com/office/drawing/2014/main" id="{0878809C-5971-005E-844F-40DFF688749B}"/>
                    </a:ext>
                  </a:extLst>
                </p:cNvPr>
                <p:cNvPicPr/>
                <p:nvPr/>
              </p:nvPicPr>
              <p:blipFill>
                <a:blip r:embed="rId82"/>
                <a:stretch>
                  <a:fillRect/>
                </a:stretch>
              </p:blipFill>
              <p:spPr>
                <a:xfrm>
                  <a:off x="9944975" y="5312678"/>
                  <a:ext cx="212760" cy="244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3">
              <p14:nvContentPartPr>
                <p14:cNvPr id="63" name="Tinta 62">
                  <a:extLst>
                    <a:ext uri="{FF2B5EF4-FFF2-40B4-BE49-F238E27FC236}">
                      <a16:creationId xmlns:a16="http://schemas.microsoft.com/office/drawing/2014/main" id="{A326C7BA-62B7-D23E-C6FF-FA3FDA0BCE43}"/>
                    </a:ext>
                  </a:extLst>
                </p14:cNvPr>
                <p14:cNvContentPartPr/>
                <p14:nvPr/>
              </p14:nvContentPartPr>
              <p14:xfrm>
                <a:off x="9981335" y="5372078"/>
                <a:ext cx="170280" cy="17640"/>
              </p14:xfrm>
            </p:contentPart>
          </mc:Choice>
          <mc:Fallback>
            <p:pic>
              <p:nvPicPr>
                <p:cNvPr id="63" name="Tinta 62">
                  <a:extLst>
                    <a:ext uri="{FF2B5EF4-FFF2-40B4-BE49-F238E27FC236}">
                      <a16:creationId xmlns:a16="http://schemas.microsoft.com/office/drawing/2014/main" id="{A326C7BA-62B7-D23E-C6FF-FA3FDA0BCE43}"/>
                    </a:ext>
                  </a:extLst>
                </p:cNvPr>
                <p:cNvPicPr/>
                <p:nvPr/>
              </p:nvPicPr>
              <p:blipFill>
                <a:blip r:embed="rId84"/>
                <a:stretch>
                  <a:fillRect/>
                </a:stretch>
              </p:blipFill>
              <p:spPr>
                <a:xfrm>
                  <a:off x="9975215" y="5365958"/>
                  <a:ext cx="182520" cy="29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5">
              <p14:nvContentPartPr>
                <p14:cNvPr id="64" name="Tinta 63">
                  <a:extLst>
                    <a:ext uri="{FF2B5EF4-FFF2-40B4-BE49-F238E27FC236}">
                      <a16:creationId xmlns:a16="http://schemas.microsoft.com/office/drawing/2014/main" id="{039D299D-E93B-E2E2-61CE-E139B33DFEB5}"/>
                    </a:ext>
                  </a:extLst>
                </p14:cNvPr>
                <p14:cNvContentPartPr/>
                <p14:nvPr/>
              </p14:nvContentPartPr>
              <p14:xfrm>
                <a:off x="10322975" y="5276318"/>
                <a:ext cx="59040" cy="235800"/>
              </p14:xfrm>
            </p:contentPart>
          </mc:Choice>
          <mc:Fallback>
            <p:pic>
              <p:nvPicPr>
                <p:cNvPr id="64" name="Tinta 63">
                  <a:extLst>
                    <a:ext uri="{FF2B5EF4-FFF2-40B4-BE49-F238E27FC236}">
                      <a16:creationId xmlns:a16="http://schemas.microsoft.com/office/drawing/2014/main" id="{039D299D-E93B-E2E2-61CE-E139B33DFEB5}"/>
                    </a:ext>
                  </a:extLst>
                </p:cNvPr>
                <p:cNvPicPr/>
                <p:nvPr/>
              </p:nvPicPr>
              <p:blipFill>
                <a:blip r:embed="rId86"/>
                <a:stretch>
                  <a:fillRect/>
                </a:stretch>
              </p:blipFill>
              <p:spPr>
                <a:xfrm>
                  <a:off x="10316855" y="5270198"/>
                  <a:ext cx="71280" cy="248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7">
              <p14:nvContentPartPr>
                <p14:cNvPr id="65" name="Tinta 64">
                  <a:extLst>
                    <a:ext uri="{FF2B5EF4-FFF2-40B4-BE49-F238E27FC236}">
                      <a16:creationId xmlns:a16="http://schemas.microsoft.com/office/drawing/2014/main" id="{CE818879-1181-19B5-6A44-E73193953820}"/>
                    </a:ext>
                  </a:extLst>
                </p14:cNvPr>
                <p14:cNvContentPartPr/>
                <p14:nvPr/>
              </p14:nvContentPartPr>
              <p14:xfrm>
                <a:off x="10492895" y="5322398"/>
                <a:ext cx="99360" cy="232560"/>
              </p14:xfrm>
            </p:contentPart>
          </mc:Choice>
          <mc:Fallback>
            <p:pic>
              <p:nvPicPr>
                <p:cNvPr id="65" name="Tinta 64">
                  <a:extLst>
                    <a:ext uri="{FF2B5EF4-FFF2-40B4-BE49-F238E27FC236}">
                      <a16:creationId xmlns:a16="http://schemas.microsoft.com/office/drawing/2014/main" id="{CE818879-1181-19B5-6A44-E73193953820}"/>
                    </a:ext>
                  </a:extLst>
                </p:cNvPr>
                <p:cNvPicPr/>
                <p:nvPr/>
              </p:nvPicPr>
              <p:blipFill>
                <a:blip r:embed="rId88"/>
                <a:stretch>
                  <a:fillRect/>
                </a:stretch>
              </p:blipFill>
              <p:spPr>
                <a:xfrm>
                  <a:off x="10486775" y="5316278"/>
                  <a:ext cx="111600" cy="244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9">
              <p14:nvContentPartPr>
                <p14:cNvPr id="66" name="Tinta 65">
                  <a:extLst>
                    <a:ext uri="{FF2B5EF4-FFF2-40B4-BE49-F238E27FC236}">
                      <a16:creationId xmlns:a16="http://schemas.microsoft.com/office/drawing/2014/main" id="{71DBBE5B-6F9A-10C4-EE3D-EF68193B5226}"/>
                    </a:ext>
                  </a:extLst>
                </p14:cNvPr>
                <p14:cNvContentPartPr/>
                <p14:nvPr/>
              </p14:nvContentPartPr>
              <p14:xfrm>
                <a:off x="10502975" y="5385038"/>
                <a:ext cx="149760" cy="23400"/>
              </p14:xfrm>
            </p:contentPart>
          </mc:Choice>
          <mc:Fallback>
            <p:pic>
              <p:nvPicPr>
                <p:cNvPr id="66" name="Tinta 65">
                  <a:extLst>
                    <a:ext uri="{FF2B5EF4-FFF2-40B4-BE49-F238E27FC236}">
                      <a16:creationId xmlns:a16="http://schemas.microsoft.com/office/drawing/2014/main" id="{71DBBE5B-6F9A-10C4-EE3D-EF68193B5226}"/>
                    </a:ext>
                  </a:extLst>
                </p:cNvPr>
                <p:cNvPicPr/>
                <p:nvPr/>
              </p:nvPicPr>
              <p:blipFill>
                <a:blip r:embed="rId90"/>
                <a:stretch>
                  <a:fillRect/>
                </a:stretch>
              </p:blipFill>
              <p:spPr>
                <a:xfrm>
                  <a:off x="10496855" y="5378918"/>
                  <a:ext cx="162000" cy="35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1">
              <p14:nvContentPartPr>
                <p14:cNvPr id="68" name="Tinta 67">
                  <a:extLst>
                    <a:ext uri="{FF2B5EF4-FFF2-40B4-BE49-F238E27FC236}">
                      <a16:creationId xmlns:a16="http://schemas.microsoft.com/office/drawing/2014/main" id="{842208D6-1895-A8E7-76CB-19E3C8D86257}"/>
                    </a:ext>
                  </a:extLst>
                </p14:cNvPr>
                <p14:cNvContentPartPr/>
                <p14:nvPr/>
              </p14:nvContentPartPr>
              <p14:xfrm>
                <a:off x="10722935" y="5327438"/>
                <a:ext cx="211320" cy="188280"/>
              </p14:xfrm>
            </p:contentPart>
          </mc:Choice>
          <mc:Fallback>
            <p:pic>
              <p:nvPicPr>
                <p:cNvPr id="68" name="Tinta 67">
                  <a:extLst>
                    <a:ext uri="{FF2B5EF4-FFF2-40B4-BE49-F238E27FC236}">
                      <a16:creationId xmlns:a16="http://schemas.microsoft.com/office/drawing/2014/main" id="{842208D6-1895-A8E7-76CB-19E3C8D86257}"/>
                    </a:ext>
                  </a:extLst>
                </p:cNvPr>
                <p:cNvPicPr/>
                <p:nvPr/>
              </p:nvPicPr>
              <p:blipFill>
                <a:blip r:embed="rId92"/>
                <a:stretch>
                  <a:fillRect/>
                </a:stretch>
              </p:blipFill>
              <p:spPr>
                <a:xfrm>
                  <a:off x="10716815" y="5321318"/>
                  <a:ext cx="223560" cy="200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3">
              <p14:nvContentPartPr>
                <p14:cNvPr id="69" name="Tinta 68">
                  <a:extLst>
                    <a:ext uri="{FF2B5EF4-FFF2-40B4-BE49-F238E27FC236}">
                      <a16:creationId xmlns:a16="http://schemas.microsoft.com/office/drawing/2014/main" id="{AB8B93F0-8EDF-B332-5B6A-BCF0118365B7}"/>
                    </a:ext>
                  </a:extLst>
                </p14:cNvPr>
                <p14:cNvContentPartPr/>
                <p14:nvPr/>
              </p14:nvContentPartPr>
              <p14:xfrm>
                <a:off x="11023175" y="5323118"/>
                <a:ext cx="221400" cy="172800"/>
              </p14:xfrm>
            </p:contentPart>
          </mc:Choice>
          <mc:Fallback>
            <p:pic>
              <p:nvPicPr>
                <p:cNvPr id="69" name="Tinta 68">
                  <a:extLst>
                    <a:ext uri="{FF2B5EF4-FFF2-40B4-BE49-F238E27FC236}">
                      <a16:creationId xmlns:a16="http://schemas.microsoft.com/office/drawing/2014/main" id="{AB8B93F0-8EDF-B332-5B6A-BCF0118365B7}"/>
                    </a:ext>
                  </a:extLst>
                </p:cNvPr>
                <p:cNvPicPr/>
                <p:nvPr/>
              </p:nvPicPr>
              <p:blipFill>
                <a:blip r:embed="rId94"/>
                <a:stretch>
                  <a:fillRect/>
                </a:stretch>
              </p:blipFill>
              <p:spPr>
                <a:xfrm>
                  <a:off x="11017055" y="5316998"/>
                  <a:ext cx="233640" cy="185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5">
              <p14:nvContentPartPr>
                <p14:cNvPr id="70" name="Tinta 69">
                  <a:extLst>
                    <a:ext uri="{FF2B5EF4-FFF2-40B4-BE49-F238E27FC236}">
                      <a16:creationId xmlns:a16="http://schemas.microsoft.com/office/drawing/2014/main" id="{E018B03E-ADD9-7369-7721-73F12AA93482}"/>
                    </a:ext>
                  </a:extLst>
                </p14:cNvPr>
                <p14:cNvContentPartPr/>
                <p14:nvPr/>
              </p14:nvContentPartPr>
              <p14:xfrm>
                <a:off x="11354015" y="5321318"/>
                <a:ext cx="202680" cy="150840"/>
              </p14:xfrm>
            </p:contentPart>
          </mc:Choice>
          <mc:Fallback>
            <p:pic>
              <p:nvPicPr>
                <p:cNvPr id="70" name="Tinta 69">
                  <a:extLst>
                    <a:ext uri="{FF2B5EF4-FFF2-40B4-BE49-F238E27FC236}">
                      <a16:creationId xmlns:a16="http://schemas.microsoft.com/office/drawing/2014/main" id="{E018B03E-ADD9-7369-7721-73F12AA93482}"/>
                    </a:ext>
                  </a:extLst>
                </p:cNvPr>
                <p:cNvPicPr/>
                <p:nvPr/>
              </p:nvPicPr>
              <p:blipFill>
                <a:blip r:embed="rId96"/>
                <a:stretch>
                  <a:fillRect/>
                </a:stretch>
              </p:blipFill>
              <p:spPr>
                <a:xfrm>
                  <a:off x="11347895" y="5315198"/>
                  <a:ext cx="214920" cy="163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7">
              <p14:nvContentPartPr>
                <p14:cNvPr id="72" name="Tinta 71">
                  <a:extLst>
                    <a:ext uri="{FF2B5EF4-FFF2-40B4-BE49-F238E27FC236}">
                      <a16:creationId xmlns:a16="http://schemas.microsoft.com/office/drawing/2014/main" id="{BE393A83-5D62-1DA5-EF43-EDB50B6C9907}"/>
                    </a:ext>
                  </a:extLst>
                </p14:cNvPr>
                <p14:cNvContentPartPr/>
                <p14:nvPr/>
              </p14:nvContentPartPr>
              <p14:xfrm>
                <a:off x="11664695" y="5282798"/>
                <a:ext cx="352080" cy="21240"/>
              </p14:xfrm>
            </p:contentPart>
          </mc:Choice>
          <mc:Fallback>
            <p:pic>
              <p:nvPicPr>
                <p:cNvPr id="72" name="Tinta 71">
                  <a:extLst>
                    <a:ext uri="{FF2B5EF4-FFF2-40B4-BE49-F238E27FC236}">
                      <a16:creationId xmlns:a16="http://schemas.microsoft.com/office/drawing/2014/main" id="{BE393A83-5D62-1DA5-EF43-EDB50B6C9907}"/>
                    </a:ext>
                  </a:extLst>
                </p:cNvPr>
                <p:cNvPicPr/>
                <p:nvPr/>
              </p:nvPicPr>
              <p:blipFill>
                <a:blip r:embed="rId98"/>
                <a:stretch>
                  <a:fillRect/>
                </a:stretch>
              </p:blipFill>
              <p:spPr>
                <a:xfrm>
                  <a:off x="11658575" y="5276678"/>
                  <a:ext cx="364320" cy="33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9">
              <p14:nvContentPartPr>
                <p14:cNvPr id="73" name="Tinta 72">
                  <a:extLst>
                    <a:ext uri="{FF2B5EF4-FFF2-40B4-BE49-F238E27FC236}">
                      <a16:creationId xmlns:a16="http://schemas.microsoft.com/office/drawing/2014/main" id="{586B762E-67C2-15D1-A6A7-FDCA83F7D054}"/>
                    </a:ext>
                  </a:extLst>
                </p14:cNvPr>
                <p14:cNvContentPartPr/>
                <p14:nvPr/>
              </p14:nvContentPartPr>
              <p14:xfrm>
                <a:off x="11334935" y="5263358"/>
                <a:ext cx="646920" cy="299520"/>
              </p14:xfrm>
            </p:contentPart>
          </mc:Choice>
          <mc:Fallback>
            <p:pic>
              <p:nvPicPr>
                <p:cNvPr id="73" name="Tinta 72">
                  <a:extLst>
                    <a:ext uri="{FF2B5EF4-FFF2-40B4-BE49-F238E27FC236}">
                      <a16:creationId xmlns:a16="http://schemas.microsoft.com/office/drawing/2014/main" id="{586B762E-67C2-15D1-A6A7-FDCA83F7D054}"/>
                    </a:ext>
                  </a:extLst>
                </p:cNvPr>
                <p:cNvPicPr/>
                <p:nvPr/>
              </p:nvPicPr>
              <p:blipFill>
                <a:blip r:embed="rId100"/>
                <a:stretch>
                  <a:fillRect/>
                </a:stretch>
              </p:blipFill>
              <p:spPr>
                <a:xfrm>
                  <a:off x="11328815" y="5257238"/>
                  <a:ext cx="659160" cy="311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1">
              <p14:nvContentPartPr>
                <p14:cNvPr id="75" name="Tinta 74">
                  <a:extLst>
                    <a:ext uri="{FF2B5EF4-FFF2-40B4-BE49-F238E27FC236}">
                      <a16:creationId xmlns:a16="http://schemas.microsoft.com/office/drawing/2014/main" id="{9026F727-022B-42CF-BEBF-338754F57B1B}"/>
                    </a:ext>
                  </a:extLst>
                </p14:cNvPr>
                <p14:cNvContentPartPr/>
                <p14:nvPr/>
              </p14:nvContentPartPr>
              <p14:xfrm>
                <a:off x="9609455" y="5268038"/>
                <a:ext cx="162360" cy="121680"/>
              </p14:xfrm>
            </p:contentPart>
          </mc:Choice>
          <mc:Fallback>
            <p:pic>
              <p:nvPicPr>
                <p:cNvPr id="75" name="Tinta 74">
                  <a:extLst>
                    <a:ext uri="{FF2B5EF4-FFF2-40B4-BE49-F238E27FC236}">
                      <a16:creationId xmlns:a16="http://schemas.microsoft.com/office/drawing/2014/main" id="{9026F727-022B-42CF-BEBF-338754F57B1B}"/>
                    </a:ext>
                  </a:extLst>
                </p:cNvPr>
                <p:cNvPicPr/>
                <p:nvPr/>
              </p:nvPicPr>
              <p:blipFill>
                <a:blip r:embed="rId102"/>
                <a:stretch>
                  <a:fillRect/>
                </a:stretch>
              </p:blipFill>
              <p:spPr>
                <a:xfrm>
                  <a:off x="9603335" y="5261918"/>
                  <a:ext cx="174600" cy="133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3">
              <p14:nvContentPartPr>
                <p14:cNvPr id="76" name="Tinta 75">
                  <a:extLst>
                    <a:ext uri="{FF2B5EF4-FFF2-40B4-BE49-F238E27FC236}">
                      <a16:creationId xmlns:a16="http://schemas.microsoft.com/office/drawing/2014/main" id="{56D8CAE4-59FB-D892-D013-994DA23C3D14}"/>
                    </a:ext>
                  </a:extLst>
                </p14:cNvPr>
                <p14:cNvContentPartPr/>
                <p14:nvPr/>
              </p14:nvContentPartPr>
              <p14:xfrm>
                <a:off x="9463295" y="5146358"/>
                <a:ext cx="77760" cy="375120"/>
              </p14:xfrm>
            </p:contentPart>
          </mc:Choice>
          <mc:Fallback>
            <p:pic>
              <p:nvPicPr>
                <p:cNvPr id="76" name="Tinta 75">
                  <a:extLst>
                    <a:ext uri="{FF2B5EF4-FFF2-40B4-BE49-F238E27FC236}">
                      <a16:creationId xmlns:a16="http://schemas.microsoft.com/office/drawing/2014/main" id="{56D8CAE4-59FB-D892-D013-994DA23C3D14}"/>
                    </a:ext>
                  </a:extLst>
                </p:cNvPr>
                <p:cNvPicPr/>
                <p:nvPr/>
              </p:nvPicPr>
              <p:blipFill>
                <a:blip r:embed="rId104"/>
                <a:stretch>
                  <a:fillRect/>
                </a:stretch>
              </p:blipFill>
              <p:spPr>
                <a:xfrm>
                  <a:off x="9457175" y="5140238"/>
                  <a:ext cx="90000" cy="387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5">
              <p14:nvContentPartPr>
                <p14:cNvPr id="78" name="Tinta 77">
                  <a:extLst>
                    <a:ext uri="{FF2B5EF4-FFF2-40B4-BE49-F238E27FC236}">
                      <a16:creationId xmlns:a16="http://schemas.microsoft.com/office/drawing/2014/main" id="{D8AEF18C-6EF0-3514-2D0C-8C6B70892E7A}"/>
                    </a:ext>
                  </a:extLst>
                </p14:cNvPr>
                <p14:cNvContentPartPr/>
                <p14:nvPr/>
              </p14:nvContentPartPr>
              <p14:xfrm>
                <a:off x="9560495" y="5154638"/>
                <a:ext cx="2575440" cy="119160"/>
              </p14:xfrm>
            </p:contentPart>
          </mc:Choice>
          <mc:Fallback>
            <p:pic>
              <p:nvPicPr>
                <p:cNvPr id="78" name="Tinta 77">
                  <a:extLst>
                    <a:ext uri="{FF2B5EF4-FFF2-40B4-BE49-F238E27FC236}">
                      <a16:creationId xmlns:a16="http://schemas.microsoft.com/office/drawing/2014/main" id="{D8AEF18C-6EF0-3514-2D0C-8C6B70892E7A}"/>
                    </a:ext>
                  </a:extLst>
                </p:cNvPr>
                <p:cNvPicPr/>
                <p:nvPr/>
              </p:nvPicPr>
              <p:blipFill>
                <a:blip r:embed="rId106"/>
                <a:stretch>
                  <a:fillRect/>
                </a:stretch>
              </p:blipFill>
              <p:spPr>
                <a:xfrm>
                  <a:off x="9554375" y="5148518"/>
                  <a:ext cx="2587680" cy="131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7">
              <p14:nvContentPartPr>
                <p14:cNvPr id="80" name="Tinta 79">
                  <a:extLst>
                    <a:ext uri="{FF2B5EF4-FFF2-40B4-BE49-F238E27FC236}">
                      <a16:creationId xmlns:a16="http://schemas.microsoft.com/office/drawing/2014/main" id="{1F85EF41-435A-E492-C95D-44BED16FE82B}"/>
                    </a:ext>
                  </a:extLst>
                </p14:cNvPr>
                <p14:cNvContentPartPr/>
                <p14:nvPr/>
              </p14:nvContentPartPr>
              <p14:xfrm>
                <a:off x="9470135" y="5453078"/>
                <a:ext cx="101520" cy="47160"/>
              </p14:xfrm>
            </p:contentPart>
          </mc:Choice>
          <mc:Fallback>
            <p:pic>
              <p:nvPicPr>
                <p:cNvPr id="80" name="Tinta 79">
                  <a:extLst>
                    <a:ext uri="{FF2B5EF4-FFF2-40B4-BE49-F238E27FC236}">
                      <a16:creationId xmlns:a16="http://schemas.microsoft.com/office/drawing/2014/main" id="{1F85EF41-435A-E492-C95D-44BED16FE82B}"/>
                    </a:ext>
                  </a:extLst>
                </p:cNvPr>
                <p:cNvPicPr/>
                <p:nvPr/>
              </p:nvPicPr>
              <p:blipFill>
                <a:blip r:embed="rId108"/>
                <a:stretch>
                  <a:fillRect/>
                </a:stretch>
              </p:blipFill>
              <p:spPr>
                <a:xfrm>
                  <a:off x="9464015" y="5446958"/>
                  <a:ext cx="113760" cy="59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9">
              <p14:nvContentPartPr>
                <p14:cNvPr id="82" name="Tinta 81">
                  <a:extLst>
                    <a:ext uri="{FF2B5EF4-FFF2-40B4-BE49-F238E27FC236}">
                      <a16:creationId xmlns:a16="http://schemas.microsoft.com/office/drawing/2014/main" id="{F9B2F05D-543D-BA9C-A1D1-FB995177E699}"/>
                    </a:ext>
                  </a:extLst>
                </p14:cNvPr>
                <p14:cNvContentPartPr/>
                <p14:nvPr/>
              </p14:nvContentPartPr>
              <p14:xfrm>
                <a:off x="9530615" y="5489078"/>
                <a:ext cx="2732760" cy="265680"/>
              </p14:xfrm>
            </p:contentPart>
          </mc:Choice>
          <mc:Fallback>
            <p:pic>
              <p:nvPicPr>
                <p:cNvPr id="82" name="Tinta 81">
                  <a:extLst>
                    <a:ext uri="{FF2B5EF4-FFF2-40B4-BE49-F238E27FC236}">
                      <a16:creationId xmlns:a16="http://schemas.microsoft.com/office/drawing/2014/main" id="{F9B2F05D-543D-BA9C-A1D1-FB995177E699}"/>
                    </a:ext>
                  </a:extLst>
                </p:cNvPr>
                <p:cNvPicPr/>
                <p:nvPr/>
              </p:nvPicPr>
              <p:blipFill>
                <a:blip r:embed="rId110"/>
                <a:stretch>
                  <a:fillRect/>
                </a:stretch>
              </p:blipFill>
              <p:spPr>
                <a:xfrm>
                  <a:off x="9524495" y="5482958"/>
                  <a:ext cx="2745000" cy="277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1">
              <p14:nvContentPartPr>
                <p14:cNvPr id="83" name="Tinta 82">
                  <a:extLst>
                    <a:ext uri="{FF2B5EF4-FFF2-40B4-BE49-F238E27FC236}">
                      <a16:creationId xmlns:a16="http://schemas.microsoft.com/office/drawing/2014/main" id="{DCF7BA2E-F36F-CD66-70DC-DE7A51D74804}"/>
                    </a:ext>
                  </a:extLst>
                </p14:cNvPr>
                <p14:cNvContentPartPr/>
                <p14:nvPr/>
              </p14:nvContentPartPr>
              <p14:xfrm>
                <a:off x="12114335" y="5216558"/>
                <a:ext cx="61920" cy="457560"/>
              </p14:xfrm>
            </p:contentPart>
          </mc:Choice>
          <mc:Fallback>
            <p:pic>
              <p:nvPicPr>
                <p:cNvPr id="83" name="Tinta 82">
                  <a:extLst>
                    <a:ext uri="{FF2B5EF4-FFF2-40B4-BE49-F238E27FC236}">
                      <a16:creationId xmlns:a16="http://schemas.microsoft.com/office/drawing/2014/main" id="{DCF7BA2E-F36F-CD66-70DC-DE7A51D74804}"/>
                    </a:ext>
                  </a:extLst>
                </p:cNvPr>
                <p:cNvPicPr/>
                <p:nvPr/>
              </p:nvPicPr>
              <p:blipFill>
                <a:blip r:embed="rId112"/>
                <a:stretch>
                  <a:fillRect/>
                </a:stretch>
              </p:blipFill>
              <p:spPr>
                <a:xfrm>
                  <a:off x="12108215" y="5210438"/>
                  <a:ext cx="74160" cy="4698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86" name="Agrupar 85">
            <a:extLst>
              <a:ext uri="{FF2B5EF4-FFF2-40B4-BE49-F238E27FC236}">
                <a16:creationId xmlns:a16="http://schemas.microsoft.com/office/drawing/2014/main" id="{B2995D27-75DD-E2F1-670D-7A92D4168669}"/>
              </a:ext>
            </a:extLst>
          </p:cNvPr>
          <p:cNvGrpSpPr/>
          <p:nvPr/>
        </p:nvGrpSpPr>
        <p:grpSpPr>
          <a:xfrm>
            <a:off x="2672975" y="4086518"/>
            <a:ext cx="1274400" cy="673200"/>
            <a:chOff x="2672975" y="4086518"/>
            <a:chExt cx="1274400" cy="6732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13">
              <p14:nvContentPartPr>
                <p14:cNvPr id="8" name="Tinta 7">
                  <a:extLst>
                    <a:ext uri="{FF2B5EF4-FFF2-40B4-BE49-F238E27FC236}">
                      <a16:creationId xmlns:a16="http://schemas.microsoft.com/office/drawing/2014/main" id="{4FFA3DD0-F6A3-C135-7A1D-FBDDAF4987F5}"/>
                    </a:ext>
                  </a:extLst>
                </p14:cNvPr>
                <p14:cNvContentPartPr/>
                <p14:nvPr/>
              </p14:nvContentPartPr>
              <p14:xfrm>
                <a:off x="2922815" y="4340318"/>
                <a:ext cx="441720" cy="271440"/>
              </p14:xfrm>
            </p:contentPart>
          </mc:Choice>
          <mc:Fallback>
            <p:pic>
              <p:nvPicPr>
                <p:cNvPr id="8" name="Tinta 7">
                  <a:extLst>
                    <a:ext uri="{FF2B5EF4-FFF2-40B4-BE49-F238E27FC236}">
                      <a16:creationId xmlns:a16="http://schemas.microsoft.com/office/drawing/2014/main" id="{4FFA3DD0-F6A3-C135-7A1D-FBDDAF4987F5}"/>
                    </a:ext>
                  </a:extLst>
                </p:cNvPr>
                <p:cNvPicPr/>
                <p:nvPr/>
              </p:nvPicPr>
              <p:blipFill>
                <a:blip r:embed="rId114"/>
                <a:stretch>
                  <a:fillRect/>
                </a:stretch>
              </p:blipFill>
              <p:spPr>
                <a:xfrm>
                  <a:off x="2916695" y="4334198"/>
                  <a:ext cx="453960" cy="283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5">
              <p14:nvContentPartPr>
                <p14:cNvPr id="9" name="Tinta 8">
                  <a:extLst>
                    <a:ext uri="{FF2B5EF4-FFF2-40B4-BE49-F238E27FC236}">
                      <a16:creationId xmlns:a16="http://schemas.microsoft.com/office/drawing/2014/main" id="{943D8203-5A29-753F-F472-C794B1805616}"/>
                    </a:ext>
                  </a:extLst>
                </p14:cNvPr>
                <p14:cNvContentPartPr/>
                <p14:nvPr/>
              </p14:nvContentPartPr>
              <p14:xfrm>
                <a:off x="3265535" y="4529318"/>
                <a:ext cx="210960" cy="121320"/>
              </p14:xfrm>
            </p:contentPart>
          </mc:Choice>
          <mc:Fallback>
            <p:pic>
              <p:nvPicPr>
                <p:cNvPr id="9" name="Tinta 8">
                  <a:extLst>
                    <a:ext uri="{FF2B5EF4-FFF2-40B4-BE49-F238E27FC236}">
                      <a16:creationId xmlns:a16="http://schemas.microsoft.com/office/drawing/2014/main" id="{943D8203-5A29-753F-F472-C794B1805616}"/>
                    </a:ext>
                  </a:extLst>
                </p:cNvPr>
                <p:cNvPicPr/>
                <p:nvPr/>
              </p:nvPicPr>
              <p:blipFill>
                <a:blip r:embed="rId116"/>
                <a:stretch>
                  <a:fillRect/>
                </a:stretch>
              </p:blipFill>
              <p:spPr>
                <a:xfrm>
                  <a:off x="3259415" y="4523198"/>
                  <a:ext cx="223200" cy="133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7">
              <p14:nvContentPartPr>
                <p14:cNvPr id="10" name="Tinta 9">
                  <a:extLst>
                    <a:ext uri="{FF2B5EF4-FFF2-40B4-BE49-F238E27FC236}">
                      <a16:creationId xmlns:a16="http://schemas.microsoft.com/office/drawing/2014/main" id="{09F8A823-0451-8E9A-0CC9-F534899707BF}"/>
                    </a:ext>
                  </a:extLst>
                </p14:cNvPr>
                <p14:cNvContentPartPr/>
                <p14:nvPr/>
              </p14:nvContentPartPr>
              <p14:xfrm>
                <a:off x="3746495" y="4485758"/>
                <a:ext cx="200880" cy="21960"/>
              </p14:xfrm>
            </p:contentPart>
          </mc:Choice>
          <mc:Fallback>
            <p:pic>
              <p:nvPicPr>
                <p:cNvPr id="10" name="Tinta 9">
                  <a:extLst>
                    <a:ext uri="{FF2B5EF4-FFF2-40B4-BE49-F238E27FC236}">
                      <a16:creationId xmlns:a16="http://schemas.microsoft.com/office/drawing/2014/main" id="{09F8A823-0451-8E9A-0CC9-F534899707BF}"/>
                    </a:ext>
                  </a:extLst>
                </p:cNvPr>
                <p:cNvPicPr/>
                <p:nvPr/>
              </p:nvPicPr>
              <p:blipFill>
                <a:blip r:embed="rId118"/>
                <a:stretch>
                  <a:fillRect/>
                </a:stretch>
              </p:blipFill>
              <p:spPr>
                <a:xfrm>
                  <a:off x="3740375" y="4479638"/>
                  <a:ext cx="213120" cy="34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9">
              <p14:nvContentPartPr>
                <p14:cNvPr id="11" name="Tinta 10">
                  <a:extLst>
                    <a:ext uri="{FF2B5EF4-FFF2-40B4-BE49-F238E27FC236}">
                      <a16:creationId xmlns:a16="http://schemas.microsoft.com/office/drawing/2014/main" id="{67550FC2-9242-1EC8-2DFD-9484D214E4CB}"/>
                    </a:ext>
                  </a:extLst>
                </p14:cNvPr>
                <p14:cNvContentPartPr/>
                <p14:nvPr/>
              </p14:nvContentPartPr>
              <p14:xfrm>
                <a:off x="3756935" y="4584038"/>
                <a:ext cx="149760" cy="8640"/>
              </p14:xfrm>
            </p:contentPart>
          </mc:Choice>
          <mc:Fallback>
            <p:pic>
              <p:nvPicPr>
                <p:cNvPr id="11" name="Tinta 10">
                  <a:extLst>
                    <a:ext uri="{FF2B5EF4-FFF2-40B4-BE49-F238E27FC236}">
                      <a16:creationId xmlns:a16="http://schemas.microsoft.com/office/drawing/2014/main" id="{67550FC2-9242-1EC8-2DFD-9484D214E4CB}"/>
                    </a:ext>
                  </a:extLst>
                </p:cNvPr>
                <p:cNvPicPr/>
                <p:nvPr/>
              </p:nvPicPr>
              <p:blipFill>
                <a:blip r:embed="rId120"/>
                <a:stretch>
                  <a:fillRect/>
                </a:stretch>
              </p:blipFill>
              <p:spPr>
                <a:xfrm>
                  <a:off x="3750815" y="4577918"/>
                  <a:ext cx="162000" cy="20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1">
              <p14:nvContentPartPr>
                <p14:cNvPr id="85" name="Tinta 84">
                  <a:extLst>
                    <a:ext uri="{FF2B5EF4-FFF2-40B4-BE49-F238E27FC236}">
                      <a16:creationId xmlns:a16="http://schemas.microsoft.com/office/drawing/2014/main" id="{F68065E6-16E8-92FF-BA27-86EFEC982125}"/>
                    </a:ext>
                  </a:extLst>
                </p14:cNvPr>
                <p14:cNvContentPartPr/>
                <p14:nvPr/>
              </p14:nvContentPartPr>
              <p14:xfrm>
                <a:off x="2672975" y="4086518"/>
                <a:ext cx="1153080" cy="673200"/>
              </p14:xfrm>
            </p:contentPart>
          </mc:Choice>
          <mc:Fallback>
            <p:pic>
              <p:nvPicPr>
                <p:cNvPr id="85" name="Tinta 84">
                  <a:extLst>
                    <a:ext uri="{FF2B5EF4-FFF2-40B4-BE49-F238E27FC236}">
                      <a16:creationId xmlns:a16="http://schemas.microsoft.com/office/drawing/2014/main" id="{F68065E6-16E8-92FF-BA27-86EFEC982125}"/>
                    </a:ext>
                  </a:extLst>
                </p:cNvPr>
                <p:cNvPicPr/>
                <p:nvPr/>
              </p:nvPicPr>
              <p:blipFill>
                <a:blip r:embed="rId122"/>
                <a:stretch>
                  <a:fillRect/>
                </a:stretch>
              </p:blipFill>
              <p:spPr>
                <a:xfrm>
                  <a:off x="2666855" y="4080398"/>
                  <a:ext cx="1165320" cy="685440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53661270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ADECB93-7C62-1F8F-C392-8B63EBA136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pt-BR"/>
          </a:p>
        </p:txBody>
      </p:sp>
      <p:pic>
        <p:nvPicPr>
          <p:cNvPr id="4" name="Espaço Reservado para Conteúdo 3">
            <a:extLst>
              <a:ext uri="{FF2B5EF4-FFF2-40B4-BE49-F238E27FC236}">
                <a16:creationId xmlns:a16="http://schemas.microsoft.com/office/drawing/2014/main" id="{6AECA4FC-8D9B-C13B-AB3D-84D8BC76410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976489" y="0"/>
            <a:ext cx="4808100" cy="3541712"/>
          </a:xfrm>
          <a:prstGeom prst="rect">
            <a:avLst/>
          </a:prstGeom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50" name="Tinta 49">
                <a:extLst>
                  <a:ext uri="{FF2B5EF4-FFF2-40B4-BE49-F238E27FC236}">
                    <a16:creationId xmlns:a16="http://schemas.microsoft.com/office/drawing/2014/main" id="{30DC62F1-F2B4-E28A-22CE-1F1FBE6B7247}"/>
                  </a:ext>
                </a:extLst>
              </p14:cNvPr>
              <p14:cNvContentPartPr/>
              <p14:nvPr/>
            </p14:nvContentPartPr>
            <p14:xfrm>
              <a:off x="8227415" y="3572438"/>
              <a:ext cx="1353600" cy="669600"/>
            </p14:xfrm>
          </p:contentPart>
        </mc:Choice>
        <mc:Fallback>
          <p:pic>
            <p:nvPicPr>
              <p:cNvPr id="50" name="Tinta 49">
                <a:extLst>
                  <a:ext uri="{FF2B5EF4-FFF2-40B4-BE49-F238E27FC236}">
                    <a16:creationId xmlns:a16="http://schemas.microsoft.com/office/drawing/2014/main" id="{30DC62F1-F2B4-E28A-22CE-1F1FBE6B7247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8221295" y="3566318"/>
                <a:ext cx="1365840" cy="681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5">
            <p14:nvContentPartPr>
              <p14:cNvPr id="52" name="Tinta 51">
                <a:extLst>
                  <a:ext uri="{FF2B5EF4-FFF2-40B4-BE49-F238E27FC236}">
                    <a16:creationId xmlns:a16="http://schemas.microsoft.com/office/drawing/2014/main" id="{CDD0757A-64EE-EE36-62C8-6E35233DDE3F}"/>
                  </a:ext>
                </a:extLst>
              </p14:cNvPr>
              <p14:cNvContentPartPr/>
              <p14:nvPr/>
            </p14:nvContentPartPr>
            <p14:xfrm>
              <a:off x="8297975" y="4358678"/>
              <a:ext cx="1313280" cy="575640"/>
            </p14:xfrm>
          </p:contentPart>
        </mc:Choice>
        <mc:Fallback>
          <p:pic>
            <p:nvPicPr>
              <p:cNvPr id="52" name="Tinta 51">
                <a:extLst>
                  <a:ext uri="{FF2B5EF4-FFF2-40B4-BE49-F238E27FC236}">
                    <a16:creationId xmlns:a16="http://schemas.microsoft.com/office/drawing/2014/main" id="{CDD0757A-64EE-EE36-62C8-6E35233DDE3F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8291855" y="4352558"/>
                <a:ext cx="1325520" cy="587880"/>
              </a:xfrm>
              <a:prstGeom prst="rect">
                <a:avLst/>
              </a:prstGeom>
            </p:spPr>
          </p:pic>
        </mc:Fallback>
      </mc:AlternateContent>
      <p:grpSp>
        <p:nvGrpSpPr>
          <p:cNvPr id="160" name="Agrupar 159">
            <a:extLst>
              <a:ext uri="{FF2B5EF4-FFF2-40B4-BE49-F238E27FC236}">
                <a16:creationId xmlns:a16="http://schemas.microsoft.com/office/drawing/2014/main" id="{053CF96E-EF71-CE0F-99B6-28A082F28D9F}"/>
              </a:ext>
            </a:extLst>
          </p:cNvPr>
          <p:cNvGrpSpPr/>
          <p:nvPr/>
        </p:nvGrpSpPr>
        <p:grpSpPr>
          <a:xfrm>
            <a:off x="1486055" y="3639758"/>
            <a:ext cx="9448200" cy="2755440"/>
            <a:chOff x="1486055" y="3639758"/>
            <a:chExt cx="9448200" cy="27554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7">
              <p14:nvContentPartPr>
                <p14:cNvPr id="35" name="Tinta 34">
                  <a:extLst>
                    <a:ext uri="{FF2B5EF4-FFF2-40B4-BE49-F238E27FC236}">
                      <a16:creationId xmlns:a16="http://schemas.microsoft.com/office/drawing/2014/main" id="{A5E9AB45-1E78-9CC8-767B-19B23C05E8F3}"/>
                    </a:ext>
                  </a:extLst>
                </p14:cNvPr>
                <p14:cNvContentPartPr/>
                <p14:nvPr/>
              </p14:nvContentPartPr>
              <p14:xfrm>
                <a:off x="7117535" y="3957998"/>
                <a:ext cx="138240" cy="313200"/>
              </p14:xfrm>
            </p:contentPart>
          </mc:Choice>
          <mc:Fallback>
            <p:pic>
              <p:nvPicPr>
                <p:cNvPr id="35" name="Tinta 34">
                  <a:extLst>
                    <a:ext uri="{FF2B5EF4-FFF2-40B4-BE49-F238E27FC236}">
                      <a16:creationId xmlns:a16="http://schemas.microsoft.com/office/drawing/2014/main" id="{A5E9AB45-1E78-9CC8-767B-19B23C05E8F3}"/>
                    </a:ext>
                  </a:extLst>
                </p:cNvPr>
                <p:cNvPicPr/>
                <p:nvPr/>
              </p:nvPicPr>
              <p:blipFill>
                <a:blip r:embed="rId8"/>
                <a:stretch>
                  <a:fillRect/>
                </a:stretch>
              </p:blipFill>
              <p:spPr>
                <a:xfrm>
                  <a:off x="7111415" y="3951878"/>
                  <a:ext cx="150480" cy="325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">
              <p14:nvContentPartPr>
                <p14:cNvPr id="36" name="Tinta 35">
                  <a:extLst>
                    <a:ext uri="{FF2B5EF4-FFF2-40B4-BE49-F238E27FC236}">
                      <a16:creationId xmlns:a16="http://schemas.microsoft.com/office/drawing/2014/main" id="{A4105798-278D-0B99-3F0F-D1CC0B064E55}"/>
                    </a:ext>
                  </a:extLst>
                </p14:cNvPr>
                <p14:cNvContentPartPr/>
                <p14:nvPr/>
              </p14:nvContentPartPr>
              <p14:xfrm>
                <a:off x="7123655" y="3948998"/>
                <a:ext cx="368280" cy="134280"/>
              </p14:xfrm>
            </p:contentPart>
          </mc:Choice>
          <mc:Fallback>
            <p:pic>
              <p:nvPicPr>
                <p:cNvPr id="36" name="Tinta 35">
                  <a:extLst>
                    <a:ext uri="{FF2B5EF4-FFF2-40B4-BE49-F238E27FC236}">
                      <a16:creationId xmlns:a16="http://schemas.microsoft.com/office/drawing/2014/main" id="{A4105798-278D-0B99-3F0F-D1CC0B064E55}"/>
                    </a:ext>
                  </a:extLst>
                </p:cNvPr>
                <p:cNvPicPr/>
                <p:nvPr/>
              </p:nvPicPr>
              <p:blipFill>
                <a:blip r:embed="rId10"/>
                <a:stretch>
                  <a:fillRect/>
                </a:stretch>
              </p:blipFill>
              <p:spPr>
                <a:xfrm>
                  <a:off x="7117535" y="3942878"/>
                  <a:ext cx="380520" cy="146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">
              <p14:nvContentPartPr>
                <p14:cNvPr id="37" name="Tinta 36">
                  <a:extLst>
                    <a:ext uri="{FF2B5EF4-FFF2-40B4-BE49-F238E27FC236}">
                      <a16:creationId xmlns:a16="http://schemas.microsoft.com/office/drawing/2014/main" id="{B2867178-09EC-81E1-8C11-B226AE2C8DDC}"/>
                    </a:ext>
                  </a:extLst>
                </p14:cNvPr>
                <p14:cNvContentPartPr/>
                <p14:nvPr/>
              </p14:nvContentPartPr>
              <p14:xfrm>
                <a:off x="7655375" y="3995798"/>
                <a:ext cx="190440" cy="28080"/>
              </p14:xfrm>
            </p:contentPart>
          </mc:Choice>
          <mc:Fallback>
            <p:pic>
              <p:nvPicPr>
                <p:cNvPr id="37" name="Tinta 36">
                  <a:extLst>
                    <a:ext uri="{FF2B5EF4-FFF2-40B4-BE49-F238E27FC236}">
                      <a16:creationId xmlns:a16="http://schemas.microsoft.com/office/drawing/2014/main" id="{B2867178-09EC-81E1-8C11-B226AE2C8DDC}"/>
                    </a:ext>
                  </a:extLst>
                </p:cNvPr>
                <p:cNvPicPr/>
                <p:nvPr/>
              </p:nvPicPr>
              <p:blipFill>
                <a:blip r:embed="rId12"/>
                <a:stretch>
                  <a:fillRect/>
                </a:stretch>
              </p:blipFill>
              <p:spPr>
                <a:xfrm>
                  <a:off x="7649255" y="3989678"/>
                  <a:ext cx="202680" cy="40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">
              <p14:nvContentPartPr>
                <p14:cNvPr id="38" name="Tinta 37">
                  <a:extLst>
                    <a:ext uri="{FF2B5EF4-FFF2-40B4-BE49-F238E27FC236}">
                      <a16:creationId xmlns:a16="http://schemas.microsoft.com/office/drawing/2014/main" id="{F079FEB5-2275-1F8E-A4AC-ADDF960BDCB0}"/>
                    </a:ext>
                  </a:extLst>
                </p14:cNvPr>
                <p14:cNvContentPartPr/>
                <p14:nvPr/>
              </p14:nvContentPartPr>
              <p14:xfrm>
                <a:off x="7645295" y="4102718"/>
                <a:ext cx="141840" cy="6840"/>
              </p14:xfrm>
            </p:contentPart>
          </mc:Choice>
          <mc:Fallback>
            <p:pic>
              <p:nvPicPr>
                <p:cNvPr id="38" name="Tinta 37">
                  <a:extLst>
                    <a:ext uri="{FF2B5EF4-FFF2-40B4-BE49-F238E27FC236}">
                      <a16:creationId xmlns:a16="http://schemas.microsoft.com/office/drawing/2014/main" id="{F079FEB5-2275-1F8E-A4AC-ADDF960BDCB0}"/>
                    </a:ext>
                  </a:extLst>
                </p:cNvPr>
                <p:cNvPicPr/>
                <p:nvPr/>
              </p:nvPicPr>
              <p:blipFill>
                <a:blip r:embed="rId14"/>
                <a:stretch>
                  <a:fillRect/>
                </a:stretch>
              </p:blipFill>
              <p:spPr>
                <a:xfrm>
                  <a:off x="7639175" y="4096598"/>
                  <a:ext cx="154080" cy="19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">
              <p14:nvContentPartPr>
                <p14:cNvPr id="40" name="Tinta 39">
                  <a:extLst>
                    <a:ext uri="{FF2B5EF4-FFF2-40B4-BE49-F238E27FC236}">
                      <a16:creationId xmlns:a16="http://schemas.microsoft.com/office/drawing/2014/main" id="{5C283E34-A5FD-6EEA-7F36-000219163137}"/>
                    </a:ext>
                  </a:extLst>
                </p14:cNvPr>
                <p14:cNvContentPartPr/>
                <p14:nvPr/>
              </p14:nvContentPartPr>
              <p14:xfrm>
                <a:off x="8156495" y="3902558"/>
                <a:ext cx="431280" cy="320040"/>
              </p14:xfrm>
            </p:contentPart>
          </mc:Choice>
          <mc:Fallback>
            <p:pic>
              <p:nvPicPr>
                <p:cNvPr id="40" name="Tinta 39">
                  <a:extLst>
                    <a:ext uri="{FF2B5EF4-FFF2-40B4-BE49-F238E27FC236}">
                      <a16:creationId xmlns:a16="http://schemas.microsoft.com/office/drawing/2014/main" id="{5C283E34-A5FD-6EEA-7F36-000219163137}"/>
                    </a:ext>
                  </a:extLst>
                </p:cNvPr>
                <p:cNvPicPr/>
                <p:nvPr/>
              </p:nvPicPr>
              <p:blipFill>
                <a:blip r:embed="rId16"/>
                <a:stretch>
                  <a:fillRect/>
                </a:stretch>
              </p:blipFill>
              <p:spPr>
                <a:xfrm>
                  <a:off x="8150375" y="3896438"/>
                  <a:ext cx="443520" cy="332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">
              <p14:nvContentPartPr>
                <p14:cNvPr id="41" name="Tinta 40">
                  <a:extLst>
                    <a:ext uri="{FF2B5EF4-FFF2-40B4-BE49-F238E27FC236}">
                      <a16:creationId xmlns:a16="http://schemas.microsoft.com/office/drawing/2014/main" id="{C05DD65E-95D1-B8F9-CB17-195AA0AD0285}"/>
                    </a:ext>
                  </a:extLst>
                </p14:cNvPr>
                <p14:cNvContentPartPr/>
                <p14:nvPr/>
              </p14:nvContentPartPr>
              <p14:xfrm>
                <a:off x="8799095" y="3858638"/>
                <a:ext cx="410760" cy="184320"/>
              </p14:xfrm>
            </p:contentPart>
          </mc:Choice>
          <mc:Fallback>
            <p:pic>
              <p:nvPicPr>
                <p:cNvPr id="41" name="Tinta 40">
                  <a:extLst>
                    <a:ext uri="{FF2B5EF4-FFF2-40B4-BE49-F238E27FC236}">
                      <a16:creationId xmlns:a16="http://schemas.microsoft.com/office/drawing/2014/main" id="{C05DD65E-95D1-B8F9-CB17-195AA0AD0285}"/>
                    </a:ext>
                  </a:extLst>
                </p:cNvPr>
                <p:cNvPicPr/>
                <p:nvPr/>
              </p:nvPicPr>
              <p:blipFill>
                <a:blip r:embed="rId18"/>
                <a:stretch>
                  <a:fillRect/>
                </a:stretch>
              </p:blipFill>
              <p:spPr>
                <a:xfrm>
                  <a:off x="8792975" y="3852518"/>
                  <a:ext cx="423000" cy="196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">
              <p14:nvContentPartPr>
                <p14:cNvPr id="43" name="Tinta 42">
                  <a:extLst>
                    <a:ext uri="{FF2B5EF4-FFF2-40B4-BE49-F238E27FC236}">
                      <a16:creationId xmlns:a16="http://schemas.microsoft.com/office/drawing/2014/main" id="{08F6D098-E967-D1FA-5DAF-8BFEEBBBC3DB}"/>
                    </a:ext>
                  </a:extLst>
                </p14:cNvPr>
                <p14:cNvContentPartPr/>
                <p14:nvPr/>
              </p14:nvContentPartPr>
              <p14:xfrm>
                <a:off x="8246855" y="4311518"/>
                <a:ext cx="1050480" cy="53280"/>
              </p14:xfrm>
            </p:contentPart>
          </mc:Choice>
          <mc:Fallback>
            <p:pic>
              <p:nvPicPr>
                <p:cNvPr id="43" name="Tinta 42">
                  <a:extLst>
                    <a:ext uri="{FF2B5EF4-FFF2-40B4-BE49-F238E27FC236}">
                      <a16:creationId xmlns:a16="http://schemas.microsoft.com/office/drawing/2014/main" id="{08F6D098-E967-D1FA-5DAF-8BFEEBBBC3DB}"/>
                    </a:ext>
                  </a:extLst>
                </p:cNvPr>
                <p:cNvPicPr/>
                <p:nvPr/>
              </p:nvPicPr>
              <p:blipFill>
                <a:blip r:embed="rId20"/>
                <a:stretch>
                  <a:fillRect/>
                </a:stretch>
              </p:blipFill>
              <p:spPr>
                <a:xfrm>
                  <a:off x="8240735" y="4305398"/>
                  <a:ext cx="1062720" cy="65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1">
              <p14:nvContentPartPr>
                <p14:cNvPr id="45" name="Tinta 44">
                  <a:extLst>
                    <a:ext uri="{FF2B5EF4-FFF2-40B4-BE49-F238E27FC236}">
                      <a16:creationId xmlns:a16="http://schemas.microsoft.com/office/drawing/2014/main" id="{A2C02952-F8BE-8A9C-A6D0-3C5155CD3D2E}"/>
                    </a:ext>
                  </a:extLst>
                </p14:cNvPr>
                <p14:cNvContentPartPr/>
                <p14:nvPr/>
              </p14:nvContentPartPr>
              <p14:xfrm>
                <a:off x="8427215" y="4526078"/>
                <a:ext cx="397440" cy="228960"/>
              </p14:xfrm>
            </p:contentPart>
          </mc:Choice>
          <mc:Fallback>
            <p:pic>
              <p:nvPicPr>
                <p:cNvPr id="45" name="Tinta 44">
                  <a:extLst>
                    <a:ext uri="{FF2B5EF4-FFF2-40B4-BE49-F238E27FC236}">
                      <a16:creationId xmlns:a16="http://schemas.microsoft.com/office/drawing/2014/main" id="{A2C02952-F8BE-8A9C-A6D0-3C5155CD3D2E}"/>
                    </a:ext>
                  </a:extLst>
                </p:cNvPr>
                <p:cNvPicPr/>
                <p:nvPr/>
              </p:nvPicPr>
              <p:blipFill>
                <a:blip r:embed="rId22"/>
                <a:stretch>
                  <a:fillRect/>
                </a:stretch>
              </p:blipFill>
              <p:spPr>
                <a:xfrm>
                  <a:off x="8421095" y="4519958"/>
                  <a:ext cx="409680" cy="241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3">
              <p14:nvContentPartPr>
                <p14:cNvPr id="46" name="Tinta 45">
                  <a:extLst>
                    <a:ext uri="{FF2B5EF4-FFF2-40B4-BE49-F238E27FC236}">
                      <a16:creationId xmlns:a16="http://schemas.microsoft.com/office/drawing/2014/main" id="{6880D955-4CE0-E927-16F6-F31915F8D3C6}"/>
                    </a:ext>
                  </a:extLst>
                </p14:cNvPr>
                <p14:cNvContentPartPr/>
                <p14:nvPr/>
              </p14:nvContentPartPr>
              <p14:xfrm>
                <a:off x="9043175" y="4434638"/>
                <a:ext cx="75960" cy="300240"/>
              </p14:xfrm>
            </p:contentPart>
          </mc:Choice>
          <mc:Fallback>
            <p:pic>
              <p:nvPicPr>
                <p:cNvPr id="46" name="Tinta 45">
                  <a:extLst>
                    <a:ext uri="{FF2B5EF4-FFF2-40B4-BE49-F238E27FC236}">
                      <a16:creationId xmlns:a16="http://schemas.microsoft.com/office/drawing/2014/main" id="{6880D955-4CE0-E927-16F6-F31915F8D3C6}"/>
                    </a:ext>
                  </a:extLst>
                </p:cNvPr>
                <p:cNvPicPr/>
                <p:nvPr/>
              </p:nvPicPr>
              <p:blipFill>
                <a:blip r:embed="rId24"/>
                <a:stretch>
                  <a:fillRect/>
                </a:stretch>
              </p:blipFill>
              <p:spPr>
                <a:xfrm>
                  <a:off x="9037055" y="4428518"/>
                  <a:ext cx="88200" cy="312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5">
              <p14:nvContentPartPr>
                <p14:cNvPr id="47" name="Tinta 46">
                  <a:extLst>
                    <a:ext uri="{FF2B5EF4-FFF2-40B4-BE49-F238E27FC236}">
                      <a16:creationId xmlns:a16="http://schemas.microsoft.com/office/drawing/2014/main" id="{B10A7C4B-176B-8D12-1730-A9CB4B3B36CE}"/>
                    </a:ext>
                  </a:extLst>
                </p14:cNvPr>
                <p14:cNvContentPartPr/>
                <p14:nvPr/>
              </p14:nvContentPartPr>
              <p14:xfrm>
                <a:off x="8928335" y="4554518"/>
                <a:ext cx="321840" cy="23400"/>
              </p14:xfrm>
            </p:contentPart>
          </mc:Choice>
          <mc:Fallback>
            <p:pic>
              <p:nvPicPr>
                <p:cNvPr id="47" name="Tinta 46">
                  <a:extLst>
                    <a:ext uri="{FF2B5EF4-FFF2-40B4-BE49-F238E27FC236}">
                      <a16:creationId xmlns:a16="http://schemas.microsoft.com/office/drawing/2014/main" id="{B10A7C4B-176B-8D12-1730-A9CB4B3B36CE}"/>
                    </a:ext>
                  </a:extLst>
                </p:cNvPr>
                <p:cNvPicPr/>
                <p:nvPr/>
              </p:nvPicPr>
              <p:blipFill>
                <a:blip r:embed="rId26"/>
                <a:stretch>
                  <a:fillRect/>
                </a:stretch>
              </p:blipFill>
              <p:spPr>
                <a:xfrm>
                  <a:off x="8922215" y="4548398"/>
                  <a:ext cx="334080" cy="35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7">
              <p14:nvContentPartPr>
                <p14:cNvPr id="49" name="Tinta 48">
                  <a:extLst>
                    <a:ext uri="{FF2B5EF4-FFF2-40B4-BE49-F238E27FC236}">
                      <a16:creationId xmlns:a16="http://schemas.microsoft.com/office/drawing/2014/main" id="{646753EE-6504-A6C6-5E81-BDC6976EE6E6}"/>
                    </a:ext>
                  </a:extLst>
                </p14:cNvPr>
                <p14:cNvContentPartPr/>
                <p14:nvPr/>
              </p14:nvContentPartPr>
              <p14:xfrm>
                <a:off x="9158375" y="3795638"/>
                <a:ext cx="102600" cy="154440"/>
              </p14:xfrm>
            </p:contentPart>
          </mc:Choice>
          <mc:Fallback>
            <p:pic>
              <p:nvPicPr>
                <p:cNvPr id="49" name="Tinta 48">
                  <a:extLst>
                    <a:ext uri="{FF2B5EF4-FFF2-40B4-BE49-F238E27FC236}">
                      <a16:creationId xmlns:a16="http://schemas.microsoft.com/office/drawing/2014/main" id="{646753EE-6504-A6C6-5E81-BDC6976EE6E6}"/>
                    </a:ext>
                  </a:extLst>
                </p:cNvPr>
                <p:cNvPicPr/>
                <p:nvPr/>
              </p:nvPicPr>
              <p:blipFill>
                <a:blip r:embed="rId28"/>
                <a:stretch>
                  <a:fillRect/>
                </a:stretch>
              </p:blipFill>
              <p:spPr>
                <a:xfrm>
                  <a:off x="9152255" y="3789518"/>
                  <a:ext cx="114840" cy="166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9">
              <p14:nvContentPartPr>
                <p14:cNvPr id="60" name="Tinta 59">
                  <a:extLst>
                    <a:ext uri="{FF2B5EF4-FFF2-40B4-BE49-F238E27FC236}">
                      <a16:creationId xmlns:a16="http://schemas.microsoft.com/office/drawing/2014/main" id="{E9B5E6D1-477C-49B1-0FBB-8ED674680654}"/>
                    </a:ext>
                  </a:extLst>
                </p14:cNvPr>
                <p14:cNvContentPartPr/>
                <p14:nvPr/>
              </p14:nvContentPartPr>
              <p14:xfrm>
                <a:off x="7819895" y="5014238"/>
                <a:ext cx="246240" cy="261720"/>
              </p14:xfrm>
            </p:contentPart>
          </mc:Choice>
          <mc:Fallback>
            <p:pic>
              <p:nvPicPr>
                <p:cNvPr id="60" name="Tinta 59">
                  <a:extLst>
                    <a:ext uri="{FF2B5EF4-FFF2-40B4-BE49-F238E27FC236}">
                      <a16:creationId xmlns:a16="http://schemas.microsoft.com/office/drawing/2014/main" id="{E9B5E6D1-477C-49B1-0FBB-8ED674680654}"/>
                    </a:ext>
                  </a:extLst>
                </p:cNvPr>
                <p:cNvPicPr/>
                <p:nvPr/>
              </p:nvPicPr>
              <p:blipFill>
                <a:blip r:embed="rId30"/>
                <a:stretch>
                  <a:fillRect/>
                </a:stretch>
              </p:blipFill>
              <p:spPr>
                <a:xfrm>
                  <a:off x="7813775" y="5008118"/>
                  <a:ext cx="258480" cy="273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1">
              <p14:nvContentPartPr>
                <p14:cNvPr id="61" name="Tinta 60">
                  <a:extLst>
                    <a:ext uri="{FF2B5EF4-FFF2-40B4-BE49-F238E27FC236}">
                      <a16:creationId xmlns:a16="http://schemas.microsoft.com/office/drawing/2014/main" id="{511D9DA3-D1ED-1316-31F4-E59608BAFA67}"/>
                    </a:ext>
                  </a:extLst>
                </p14:cNvPr>
                <p14:cNvContentPartPr/>
                <p14:nvPr/>
              </p14:nvContentPartPr>
              <p14:xfrm>
                <a:off x="8238215" y="5014238"/>
                <a:ext cx="300960" cy="235440"/>
              </p14:xfrm>
            </p:contentPart>
          </mc:Choice>
          <mc:Fallback>
            <p:pic>
              <p:nvPicPr>
                <p:cNvPr id="61" name="Tinta 60">
                  <a:extLst>
                    <a:ext uri="{FF2B5EF4-FFF2-40B4-BE49-F238E27FC236}">
                      <a16:creationId xmlns:a16="http://schemas.microsoft.com/office/drawing/2014/main" id="{511D9DA3-D1ED-1316-31F4-E59608BAFA67}"/>
                    </a:ext>
                  </a:extLst>
                </p:cNvPr>
                <p:cNvPicPr/>
                <p:nvPr/>
              </p:nvPicPr>
              <p:blipFill>
                <a:blip r:embed="rId32"/>
                <a:stretch>
                  <a:fillRect/>
                </a:stretch>
              </p:blipFill>
              <p:spPr>
                <a:xfrm>
                  <a:off x="8232095" y="5008118"/>
                  <a:ext cx="313200" cy="247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3">
              <p14:nvContentPartPr>
                <p14:cNvPr id="62" name="Tinta 61">
                  <a:extLst>
                    <a:ext uri="{FF2B5EF4-FFF2-40B4-BE49-F238E27FC236}">
                      <a16:creationId xmlns:a16="http://schemas.microsoft.com/office/drawing/2014/main" id="{01FFE4EE-F983-F9A7-26A2-76D92F67DDDB}"/>
                    </a:ext>
                  </a:extLst>
                </p14:cNvPr>
                <p14:cNvContentPartPr/>
                <p14:nvPr/>
              </p14:nvContentPartPr>
              <p14:xfrm>
                <a:off x="7746095" y="5340038"/>
                <a:ext cx="792720" cy="37080"/>
              </p14:xfrm>
            </p:contentPart>
          </mc:Choice>
          <mc:Fallback>
            <p:pic>
              <p:nvPicPr>
                <p:cNvPr id="62" name="Tinta 61">
                  <a:extLst>
                    <a:ext uri="{FF2B5EF4-FFF2-40B4-BE49-F238E27FC236}">
                      <a16:creationId xmlns:a16="http://schemas.microsoft.com/office/drawing/2014/main" id="{01FFE4EE-F983-F9A7-26A2-76D92F67DDDB}"/>
                    </a:ext>
                  </a:extLst>
                </p:cNvPr>
                <p:cNvPicPr/>
                <p:nvPr/>
              </p:nvPicPr>
              <p:blipFill>
                <a:blip r:embed="rId34"/>
                <a:stretch>
                  <a:fillRect/>
                </a:stretch>
              </p:blipFill>
              <p:spPr>
                <a:xfrm>
                  <a:off x="7739975" y="5333918"/>
                  <a:ext cx="804960" cy="49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5">
              <p14:nvContentPartPr>
                <p14:cNvPr id="63" name="Tinta 62">
                  <a:extLst>
                    <a:ext uri="{FF2B5EF4-FFF2-40B4-BE49-F238E27FC236}">
                      <a16:creationId xmlns:a16="http://schemas.microsoft.com/office/drawing/2014/main" id="{10923FE3-CEC1-BC31-36B0-8B9861FEE6BA}"/>
                    </a:ext>
                  </a:extLst>
                </p14:cNvPr>
                <p14:cNvContentPartPr/>
                <p14:nvPr/>
              </p14:nvContentPartPr>
              <p14:xfrm>
                <a:off x="8085935" y="5527958"/>
                <a:ext cx="10440" cy="202320"/>
              </p14:xfrm>
            </p:contentPart>
          </mc:Choice>
          <mc:Fallback>
            <p:pic>
              <p:nvPicPr>
                <p:cNvPr id="63" name="Tinta 62">
                  <a:extLst>
                    <a:ext uri="{FF2B5EF4-FFF2-40B4-BE49-F238E27FC236}">
                      <a16:creationId xmlns:a16="http://schemas.microsoft.com/office/drawing/2014/main" id="{10923FE3-CEC1-BC31-36B0-8B9861FEE6BA}"/>
                    </a:ext>
                  </a:extLst>
                </p:cNvPr>
                <p:cNvPicPr/>
                <p:nvPr/>
              </p:nvPicPr>
              <p:blipFill>
                <a:blip r:embed="rId36"/>
                <a:stretch>
                  <a:fillRect/>
                </a:stretch>
              </p:blipFill>
              <p:spPr>
                <a:xfrm>
                  <a:off x="8079815" y="5521838"/>
                  <a:ext cx="22680" cy="214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7">
              <p14:nvContentPartPr>
                <p14:cNvPr id="64" name="Tinta 63">
                  <a:extLst>
                    <a:ext uri="{FF2B5EF4-FFF2-40B4-BE49-F238E27FC236}">
                      <a16:creationId xmlns:a16="http://schemas.microsoft.com/office/drawing/2014/main" id="{D74C70E9-C7E8-634D-89A5-CD1EED0ACB9D}"/>
                    </a:ext>
                  </a:extLst>
                </p14:cNvPr>
                <p14:cNvContentPartPr/>
                <p14:nvPr/>
              </p14:nvContentPartPr>
              <p14:xfrm>
                <a:off x="8176655" y="5442278"/>
                <a:ext cx="229680" cy="113040"/>
              </p14:xfrm>
            </p:contentPart>
          </mc:Choice>
          <mc:Fallback>
            <p:pic>
              <p:nvPicPr>
                <p:cNvPr id="64" name="Tinta 63">
                  <a:extLst>
                    <a:ext uri="{FF2B5EF4-FFF2-40B4-BE49-F238E27FC236}">
                      <a16:creationId xmlns:a16="http://schemas.microsoft.com/office/drawing/2014/main" id="{D74C70E9-C7E8-634D-89A5-CD1EED0ACB9D}"/>
                    </a:ext>
                  </a:extLst>
                </p:cNvPr>
                <p:cNvPicPr/>
                <p:nvPr/>
              </p:nvPicPr>
              <p:blipFill>
                <a:blip r:embed="rId38"/>
                <a:stretch>
                  <a:fillRect/>
                </a:stretch>
              </p:blipFill>
              <p:spPr>
                <a:xfrm>
                  <a:off x="8170535" y="5436158"/>
                  <a:ext cx="241920" cy="125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9">
              <p14:nvContentPartPr>
                <p14:cNvPr id="65" name="Tinta 64">
                  <a:extLst>
                    <a:ext uri="{FF2B5EF4-FFF2-40B4-BE49-F238E27FC236}">
                      <a16:creationId xmlns:a16="http://schemas.microsoft.com/office/drawing/2014/main" id="{8646C161-CFD4-33ED-25AB-340F8D2E06D7}"/>
                    </a:ext>
                  </a:extLst>
                </p14:cNvPr>
                <p14:cNvContentPartPr/>
                <p14:nvPr/>
              </p14:nvContentPartPr>
              <p14:xfrm>
                <a:off x="8799095" y="5232038"/>
                <a:ext cx="200520" cy="34560"/>
              </p14:xfrm>
            </p:contentPart>
          </mc:Choice>
          <mc:Fallback>
            <p:pic>
              <p:nvPicPr>
                <p:cNvPr id="65" name="Tinta 64">
                  <a:extLst>
                    <a:ext uri="{FF2B5EF4-FFF2-40B4-BE49-F238E27FC236}">
                      <a16:creationId xmlns:a16="http://schemas.microsoft.com/office/drawing/2014/main" id="{8646C161-CFD4-33ED-25AB-340F8D2E06D7}"/>
                    </a:ext>
                  </a:extLst>
                </p:cNvPr>
                <p:cNvPicPr/>
                <p:nvPr/>
              </p:nvPicPr>
              <p:blipFill>
                <a:blip r:embed="rId40"/>
                <a:stretch>
                  <a:fillRect/>
                </a:stretch>
              </p:blipFill>
              <p:spPr>
                <a:xfrm>
                  <a:off x="8792975" y="5225918"/>
                  <a:ext cx="212760" cy="46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1">
              <p14:nvContentPartPr>
                <p14:cNvPr id="66" name="Tinta 65">
                  <a:extLst>
                    <a:ext uri="{FF2B5EF4-FFF2-40B4-BE49-F238E27FC236}">
                      <a16:creationId xmlns:a16="http://schemas.microsoft.com/office/drawing/2014/main" id="{9654DF32-DD9C-53E3-7331-3B96E554546D}"/>
                    </a:ext>
                  </a:extLst>
                </p14:cNvPr>
                <p14:cNvContentPartPr/>
                <p14:nvPr/>
              </p14:nvContentPartPr>
              <p14:xfrm>
                <a:off x="8837615" y="5314838"/>
                <a:ext cx="212400" cy="21600"/>
              </p14:xfrm>
            </p:contentPart>
          </mc:Choice>
          <mc:Fallback>
            <p:pic>
              <p:nvPicPr>
                <p:cNvPr id="66" name="Tinta 65">
                  <a:extLst>
                    <a:ext uri="{FF2B5EF4-FFF2-40B4-BE49-F238E27FC236}">
                      <a16:creationId xmlns:a16="http://schemas.microsoft.com/office/drawing/2014/main" id="{9654DF32-DD9C-53E3-7331-3B96E554546D}"/>
                    </a:ext>
                  </a:extLst>
                </p:cNvPr>
                <p:cNvPicPr/>
                <p:nvPr/>
              </p:nvPicPr>
              <p:blipFill>
                <a:blip r:embed="rId42"/>
                <a:stretch>
                  <a:fillRect/>
                </a:stretch>
              </p:blipFill>
              <p:spPr>
                <a:xfrm>
                  <a:off x="8831495" y="5308718"/>
                  <a:ext cx="224640" cy="33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3">
              <p14:nvContentPartPr>
                <p14:cNvPr id="5" name="Tinta 4">
                  <a:extLst>
                    <a:ext uri="{FF2B5EF4-FFF2-40B4-BE49-F238E27FC236}">
                      <a16:creationId xmlns:a16="http://schemas.microsoft.com/office/drawing/2014/main" id="{666801AC-FDA4-9FDA-2EDE-DE91E2E03B6D}"/>
                    </a:ext>
                  </a:extLst>
                </p14:cNvPr>
                <p14:cNvContentPartPr/>
                <p14:nvPr/>
              </p14:nvContentPartPr>
              <p14:xfrm>
                <a:off x="1486055" y="3844238"/>
                <a:ext cx="568440" cy="330840"/>
              </p14:xfrm>
            </p:contentPart>
          </mc:Choice>
          <mc:Fallback>
            <p:pic>
              <p:nvPicPr>
                <p:cNvPr id="5" name="Tinta 4">
                  <a:extLst>
                    <a:ext uri="{FF2B5EF4-FFF2-40B4-BE49-F238E27FC236}">
                      <a16:creationId xmlns:a16="http://schemas.microsoft.com/office/drawing/2014/main" id="{666801AC-FDA4-9FDA-2EDE-DE91E2E03B6D}"/>
                    </a:ext>
                  </a:extLst>
                </p:cNvPr>
                <p:cNvPicPr/>
                <p:nvPr/>
              </p:nvPicPr>
              <p:blipFill>
                <a:blip r:embed="rId44"/>
                <a:stretch>
                  <a:fillRect/>
                </a:stretch>
              </p:blipFill>
              <p:spPr>
                <a:xfrm>
                  <a:off x="1479935" y="3838118"/>
                  <a:ext cx="580680" cy="343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5">
              <p14:nvContentPartPr>
                <p14:cNvPr id="6" name="Tinta 5">
                  <a:extLst>
                    <a:ext uri="{FF2B5EF4-FFF2-40B4-BE49-F238E27FC236}">
                      <a16:creationId xmlns:a16="http://schemas.microsoft.com/office/drawing/2014/main" id="{814CF339-94C9-49A1-4B2F-BA9E74A16D22}"/>
                    </a:ext>
                  </a:extLst>
                </p14:cNvPr>
                <p14:cNvContentPartPr/>
                <p14:nvPr/>
              </p14:nvContentPartPr>
              <p14:xfrm>
                <a:off x="1830935" y="4109198"/>
                <a:ext cx="141840" cy="98280"/>
              </p14:xfrm>
            </p:contentPart>
          </mc:Choice>
          <mc:Fallback>
            <p:pic>
              <p:nvPicPr>
                <p:cNvPr id="6" name="Tinta 5">
                  <a:extLst>
                    <a:ext uri="{FF2B5EF4-FFF2-40B4-BE49-F238E27FC236}">
                      <a16:creationId xmlns:a16="http://schemas.microsoft.com/office/drawing/2014/main" id="{814CF339-94C9-49A1-4B2F-BA9E74A16D22}"/>
                    </a:ext>
                  </a:extLst>
                </p:cNvPr>
                <p:cNvPicPr/>
                <p:nvPr/>
              </p:nvPicPr>
              <p:blipFill>
                <a:blip r:embed="rId46"/>
                <a:stretch>
                  <a:fillRect/>
                </a:stretch>
              </p:blipFill>
              <p:spPr>
                <a:xfrm>
                  <a:off x="1824815" y="4103078"/>
                  <a:ext cx="154080" cy="110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7">
              <p14:nvContentPartPr>
                <p14:cNvPr id="7" name="Tinta 6">
                  <a:extLst>
                    <a:ext uri="{FF2B5EF4-FFF2-40B4-BE49-F238E27FC236}">
                      <a16:creationId xmlns:a16="http://schemas.microsoft.com/office/drawing/2014/main" id="{469B51B9-503B-1CF1-F538-21831B6824D1}"/>
                    </a:ext>
                  </a:extLst>
                </p14:cNvPr>
                <p14:cNvContentPartPr/>
                <p14:nvPr/>
              </p14:nvContentPartPr>
              <p14:xfrm>
                <a:off x="2382815" y="3966278"/>
                <a:ext cx="230760" cy="21600"/>
              </p14:xfrm>
            </p:contentPart>
          </mc:Choice>
          <mc:Fallback>
            <p:pic>
              <p:nvPicPr>
                <p:cNvPr id="7" name="Tinta 6">
                  <a:extLst>
                    <a:ext uri="{FF2B5EF4-FFF2-40B4-BE49-F238E27FC236}">
                      <a16:creationId xmlns:a16="http://schemas.microsoft.com/office/drawing/2014/main" id="{469B51B9-503B-1CF1-F538-21831B6824D1}"/>
                    </a:ext>
                  </a:extLst>
                </p:cNvPr>
                <p:cNvPicPr/>
                <p:nvPr/>
              </p:nvPicPr>
              <p:blipFill>
                <a:blip r:embed="rId48"/>
                <a:stretch>
                  <a:fillRect/>
                </a:stretch>
              </p:blipFill>
              <p:spPr>
                <a:xfrm>
                  <a:off x="2376695" y="3960158"/>
                  <a:ext cx="243000" cy="33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9">
              <p14:nvContentPartPr>
                <p14:cNvPr id="8" name="Tinta 7">
                  <a:extLst>
                    <a:ext uri="{FF2B5EF4-FFF2-40B4-BE49-F238E27FC236}">
                      <a16:creationId xmlns:a16="http://schemas.microsoft.com/office/drawing/2014/main" id="{644463C6-8AB6-E02F-2A2D-438AA6B5B955}"/>
                    </a:ext>
                  </a:extLst>
                </p14:cNvPr>
                <p14:cNvContentPartPr/>
                <p14:nvPr/>
              </p14:nvContentPartPr>
              <p14:xfrm>
                <a:off x="2342135" y="4066718"/>
                <a:ext cx="220680" cy="29880"/>
              </p14:xfrm>
            </p:contentPart>
          </mc:Choice>
          <mc:Fallback>
            <p:pic>
              <p:nvPicPr>
                <p:cNvPr id="8" name="Tinta 7">
                  <a:extLst>
                    <a:ext uri="{FF2B5EF4-FFF2-40B4-BE49-F238E27FC236}">
                      <a16:creationId xmlns:a16="http://schemas.microsoft.com/office/drawing/2014/main" id="{644463C6-8AB6-E02F-2A2D-438AA6B5B955}"/>
                    </a:ext>
                  </a:extLst>
                </p:cNvPr>
                <p:cNvPicPr/>
                <p:nvPr/>
              </p:nvPicPr>
              <p:blipFill>
                <a:blip r:embed="rId50"/>
                <a:stretch>
                  <a:fillRect/>
                </a:stretch>
              </p:blipFill>
              <p:spPr>
                <a:xfrm>
                  <a:off x="2336015" y="4060598"/>
                  <a:ext cx="232920" cy="42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1">
              <p14:nvContentPartPr>
                <p14:cNvPr id="10" name="Tinta 9">
                  <a:extLst>
                    <a:ext uri="{FF2B5EF4-FFF2-40B4-BE49-F238E27FC236}">
                      <a16:creationId xmlns:a16="http://schemas.microsoft.com/office/drawing/2014/main" id="{2D48D8F0-4FD3-0AFA-DF70-5991FF914AFB}"/>
                    </a:ext>
                  </a:extLst>
                </p14:cNvPr>
                <p14:cNvContentPartPr/>
                <p14:nvPr/>
              </p14:nvContentPartPr>
              <p14:xfrm>
                <a:off x="2974655" y="3917318"/>
                <a:ext cx="200520" cy="200520"/>
              </p14:xfrm>
            </p:contentPart>
          </mc:Choice>
          <mc:Fallback>
            <p:pic>
              <p:nvPicPr>
                <p:cNvPr id="10" name="Tinta 9">
                  <a:extLst>
                    <a:ext uri="{FF2B5EF4-FFF2-40B4-BE49-F238E27FC236}">
                      <a16:creationId xmlns:a16="http://schemas.microsoft.com/office/drawing/2014/main" id="{2D48D8F0-4FD3-0AFA-DF70-5991FF914AFB}"/>
                    </a:ext>
                  </a:extLst>
                </p:cNvPr>
                <p:cNvPicPr/>
                <p:nvPr/>
              </p:nvPicPr>
              <p:blipFill>
                <a:blip r:embed="rId52"/>
                <a:stretch>
                  <a:fillRect/>
                </a:stretch>
              </p:blipFill>
              <p:spPr>
                <a:xfrm>
                  <a:off x="2968535" y="3911198"/>
                  <a:ext cx="212760" cy="212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3">
              <p14:nvContentPartPr>
                <p14:cNvPr id="11" name="Tinta 10">
                  <a:extLst>
                    <a:ext uri="{FF2B5EF4-FFF2-40B4-BE49-F238E27FC236}">
                      <a16:creationId xmlns:a16="http://schemas.microsoft.com/office/drawing/2014/main" id="{3B49274C-74D7-A20A-B884-B7A4A8DCC182}"/>
                    </a:ext>
                  </a:extLst>
                </p14:cNvPr>
                <p14:cNvContentPartPr/>
                <p14:nvPr/>
              </p14:nvContentPartPr>
              <p14:xfrm>
                <a:off x="3306215" y="3829838"/>
                <a:ext cx="197280" cy="249480"/>
              </p14:xfrm>
            </p:contentPart>
          </mc:Choice>
          <mc:Fallback>
            <p:pic>
              <p:nvPicPr>
                <p:cNvPr id="11" name="Tinta 10">
                  <a:extLst>
                    <a:ext uri="{FF2B5EF4-FFF2-40B4-BE49-F238E27FC236}">
                      <a16:creationId xmlns:a16="http://schemas.microsoft.com/office/drawing/2014/main" id="{3B49274C-74D7-A20A-B884-B7A4A8DCC182}"/>
                    </a:ext>
                  </a:extLst>
                </p:cNvPr>
                <p:cNvPicPr/>
                <p:nvPr/>
              </p:nvPicPr>
              <p:blipFill>
                <a:blip r:embed="rId54"/>
                <a:stretch>
                  <a:fillRect/>
                </a:stretch>
              </p:blipFill>
              <p:spPr>
                <a:xfrm>
                  <a:off x="3300095" y="3823718"/>
                  <a:ext cx="209520" cy="261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5">
              <p14:nvContentPartPr>
                <p14:cNvPr id="12" name="Tinta 11">
                  <a:extLst>
                    <a:ext uri="{FF2B5EF4-FFF2-40B4-BE49-F238E27FC236}">
                      <a16:creationId xmlns:a16="http://schemas.microsoft.com/office/drawing/2014/main" id="{FC4E052C-F187-51F3-E4C3-115901F4AFFD}"/>
                    </a:ext>
                  </a:extLst>
                </p14:cNvPr>
                <p14:cNvContentPartPr/>
                <p14:nvPr/>
              </p14:nvContentPartPr>
              <p14:xfrm>
                <a:off x="3405215" y="3912998"/>
                <a:ext cx="50760" cy="30600"/>
              </p14:xfrm>
            </p:contentPart>
          </mc:Choice>
          <mc:Fallback>
            <p:pic>
              <p:nvPicPr>
                <p:cNvPr id="12" name="Tinta 11">
                  <a:extLst>
                    <a:ext uri="{FF2B5EF4-FFF2-40B4-BE49-F238E27FC236}">
                      <a16:creationId xmlns:a16="http://schemas.microsoft.com/office/drawing/2014/main" id="{FC4E052C-F187-51F3-E4C3-115901F4AFFD}"/>
                    </a:ext>
                  </a:extLst>
                </p:cNvPr>
                <p:cNvPicPr/>
                <p:nvPr/>
              </p:nvPicPr>
              <p:blipFill>
                <a:blip r:embed="rId56"/>
                <a:stretch>
                  <a:fillRect/>
                </a:stretch>
              </p:blipFill>
              <p:spPr>
                <a:xfrm>
                  <a:off x="3399095" y="3906878"/>
                  <a:ext cx="63000" cy="42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7">
              <p14:nvContentPartPr>
                <p14:cNvPr id="13" name="Tinta 12">
                  <a:extLst>
                    <a:ext uri="{FF2B5EF4-FFF2-40B4-BE49-F238E27FC236}">
                      <a16:creationId xmlns:a16="http://schemas.microsoft.com/office/drawing/2014/main" id="{27FFCBA7-9F84-A56B-01D3-9B429D0F4DB1}"/>
                    </a:ext>
                  </a:extLst>
                </p14:cNvPr>
                <p14:cNvContentPartPr/>
                <p14:nvPr/>
              </p14:nvContentPartPr>
              <p14:xfrm>
                <a:off x="3736775" y="3840998"/>
                <a:ext cx="86040" cy="193320"/>
              </p14:xfrm>
            </p:contentPart>
          </mc:Choice>
          <mc:Fallback>
            <p:pic>
              <p:nvPicPr>
                <p:cNvPr id="13" name="Tinta 12">
                  <a:extLst>
                    <a:ext uri="{FF2B5EF4-FFF2-40B4-BE49-F238E27FC236}">
                      <a16:creationId xmlns:a16="http://schemas.microsoft.com/office/drawing/2014/main" id="{27FFCBA7-9F84-A56B-01D3-9B429D0F4DB1}"/>
                    </a:ext>
                  </a:extLst>
                </p:cNvPr>
                <p:cNvPicPr/>
                <p:nvPr/>
              </p:nvPicPr>
              <p:blipFill>
                <a:blip r:embed="rId58"/>
                <a:stretch>
                  <a:fillRect/>
                </a:stretch>
              </p:blipFill>
              <p:spPr>
                <a:xfrm>
                  <a:off x="3730655" y="3834878"/>
                  <a:ext cx="98280" cy="205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9">
              <p14:nvContentPartPr>
                <p14:cNvPr id="14" name="Tinta 13">
                  <a:extLst>
                    <a:ext uri="{FF2B5EF4-FFF2-40B4-BE49-F238E27FC236}">
                      <a16:creationId xmlns:a16="http://schemas.microsoft.com/office/drawing/2014/main" id="{B541A3E5-AEAF-8B26-C2B2-AC9F9450EDE5}"/>
                    </a:ext>
                  </a:extLst>
                </p14:cNvPr>
                <p14:cNvContentPartPr/>
                <p14:nvPr/>
              </p14:nvContentPartPr>
              <p14:xfrm>
                <a:off x="3987335" y="3793838"/>
                <a:ext cx="129960" cy="223560"/>
              </p14:xfrm>
            </p:contentPart>
          </mc:Choice>
          <mc:Fallback>
            <p:pic>
              <p:nvPicPr>
                <p:cNvPr id="14" name="Tinta 13">
                  <a:extLst>
                    <a:ext uri="{FF2B5EF4-FFF2-40B4-BE49-F238E27FC236}">
                      <a16:creationId xmlns:a16="http://schemas.microsoft.com/office/drawing/2014/main" id="{B541A3E5-AEAF-8B26-C2B2-AC9F9450EDE5}"/>
                    </a:ext>
                  </a:extLst>
                </p:cNvPr>
                <p:cNvPicPr/>
                <p:nvPr/>
              </p:nvPicPr>
              <p:blipFill>
                <a:blip r:embed="rId60"/>
                <a:stretch>
                  <a:fillRect/>
                </a:stretch>
              </p:blipFill>
              <p:spPr>
                <a:xfrm>
                  <a:off x="3981215" y="3787718"/>
                  <a:ext cx="142200" cy="235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1">
              <p14:nvContentPartPr>
                <p14:cNvPr id="15" name="Tinta 14">
                  <a:extLst>
                    <a:ext uri="{FF2B5EF4-FFF2-40B4-BE49-F238E27FC236}">
                      <a16:creationId xmlns:a16="http://schemas.microsoft.com/office/drawing/2014/main" id="{2D6C2F52-2611-C577-2016-B74FE335F6A7}"/>
                    </a:ext>
                  </a:extLst>
                </p14:cNvPr>
                <p14:cNvContentPartPr/>
                <p14:nvPr/>
              </p14:nvContentPartPr>
              <p14:xfrm>
                <a:off x="3987335" y="3889598"/>
                <a:ext cx="109440" cy="16920"/>
              </p14:xfrm>
            </p:contentPart>
          </mc:Choice>
          <mc:Fallback>
            <p:pic>
              <p:nvPicPr>
                <p:cNvPr id="15" name="Tinta 14">
                  <a:extLst>
                    <a:ext uri="{FF2B5EF4-FFF2-40B4-BE49-F238E27FC236}">
                      <a16:creationId xmlns:a16="http://schemas.microsoft.com/office/drawing/2014/main" id="{2D6C2F52-2611-C577-2016-B74FE335F6A7}"/>
                    </a:ext>
                  </a:extLst>
                </p:cNvPr>
                <p:cNvPicPr/>
                <p:nvPr/>
              </p:nvPicPr>
              <p:blipFill>
                <a:blip r:embed="rId62"/>
                <a:stretch>
                  <a:fillRect/>
                </a:stretch>
              </p:blipFill>
              <p:spPr>
                <a:xfrm>
                  <a:off x="3981215" y="3883478"/>
                  <a:ext cx="121680" cy="29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3">
              <p14:nvContentPartPr>
                <p14:cNvPr id="16" name="Tinta 15">
                  <a:extLst>
                    <a:ext uri="{FF2B5EF4-FFF2-40B4-BE49-F238E27FC236}">
                      <a16:creationId xmlns:a16="http://schemas.microsoft.com/office/drawing/2014/main" id="{DB1E550D-D2E0-3CA6-FE6B-8A08AF842B2C}"/>
                    </a:ext>
                  </a:extLst>
                </p14:cNvPr>
                <p14:cNvContentPartPr/>
                <p14:nvPr/>
              </p14:nvContentPartPr>
              <p14:xfrm>
                <a:off x="4236815" y="3874838"/>
                <a:ext cx="291600" cy="164160"/>
              </p14:xfrm>
            </p:contentPart>
          </mc:Choice>
          <mc:Fallback>
            <p:pic>
              <p:nvPicPr>
                <p:cNvPr id="16" name="Tinta 15">
                  <a:extLst>
                    <a:ext uri="{FF2B5EF4-FFF2-40B4-BE49-F238E27FC236}">
                      <a16:creationId xmlns:a16="http://schemas.microsoft.com/office/drawing/2014/main" id="{DB1E550D-D2E0-3CA6-FE6B-8A08AF842B2C}"/>
                    </a:ext>
                  </a:extLst>
                </p:cNvPr>
                <p:cNvPicPr/>
                <p:nvPr/>
              </p:nvPicPr>
              <p:blipFill>
                <a:blip r:embed="rId64"/>
                <a:stretch>
                  <a:fillRect/>
                </a:stretch>
              </p:blipFill>
              <p:spPr>
                <a:xfrm>
                  <a:off x="4230695" y="3868718"/>
                  <a:ext cx="303840" cy="176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5">
              <p14:nvContentPartPr>
                <p14:cNvPr id="17" name="Tinta 16">
                  <a:extLst>
                    <a:ext uri="{FF2B5EF4-FFF2-40B4-BE49-F238E27FC236}">
                      <a16:creationId xmlns:a16="http://schemas.microsoft.com/office/drawing/2014/main" id="{9CAA661C-8906-D370-103E-67A37EFE5B90}"/>
                    </a:ext>
                  </a:extLst>
                </p14:cNvPr>
                <p14:cNvContentPartPr/>
                <p14:nvPr/>
              </p14:nvContentPartPr>
              <p14:xfrm>
                <a:off x="4567295" y="3877718"/>
                <a:ext cx="212400" cy="152640"/>
              </p14:xfrm>
            </p:contentPart>
          </mc:Choice>
          <mc:Fallback>
            <p:pic>
              <p:nvPicPr>
                <p:cNvPr id="17" name="Tinta 16">
                  <a:extLst>
                    <a:ext uri="{FF2B5EF4-FFF2-40B4-BE49-F238E27FC236}">
                      <a16:creationId xmlns:a16="http://schemas.microsoft.com/office/drawing/2014/main" id="{9CAA661C-8906-D370-103E-67A37EFE5B90}"/>
                    </a:ext>
                  </a:extLst>
                </p:cNvPr>
                <p:cNvPicPr/>
                <p:nvPr/>
              </p:nvPicPr>
              <p:blipFill>
                <a:blip r:embed="rId66"/>
                <a:stretch>
                  <a:fillRect/>
                </a:stretch>
              </p:blipFill>
              <p:spPr>
                <a:xfrm>
                  <a:off x="4561175" y="3871598"/>
                  <a:ext cx="224640" cy="164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7">
              <p14:nvContentPartPr>
                <p14:cNvPr id="18" name="Tinta 17">
                  <a:extLst>
                    <a:ext uri="{FF2B5EF4-FFF2-40B4-BE49-F238E27FC236}">
                      <a16:creationId xmlns:a16="http://schemas.microsoft.com/office/drawing/2014/main" id="{9DDD27BB-0D55-DA80-0D13-CE29A199456C}"/>
                    </a:ext>
                  </a:extLst>
                </p14:cNvPr>
                <p14:cNvContentPartPr/>
                <p14:nvPr/>
              </p14:nvContentPartPr>
              <p14:xfrm>
                <a:off x="4709135" y="3852158"/>
                <a:ext cx="359640" cy="179280"/>
              </p14:xfrm>
            </p:contentPart>
          </mc:Choice>
          <mc:Fallback>
            <p:pic>
              <p:nvPicPr>
                <p:cNvPr id="18" name="Tinta 17">
                  <a:extLst>
                    <a:ext uri="{FF2B5EF4-FFF2-40B4-BE49-F238E27FC236}">
                      <a16:creationId xmlns:a16="http://schemas.microsoft.com/office/drawing/2014/main" id="{9DDD27BB-0D55-DA80-0D13-CE29A199456C}"/>
                    </a:ext>
                  </a:extLst>
                </p:cNvPr>
                <p:cNvPicPr/>
                <p:nvPr/>
              </p:nvPicPr>
              <p:blipFill>
                <a:blip r:embed="rId68"/>
                <a:stretch>
                  <a:fillRect/>
                </a:stretch>
              </p:blipFill>
              <p:spPr>
                <a:xfrm>
                  <a:off x="4703015" y="3846038"/>
                  <a:ext cx="371880" cy="191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9">
              <p14:nvContentPartPr>
                <p14:cNvPr id="19" name="Tinta 18">
                  <a:extLst>
                    <a:ext uri="{FF2B5EF4-FFF2-40B4-BE49-F238E27FC236}">
                      <a16:creationId xmlns:a16="http://schemas.microsoft.com/office/drawing/2014/main" id="{77482371-26F8-29E7-FCFE-2A60CCD599F3}"/>
                    </a:ext>
                  </a:extLst>
                </p14:cNvPr>
                <p14:cNvContentPartPr/>
                <p14:nvPr/>
              </p14:nvContentPartPr>
              <p14:xfrm>
                <a:off x="5318615" y="3827678"/>
                <a:ext cx="322200" cy="30240"/>
              </p14:xfrm>
            </p:contentPart>
          </mc:Choice>
          <mc:Fallback>
            <p:pic>
              <p:nvPicPr>
                <p:cNvPr id="19" name="Tinta 18">
                  <a:extLst>
                    <a:ext uri="{FF2B5EF4-FFF2-40B4-BE49-F238E27FC236}">
                      <a16:creationId xmlns:a16="http://schemas.microsoft.com/office/drawing/2014/main" id="{77482371-26F8-29E7-FCFE-2A60CCD599F3}"/>
                    </a:ext>
                  </a:extLst>
                </p:cNvPr>
                <p:cNvPicPr/>
                <p:nvPr/>
              </p:nvPicPr>
              <p:blipFill>
                <a:blip r:embed="rId70"/>
                <a:stretch>
                  <a:fillRect/>
                </a:stretch>
              </p:blipFill>
              <p:spPr>
                <a:xfrm>
                  <a:off x="5312495" y="3821558"/>
                  <a:ext cx="334440" cy="42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1">
              <p14:nvContentPartPr>
                <p14:cNvPr id="20" name="Tinta 19">
                  <a:extLst>
                    <a:ext uri="{FF2B5EF4-FFF2-40B4-BE49-F238E27FC236}">
                      <a16:creationId xmlns:a16="http://schemas.microsoft.com/office/drawing/2014/main" id="{DA639B5D-AFA1-179D-1526-8C3D7FF0BADE}"/>
                    </a:ext>
                  </a:extLst>
                </p14:cNvPr>
                <p14:cNvContentPartPr/>
                <p14:nvPr/>
              </p14:nvContentPartPr>
              <p14:xfrm>
                <a:off x="5179655" y="3846398"/>
                <a:ext cx="361440" cy="250200"/>
              </p14:xfrm>
            </p:contentPart>
          </mc:Choice>
          <mc:Fallback>
            <p:pic>
              <p:nvPicPr>
                <p:cNvPr id="20" name="Tinta 19">
                  <a:extLst>
                    <a:ext uri="{FF2B5EF4-FFF2-40B4-BE49-F238E27FC236}">
                      <a16:creationId xmlns:a16="http://schemas.microsoft.com/office/drawing/2014/main" id="{DA639B5D-AFA1-179D-1526-8C3D7FF0BADE}"/>
                    </a:ext>
                  </a:extLst>
                </p:cNvPr>
                <p:cNvPicPr/>
                <p:nvPr/>
              </p:nvPicPr>
              <p:blipFill>
                <a:blip r:embed="rId72"/>
                <a:stretch>
                  <a:fillRect/>
                </a:stretch>
              </p:blipFill>
              <p:spPr>
                <a:xfrm>
                  <a:off x="5173535" y="3840278"/>
                  <a:ext cx="373680" cy="262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3">
              <p14:nvContentPartPr>
                <p14:cNvPr id="23" name="Tinta 22">
                  <a:extLst>
                    <a:ext uri="{FF2B5EF4-FFF2-40B4-BE49-F238E27FC236}">
                      <a16:creationId xmlns:a16="http://schemas.microsoft.com/office/drawing/2014/main" id="{BF93DBA1-878A-00B9-E648-53C8F3077B84}"/>
                    </a:ext>
                  </a:extLst>
                </p14:cNvPr>
                <p14:cNvContentPartPr/>
                <p14:nvPr/>
              </p14:nvContentPartPr>
              <p14:xfrm>
                <a:off x="1731575" y="4443998"/>
                <a:ext cx="109800" cy="227880"/>
              </p14:xfrm>
            </p:contentPart>
          </mc:Choice>
          <mc:Fallback>
            <p:pic>
              <p:nvPicPr>
                <p:cNvPr id="23" name="Tinta 22">
                  <a:extLst>
                    <a:ext uri="{FF2B5EF4-FFF2-40B4-BE49-F238E27FC236}">
                      <a16:creationId xmlns:a16="http://schemas.microsoft.com/office/drawing/2014/main" id="{BF93DBA1-878A-00B9-E648-53C8F3077B84}"/>
                    </a:ext>
                  </a:extLst>
                </p:cNvPr>
                <p:cNvPicPr/>
                <p:nvPr/>
              </p:nvPicPr>
              <p:blipFill>
                <a:blip r:embed="rId74"/>
                <a:stretch>
                  <a:fillRect/>
                </a:stretch>
              </p:blipFill>
              <p:spPr>
                <a:xfrm>
                  <a:off x="1725455" y="4437878"/>
                  <a:ext cx="122040" cy="240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5">
              <p14:nvContentPartPr>
                <p14:cNvPr id="24" name="Tinta 23">
                  <a:extLst>
                    <a:ext uri="{FF2B5EF4-FFF2-40B4-BE49-F238E27FC236}">
                      <a16:creationId xmlns:a16="http://schemas.microsoft.com/office/drawing/2014/main" id="{262786F6-5023-205A-A8FE-082A3F3EC5E3}"/>
                    </a:ext>
                  </a:extLst>
                </p14:cNvPr>
                <p14:cNvContentPartPr/>
                <p14:nvPr/>
              </p14:nvContentPartPr>
              <p14:xfrm>
                <a:off x="1841015" y="4409438"/>
                <a:ext cx="182520" cy="136800"/>
              </p14:xfrm>
            </p:contentPart>
          </mc:Choice>
          <mc:Fallback>
            <p:pic>
              <p:nvPicPr>
                <p:cNvPr id="24" name="Tinta 23">
                  <a:extLst>
                    <a:ext uri="{FF2B5EF4-FFF2-40B4-BE49-F238E27FC236}">
                      <a16:creationId xmlns:a16="http://schemas.microsoft.com/office/drawing/2014/main" id="{262786F6-5023-205A-A8FE-082A3F3EC5E3}"/>
                    </a:ext>
                  </a:extLst>
                </p:cNvPr>
                <p:cNvPicPr/>
                <p:nvPr/>
              </p:nvPicPr>
              <p:blipFill>
                <a:blip r:embed="rId76"/>
                <a:stretch>
                  <a:fillRect/>
                </a:stretch>
              </p:blipFill>
              <p:spPr>
                <a:xfrm>
                  <a:off x="1834895" y="4403318"/>
                  <a:ext cx="194760" cy="149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7">
              <p14:nvContentPartPr>
                <p14:cNvPr id="26" name="Tinta 25">
                  <a:extLst>
                    <a:ext uri="{FF2B5EF4-FFF2-40B4-BE49-F238E27FC236}">
                      <a16:creationId xmlns:a16="http://schemas.microsoft.com/office/drawing/2014/main" id="{71A9EE60-2935-1ED4-B909-07239E5B6D73}"/>
                    </a:ext>
                  </a:extLst>
                </p14:cNvPr>
                <p14:cNvContentPartPr/>
                <p14:nvPr/>
              </p14:nvContentPartPr>
              <p14:xfrm>
                <a:off x="2413055" y="4447598"/>
                <a:ext cx="322200" cy="30240"/>
              </p14:xfrm>
            </p:contentPart>
          </mc:Choice>
          <mc:Fallback>
            <p:pic>
              <p:nvPicPr>
                <p:cNvPr id="26" name="Tinta 25">
                  <a:extLst>
                    <a:ext uri="{FF2B5EF4-FFF2-40B4-BE49-F238E27FC236}">
                      <a16:creationId xmlns:a16="http://schemas.microsoft.com/office/drawing/2014/main" id="{71A9EE60-2935-1ED4-B909-07239E5B6D73}"/>
                    </a:ext>
                  </a:extLst>
                </p:cNvPr>
                <p:cNvPicPr/>
                <p:nvPr/>
              </p:nvPicPr>
              <p:blipFill>
                <a:blip r:embed="rId78"/>
                <a:stretch>
                  <a:fillRect/>
                </a:stretch>
              </p:blipFill>
              <p:spPr>
                <a:xfrm>
                  <a:off x="2406935" y="4441478"/>
                  <a:ext cx="334440" cy="42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9">
              <p14:nvContentPartPr>
                <p14:cNvPr id="27" name="Tinta 26">
                  <a:extLst>
                    <a:ext uri="{FF2B5EF4-FFF2-40B4-BE49-F238E27FC236}">
                      <a16:creationId xmlns:a16="http://schemas.microsoft.com/office/drawing/2014/main" id="{01D66836-9C2A-5521-B47C-14718838CC39}"/>
                    </a:ext>
                  </a:extLst>
                </p14:cNvPr>
                <p14:cNvContentPartPr/>
                <p14:nvPr/>
              </p14:nvContentPartPr>
              <p14:xfrm>
                <a:off x="2423135" y="4517798"/>
                <a:ext cx="230760" cy="32400"/>
              </p14:xfrm>
            </p:contentPart>
          </mc:Choice>
          <mc:Fallback>
            <p:pic>
              <p:nvPicPr>
                <p:cNvPr id="27" name="Tinta 26">
                  <a:extLst>
                    <a:ext uri="{FF2B5EF4-FFF2-40B4-BE49-F238E27FC236}">
                      <a16:creationId xmlns:a16="http://schemas.microsoft.com/office/drawing/2014/main" id="{01D66836-9C2A-5521-B47C-14718838CC39}"/>
                    </a:ext>
                  </a:extLst>
                </p:cNvPr>
                <p:cNvPicPr/>
                <p:nvPr/>
              </p:nvPicPr>
              <p:blipFill>
                <a:blip r:embed="rId80"/>
                <a:stretch>
                  <a:fillRect/>
                </a:stretch>
              </p:blipFill>
              <p:spPr>
                <a:xfrm>
                  <a:off x="2417015" y="4511678"/>
                  <a:ext cx="243000" cy="44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1">
              <p14:nvContentPartPr>
                <p14:cNvPr id="29" name="Tinta 28">
                  <a:extLst>
                    <a:ext uri="{FF2B5EF4-FFF2-40B4-BE49-F238E27FC236}">
                      <a16:creationId xmlns:a16="http://schemas.microsoft.com/office/drawing/2014/main" id="{2E9C6FD9-3D09-8712-7177-2672D122A0C0}"/>
                    </a:ext>
                  </a:extLst>
                </p14:cNvPr>
                <p14:cNvContentPartPr/>
                <p14:nvPr/>
              </p14:nvContentPartPr>
              <p14:xfrm>
                <a:off x="3195695" y="4256078"/>
                <a:ext cx="289440" cy="289800"/>
              </p14:xfrm>
            </p:contentPart>
          </mc:Choice>
          <mc:Fallback>
            <p:pic>
              <p:nvPicPr>
                <p:cNvPr id="29" name="Tinta 28">
                  <a:extLst>
                    <a:ext uri="{FF2B5EF4-FFF2-40B4-BE49-F238E27FC236}">
                      <a16:creationId xmlns:a16="http://schemas.microsoft.com/office/drawing/2014/main" id="{2E9C6FD9-3D09-8712-7177-2672D122A0C0}"/>
                    </a:ext>
                  </a:extLst>
                </p:cNvPr>
                <p:cNvPicPr/>
                <p:nvPr/>
              </p:nvPicPr>
              <p:blipFill>
                <a:blip r:embed="rId82"/>
                <a:stretch>
                  <a:fillRect/>
                </a:stretch>
              </p:blipFill>
              <p:spPr>
                <a:xfrm>
                  <a:off x="3189575" y="4249958"/>
                  <a:ext cx="301680" cy="302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3">
              <p14:nvContentPartPr>
                <p14:cNvPr id="30" name="Tinta 29">
                  <a:extLst>
                    <a:ext uri="{FF2B5EF4-FFF2-40B4-BE49-F238E27FC236}">
                      <a16:creationId xmlns:a16="http://schemas.microsoft.com/office/drawing/2014/main" id="{F8EADE85-A53E-4D3B-ACD9-D192FE6C77D7}"/>
                    </a:ext>
                  </a:extLst>
                </p14:cNvPr>
                <p14:cNvContentPartPr/>
                <p14:nvPr/>
              </p14:nvContentPartPr>
              <p14:xfrm>
                <a:off x="3637055" y="4278398"/>
                <a:ext cx="284760" cy="291960"/>
              </p14:xfrm>
            </p:contentPart>
          </mc:Choice>
          <mc:Fallback>
            <p:pic>
              <p:nvPicPr>
                <p:cNvPr id="30" name="Tinta 29">
                  <a:extLst>
                    <a:ext uri="{FF2B5EF4-FFF2-40B4-BE49-F238E27FC236}">
                      <a16:creationId xmlns:a16="http://schemas.microsoft.com/office/drawing/2014/main" id="{F8EADE85-A53E-4D3B-ACD9-D192FE6C77D7}"/>
                    </a:ext>
                  </a:extLst>
                </p:cNvPr>
                <p:cNvPicPr/>
                <p:nvPr/>
              </p:nvPicPr>
              <p:blipFill>
                <a:blip r:embed="rId84"/>
                <a:stretch>
                  <a:fillRect/>
                </a:stretch>
              </p:blipFill>
              <p:spPr>
                <a:xfrm>
                  <a:off x="3630935" y="4272278"/>
                  <a:ext cx="297000" cy="304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5">
              <p14:nvContentPartPr>
                <p14:cNvPr id="31" name="Tinta 30">
                  <a:extLst>
                    <a:ext uri="{FF2B5EF4-FFF2-40B4-BE49-F238E27FC236}">
                      <a16:creationId xmlns:a16="http://schemas.microsoft.com/office/drawing/2014/main" id="{3F80EF9E-77DA-1887-5570-DE297FDA4ED7}"/>
                    </a:ext>
                  </a:extLst>
                </p14:cNvPr>
                <p14:cNvContentPartPr/>
                <p14:nvPr/>
              </p14:nvContentPartPr>
              <p14:xfrm>
                <a:off x="4056815" y="4302158"/>
                <a:ext cx="223200" cy="239760"/>
              </p14:xfrm>
            </p:contentPart>
          </mc:Choice>
          <mc:Fallback>
            <p:pic>
              <p:nvPicPr>
                <p:cNvPr id="31" name="Tinta 30">
                  <a:extLst>
                    <a:ext uri="{FF2B5EF4-FFF2-40B4-BE49-F238E27FC236}">
                      <a16:creationId xmlns:a16="http://schemas.microsoft.com/office/drawing/2014/main" id="{3F80EF9E-77DA-1887-5570-DE297FDA4ED7}"/>
                    </a:ext>
                  </a:extLst>
                </p:cNvPr>
                <p:cNvPicPr/>
                <p:nvPr/>
              </p:nvPicPr>
              <p:blipFill>
                <a:blip r:embed="rId86"/>
                <a:stretch>
                  <a:fillRect/>
                </a:stretch>
              </p:blipFill>
              <p:spPr>
                <a:xfrm>
                  <a:off x="4050695" y="4296038"/>
                  <a:ext cx="235440" cy="252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7">
              <p14:nvContentPartPr>
                <p14:cNvPr id="32" name="Tinta 31">
                  <a:extLst>
                    <a:ext uri="{FF2B5EF4-FFF2-40B4-BE49-F238E27FC236}">
                      <a16:creationId xmlns:a16="http://schemas.microsoft.com/office/drawing/2014/main" id="{5528781D-137A-65C4-2C8A-F01FF8B36EEF}"/>
                    </a:ext>
                  </a:extLst>
                </p14:cNvPr>
                <p14:cNvContentPartPr/>
                <p14:nvPr/>
              </p14:nvContentPartPr>
              <p14:xfrm>
                <a:off x="4356335" y="4375598"/>
                <a:ext cx="210600" cy="158760"/>
              </p14:xfrm>
            </p:contentPart>
          </mc:Choice>
          <mc:Fallback>
            <p:pic>
              <p:nvPicPr>
                <p:cNvPr id="32" name="Tinta 31">
                  <a:extLst>
                    <a:ext uri="{FF2B5EF4-FFF2-40B4-BE49-F238E27FC236}">
                      <a16:creationId xmlns:a16="http://schemas.microsoft.com/office/drawing/2014/main" id="{5528781D-137A-65C4-2C8A-F01FF8B36EEF}"/>
                    </a:ext>
                  </a:extLst>
                </p:cNvPr>
                <p:cNvPicPr/>
                <p:nvPr/>
              </p:nvPicPr>
              <p:blipFill>
                <a:blip r:embed="rId88"/>
                <a:stretch>
                  <a:fillRect/>
                </a:stretch>
              </p:blipFill>
              <p:spPr>
                <a:xfrm>
                  <a:off x="4350215" y="4369478"/>
                  <a:ext cx="222840" cy="171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9">
              <p14:nvContentPartPr>
                <p14:cNvPr id="33" name="Tinta 32">
                  <a:extLst>
                    <a:ext uri="{FF2B5EF4-FFF2-40B4-BE49-F238E27FC236}">
                      <a16:creationId xmlns:a16="http://schemas.microsoft.com/office/drawing/2014/main" id="{C035CA44-4696-01BB-D771-DC47C1308385}"/>
                    </a:ext>
                  </a:extLst>
                </p14:cNvPr>
                <p14:cNvContentPartPr/>
                <p14:nvPr/>
              </p14:nvContentPartPr>
              <p14:xfrm>
                <a:off x="4888415" y="4283078"/>
                <a:ext cx="392760" cy="241560"/>
              </p14:xfrm>
            </p:contentPart>
          </mc:Choice>
          <mc:Fallback>
            <p:pic>
              <p:nvPicPr>
                <p:cNvPr id="33" name="Tinta 32">
                  <a:extLst>
                    <a:ext uri="{FF2B5EF4-FFF2-40B4-BE49-F238E27FC236}">
                      <a16:creationId xmlns:a16="http://schemas.microsoft.com/office/drawing/2014/main" id="{C035CA44-4696-01BB-D771-DC47C1308385}"/>
                    </a:ext>
                  </a:extLst>
                </p:cNvPr>
                <p:cNvPicPr/>
                <p:nvPr/>
              </p:nvPicPr>
              <p:blipFill>
                <a:blip r:embed="rId90"/>
                <a:stretch>
                  <a:fillRect/>
                </a:stretch>
              </p:blipFill>
              <p:spPr>
                <a:xfrm>
                  <a:off x="4882295" y="4276958"/>
                  <a:ext cx="405000" cy="253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1">
              <p14:nvContentPartPr>
                <p14:cNvPr id="68" name="Tinta 67">
                  <a:extLst>
                    <a:ext uri="{FF2B5EF4-FFF2-40B4-BE49-F238E27FC236}">
                      <a16:creationId xmlns:a16="http://schemas.microsoft.com/office/drawing/2014/main" id="{0A2A4316-895D-436D-76E9-7CF0C5255336}"/>
                    </a:ext>
                  </a:extLst>
                </p14:cNvPr>
                <p14:cNvContentPartPr/>
                <p14:nvPr/>
              </p14:nvContentPartPr>
              <p14:xfrm>
                <a:off x="2934335" y="3639758"/>
                <a:ext cx="2728440" cy="597960"/>
              </p14:xfrm>
            </p:contentPart>
          </mc:Choice>
          <mc:Fallback>
            <p:pic>
              <p:nvPicPr>
                <p:cNvPr id="68" name="Tinta 67">
                  <a:extLst>
                    <a:ext uri="{FF2B5EF4-FFF2-40B4-BE49-F238E27FC236}">
                      <a16:creationId xmlns:a16="http://schemas.microsoft.com/office/drawing/2014/main" id="{0A2A4316-895D-436D-76E9-7CF0C5255336}"/>
                    </a:ext>
                  </a:extLst>
                </p:cNvPr>
                <p:cNvPicPr/>
                <p:nvPr/>
              </p:nvPicPr>
              <p:blipFill>
                <a:blip r:embed="rId92"/>
                <a:stretch>
                  <a:fillRect/>
                </a:stretch>
              </p:blipFill>
              <p:spPr>
                <a:xfrm>
                  <a:off x="2928215" y="3633638"/>
                  <a:ext cx="2740680" cy="610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3">
              <p14:nvContentPartPr>
                <p14:cNvPr id="70" name="Tinta 69">
                  <a:extLst>
                    <a:ext uri="{FF2B5EF4-FFF2-40B4-BE49-F238E27FC236}">
                      <a16:creationId xmlns:a16="http://schemas.microsoft.com/office/drawing/2014/main" id="{F66071B1-7CA1-C76B-51B8-6CEB8EF4923F}"/>
                    </a:ext>
                  </a:extLst>
                </p14:cNvPr>
                <p14:cNvContentPartPr/>
                <p14:nvPr/>
              </p14:nvContentPartPr>
              <p14:xfrm>
                <a:off x="9199415" y="4967798"/>
                <a:ext cx="261000" cy="216720"/>
              </p14:xfrm>
            </p:contentPart>
          </mc:Choice>
          <mc:Fallback>
            <p:pic>
              <p:nvPicPr>
                <p:cNvPr id="70" name="Tinta 69">
                  <a:extLst>
                    <a:ext uri="{FF2B5EF4-FFF2-40B4-BE49-F238E27FC236}">
                      <a16:creationId xmlns:a16="http://schemas.microsoft.com/office/drawing/2014/main" id="{F66071B1-7CA1-C76B-51B8-6CEB8EF4923F}"/>
                    </a:ext>
                  </a:extLst>
                </p:cNvPr>
                <p:cNvPicPr/>
                <p:nvPr/>
              </p:nvPicPr>
              <p:blipFill>
                <a:blip r:embed="rId94"/>
                <a:stretch>
                  <a:fillRect/>
                </a:stretch>
              </p:blipFill>
              <p:spPr>
                <a:xfrm>
                  <a:off x="9193295" y="4961678"/>
                  <a:ext cx="273240" cy="228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5">
              <p14:nvContentPartPr>
                <p14:cNvPr id="71" name="Tinta 70">
                  <a:extLst>
                    <a:ext uri="{FF2B5EF4-FFF2-40B4-BE49-F238E27FC236}">
                      <a16:creationId xmlns:a16="http://schemas.microsoft.com/office/drawing/2014/main" id="{A1023784-6DC8-7924-3B4F-A0822381F48C}"/>
                    </a:ext>
                  </a:extLst>
                </p14:cNvPr>
                <p14:cNvContentPartPr/>
                <p14:nvPr/>
              </p14:nvContentPartPr>
              <p14:xfrm>
                <a:off x="9619535" y="4951958"/>
                <a:ext cx="120600" cy="177480"/>
              </p14:xfrm>
            </p:contentPart>
          </mc:Choice>
          <mc:Fallback>
            <p:pic>
              <p:nvPicPr>
                <p:cNvPr id="71" name="Tinta 70">
                  <a:extLst>
                    <a:ext uri="{FF2B5EF4-FFF2-40B4-BE49-F238E27FC236}">
                      <a16:creationId xmlns:a16="http://schemas.microsoft.com/office/drawing/2014/main" id="{A1023784-6DC8-7924-3B4F-A0822381F48C}"/>
                    </a:ext>
                  </a:extLst>
                </p:cNvPr>
                <p:cNvPicPr/>
                <p:nvPr/>
              </p:nvPicPr>
              <p:blipFill>
                <a:blip r:embed="rId96"/>
                <a:stretch>
                  <a:fillRect/>
                </a:stretch>
              </p:blipFill>
              <p:spPr>
                <a:xfrm>
                  <a:off x="9613415" y="4945838"/>
                  <a:ext cx="132840" cy="189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7">
              <p14:nvContentPartPr>
                <p14:cNvPr id="72" name="Tinta 71">
                  <a:extLst>
                    <a:ext uri="{FF2B5EF4-FFF2-40B4-BE49-F238E27FC236}">
                      <a16:creationId xmlns:a16="http://schemas.microsoft.com/office/drawing/2014/main" id="{94FFF921-A50B-FF4B-3C39-59363929F099}"/>
                    </a:ext>
                  </a:extLst>
                </p14:cNvPr>
                <p14:cNvContentPartPr/>
                <p14:nvPr/>
              </p14:nvContentPartPr>
              <p14:xfrm>
                <a:off x="9599375" y="5041958"/>
                <a:ext cx="202320" cy="10800"/>
              </p14:xfrm>
            </p:contentPart>
          </mc:Choice>
          <mc:Fallback>
            <p:pic>
              <p:nvPicPr>
                <p:cNvPr id="72" name="Tinta 71">
                  <a:extLst>
                    <a:ext uri="{FF2B5EF4-FFF2-40B4-BE49-F238E27FC236}">
                      <a16:creationId xmlns:a16="http://schemas.microsoft.com/office/drawing/2014/main" id="{94FFF921-A50B-FF4B-3C39-59363929F099}"/>
                    </a:ext>
                  </a:extLst>
                </p:cNvPr>
                <p:cNvPicPr/>
                <p:nvPr/>
              </p:nvPicPr>
              <p:blipFill>
                <a:blip r:embed="rId98"/>
                <a:stretch>
                  <a:fillRect/>
                </a:stretch>
              </p:blipFill>
              <p:spPr>
                <a:xfrm>
                  <a:off x="9593255" y="5035838"/>
                  <a:ext cx="214560" cy="23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9">
              <p14:nvContentPartPr>
                <p14:cNvPr id="73" name="Tinta 72">
                  <a:extLst>
                    <a:ext uri="{FF2B5EF4-FFF2-40B4-BE49-F238E27FC236}">
                      <a16:creationId xmlns:a16="http://schemas.microsoft.com/office/drawing/2014/main" id="{9DD2D4F1-E744-22E0-4ADF-12B09FB553B0}"/>
                    </a:ext>
                  </a:extLst>
                </p14:cNvPr>
                <p14:cNvContentPartPr/>
                <p14:nvPr/>
              </p14:nvContentPartPr>
              <p14:xfrm>
                <a:off x="9849935" y="4965998"/>
                <a:ext cx="91440" cy="169920"/>
              </p14:xfrm>
            </p:contentPart>
          </mc:Choice>
          <mc:Fallback>
            <p:pic>
              <p:nvPicPr>
                <p:cNvPr id="73" name="Tinta 72">
                  <a:extLst>
                    <a:ext uri="{FF2B5EF4-FFF2-40B4-BE49-F238E27FC236}">
                      <a16:creationId xmlns:a16="http://schemas.microsoft.com/office/drawing/2014/main" id="{9DD2D4F1-E744-22E0-4ADF-12B09FB553B0}"/>
                    </a:ext>
                  </a:extLst>
                </p:cNvPr>
                <p:cNvPicPr/>
                <p:nvPr/>
              </p:nvPicPr>
              <p:blipFill>
                <a:blip r:embed="rId100"/>
                <a:stretch>
                  <a:fillRect/>
                </a:stretch>
              </p:blipFill>
              <p:spPr>
                <a:xfrm>
                  <a:off x="9843815" y="4959878"/>
                  <a:ext cx="103680" cy="182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1">
              <p14:nvContentPartPr>
                <p14:cNvPr id="74" name="Tinta 73">
                  <a:extLst>
                    <a:ext uri="{FF2B5EF4-FFF2-40B4-BE49-F238E27FC236}">
                      <a16:creationId xmlns:a16="http://schemas.microsoft.com/office/drawing/2014/main" id="{18DA8064-7B54-476F-F5C6-AFE26C2B2154}"/>
                    </a:ext>
                  </a:extLst>
                </p14:cNvPr>
                <p14:cNvContentPartPr/>
                <p14:nvPr/>
              </p14:nvContentPartPr>
              <p14:xfrm>
                <a:off x="10052975" y="4848278"/>
                <a:ext cx="115560" cy="243000"/>
              </p14:xfrm>
            </p:contentPart>
          </mc:Choice>
          <mc:Fallback>
            <p:pic>
              <p:nvPicPr>
                <p:cNvPr id="74" name="Tinta 73">
                  <a:extLst>
                    <a:ext uri="{FF2B5EF4-FFF2-40B4-BE49-F238E27FC236}">
                      <a16:creationId xmlns:a16="http://schemas.microsoft.com/office/drawing/2014/main" id="{18DA8064-7B54-476F-F5C6-AFE26C2B2154}"/>
                    </a:ext>
                  </a:extLst>
                </p:cNvPr>
                <p:cNvPicPr/>
                <p:nvPr/>
              </p:nvPicPr>
              <p:blipFill>
                <a:blip r:embed="rId102"/>
                <a:stretch>
                  <a:fillRect/>
                </a:stretch>
              </p:blipFill>
              <p:spPr>
                <a:xfrm>
                  <a:off x="10046855" y="4842158"/>
                  <a:ext cx="127800" cy="255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3">
              <p14:nvContentPartPr>
                <p14:cNvPr id="75" name="Tinta 74">
                  <a:extLst>
                    <a:ext uri="{FF2B5EF4-FFF2-40B4-BE49-F238E27FC236}">
                      <a16:creationId xmlns:a16="http://schemas.microsoft.com/office/drawing/2014/main" id="{A28987B2-A1BD-1D92-96B2-20C34F88D485}"/>
                    </a:ext>
                  </a:extLst>
                </p14:cNvPr>
                <p14:cNvContentPartPr/>
                <p14:nvPr/>
              </p14:nvContentPartPr>
              <p14:xfrm>
                <a:off x="10032095" y="4996958"/>
                <a:ext cx="119520" cy="21600"/>
              </p14:xfrm>
            </p:contentPart>
          </mc:Choice>
          <mc:Fallback>
            <p:pic>
              <p:nvPicPr>
                <p:cNvPr id="75" name="Tinta 74">
                  <a:extLst>
                    <a:ext uri="{FF2B5EF4-FFF2-40B4-BE49-F238E27FC236}">
                      <a16:creationId xmlns:a16="http://schemas.microsoft.com/office/drawing/2014/main" id="{A28987B2-A1BD-1D92-96B2-20C34F88D485}"/>
                    </a:ext>
                  </a:extLst>
                </p:cNvPr>
                <p:cNvPicPr/>
                <p:nvPr/>
              </p:nvPicPr>
              <p:blipFill>
                <a:blip r:embed="rId104"/>
                <a:stretch>
                  <a:fillRect/>
                </a:stretch>
              </p:blipFill>
              <p:spPr>
                <a:xfrm>
                  <a:off x="10025975" y="4990838"/>
                  <a:ext cx="131760" cy="33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5">
              <p14:nvContentPartPr>
                <p14:cNvPr id="76" name="Tinta 75">
                  <a:extLst>
                    <a:ext uri="{FF2B5EF4-FFF2-40B4-BE49-F238E27FC236}">
                      <a16:creationId xmlns:a16="http://schemas.microsoft.com/office/drawing/2014/main" id="{809498E6-9409-820E-C1DC-B9037E1761C1}"/>
                    </a:ext>
                  </a:extLst>
                </p14:cNvPr>
                <p14:cNvContentPartPr/>
                <p14:nvPr/>
              </p14:nvContentPartPr>
              <p14:xfrm>
                <a:off x="10171775" y="4954838"/>
                <a:ext cx="312480" cy="172440"/>
              </p14:xfrm>
            </p:contentPart>
          </mc:Choice>
          <mc:Fallback>
            <p:pic>
              <p:nvPicPr>
                <p:cNvPr id="76" name="Tinta 75">
                  <a:extLst>
                    <a:ext uri="{FF2B5EF4-FFF2-40B4-BE49-F238E27FC236}">
                      <a16:creationId xmlns:a16="http://schemas.microsoft.com/office/drawing/2014/main" id="{809498E6-9409-820E-C1DC-B9037E1761C1}"/>
                    </a:ext>
                  </a:extLst>
                </p:cNvPr>
                <p:cNvPicPr/>
                <p:nvPr/>
              </p:nvPicPr>
              <p:blipFill>
                <a:blip r:embed="rId106"/>
                <a:stretch>
                  <a:fillRect/>
                </a:stretch>
              </p:blipFill>
              <p:spPr>
                <a:xfrm>
                  <a:off x="10165655" y="4948718"/>
                  <a:ext cx="324720" cy="184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7">
              <p14:nvContentPartPr>
                <p14:cNvPr id="77" name="Tinta 76">
                  <a:extLst>
                    <a:ext uri="{FF2B5EF4-FFF2-40B4-BE49-F238E27FC236}">
                      <a16:creationId xmlns:a16="http://schemas.microsoft.com/office/drawing/2014/main" id="{E10B5148-5717-8161-6749-CC9CBBA59204}"/>
                    </a:ext>
                  </a:extLst>
                </p14:cNvPr>
                <p14:cNvContentPartPr/>
                <p14:nvPr/>
              </p14:nvContentPartPr>
              <p14:xfrm>
                <a:off x="10474175" y="4976078"/>
                <a:ext cx="189000" cy="132120"/>
              </p14:xfrm>
            </p:contentPart>
          </mc:Choice>
          <mc:Fallback>
            <p:pic>
              <p:nvPicPr>
                <p:cNvPr id="77" name="Tinta 76">
                  <a:extLst>
                    <a:ext uri="{FF2B5EF4-FFF2-40B4-BE49-F238E27FC236}">
                      <a16:creationId xmlns:a16="http://schemas.microsoft.com/office/drawing/2014/main" id="{E10B5148-5717-8161-6749-CC9CBBA59204}"/>
                    </a:ext>
                  </a:extLst>
                </p:cNvPr>
                <p:cNvPicPr/>
                <p:nvPr/>
              </p:nvPicPr>
              <p:blipFill>
                <a:blip r:embed="rId108"/>
                <a:stretch>
                  <a:fillRect/>
                </a:stretch>
              </p:blipFill>
              <p:spPr>
                <a:xfrm>
                  <a:off x="10468055" y="4969958"/>
                  <a:ext cx="201240" cy="144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9">
              <p14:nvContentPartPr>
                <p14:cNvPr id="78" name="Tinta 77">
                  <a:extLst>
                    <a:ext uri="{FF2B5EF4-FFF2-40B4-BE49-F238E27FC236}">
                      <a16:creationId xmlns:a16="http://schemas.microsoft.com/office/drawing/2014/main" id="{4A2ED5AB-4098-1BEE-29FF-82B7360BA2AD}"/>
                    </a:ext>
                  </a:extLst>
                </p14:cNvPr>
                <p14:cNvContentPartPr/>
                <p14:nvPr/>
              </p14:nvContentPartPr>
              <p14:xfrm>
                <a:off x="10753535" y="5008118"/>
                <a:ext cx="20520" cy="6840"/>
              </p14:xfrm>
            </p:contentPart>
          </mc:Choice>
          <mc:Fallback>
            <p:pic>
              <p:nvPicPr>
                <p:cNvPr id="78" name="Tinta 77">
                  <a:extLst>
                    <a:ext uri="{FF2B5EF4-FFF2-40B4-BE49-F238E27FC236}">
                      <a16:creationId xmlns:a16="http://schemas.microsoft.com/office/drawing/2014/main" id="{4A2ED5AB-4098-1BEE-29FF-82B7360BA2AD}"/>
                    </a:ext>
                  </a:extLst>
                </p:cNvPr>
                <p:cNvPicPr/>
                <p:nvPr/>
              </p:nvPicPr>
              <p:blipFill>
                <a:blip r:embed="rId110"/>
                <a:stretch>
                  <a:fillRect/>
                </a:stretch>
              </p:blipFill>
              <p:spPr>
                <a:xfrm>
                  <a:off x="10747415" y="5001998"/>
                  <a:ext cx="32760" cy="19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1">
              <p14:nvContentPartPr>
                <p14:cNvPr id="79" name="Tinta 78">
                  <a:extLst>
                    <a:ext uri="{FF2B5EF4-FFF2-40B4-BE49-F238E27FC236}">
                      <a16:creationId xmlns:a16="http://schemas.microsoft.com/office/drawing/2014/main" id="{6EF7B0B6-3FD2-A3F1-476D-F16D645B775C}"/>
                    </a:ext>
                  </a:extLst>
                </p14:cNvPr>
                <p14:cNvContentPartPr/>
                <p14:nvPr/>
              </p14:nvContentPartPr>
              <p14:xfrm>
                <a:off x="10662455" y="4992998"/>
                <a:ext cx="200880" cy="135720"/>
              </p14:xfrm>
            </p:contentPart>
          </mc:Choice>
          <mc:Fallback>
            <p:pic>
              <p:nvPicPr>
                <p:cNvPr id="79" name="Tinta 78">
                  <a:extLst>
                    <a:ext uri="{FF2B5EF4-FFF2-40B4-BE49-F238E27FC236}">
                      <a16:creationId xmlns:a16="http://schemas.microsoft.com/office/drawing/2014/main" id="{6EF7B0B6-3FD2-A3F1-476D-F16D645B775C}"/>
                    </a:ext>
                  </a:extLst>
                </p:cNvPr>
                <p:cNvPicPr/>
                <p:nvPr/>
              </p:nvPicPr>
              <p:blipFill>
                <a:blip r:embed="rId112"/>
                <a:stretch>
                  <a:fillRect/>
                </a:stretch>
              </p:blipFill>
              <p:spPr>
                <a:xfrm>
                  <a:off x="10656335" y="4986878"/>
                  <a:ext cx="213120" cy="147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3">
              <p14:nvContentPartPr>
                <p14:cNvPr id="81" name="Tinta 80">
                  <a:extLst>
                    <a:ext uri="{FF2B5EF4-FFF2-40B4-BE49-F238E27FC236}">
                      <a16:creationId xmlns:a16="http://schemas.microsoft.com/office/drawing/2014/main" id="{6E764335-1F85-F7B0-28C2-EBB87AB533E5}"/>
                    </a:ext>
                  </a:extLst>
                </p14:cNvPr>
                <p14:cNvContentPartPr/>
                <p14:nvPr/>
              </p14:nvContentPartPr>
              <p14:xfrm>
                <a:off x="9388775" y="5298278"/>
                <a:ext cx="1545480" cy="119160"/>
              </p14:xfrm>
            </p:contentPart>
          </mc:Choice>
          <mc:Fallback>
            <p:pic>
              <p:nvPicPr>
                <p:cNvPr id="81" name="Tinta 80">
                  <a:extLst>
                    <a:ext uri="{FF2B5EF4-FFF2-40B4-BE49-F238E27FC236}">
                      <a16:creationId xmlns:a16="http://schemas.microsoft.com/office/drawing/2014/main" id="{6E764335-1F85-F7B0-28C2-EBB87AB533E5}"/>
                    </a:ext>
                  </a:extLst>
                </p:cNvPr>
                <p:cNvPicPr/>
                <p:nvPr/>
              </p:nvPicPr>
              <p:blipFill>
                <a:blip r:embed="rId114"/>
                <a:stretch>
                  <a:fillRect/>
                </a:stretch>
              </p:blipFill>
              <p:spPr>
                <a:xfrm>
                  <a:off x="9382655" y="5292158"/>
                  <a:ext cx="1557720" cy="131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5">
              <p14:nvContentPartPr>
                <p14:cNvPr id="82" name="Tinta 81">
                  <a:extLst>
                    <a:ext uri="{FF2B5EF4-FFF2-40B4-BE49-F238E27FC236}">
                      <a16:creationId xmlns:a16="http://schemas.microsoft.com/office/drawing/2014/main" id="{BC746F72-C3CD-9B21-1D50-157A8F443B9B}"/>
                    </a:ext>
                  </a:extLst>
                </p14:cNvPr>
                <p14:cNvContentPartPr/>
                <p14:nvPr/>
              </p14:nvContentPartPr>
              <p14:xfrm>
                <a:off x="9519815" y="5495198"/>
                <a:ext cx="252000" cy="241560"/>
              </p14:xfrm>
            </p:contentPart>
          </mc:Choice>
          <mc:Fallback>
            <p:pic>
              <p:nvPicPr>
                <p:cNvPr id="82" name="Tinta 81">
                  <a:extLst>
                    <a:ext uri="{FF2B5EF4-FFF2-40B4-BE49-F238E27FC236}">
                      <a16:creationId xmlns:a16="http://schemas.microsoft.com/office/drawing/2014/main" id="{BC746F72-C3CD-9B21-1D50-157A8F443B9B}"/>
                    </a:ext>
                  </a:extLst>
                </p:cNvPr>
                <p:cNvPicPr/>
                <p:nvPr/>
              </p:nvPicPr>
              <p:blipFill>
                <a:blip r:embed="rId116"/>
                <a:stretch>
                  <a:fillRect/>
                </a:stretch>
              </p:blipFill>
              <p:spPr>
                <a:xfrm>
                  <a:off x="9513695" y="5489078"/>
                  <a:ext cx="264240" cy="253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7">
              <p14:nvContentPartPr>
                <p14:cNvPr id="83" name="Tinta 82">
                  <a:extLst>
                    <a:ext uri="{FF2B5EF4-FFF2-40B4-BE49-F238E27FC236}">
                      <a16:creationId xmlns:a16="http://schemas.microsoft.com/office/drawing/2014/main" id="{41E40836-1CEA-F452-7780-5942C9D5EFA3}"/>
                    </a:ext>
                  </a:extLst>
                </p14:cNvPr>
                <p14:cNvContentPartPr/>
                <p14:nvPr/>
              </p14:nvContentPartPr>
              <p14:xfrm>
                <a:off x="9960455" y="5460998"/>
                <a:ext cx="201960" cy="306720"/>
              </p14:xfrm>
            </p:contentPart>
          </mc:Choice>
          <mc:Fallback>
            <p:pic>
              <p:nvPicPr>
                <p:cNvPr id="83" name="Tinta 82">
                  <a:extLst>
                    <a:ext uri="{FF2B5EF4-FFF2-40B4-BE49-F238E27FC236}">
                      <a16:creationId xmlns:a16="http://schemas.microsoft.com/office/drawing/2014/main" id="{41E40836-1CEA-F452-7780-5942C9D5EFA3}"/>
                    </a:ext>
                  </a:extLst>
                </p:cNvPr>
                <p:cNvPicPr/>
                <p:nvPr/>
              </p:nvPicPr>
              <p:blipFill>
                <a:blip r:embed="rId118"/>
                <a:stretch>
                  <a:fillRect/>
                </a:stretch>
              </p:blipFill>
              <p:spPr>
                <a:xfrm>
                  <a:off x="9954335" y="5454878"/>
                  <a:ext cx="214200" cy="318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9">
              <p14:nvContentPartPr>
                <p14:cNvPr id="84" name="Tinta 83">
                  <a:extLst>
                    <a:ext uri="{FF2B5EF4-FFF2-40B4-BE49-F238E27FC236}">
                      <a16:creationId xmlns:a16="http://schemas.microsoft.com/office/drawing/2014/main" id="{D7A89BEA-34FB-01AB-4878-1EA65F4C71F6}"/>
                    </a:ext>
                  </a:extLst>
                </p14:cNvPr>
                <p14:cNvContentPartPr/>
                <p14:nvPr/>
              </p14:nvContentPartPr>
              <p14:xfrm>
                <a:off x="10373015" y="5503478"/>
                <a:ext cx="129960" cy="245520"/>
              </p14:xfrm>
            </p:contentPart>
          </mc:Choice>
          <mc:Fallback>
            <p:pic>
              <p:nvPicPr>
                <p:cNvPr id="84" name="Tinta 83">
                  <a:extLst>
                    <a:ext uri="{FF2B5EF4-FFF2-40B4-BE49-F238E27FC236}">
                      <a16:creationId xmlns:a16="http://schemas.microsoft.com/office/drawing/2014/main" id="{D7A89BEA-34FB-01AB-4878-1EA65F4C71F6}"/>
                    </a:ext>
                  </a:extLst>
                </p:cNvPr>
                <p:cNvPicPr/>
                <p:nvPr/>
              </p:nvPicPr>
              <p:blipFill>
                <a:blip r:embed="rId120"/>
                <a:stretch>
                  <a:fillRect/>
                </a:stretch>
              </p:blipFill>
              <p:spPr>
                <a:xfrm>
                  <a:off x="10366895" y="5497358"/>
                  <a:ext cx="142200" cy="257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1">
              <p14:nvContentPartPr>
                <p14:cNvPr id="85" name="Tinta 84">
                  <a:extLst>
                    <a:ext uri="{FF2B5EF4-FFF2-40B4-BE49-F238E27FC236}">
                      <a16:creationId xmlns:a16="http://schemas.microsoft.com/office/drawing/2014/main" id="{DB7C236D-B984-272A-9456-8CB733E3EA64}"/>
                    </a:ext>
                  </a:extLst>
                </p14:cNvPr>
                <p14:cNvContentPartPr/>
                <p14:nvPr/>
              </p14:nvContentPartPr>
              <p14:xfrm>
                <a:off x="10567415" y="5572598"/>
                <a:ext cx="213480" cy="146880"/>
              </p14:xfrm>
            </p:contentPart>
          </mc:Choice>
          <mc:Fallback>
            <p:pic>
              <p:nvPicPr>
                <p:cNvPr id="85" name="Tinta 84">
                  <a:extLst>
                    <a:ext uri="{FF2B5EF4-FFF2-40B4-BE49-F238E27FC236}">
                      <a16:creationId xmlns:a16="http://schemas.microsoft.com/office/drawing/2014/main" id="{DB7C236D-B984-272A-9456-8CB733E3EA64}"/>
                    </a:ext>
                  </a:extLst>
                </p:cNvPr>
                <p:cNvPicPr/>
                <p:nvPr/>
              </p:nvPicPr>
              <p:blipFill>
                <a:blip r:embed="rId122"/>
                <a:stretch>
                  <a:fillRect/>
                </a:stretch>
              </p:blipFill>
              <p:spPr>
                <a:xfrm>
                  <a:off x="10561295" y="5566478"/>
                  <a:ext cx="225720" cy="159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3">
              <p14:nvContentPartPr>
                <p14:cNvPr id="54" name="Tinta 53">
                  <a:extLst>
                    <a:ext uri="{FF2B5EF4-FFF2-40B4-BE49-F238E27FC236}">
                      <a16:creationId xmlns:a16="http://schemas.microsoft.com/office/drawing/2014/main" id="{AB76457A-D9D6-48D0-33D6-603907BA2F49}"/>
                    </a:ext>
                  </a:extLst>
                </p14:cNvPr>
                <p14:cNvContentPartPr/>
                <p14:nvPr/>
              </p14:nvContentPartPr>
              <p14:xfrm>
                <a:off x="6452255" y="4893998"/>
                <a:ext cx="363600" cy="403560"/>
              </p14:xfrm>
            </p:contentPart>
          </mc:Choice>
          <mc:Fallback>
            <p:pic>
              <p:nvPicPr>
                <p:cNvPr id="54" name="Tinta 53">
                  <a:extLst>
                    <a:ext uri="{FF2B5EF4-FFF2-40B4-BE49-F238E27FC236}">
                      <a16:creationId xmlns:a16="http://schemas.microsoft.com/office/drawing/2014/main" id="{AB76457A-D9D6-48D0-33D6-603907BA2F49}"/>
                    </a:ext>
                  </a:extLst>
                </p:cNvPr>
                <p:cNvPicPr/>
                <p:nvPr/>
              </p:nvPicPr>
              <p:blipFill>
                <a:blip r:embed="rId124"/>
                <a:stretch>
                  <a:fillRect/>
                </a:stretch>
              </p:blipFill>
              <p:spPr>
                <a:xfrm>
                  <a:off x="6446135" y="4887878"/>
                  <a:ext cx="375840" cy="415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5">
              <p14:nvContentPartPr>
                <p14:cNvPr id="55" name="Tinta 54">
                  <a:extLst>
                    <a:ext uri="{FF2B5EF4-FFF2-40B4-BE49-F238E27FC236}">
                      <a16:creationId xmlns:a16="http://schemas.microsoft.com/office/drawing/2014/main" id="{3F9D145A-3D09-7C1E-EDC1-88B8AB46808C}"/>
                    </a:ext>
                  </a:extLst>
                </p14:cNvPr>
                <p14:cNvContentPartPr/>
                <p14:nvPr/>
              </p14:nvContentPartPr>
              <p14:xfrm>
                <a:off x="7083335" y="4935398"/>
                <a:ext cx="40680" cy="288000"/>
              </p14:xfrm>
            </p:contentPart>
          </mc:Choice>
          <mc:Fallback>
            <p:pic>
              <p:nvPicPr>
                <p:cNvPr id="55" name="Tinta 54">
                  <a:extLst>
                    <a:ext uri="{FF2B5EF4-FFF2-40B4-BE49-F238E27FC236}">
                      <a16:creationId xmlns:a16="http://schemas.microsoft.com/office/drawing/2014/main" id="{3F9D145A-3D09-7C1E-EDC1-88B8AB46808C}"/>
                    </a:ext>
                  </a:extLst>
                </p:cNvPr>
                <p:cNvPicPr/>
                <p:nvPr/>
              </p:nvPicPr>
              <p:blipFill>
                <a:blip r:embed="rId126"/>
                <a:stretch>
                  <a:fillRect/>
                </a:stretch>
              </p:blipFill>
              <p:spPr>
                <a:xfrm>
                  <a:off x="7077215" y="4929278"/>
                  <a:ext cx="52920" cy="300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7">
              <p14:nvContentPartPr>
                <p14:cNvPr id="56" name="Tinta 55">
                  <a:extLst>
                    <a:ext uri="{FF2B5EF4-FFF2-40B4-BE49-F238E27FC236}">
                      <a16:creationId xmlns:a16="http://schemas.microsoft.com/office/drawing/2014/main" id="{8ADC64D4-37E7-55E3-8974-F0FAAB883416}"/>
                    </a:ext>
                  </a:extLst>
                </p14:cNvPr>
                <p14:cNvContentPartPr/>
                <p14:nvPr/>
              </p14:nvContentPartPr>
              <p14:xfrm>
                <a:off x="6994415" y="5035478"/>
                <a:ext cx="99360" cy="29880"/>
              </p14:xfrm>
            </p:contentPart>
          </mc:Choice>
          <mc:Fallback>
            <p:pic>
              <p:nvPicPr>
                <p:cNvPr id="56" name="Tinta 55">
                  <a:extLst>
                    <a:ext uri="{FF2B5EF4-FFF2-40B4-BE49-F238E27FC236}">
                      <a16:creationId xmlns:a16="http://schemas.microsoft.com/office/drawing/2014/main" id="{8ADC64D4-37E7-55E3-8974-F0FAAB883416}"/>
                    </a:ext>
                  </a:extLst>
                </p:cNvPr>
                <p:cNvPicPr/>
                <p:nvPr/>
              </p:nvPicPr>
              <p:blipFill>
                <a:blip r:embed="rId128"/>
                <a:stretch>
                  <a:fillRect/>
                </a:stretch>
              </p:blipFill>
              <p:spPr>
                <a:xfrm>
                  <a:off x="6988295" y="5029358"/>
                  <a:ext cx="111600" cy="42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9">
              <p14:nvContentPartPr>
                <p14:cNvPr id="57" name="Tinta 56">
                  <a:extLst>
                    <a:ext uri="{FF2B5EF4-FFF2-40B4-BE49-F238E27FC236}">
                      <a16:creationId xmlns:a16="http://schemas.microsoft.com/office/drawing/2014/main" id="{48C41737-F05D-FC07-8A25-BD157AE945C4}"/>
                    </a:ext>
                  </a:extLst>
                </p14:cNvPr>
                <p14:cNvContentPartPr/>
                <p14:nvPr/>
              </p14:nvContentPartPr>
              <p14:xfrm>
                <a:off x="7285655" y="5131598"/>
                <a:ext cx="159840" cy="8640"/>
              </p14:xfrm>
            </p:contentPart>
          </mc:Choice>
          <mc:Fallback>
            <p:pic>
              <p:nvPicPr>
                <p:cNvPr id="57" name="Tinta 56">
                  <a:extLst>
                    <a:ext uri="{FF2B5EF4-FFF2-40B4-BE49-F238E27FC236}">
                      <a16:creationId xmlns:a16="http://schemas.microsoft.com/office/drawing/2014/main" id="{48C41737-F05D-FC07-8A25-BD157AE945C4}"/>
                    </a:ext>
                  </a:extLst>
                </p:cNvPr>
                <p:cNvPicPr/>
                <p:nvPr/>
              </p:nvPicPr>
              <p:blipFill>
                <a:blip r:embed="rId130"/>
                <a:stretch>
                  <a:fillRect/>
                </a:stretch>
              </p:blipFill>
              <p:spPr>
                <a:xfrm>
                  <a:off x="7279535" y="5125478"/>
                  <a:ext cx="172080" cy="20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1">
              <p14:nvContentPartPr>
                <p14:cNvPr id="58" name="Tinta 57">
                  <a:extLst>
                    <a:ext uri="{FF2B5EF4-FFF2-40B4-BE49-F238E27FC236}">
                      <a16:creationId xmlns:a16="http://schemas.microsoft.com/office/drawing/2014/main" id="{0EF2C41D-424A-09BD-9A82-740628AA302F}"/>
                    </a:ext>
                  </a:extLst>
                </p14:cNvPr>
                <p14:cNvContentPartPr/>
                <p14:nvPr/>
              </p14:nvContentPartPr>
              <p14:xfrm>
                <a:off x="7333895" y="5152838"/>
                <a:ext cx="141840" cy="32400"/>
              </p14:xfrm>
            </p:contentPart>
          </mc:Choice>
          <mc:Fallback>
            <p:pic>
              <p:nvPicPr>
                <p:cNvPr id="58" name="Tinta 57">
                  <a:extLst>
                    <a:ext uri="{FF2B5EF4-FFF2-40B4-BE49-F238E27FC236}">
                      <a16:creationId xmlns:a16="http://schemas.microsoft.com/office/drawing/2014/main" id="{0EF2C41D-424A-09BD-9A82-740628AA302F}"/>
                    </a:ext>
                  </a:extLst>
                </p:cNvPr>
                <p:cNvPicPr/>
                <p:nvPr/>
              </p:nvPicPr>
              <p:blipFill>
                <a:blip r:embed="rId132"/>
                <a:stretch>
                  <a:fillRect/>
                </a:stretch>
              </p:blipFill>
              <p:spPr>
                <a:xfrm>
                  <a:off x="7327775" y="5146718"/>
                  <a:ext cx="154080" cy="44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3">
              <p14:nvContentPartPr>
                <p14:cNvPr id="87" name="Tinta 86">
                  <a:extLst>
                    <a:ext uri="{FF2B5EF4-FFF2-40B4-BE49-F238E27FC236}">
                      <a16:creationId xmlns:a16="http://schemas.microsoft.com/office/drawing/2014/main" id="{11A3C889-FF90-CD5A-1116-3553BA4362C9}"/>
                    </a:ext>
                  </a:extLst>
                </p14:cNvPr>
                <p14:cNvContentPartPr/>
                <p14:nvPr/>
              </p14:nvContentPartPr>
              <p14:xfrm>
                <a:off x="1871255" y="4715438"/>
                <a:ext cx="4899960" cy="511200"/>
              </p14:xfrm>
            </p:contentPart>
          </mc:Choice>
          <mc:Fallback>
            <p:pic>
              <p:nvPicPr>
                <p:cNvPr id="87" name="Tinta 86">
                  <a:extLst>
                    <a:ext uri="{FF2B5EF4-FFF2-40B4-BE49-F238E27FC236}">
                      <a16:creationId xmlns:a16="http://schemas.microsoft.com/office/drawing/2014/main" id="{11A3C889-FF90-CD5A-1116-3553BA4362C9}"/>
                    </a:ext>
                  </a:extLst>
                </p:cNvPr>
                <p:cNvPicPr/>
                <p:nvPr/>
              </p:nvPicPr>
              <p:blipFill>
                <a:blip r:embed="rId134"/>
                <a:stretch>
                  <a:fillRect/>
                </a:stretch>
              </p:blipFill>
              <p:spPr>
                <a:xfrm>
                  <a:off x="1865135" y="4709318"/>
                  <a:ext cx="4912200" cy="523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5">
              <p14:nvContentPartPr>
                <p14:cNvPr id="88" name="Tinta 87">
                  <a:extLst>
                    <a:ext uri="{FF2B5EF4-FFF2-40B4-BE49-F238E27FC236}">
                      <a16:creationId xmlns:a16="http://schemas.microsoft.com/office/drawing/2014/main" id="{5B1A97A3-4E2F-93F0-3AC6-69E9510D8E55}"/>
                    </a:ext>
                  </a:extLst>
                </p14:cNvPr>
                <p14:cNvContentPartPr/>
                <p14:nvPr/>
              </p14:nvContentPartPr>
              <p14:xfrm>
                <a:off x="1691615" y="5182358"/>
                <a:ext cx="630720" cy="149760"/>
              </p14:xfrm>
            </p:contentPart>
          </mc:Choice>
          <mc:Fallback>
            <p:pic>
              <p:nvPicPr>
                <p:cNvPr id="88" name="Tinta 87">
                  <a:extLst>
                    <a:ext uri="{FF2B5EF4-FFF2-40B4-BE49-F238E27FC236}">
                      <a16:creationId xmlns:a16="http://schemas.microsoft.com/office/drawing/2014/main" id="{5B1A97A3-4E2F-93F0-3AC6-69E9510D8E55}"/>
                    </a:ext>
                  </a:extLst>
                </p:cNvPr>
                <p:cNvPicPr/>
                <p:nvPr/>
              </p:nvPicPr>
              <p:blipFill>
                <a:blip r:embed="rId136"/>
                <a:stretch>
                  <a:fillRect/>
                </a:stretch>
              </p:blipFill>
              <p:spPr>
                <a:xfrm>
                  <a:off x="1685495" y="5176238"/>
                  <a:ext cx="642960" cy="162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7">
              <p14:nvContentPartPr>
                <p14:cNvPr id="89" name="Tinta 88">
                  <a:extLst>
                    <a:ext uri="{FF2B5EF4-FFF2-40B4-BE49-F238E27FC236}">
                      <a16:creationId xmlns:a16="http://schemas.microsoft.com/office/drawing/2014/main" id="{3CA602B3-44DB-1E65-C7F8-3E6D93F4CC94}"/>
                    </a:ext>
                  </a:extLst>
                </p14:cNvPr>
                <p14:cNvContentPartPr/>
                <p14:nvPr/>
              </p14:nvContentPartPr>
              <p14:xfrm>
                <a:off x="2253215" y="5186678"/>
                <a:ext cx="79200" cy="17640"/>
              </p14:xfrm>
            </p:contentPart>
          </mc:Choice>
          <mc:Fallback>
            <p:pic>
              <p:nvPicPr>
                <p:cNvPr id="89" name="Tinta 88">
                  <a:extLst>
                    <a:ext uri="{FF2B5EF4-FFF2-40B4-BE49-F238E27FC236}">
                      <a16:creationId xmlns:a16="http://schemas.microsoft.com/office/drawing/2014/main" id="{3CA602B3-44DB-1E65-C7F8-3E6D93F4CC94}"/>
                    </a:ext>
                  </a:extLst>
                </p:cNvPr>
                <p:cNvPicPr/>
                <p:nvPr/>
              </p:nvPicPr>
              <p:blipFill>
                <a:blip r:embed="rId138"/>
                <a:stretch>
                  <a:fillRect/>
                </a:stretch>
              </p:blipFill>
              <p:spPr>
                <a:xfrm>
                  <a:off x="2247095" y="5180558"/>
                  <a:ext cx="91440" cy="29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9">
              <p14:nvContentPartPr>
                <p14:cNvPr id="90" name="Tinta 89">
                  <a:extLst>
                    <a:ext uri="{FF2B5EF4-FFF2-40B4-BE49-F238E27FC236}">
                      <a16:creationId xmlns:a16="http://schemas.microsoft.com/office/drawing/2014/main" id="{73DFE0CF-931B-E9BF-91B5-498A280066B6}"/>
                    </a:ext>
                  </a:extLst>
                </p14:cNvPr>
                <p14:cNvContentPartPr/>
                <p14:nvPr/>
              </p14:nvContentPartPr>
              <p14:xfrm>
                <a:off x="2002655" y="5104238"/>
                <a:ext cx="189720" cy="208440"/>
              </p14:xfrm>
            </p:contentPart>
          </mc:Choice>
          <mc:Fallback>
            <p:pic>
              <p:nvPicPr>
                <p:cNvPr id="90" name="Tinta 89">
                  <a:extLst>
                    <a:ext uri="{FF2B5EF4-FFF2-40B4-BE49-F238E27FC236}">
                      <a16:creationId xmlns:a16="http://schemas.microsoft.com/office/drawing/2014/main" id="{73DFE0CF-931B-E9BF-91B5-498A280066B6}"/>
                    </a:ext>
                  </a:extLst>
                </p:cNvPr>
                <p:cNvPicPr/>
                <p:nvPr/>
              </p:nvPicPr>
              <p:blipFill>
                <a:blip r:embed="rId140"/>
                <a:stretch>
                  <a:fillRect/>
                </a:stretch>
              </p:blipFill>
              <p:spPr>
                <a:xfrm>
                  <a:off x="1996535" y="5098118"/>
                  <a:ext cx="201960" cy="220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1">
              <p14:nvContentPartPr>
                <p14:cNvPr id="92" name="Tinta 91">
                  <a:extLst>
                    <a:ext uri="{FF2B5EF4-FFF2-40B4-BE49-F238E27FC236}">
                      <a16:creationId xmlns:a16="http://schemas.microsoft.com/office/drawing/2014/main" id="{DA9B143A-A04B-F418-D38C-7C7C5AB12785}"/>
                    </a:ext>
                  </a:extLst>
                </p14:cNvPr>
                <p14:cNvContentPartPr/>
                <p14:nvPr/>
              </p14:nvContentPartPr>
              <p14:xfrm>
                <a:off x="2612855" y="5248958"/>
                <a:ext cx="151920" cy="299520"/>
              </p14:xfrm>
            </p:contentPart>
          </mc:Choice>
          <mc:Fallback>
            <p:pic>
              <p:nvPicPr>
                <p:cNvPr id="92" name="Tinta 91">
                  <a:extLst>
                    <a:ext uri="{FF2B5EF4-FFF2-40B4-BE49-F238E27FC236}">
                      <a16:creationId xmlns:a16="http://schemas.microsoft.com/office/drawing/2014/main" id="{DA9B143A-A04B-F418-D38C-7C7C5AB12785}"/>
                    </a:ext>
                  </a:extLst>
                </p:cNvPr>
                <p:cNvPicPr/>
                <p:nvPr/>
              </p:nvPicPr>
              <p:blipFill>
                <a:blip r:embed="rId142"/>
                <a:stretch>
                  <a:fillRect/>
                </a:stretch>
              </p:blipFill>
              <p:spPr>
                <a:xfrm>
                  <a:off x="2606735" y="5242838"/>
                  <a:ext cx="164160" cy="311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3">
              <p14:nvContentPartPr>
                <p14:cNvPr id="93" name="Tinta 92">
                  <a:extLst>
                    <a:ext uri="{FF2B5EF4-FFF2-40B4-BE49-F238E27FC236}">
                      <a16:creationId xmlns:a16="http://schemas.microsoft.com/office/drawing/2014/main" id="{6A739AF6-3DE4-423A-8E6B-076BCCA94184}"/>
                    </a:ext>
                  </a:extLst>
                </p14:cNvPr>
                <p14:cNvContentPartPr/>
                <p14:nvPr/>
              </p14:nvContentPartPr>
              <p14:xfrm>
                <a:off x="2904095" y="5319878"/>
                <a:ext cx="131400" cy="235800"/>
              </p14:xfrm>
            </p:contentPart>
          </mc:Choice>
          <mc:Fallback>
            <p:pic>
              <p:nvPicPr>
                <p:cNvPr id="93" name="Tinta 92">
                  <a:extLst>
                    <a:ext uri="{FF2B5EF4-FFF2-40B4-BE49-F238E27FC236}">
                      <a16:creationId xmlns:a16="http://schemas.microsoft.com/office/drawing/2014/main" id="{6A739AF6-3DE4-423A-8E6B-076BCCA94184}"/>
                    </a:ext>
                  </a:extLst>
                </p:cNvPr>
                <p:cNvPicPr/>
                <p:nvPr/>
              </p:nvPicPr>
              <p:blipFill>
                <a:blip r:embed="rId144"/>
                <a:stretch>
                  <a:fillRect/>
                </a:stretch>
              </p:blipFill>
              <p:spPr>
                <a:xfrm>
                  <a:off x="2897975" y="5313758"/>
                  <a:ext cx="143640" cy="248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5">
              <p14:nvContentPartPr>
                <p14:cNvPr id="95" name="Tinta 94">
                  <a:extLst>
                    <a:ext uri="{FF2B5EF4-FFF2-40B4-BE49-F238E27FC236}">
                      <a16:creationId xmlns:a16="http://schemas.microsoft.com/office/drawing/2014/main" id="{6882C586-9840-D547-AD78-708B4D67FAF0}"/>
                    </a:ext>
                  </a:extLst>
                </p14:cNvPr>
                <p14:cNvContentPartPr/>
                <p14:nvPr/>
              </p14:nvContentPartPr>
              <p14:xfrm>
                <a:off x="3092735" y="5305118"/>
                <a:ext cx="252360" cy="237600"/>
              </p14:xfrm>
            </p:contentPart>
          </mc:Choice>
          <mc:Fallback>
            <p:pic>
              <p:nvPicPr>
                <p:cNvPr id="95" name="Tinta 94">
                  <a:extLst>
                    <a:ext uri="{FF2B5EF4-FFF2-40B4-BE49-F238E27FC236}">
                      <a16:creationId xmlns:a16="http://schemas.microsoft.com/office/drawing/2014/main" id="{6882C586-9840-D547-AD78-708B4D67FAF0}"/>
                    </a:ext>
                  </a:extLst>
                </p:cNvPr>
                <p:cNvPicPr/>
                <p:nvPr/>
              </p:nvPicPr>
              <p:blipFill>
                <a:blip r:embed="rId146"/>
                <a:stretch>
                  <a:fillRect/>
                </a:stretch>
              </p:blipFill>
              <p:spPr>
                <a:xfrm>
                  <a:off x="3086615" y="5298998"/>
                  <a:ext cx="264600" cy="249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7">
              <p14:nvContentPartPr>
                <p14:cNvPr id="96" name="Tinta 95">
                  <a:extLst>
                    <a:ext uri="{FF2B5EF4-FFF2-40B4-BE49-F238E27FC236}">
                      <a16:creationId xmlns:a16="http://schemas.microsoft.com/office/drawing/2014/main" id="{A962B573-6ED4-2395-971D-E812BDA5EBFC}"/>
                    </a:ext>
                  </a:extLst>
                </p14:cNvPr>
                <p14:cNvContentPartPr/>
                <p14:nvPr/>
              </p14:nvContentPartPr>
              <p14:xfrm>
                <a:off x="3425015" y="5323118"/>
                <a:ext cx="210960" cy="287640"/>
              </p14:xfrm>
            </p:contentPart>
          </mc:Choice>
          <mc:Fallback>
            <p:pic>
              <p:nvPicPr>
                <p:cNvPr id="96" name="Tinta 95">
                  <a:extLst>
                    <a:ext uri="{FF2B5EF4-FFF2-40B4-BE49-F238E27FC236}">
                      <a16:creationId xmlns:a16="http://schemas.microsoft.com/office/drawing/2014/main" id="{A962B573-6ED4-2395-971D-E812BDA5EBFC}"/>
                    </a:ext>
                  </a:extLst>
                </p:cNvPr>
                <p:cNvPicPr/>
                <p:nvPr/>
              </p:nvPicPr>
              <p:blipFill>
                <a:blip r:embed="rId148"/>
                <a:stretch>
                  <a:fillRect/>
                </a:stretch>
              </p:blipFill>
              <p:spPr>
                <a:xfrm>
                  <a:off x="3418895" y="5316998"/>
                  <a:ext cx="223200" cy="299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9">
              <p14:nvContentPartPr>
                <p14:cNvPr id="97" name="Tinta 96">
                  <a:extLst>
                    <a:ext uri="{FF2B5EF4-FFF2-40B4-BE49-F238E27FC236}">
                      <a16:creationId xmlns:a16="http://schemas.microsoft.com/office/drawing/2014/main" id="{D9325838-7C62-EAA4-602A-A60E1D6E7628}"/>
                    </a:ext>
                  </a:extLst>
                </p14:cNvPr>
                <p14:cNvContentPartPr/>
                <p14:nvPr/>
              </p14:nvContentPartPr>
              <p14:xfrm>
                <a:off x="3797255" y="5552798"/>
                <a:ext cx="69120" cy="154080"/>
              </p14:xfrm>
            </p:contentPart>
          </mc:Choice>
          <mc:Fallback>
            <p:pic>
              <p:nvPicPr>
                <p:cNvPr id="97" name="Tinta 96">
                  <a:extLst>
                    <a:ext uri="{FF2B5EF4-FFF2-40B4-BE49-F238E27FC236}">
                      <a16:creationId xmlns:a16="http://schemas.microsoft.com/office/drawing/2014/main" id="{D9325838-7C62-EAA4-602A-A60E1D6E7628}"/>
                    </a:ext>
                  </a:extLst>
                </p:cNvPr>
                <p:cNvPicPr/>
                <p:nvPr/>
              </p:nvPicPr>
              <p:blipFill>
                <a:blip r:embed="rId150"/>
                <a:stretch>
                  <a:fillRect/>
                </a:stretch>
              </p:blipFill>
              <p:spPr>
                <a:xfrm>
                  <a:off x="3791135" y="5546678"/>
                  <a:ext cx="81360" cy="166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1">
              <p14:nvContentPartPr>
                <p14:cNvPr id="99" name="Tinta 98">
                  <a:extLst>
                    <a:ext uri="{FF2B5EF4-FFF2-40B4-BE49-F238E27FC236}">
                      <a16:creationId xmlns:a16="http://schemas.microsoft.com/office/drawing/2014/main" id="{213AAD4A-6DBE-F99C-AF65-37A733A03028}"/>
                    </a:ext>
                  </a:extLst>
                </p14:cNvPr>
                <p14:cNvContentPartPr/>
                <p14:nvPr/>
              </p14:nvContentPartPr>
              <p14:xfrm>
                <a:off x="4237535" y="5238158"/>
                <a:ext cx="249840" cy="279000"/>
              </p14:xfrm>
            </p:contentPart>
          </mc:Choice>
          <mc:Fallback>
            <p:pic>
              <p:nvPicPr>
                <p:cNvPr id="99" name="Tinta 98">
                  <a:extLst>
                    <a:ext uri="{FF2B5EF4-FFF2-40B4-BE49-F238E27FC236}">
                      <a16:creationId xmlns:a16="http://schemas.microsoft.com/office/drawing/2014/main" id="{213AAD4A-6DBE-F99C-AF65-37A733A03028}"/>
                    </a:ext>
                  </a:extLst>
                </p:cNvPr>
                <p:cNvPicPr/>
                <p:nvPr/>
              </p:nvPicPr>
              <p:blipFill>
                <a:blip r:embed="rId152"/>
                <a:stretch>
                  <a:fillRect/>
                </a:stretch>
              </p:blipFill>
              <p:spPr>
                <a:xfrm>
                  <a:off x="4231415" y="5232038"/>
                  <a:ext cx="262080" cy="291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3">
              <p14:nvContentPartPr>
                <p14:cNvPr id="100" name="Tinta 99">
                  <a:extLst>
                    <a:ext uri="{FF2B5EF4-FFF2-40B4-BE49-F238E27FC236}">
                      <a16:creationId xmlns:a16="http://schemas.microsoft.com/office/drawing/2014/main" id="{7345D495-4CA7-653C-09CE-5F177B008E58}"/>
                    </a:ext>
                  </a:extLst>
                </p14:cNvPr>
                <p14:cNvContentPartPr/>
                <p14:nvPr/>
              </p14:nvContentPartPr>
              <p14:xfrm>
                <a:off x="4298375" y="5378558"/>
                <a:ext cx="289440" cy="25920"/>
              </p14:xfrm>
            </p:contentPart>
          </mc:Choice>
          <mc:Fallback>
            <p:pic>
              <p:nvPicPr>
                <p:cNvPr id="100" name="Tinta 99">
                  <a:extLst>
                    <a:ext uri="{FF2B5EF4-FFF2-40B4-BE49-F238E27FC236}">
                      <a16:creationId xmlns:a16="http://schemas.microsoft.com/office/drawing/2014/main" id="{7345D495-4CA7-653C-09CE-5F177B008E58}"/>
                    </a:ext>
                  </a:extLst>
                </p:cNvPr>
                <p:cNvPicPr/>
                <p:nvPr/>
              </p:nvPicPr>
              <p:blipFill>
                <a:blip r:embed="rId154"/>
                <a:stretch>
                  <a:fillRect/>
                </a:stretch>
              </p:blipFill>
              <p:spPr>
                <a:xfrm>
                  <a:off x="4292255" y="5372438"/>
                  <a:ext cx="301680" cy="38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5">
              <p14:nvContentPartPr>
                <p14:cNvPr id="101" name="Tinta 100">
                  <a:extLst>
                    <a:ext uri="{FF2B5EF4-FFF2-40B4-BE49-F238E27FC236}">
                      <a16:creationId xmlns:a16="http://schemas.microsoft.com/office/drawing/2014/main" id="{145DD56F-B7AF-B18D-7B70-F37402CF675F}"/>
                    </a:ext>
                  </a:extLst>
                </p14:cNvPr>
                <p14:cNvContentPartPr/>
                <p14:nvPr/>
              </p14:nvContentPartPr>
              <p14:xfrm>
                <a:off x="4507895" y="5281358"/>
                <a:ext cx="291960" cy="223200"/>
              </p14:xfrm>
            </p:contentPart>
          </mc:Choice>
          <mc:Fallback>
            <p:pic>
              <p:nvPicPr>
                <p:cNvPr id="101" name="Tinta 100">
                  <a:extLst>
                    <a:ext uri="{FF2B5EF4-FFF2-40B4-BE49-F238E27FC236}">
                      <a16:creationId xmlns:a16="http://schemas.microsoft.com/office/drawing/2014/main" id="{145DD56F-B7AF-B18D-7B70-F37402CF675F}"/>
                    </a:ext>
                  </a:extLst>
                </p:cNvPr>
                <p:cNvPicPr/>
                <p:nvPr/>
              </p:nvPicPr>
              <p:blipFill>
                <a:blip r:embed="rId156"/>
                <a:stretch>
                  <a:fillRect/>
                </a:stretch>
              </p:blipFill>
              <p:spPr>
                <a:xfrm>
                  <a:off x="4501775" y="5275238"/>
                  <a:ext cx="304200" cy="235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7">
              <p14:nvContentPartPr>
                <p14:cNvPr id="102" name="Tinta 101">
                  <a:extLst>
                    <a:ext uri="{FF2B5EF4-FFF2-40B4-BE49-F238E27FC236}">
                      <a16:creationId xmlns:a16="http://schemas.microsoft.com/office/drawing/2014/main" id="{44B07354-A09F-77CD-314E-AB11D95B3191}"/>
                    </a:ext>
                  </a:extLst>
                </p14:cNvPr>
                <p14:cNvContentPartPr/>
                <p14:nvPr/>
              </p14:nvContentPartPr>
              <p14:xfrm>
                <a:off x="4908935" y="5274158"/>
                <a:ext cx="121680" cy="309960"/>
              </p14:xfrm>
            </p:contentPart>
          </mc:Choice>
          <mc:Fallback>
            <p:pic>
              <p:nvPicPr>
                <p:cNvPr id="102" name="Tinta 101">
                  <a:extLst>
                    <a:ext uri="{FF2B5EF4-FFF2-40B4-BE49-F238E27FC236}">
                      <a16:creationId xmlns:a16="http://schemas.microsoft.com/office/drawing/2014/main" id="{44B07354-A09F-77CD-314E-AB11D95B3191}"/>
                    </a:ext>
                  </a:extLst>
                </p:cNvPr>
                <p:cNvPicPr/>
                <p:nvPr/>
              </p:nvPicPr>
              <p:blipFill>
                <a:blip r:embed="rId158"/>
                <a:stretch>
                  <a:fillRect/>
                </a:stretch>
              </p:blipFill>
              <p:spPr>
                <a:xfrm>
                  <a:off x="4902815" y="5268038"/>
                  <a:ext cx="133920" cy="322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9">
              <p14:nvContentPartPr>
                <p14:cNvPr id="103" name="Tinta 102">
                  <a:extLst>
                    <a:ext uri="{FF2B5EF4-FFF2-40B4-BE49-F238E27FC236}">
                      <a16:creationId xmlns:a16="http://schemas.microsoft.com/office/drawing/2014/main" id="{08FD8A47-FA30-75F6-59CB-0747A1ABCD67}"/>
                    </a:ext>
                  </a:extLst>
                </p14:cNvPr>
                <p14:cNvContentPartPr/>
                <p14:nvPr/>
              </p14:nvContentPartPr>
              <p14:xfrm>
                <a:off x="4908935" y="5429318"/>
                <a:ext cx="131760" cy="25920"/>
              </p14:xfrm>
            </p:contentPart>
          </mc:Choice>
          <mc:Fallback>
            <p:pic>
              <p:nvPicPr>
                <p:cNvPr id="103" name="Tinta 102">
                  <a:extLst>
                    <a:ext uri="{FF2B5EF4-FFF2-40B4-BE49-F238E27FC236}">
                      <a16:creationId xmlns:a16="http://schemas.microsoft.com/office/drawing/2014/main" id="{08FD8A47-FA30-75F6-59CB-0747A1ABCD67}"/>
                    </a:ext>
                  </a:extLst>
                </p:cNvPr>
                <p:cNvPicPr/>
                <p:nvPr/>
              </p:nvPicPr>
              <p:blipFill>
                <a:blip r:embed="rId160"/>
                <a:stretch>
                  <a:fillRect/>
                </a:stretch>
              </p:blipFill>
              <p:spPr>
                <a:xfrm>
                  <a:off x="4902815" y="5423198"/>
                  <a:ext cx="144000" cy="38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1">
              <p14:nvContentPartPr>
                <p14:cNvPr id="104" name="Tinta 103">
                  <a:extLst>
                    <a:ext uri="{FF2B5EF4-FFF2-40B4-BE49-F238E27FC236}">
                      <a16:creationId xmlns:a16="http://schemas.microsoft.com/office/drawing/2014/main" id="{4511180D-50FC-D86E-A3E8-8ED429FE7D22}"/>
                    </a:ext>
                  </a:extLst>
                </p14:cNvPr>
                <p14:cNvContentPartPr/>
                <p14:nvPr/>
              </p14:nvContentPartPr>
              <p14:xfrm>
                <a:off x="5040335" y="5265878"/>
                <a:ext cx="289440" cy="267480"/>
              </p14:xfrm>
            </p:contentPart>
          </mc:Choice>
          <mc:Fallback>
            <p:pic>
              <p:nvPicPr>
                <p:cNvPr id="104" name="Tinta 103">
                  <a:extLst>
                    <a:ext uri="{FF2B5EF4-FFF2-40B4-BE49-F238E27FC236}">
                      <a16:creationId xmlns:a16="http://schemas.microsoft.com/office/drawing/2014/main" id="{4511180D-50FC-D86E-A3E8-8ED429FE7D22}"/>
                    </a:ext>
                  </a:extLst>
                </p:cNvPr>
                <p:cNvPicPr/>
                <p:nvPr/>
              </p:nvPicPr>
              <p:blipFill>
                <a:blip r:embed="rId162"/>
                <a:stretch>
                  <a:fillRect/>
                </a:stretch>
              </p:blipFill>
              <p:spPr>
                <a:xfrm>
                  <a:off x="5034215" y="5259758"/>
                  <a:ext cx="301680" cy="279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3">
              <p14:nvContentPartPr>
                <p14:cNvPr id="105" name="Tinta 104">
                  <a:extLst>
                    <a:ext uri="{FF2B5EF4-FFF2-40B4-BE49-F238E27FC236}">
                      <a16:creationId xmlns:a16="http://schemas.microsoft.com/office/drawing/2014/main" id="{B11A77BE-64B1-D091-65F2-F5BB0D80F2CD}"/>
                    </a:ext>
                  </a:extLst>
                </p14:cNvPr>
                <p14:cNvContentPartPr/>
                <p14:nvPr/>
              </p14:nvContentPartPr>
              <p14:xfrm>
                <a:off x="5511215" y="5438318"/>
                <a:ext cx="79200" cy="70560"/>
              </p14:xfrm>
            </p:contentPart>
          </mc:Choice>
          <mc:Fallback>
            <p:pic>
              <p:nvPicPr>
                <p:cNvPr id="105" name="Tinta 104">
                  <a:extLst>
                    <a:ext uri="{FF2B5EF4-FFF2-40B4-BE49-F238E27FC236}">
                      <a16:creationId xmlns:a16="http://schemas.microsoft.com/office/drawing/2014/main" id="{B11A77BE-64B1-D091-65F2-F5BB0D80F2CD}"/>
                    </a:ext>
                  </a:extLst>
                </p:cNvPr>
                <p:cNvPicPr/>
                <p:nvPr/>
              </p:nvPicPr>
              <p:blipFill>
                <a:blip r:embed="rId164"/>
                <a:stretch>
                  <a:fillRect/>
                </a:stretch>
              </p:blipFill>
              <p:spPr>
                <a:xfrm>
                  <a:off x="5505095" y="5432198"/>
                  <a:ext cx="91440" cy="82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5">
              <p14:nvContentPartPr>
                <p14:cNvPr id="106" name="Tinta 105">
                  <a:extLst>
                    <a:ext uri="{FF2B5EF4-FFF2-40B4-BE49-F238E27FC236}">
                      <a16:creationId xmlns:a16="http://schemas.microsoft.com/office/drawing/2014/main" id="{92BD0864-9315-82BD-CF12-595E646BF039}"/>
                    </a:ext>
                  </a:extLst>
                </p14:cNvPr>
                <p14:cNvContentPartPr/>
                <p14:nvPr/>
              </p14:nvContentPartPr>
              <p14:xfrm>
                <a:off x="5521295" y="5502038"/>
                <a:ext cx="210600" cy="38880"/>
              </p14:xfrm>
            </p:contentPart>
          </mc:Choice>
          <mc:Fallback>
            <p:pic>
              <p:nvPicPr>
                <p:cNvPr id="106" name="Tinta 105">
                  <a:extLst>
                    <a:ext uri="{FF2B5EF4-FFF2-40B4-BE49-F238E27FC236}">
                      <a16:creationId xmlns:a16="http://schemas.microsoft.com/office/drawing/2014/main" id="{92BD0864-9315-82BD-CF12-595E646BF039}"/>
                    </a:ext>
                  </a:extLst>
                </p:cNvPr>
                <p:cNvPicPr/>
                <p:nvPr/>
              </p:nvPicPr>
              <p:blipFill>
                <a:blip r:embed="rId166"/>
                <a:stretch>
                  <a:fillRect/>
                </a:stretch>
              </p:blipFill>
              <p:spPr>
                <a:xfrm>
                  <a:off x="5515175" y="5495918"/>
                  <a:ext cx="222840" cy="51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7">
              <p14:nvContentPartPr>
                <p14:cNvPr id="108" name="Tinta 107">
                  <a:extLst>
                    <a:ext uri="{FF2B5EF4-FFF2-40B4-BE49-F238E27FC236}">
                      <a16:creationId xmlns:a16="http://schemas.microsoft.com/office/drawing/2014/main" id="{FF1D4A48-CCF0-C9C7-2469-1476C8CAC9F4}"/>
                    </a:ext>
                  </a:extLst>
                </p14:cNvPr>
                <p14:cNvContentPartPr/>
                <p14:nvPr/>
              </p14:nvContentPartPr>
              <p14:xfrm>
                <a:off x="5830535" y="5525078"/>
                <a:ext cx="30600" cy="24120"/>
              </p14:xfrm>
            </p:contentPart>
          </mc:Choice>
          <mc:Fallback>
            <p:pic>
              <p:nvPicPr>
                <p:cNvPr id="108" name="Tinta 107">
                  <a:extLst>
                    <a:ext uri="{FF2B5EF4-FFF2-40B4-BE49-F238E27FC236}">
                      <a16:creationId xmlns:a16="http://schemas.microsoft.com/office/drawing/2014/main" id="{FF1D4A48-CCF0-C9C7-2469-1476C8CAC9F4}"/>
                    </a:ext>
                  </a:extLst>
                </p:cNvPr>
                <p:cNvPicPr/>
                <p:nvPr/>
              </p:nvPicPr>
              <p:blipFill>
                <a:blip r:embed="rId168"/>
                <a:stretch>
                  <a:fillRect/>
                </a:stretch>
              </p:blipFill>
              <p:spPr>
                <a:xfrm>
                  <a:off x="5824415" y="5518958"/>
                  <a:ext cx="42840" cy="36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9">
              <p14:nvContentPartPr>
                <p14:cNvPr id="109" name="Tinta 108">
                  <a:extLst>
                    <a:ext uri="{FF2B5EF4-FFF2-40B4-BE49-F238E27FC236}">
                      <a16:creationId xmlns:a16="http://schemas.microsoft.com/office/drawing/2014/main" id="{00E4DBC1-4DCF-6262-AA81-622C0F26CA86}"/>
                    </a:ext>
                  </a:extLst>
                </p14:cNvPr>
                <p14:cNvContentPartPr/>
                <p14:nvPr/>
              </p14:nvContentPartPr>
              <p14:xfrm>
                <a:off x="5972015" y="5464598"/>
                <a:ext cx="397440" cy="216720"/>
              </p14:xfrm>
            </p:contentPart>
          </mc:Choice>
          <mc:Fallback>
            <p:pic>
              <p:nvPicPr>
                <p:cNvPr id="109" name="Tinta 108">
                  <a:extLst>
                    <a:ext uri="{FF2B5EF4-FFF2-40B4-BE49-F238E27FC236}">
                      <a16:creationId xmlns:a16="http://schemas.microsoft.com/office/drawing/2014/main" id="{00E4DBC1-4DCF-6262-AA81-622C0F26CA86}"/>
                    </a:ext>
                  </a:extLst>
                </p:cNvPr>
                <p:cNvPicPr/>
                <p:nvPr/>
              </p:nvPicPr>
              <p:blipFill>
                <a:blip r:embed="rId170"/>
                <a:stretch>
                  <a:fillRect/>
                </a:stretch>
              </p:blipFill>
              <p:spPr>
                <a:xfrm>
                  <a:off x="5965895" y="5458478"/>
                  <a:ext cx="409680" cy="228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1">
              <p14:nvContentPartPr>
                <p14:cNvPr id="111" name="Tinta 110">
                  <a:extLst>
                    <a:ext uri="{FF2B5EF4-FFF2-40B4-BE49-F238E27FC236}">
                      <a16:creationId xmlns:a16="http://schemas.microsoft.com/office/drawing/2014/main" id="{C2D85222-C5D3-12CE-43ED-12BE26C4CF0C}"/>
                    </a:ext>
                  </a:extLst>
                </p14:cNvPr>
                <p14:cNvContentPartPr/>
                <p14:nvPr/>
              </p14:nvContentPartPr>
              <p14:xfrm>
                <a:off x="5270735" y="5152838"/>
                <a:ext cx="75960" cy="106920"/>
              </p14:xfrm>
            </p:contentPart>
          </mc:Choice>
          <mc:Fallback>
            <p:pic>
              <p:nvPicPr>
                <p:cNvPr id="111" name="Tinta 110">
                  <a:extLst>
                    <a:ext uri="{FF2B5EF4-FFF2-40B4-BE49-F238E27FC236}">
                      <a16:creationId xmlns:a16="http://schemas.microsoft.com/office/drawing/2014/main" id="{C2D85222-C5D3-12CE-43ED-12BE26C4CF0C}"/>
                    </a:ext>
                  </a:extLst>
                </p:cNvPr>
                <p:cNvPicPr/>
                <p:nvPr/>
              </p:nvPicPr>
              <p:blipFill>
                <a:blip r:embed="rId172"/>
                <a:stretch>
                  <a:fillRect/>
                </a:stretch>
              </p:blipFill>
              <p:spPr>
                <a:xfrm>
                  <a:off x="5264615" y="5146718"/>
                  <a:ext cx="88200" cy="119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3">
              <p14:nvContentPartPr>
                <p14:cNvPr id="113" name="Tinta 112">
                  <a:extLst>
                    <a:ext uri="{FF2B5EF4-FFF2-40B4-BE49-F238E27FC236}">
                      <a16:creationId xmlns:a16="http://schemas.microsoft.com/office/drawing/2014/main" id="{14E46493-6095-234D-CE6B-C1208F30F459}"/>
                    </a:ext>
                  </a:extLst>
                </p14:cNvPr>
                <p14:cNvContentPartPr/>
                <p14:nvPr/>
              </p14:nvContentPartPr>
              <p14:xfrm>
                <a:off x="6423095" y="5352998"/>
                <a:ext cx="420120" cy="352800"/>
              </p14:xfrm>
            </p:contentPart>
          </mc:Choice>
          <mc:Fallback>
            <p:pic>
              <p:nvPicPr>
                <p:cNvPr id="113" name="Tinta 112">
                  <a:extLst>
                    <a:ext uri="{FF2B5EF4-FFF2-40B4-BE49-F238E27FC236}">
                      <a16:creationId xmlns:a16="http://schemas.microsoft.com/office/drawing/2014/main" id="{14E46493-6095-234D-CE6B-C1208F30F459}"/>
                    </a:ext>
                  </a:extLst>
                </p:cNvPr>
                <p:cNvPicPr/>
                <p:nvPr/>
              </p:nvPicPr>
              <p:blipFill>
                <a:blip r:embed="rId174"/>
                <a:stretch>
                  <a:fillRect/>
                </a:stretch>
              </p:blipFill>
              <p:spPr>
                <a:xfrm>
                  <a:off x="6416975" y="5346878"/>
                  <a:ext cx="432360" cy="365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5">
              <p14:nvContentPartPr>
                <p14:cNvPr id="114" name="Tinta 113">
                  <a:extLst>
                    <a:ext uri="{FF2B5EF4-FFF2-40B4-BE49-F238E27FC236}">
                      <a16:creationId xmlns:a16="http://schemas.microsoft.com/office/drawing/2014/main" id="{D98BA82F-7327-2BFC-4841-7457DF7A7A85}"/>
                    </a:ext>
                  </a:extLst>
                </p14:cNvPr>
                <p14:cNvContentPartPr/>
                <p14:nvPr/>
              </p14:nvContentPartPr>
              <p14:xfrm>
                <a:off x="6722615" y="5419598"/>
                <a:ext cx="401400" cy="208080"/>
              </p14:xfrm>
            </p:contentPart>
          </mc:Choice>
          <mc:Fallback>
            <p:pic>
              <p:nvPicPr>
                <p:cNvPr id="114" name="Tinta 113">
                  <a:extLst>
                    <a:ext uri="{FF2B5EF4-FFF2-40B4-BE49-F238E27FC236}">
                      <a16:creationId xmlns:a16="http://schemas.microsoft.com/office/drawing/2014/main" id="{D98BA82F-7327-2BFC-4841-7457DF7A7A85}"/>
                    </a:ext>
                  </a:extLst>
                </p:cNvPr>
                <p:cNvPicPr/>
                <p:nvPr/>
              </p:nvPicPr>
              <p:blipFill>
                <a:blip r:embed="rId176"/>
                <a:stretch>
                  <a:fillRect/>
                </a:stretch>
              </p:blipFill>
              <p:spPr>
                <a:xfrm>
                  <a:off x="6716495" y="5413478"/>
                  <a:ext cx="413640" cy="220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7">
              <p14:nvContentPartPr>
                <p14:cNvPr id="115" name="Tinta 114">
                  <a:extLst>
                    <a:ext uri="{FF2B5EF4-FFF2-40B4-BE49-F238E27FC236}">
                      <a16:creationId xmlns:a16="http://schemas.microsoft.com/office/drawing/2014/main" id="{1BEFACCA-9FDD-76D2-1360-DAB346E8C574}"/>
                    </a:ext>
                  </a:extLst>
                </p14:cNvPr>
                <p14:cNvContentPartPr/>
                <p14:nvPr/>
              </p14:nvContentPartPr>
              <p14:xfrm>
                <a:off x="6913775" y="5463518"/>
                <a:ext cx="392760" cy="232920"/>
              </p14:xfrm>
            </p:contentPart>
          </mc:Choice>
          <mc:Fallback>
            <p:pic>
              <p:nvPicPr>
                <p:cNvPr id="115" name="Tinta 114">
                  <a:extLst>
                    <a:ext uri="{FF2B5EF4-FFF2-40B4-BE49-F238E27FC236}">
                      <a16:creationId xmlns:a16="http://schemas.microsoft.com/office/drawing/2014/main" id="{1BEFACCA-9FDD-76D2-1360-DAB346E8C574}"/>
                    </a:ext>
                  </a:extLst>
                </p:cNvPr>
                <p:cNvPicPr/>
                <p:nvPr/>
              </p:nvPicPr>
              <p:blipFill>
                <a:blip r:embed="rId178"/>
                <a:stretch>
                  <a:fillRect/>
                </a:stretch>
              </p:blipFill>
              <p:spPr>
                <a:xfrm>
                  <a:off x="6907655" y="5457398"/>
                  <a:ext cx="405000" cy="245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9">
              <p14:nvContentPartPr>
                <p14:cNvPr id="117" name="Tinta 116">
                  <a:extLst>
                    <a:ext uri="{FF2B5EF4-FFF2-40B4-BE49-F238E27FC236}">
                      <a16:creationId xmlns:a16="http://schemas.microsoft.com/office/drawing/2014/main" id="{227CECF1-AEA7-A352-3CC8-EBD1C43CB7D0}"/>
                    </a:ext>
                  </a:extLst>
                </p14:cNvPr>
                <p14:cNvContentPartPr/>
                <p14:nvPr/>
              </p14:nvContentPartPr>
              <p14:xfrm>
                <a:off x="2493335" y="5853398"/>
                <a:ext cx="201240" cy="202680"/>
              </p14:xfrm>
            </p:contentPart>
          </mc:Choice>
          <mc:Fallback>
            <p:pic>
              <p:nvPicPr>
                <p:cNvPr id="117" name="Tinta 116">
                  <a:extLst>
                    <a:ext uri="{FF2B5EF4-FFF2-40B4-BE49-F238E27FC236}">
                      <a16:creationId xmlns:a16="http://schemas.microsoft.com/office/drawing/2014/main" id="{227CECF1-AEA7-A352-3CC8-EBD1C43CB7D0}"/>
                    </a:ext>
                  </a:extLst>
                </p:cNvPr>
                <p:cNvPicPr/>
                <p:nvPr/>
              </p:nvPicPr>
              <p:blipFill>
                <a:blip r:embed="rId180"/>
                <a:stretch>
                  <a:fillRect/>
                </a:stretch>
              </p:blipFill>
              <p:spPr>
                <a:xfrm>
                  <a:off x="2487215" y="5847278"/>
                  <a:ext cx="213480" cy="214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1">
              <p14:nvContentPartPr>
                <p14:cNvPr id="118" name="Tinta 117">
                  <a:extLst>
                    <a:ext uri="{FF2B5EF4-FFF2-40B4-BE49-F238E27FC236}">
                      <a16:creationId xmlns:a16="http://schemas.microsoft.com/office/drawing/2014/main" id="{C9A4DB6A-862C-294A-1681-F1F9A61DFE91}"/>
                    </a:ext>
                  </a:extLst>
                </p14:cNvPr>
                <p14:cNvContentPartPr/>
                <p14:nvPr/>
              </p14:nvContentPartPr>
              <p14:xfrm>
                <a:off x="2822735" y="5827838"/>
                <a:ext cx="310320" cy="202320"/>
              </p14:xfrm>
            </p:contentPart>
          </mc:Choice>
          <mc:Fallback>
            <p:pic>
              <p:nvPicPr>
                <p:cNvPr id="118" name="Tinta 117">
                  <a:extLst>
                    <a:ext uri="{FF2B5EF4-FFF2-40B4-BE49-F238E27FC236}">
                      <a16:creationId xmlns:a16="http://schemas.microsoft.com/office/drawing/2014/main" id="{C9A4DB6A-862C-294A-1681-F1F9A61DFE91}"/>
                    </a:ext>
                  </a:extLst>
                </p:cNvPr>
                <p:cNvPicPr/>
                <p:nvPr/>
              </p:nvPicPr>
              <p:blipFill>
                <a:blip r:embed="rId182"/>
                <a:stretch>
                  <a:fillRect/>
                </a:stretch>
              </p:blipFill>
              <p:spPr>
                <a:xfrm>
                  <a:off x="2816615" y="5821718"/>
                  <a:ext cx="322560" cy="214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3">
              <p14:nvContentPartPr>
                <p14:cNvPr id="120" name="Tinta 119">
                  <a:extLst>
                    <a:ext uri="{FF2B5EF4-FFF2-40B4-BE49-F238E27FC236}">
                      <a16:creationId xmlns:a16="http://schemas.microsoft.com/office/drawing/2014/main" id="{E73A6CB4-172B-67C3-BA15-C3848152646B}"/>
                    </a:ext>
                  </a:extLst>
                </p14:cNvPr>
                <p14:cNvContentPartPr/>
                <p14:nvPr/>
              </p14:nvContentPartPr>
              <p14:xfrm>
                <a:off x="3314495" y="5980838"/>
                <a:ext cx="88200" cy="111240"/>
              </p14:xfrm>
            </p:contentPart>
          </mc:Choice>
          <mc:Fallback>
            <p:pic>
              <p:nvPicPr>
                <p:cNvPr id="120" name="Tinta 119">
                  <a:extLst>
                    <a:ext uri="{FF2B5EF4-FFF2-40B4-BE49-F238E27FC236}">
                      <a16:creationId xmlns:a16="http://schemas.microsoft.com/office/drawing/2014/main" id="{E73A6CB4-172B-67C3-BA15-C3848152646B}"/>
                    </a:ext>
                  </a:extLst>
                </p:cNvPr>
                <p:cNvPicPr/>
                <p:nvPr/>
              </p:nvPicPr>
              <p:blipFill>
                <a:blip r:embed="rId184"/>
                <a:stretch>
                  <a:fillRect/>
                </a:stretch>
              </p:blipFill>
              <p:spPr>
                <a:xfrm>
                  <a:off x="3308375" y="5974718"/>
                  <a:ext cx="100440" cy="123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5">
              <p14:nvContentPartPr>
                <p14:cNvPr id="122" name="Tinta 121">
                  <a:extLst>
                    <a:ext uri="{FF2B5EF4-FFF2-40B4-BE49-F238E27FC236}">
                      <a16:creationId xmlns:a16="http://schemas.microsoft.com/office/drawing/2014/main" id="{41E7E6FE-4395-26A3-56AE-04DAD23539FB}"/>
                    </a:ext>
                  </a:extLst>
                </p14:cNvPr>
                <p14:cNvContentPartPr/>
                <p14:nvPr/>
              </p14:nvContentPartPr>
              <p14:xfrm>
                <a:off x="3777095" y="5810918"/>
                <a:ext cx="220680" cy="260280"/>
              </p14:xfrm>
            </p:contentPart>
          </mc:Choice>
          <mc:Fallback>
            <p:pic>
              <p:nvPicPr>
                <p:cNvPr id="122" name="Tinta 121">
                  <a:extLst>
                    <a:ext uri="{FF2B5EF4-FFF2-40B4-BE49-F238E27FC236}">
                      <a16:creationId xmlns:a16="http://schemas.microsoft.com/office/drawing/2014/main" id="{41E7E6FE-4395-26A3-56AE-04DAD23539FB}"/>
                    </a:ext>
                  </a:extLst>
                </p:cNvPr>
                <p:cNvPicPr/>
                <p:nvPr/>
              </p:nvPicPr>
              <p:blipFill>
                <a:blip r:embed="rId186"/>
                <a:stretch>
                  <a:fillRect/>
                </a:stretch>
              </p:blipFill>
              <p:spPr>
                <a:xfrm>
                  <a:off x="3770975" y="5804798"/>
                  <a:ext cx="232920" cy="272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7">
              <p14:nvContentPartPr>
                <p14:cNvPr id="123" name="Tinta 122">
                  <a:extLst>
                    <a:ext uri="{FF2B5EF4-FFF2-40B4-BE49-F238E27FC236}">
                      <a16:creationId xmlns:a16="http://schemas.microsoft.com/office/drawing/2014/main" id="{78E83282-F99E-2B88-026A-D0D046A29226}"/>
                    </a:ext>
                  </a:extLst>
                </p14:cNvPr>
                <p14:cNvContentPartPr/>
                <p14:nvPr/>
              </p14:nvContentPartPr>
              <p14:xfrm>
                <a:off x="3825695" y="5891918"/>
                <a:ext cx="311760" cy="23400"/>
              </p14:xfrm>
            </p:contentPart>
          </mc:Choice>
          <mc:Fallback>
            <p:pic>
              <p:nvPicPr>
                <p:cNvPr id="123" name="Tinta 122">
                  <a:extLst>
                    <a:ext uri="{FF2B5EF4-FFF2-40B4-BE49-F238E27FC236}">
                      <a16:creationId xmlns:a16="http://schemas.microsoft.com/office/drawing/2014/main" id="{78E83282-F99E-2B88-026A-D0D046A29226}"/>
                    </a:ext>
                  </a:extLst>
                </p:cNvPr>
                <p:cNvPicPr/>
                <p:nvPr/>
              </p:nvPicPr>
              <p:blipFill>
                <a:blip r:embed="rId188"/>
                <a:stretch>
                  <a:fillRect/>
                </a:stretch>
              </p:blipFill>
              <p:spPr>
                <a:xfrm>
                  <a:off x="3819575" y="5885798"/>
                  <a:ext cx="324000" cy="35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9">
              <p14:nvContentPartPr>
                <p14:cNvPr id="125" name="Tinta 124">
                  <a:extLst>
                    <a:ext uri="{FF2B5EF4-FFF2-40B4-BE49-F238E27FC236}">
                      <a16:creationId xmlns:a16="http://schemas.microsoft.com/office/drawing/2014/main" id="{DCB0DD3D-A343-8A23-3635-6F7AEC10196A}"/>
                    </a:ext>
                  </a:extLst>
                </p14:cNvPr>
                <p14:cNvContentPartPr/>
                <p14:nvPr/>
              </p14:nvContentPartPr>
              <p14:xfrm>
                <a:off x="4100375" y="5870318"/>
                <a:ext cx="354960" cy="182520"/>
              </p14:xfrm>
            </p:contentPart>
          </mc:Choice>
          <mc:Fallback>
            <p:pic>
              <p:nvPicPr>
                <p:cNvPr id="125" name="Tinta 124">
                  <a:extLst>
                    <a:ext uri="{FF2B5EF4-FFF2-40B4-BE49-F238E27FC236}">
                      <a16:creationId xmlns:a16="http://schemas.microsoft.com/office/drawing/2014/main" id="{DCB0DD3D-A343-8A23-3635-6F7AEC10196A}"/>
                    </a:ext>
                  </a:extLst>
                </p:cNvPr>
                <p:cNvPicPr/>
                <p:nvPr/>
              </p:nvPicPr>
              <p:blipFill>
                <a:blip r:embed="rId190"/>
                <a:stretch>
                  <a:fillRect/>
                </a:stretch>
              </p:blipFill>
              <p:spPr>
                <a:xfrm>
                  <a:off x="4094255" y="5864198"/>
                  <a:ext cx="367200" cy="194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1">
              <p14:nvContentPartPr>
                <p14:cNvPr id="126" name="Tinta 125">
                  <a:extLst>
                    <a:ext uri="{FF2B5EF4-FFF2-40B4-BE49-F238E27FC236}">
                      <a16:creationId xmlns:a16="http://schemas.microsoft.com/office/drawing/2014/main" id="{58433561-D635-FC2A-4B0E-9F6F4C000F04}"/>
                    </a:ext>
                  </a:extLst>
                </p14:cNvPr>
                <p14:cNvContentPartPr/>
                <p14:nvPr/>
              </p14:nvContentPartPr>
              <p14:xfrm>
                <a:off x="4548935" y="5864558"/>
                <a:ext cx="138960" cy="155160"/>
              </p14:xfrm>
            </p:contentPart>
          </mc:Choice>
          <mc:Fallback>
            <p:pic>
              <p:nvPicPr>
                <p:cNvPr id="126" name="Tinta 125">
                  <a:extLst>
                    <a:ext uri="{FF2B5EF4-FFF2-40B4-BE49-F238E27FC236}">
                      <a16:creationId xmlns:a16="http://schemas.microsoft.com/office/drawing/2014/main" id="{58433561-D635-FC2A-4B0E-9F6F4C000F04}"/>
                    </a:ext>
                  </a:extLst>
                </p:cNvPr>
                <p:cNvPicPr/>
                <p:nvPr/>
              </p:nvPicPr>
              <p:blipFill>
                <a:blip r:embed="rId192"/>
                <a:stretch>
                  <a:fillRect/>
                </a:stretch>
              </p:blipFill>
              <p:spPr>
                <a:xfrm>
                  <a:off x="4542815" y="5858438"/>
                  <a:ext cx="151200" cy="167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3">
              <p14:nvContentPartPr>
                <p14:cNvPr id="127" name="Tinta 126">
                  <a:extLst>
                    <a:ext uri="{FF2B5EF4-FFF2-40B4-BE49-F238E27FC236}">
                      <a16:creationId xmlns:a16="http://schemas.microsoft.com/office/drawing/2014/main" id="{8A51C546-D8A5-C72F-363A-13193D9CAF63}"/>
                    </a:ext>
                  </a:extLst>
                </p14:cNvPr>
                <p14:cNvContentPartPr/>
                <p14:nvPr/>
              </p14:nvContentPartPr>
              <p14:xfrm>
                <a:off x="4658015" y="5876078"/>
                <a:ext cx="221400" cy="179280"/>
              </p14:xfrm>
            </p:contentPart>
          </mc:Choice>
          <mc:Fallback>
            <p:pic>
              <p:nvPicPr>
                <p:cNvPr id="127" name="Tinta 126">
                  <a:extLst>
                    <a:ext uri="{FF2B5EF4-FFF2-40B4-BE49-F238E27FC236}">
                      <a16:creationId xmlns:a16="http://schemas.microsoft.com/office/drawing/2014/main" id="{8A51C546-D8A5-C72F-363A-13193D9CAF63}"/>
                    </a:ext>
                  </a:extLst>
                </p:cNvPr>
                <p:cNvPicPr/>
                <p:nvPr/>
              </p:nvPicPr>
              <p:blipFill>
                <a:blip r:embed="rId194"/>
                <a:stretch>
                  <a:fillRect/>
                </a:stretch>
              </p:blipFill>
              <p:spPr>
                <a:xfrm>
                  <a:off x="4651895" y="5869958"/>
                  <a:ext cx="233640" cy="191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5">
              <p14:nvContentPartPr>
                <p14:cNvPr id="129" name="Tinta 128">
                  <a:extLst>
                    <a:ext uri="{FF2B5EF4-FFF2-40B4-BE49-F238E27FC236}">
                      <a16:creationId xmlns:a16="http://schemas.microsoft.com/office/drawing/2014/main" id="{489A69D7-4B78-D8DB-53A2-8905BADAA734}"/>
                    </a:ext>
                  </a:extLst>
                </p14:cNvPr>
                <p14:cNvContentPartPr/>
                <p14:nvPr/>
              </p14:nvContentPartPr>
              <p14:xfrm>
                <a:off x="4177415" y="5854118"/>
                <a:ext cx="342000" cy="222480"/>
              </p14:xfrm>
            </p:contentPart>
          </mc:Choice>
          <mc:Fallback>
            <p:pic>
              <p:nvPicPr>
                <p:cNvPr id="129" name="Tinta 128">
                  <a:extLst>
                    <a:ext uri="{FF2B5EF4-FFF2-40B4-BE49-F238E27FC236}">
                      <a16:creationId xmlns:a16="http://schemas.microsoft.com/office/drawing/2014/main" id="{489A69D7-4B78-D8DB-53A2-8905BADAA734}"/>
                    </a:ext>
                  </a:extLst>
                </p:cNvPr>
                <p:cNvPicPr/>
                <p:nvPr/>
              </p:nvPicPr>
              <p:blipFill>
                <a:blip r:embed="rId196"/>
                <a:stretch>
                  <a:fillRect/>
                </a:stretch>
              </p:blipFill>
              <p:spPr>
                <a:xfrm>
                  <a:off x="4171295" y="5847998"/>
                  <a:ext cx="354240" cy="234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7">
              <p14:nvContentPartPr>
                <p14:cNvPr id="131" name="Tinta 130">
                  <a:extLst>
                    <a:ext uri="{FF2B5EF4-FFF2-40B4-BE49-F238E27FC236}">
                      <a16:creationId xmlns:a16="http://schemas.microsoft.com/office/drawing/2014/main" id="{CF1E6F5B-F21D-4AC8-28A3-6728094F5305}"/>
                    </a:ext>
                  </a:extLst>
                </p14:cNvPr>
                <p14:cNvContentPartPr/>
                <p14:nvPr/>
              </p14:nvContentPartPr>
              <p14:xfrm>
                <a:off x="3987335" y="5940878"/>
                <a:ext cx="190440" cy="49320"/>
              </p14:xfrm>
            </p:contentPart>
          </mc:Choice>
          <mc:Fallback>
            <p:pic>
              <p:nvPicPr>
                <p:cNvPr id="131" name="Tinta 130">
                  <a:extLst>
                    <a:ext uri="{FF2B5EF4-FFF2-40B4-BE49-F238E27FC236}">
                      <a16:creationId xmlns:a16="http://schemas.microsoft.com/office/drawing/2014/main" id="{CF1E6F5B-F21D-4AC8-28A3-6728094F5305}"/>
                    </a:ext>
                  </a:extLst>
                </p:cNvPr>
                <p:cNvPicPr/>
                <p:nvPr/>
              </p:nvPicPr>
              <p:blipFill>
                <a:blip r:embed="rId198"/>
                <a:stretch>
                  <a:fillRect/>
                </a:stretch>
              </p:blipFill>
              <p:spPr>
                <a:xfrm>
                  <a:off x="3981215" y="5934758"/>
                  <a:ext cx="202680" cy="61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9">
              <p14:nvContentPartPr>
                <p14:cNvPr id="132" name="Tinta 131">
                  <a:extLst>
                    <a:ext uri="{FF2B5EF4-FFF2-40B4-BE49-F238E27FC236}">
                      <a16:creationId xmlns:a16="http://schemas.microsoft.com/office/drawing/2014/main" id="{570E4498-EAD8-6634-3D5A-99F2BB4BF5A8}"/>
                    </a:ext>
                  </a:extLst>
                </p14:cNvPr>
                <p14:cNvContentPartPr/>
                <p14:nvPr/>
              </p14:nvContentPartPr>
              <p14:xfrm>
                <a:off x="2708615" y="5765558"/>
                <a:ext cx="1857600" cy="352080"/>
              </p14:xfrm>
            </p:contentPart>
          </mc:Choice>
          <mc:Fallback>
            <p:pic>
              <p:nvPicPr>
                <p:cNvPr id="132" name="Tinta 131">
                  <a:extLst>
                    <a:ext uri="{FF2B5EF4-FFF2-40B4-BE49-F238E27FC236}">
                      <a16:creationId xmlns:a16="http://schemas.microsoft.com/office/drawing/2014/main" id="{570E4498-EAD8-6634-3D5A-99F2BB4BF5A8}"/>
                    </a:ext>
                  </a:extLst>
                </p:cNvPr>
                <p:cNvPicPr/>
                <p:nvPr/>
              </p:nvPicPr>
              <p:blipFill>
                <a:blip r:embed="rId200"/>
                <a:stretch>
                  <a:fillRect/>
                </a:stretch>
              </p:blipFill>
              <p:spPr>
                <a:xfrm>
                  <a:off x="2702495" y="5759438"/>
                  <a:ext cx="1869840" cy="364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1">
              <p14:nvContentPartPr>
                <p14:cNvPr id="134" name="Tinta 133">
                  <a:extLst>
                    <a:ext uri="{FF2B5EF4-FFF2-40B4-BE49-F238E27FC236}">
                      <a16:creationId xmlns:a16="http://schemas.microsoft.com/office/drawing/2014/main" id="{E75B1689-874A-CF4F-116E-2E7FF20B5A1C}"/>
                    </a:ext>
                  </a:extLst>
                </p14:cNvPr>
                <p14:cNvContentPartPr/>
                <p14:nvPr/>
              </p14:nvContentPartPr>
              <p14:xfrm>
                <a:off x="5551535" y="5936558"/>
                <a:ext cx="251280" cy="197280"/>
              </p14:xfrm>
            </p:contentPart>
          </mc:Choice>
          <mc:Fallback>
            <p:pic>
              <p:nvPicPr>
                <p:cNvPr id="134" name="Tinta 133">
                  <a:extLst>
                    <a:ext uri="{FF2B5EF4-FFF2-40B4-BE49-F238E27FC236}">
                      <a16:creationId xmlns:a16="http://schemas.microsoft.com/office/drawing/2014/main" id="{E75B1689-874A-CF4F-116E-2E7FF20B5A1C}"/>
                    </a:ext>
                  </a:extLst>
                </p:cNvPr>
                <p:cNvPicPr/>
                <p:nvPr/>
              </p:nvPicPr>
              <p:blipFill>
                <a:blip r:embed="rId202"/>
                <a:stretch>
                  <a:fillRect/>
                </a:stretch>
              </p:blipFill>
              <p:spPr>
                <a:xfrm>
                  <a:off x="5545415" y="5930438"/>
                  <a:ext cx="263520" cy="209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3">
              <p14:nvContentPartPr>
                <p14:cNvPr id="135" name="Tinta 134">
                  <a:extLst>
                    <a:ext uri="{FF2B5EF4-FFF2-40B4-BE49-F238E27FC236}">
                      <a16:creationId xmlns:a16="http://schemas.microsoft.com/office/drawing/2014/main" id="{0D04441E-DEFC-0D95-BD56-1EB71882C822}"/>
                    </a:ext>
                  </a:extLst>
                </p14:cNvPr>
                <p14:cNvContentPartPr/>
                <p14:nvPr/>
              </p14:nvContentPartPr>
              <p14:xfrm>
                <a:off x="5541455" y="5897678"/>
                <a:ext cx="661320" cy="267480"/>
              </p14:xfrm>
            </p:contentPart>
          </mc:Choice>
          <mc:Fallback>
            <p:pic>
              <p:nvPicPr>
                <p:cNvPr id="135" name="Tinta 134">
                  <a:extLst>
                    <a:ext uri="{FF2B5EF4-FFF2-40B4-BE49-F238E27FC236}">
                      <a16:creationId xmlns:a16="http://schemas.microsoft.com/office/drawing/2014/main" id="{0D04441E-DEFC-0D95-BD56-1EB71882C822}"/>
                    </a:ext>
                  </a:extLst>
                </p:cNvPr>
                <p:cNvPicPr/>
                <p:nvPr/>
              </p:nvPicPr>
              <p:blipFill>
                <a:blip r:embed="rId204"/>
                <a:stretch>
                  <a:fillRect/>
                </a:stretch>
              </p:blipFill>
              <p:spPr>
                <a:xfrm>
                  <a:off x="5535335" y="5891558"/>
                  <a:ext cx="673560" cy="279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5">
              <p14:nvContentPartPr>
                <p14:cNvPr id="136" name="Tinta 135">
                  <a:extLst>
                    <a:ext uri="{FF2B5EF4-FFF2-40B4-BE49-F238E27FC236}">
                      <a16:creationId xmlns:a16="http://schemas.microsoft.com/office/drawing/2014/main" id="{179478FA-759C-3703-0FE3-8A906DF95512}"/>
                    </a:ext>
                  </a:extLst>
                </p14:cNvPr>
                <p14:cNvContentPartPr/>
                <p14:nvPr/>
              </p14:nvContentPartPr>
              <p14:xfrm>
                <a:off x="6081095" y="6075518"/>
                <a:ext cx="182160" cy="223560"/>
              </p14:xfrm>
            </p:contentPart>
          </mc:Choice>
          <mc:Fallback>
            <p:pic>
              <p:nvPicPr>
                <p:cNvPr id="136" name="Tinta 135">
                  <a:extLst>
                    <a:ext uri="{FF2B5EF4-FFF2-40B4-BE49-F238E27FC236}">
                      <a16:creationId xmlns:a16="http://schemas.microsoft.com/office/drawing/2014/main" id="{179478FA-759C-3703-0FE3-8A906DF95512}"/>
                    </a:ext>
                  </a:extLst>
                </p:cNvPr>
                <p:cNvPicPr/>
                <p:nvPr/>
              </p:nvPicPr>
              <p:blipFill>
                <a:blip r:embed="rId206"/>
                <a:stretch>
                  <a:fillRect/>
                </a:stretch>
              </p:blipFill>
              <p:spPr>
                <a:xfrm>
                  <a:off x="6074975" y="6069398"/>
                  <a:ext cx="194400" cy="235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7">
              <p14:nvContentPartPr>
                <p14:cNvPr id="138" name="Tinta 137">
                  <a:extLst>
                    <a:ext uri="{FF2B5EF4-FFF2-40B4-BE49-F238E27FC236}">
                      <a16:creationId xmlns:a16="http://schemas.microsoft.com/office/drawing/2014/main" id="{89BACD25-FD46-E71C-757C-E710F116F5CC}"/>
                    </a:ext>
                  </a:extLst>
                </p14:cNvPr>
                <p14:cNvContentPartPr/>
                <p14:nvPr/>
              </p14:nvContentPartPr>
              <p14:xfrm>
                <a:off x="6412295" y="5809478"/>
                <a:ext cx="291960" cy="287280"/>
              </p14:xfrm>
            </p:contentPart>
          </mc:Choice>
          <mc:Fallback>
            <p:pic>
              <p:nvPicPr>
                <p:cNvPr id="138" name="Tinta 137">
                  <a:extLst>
                    <a:ext uri="{FF2B5EF4-FFF2-40B4-BE49-F238E27FC236}">
                      <a16:creationId xmlns:a16="http://schemas.microsoft.com/office/drawing/2014/main" id="{89BACD25-FD46-E71C-757C-E710F116F5CC}"/>
                    </a:ext>
                  </a:extLst>
                </p:cNvPr>
                <p:cNvPicPr/>
                <p:nvPr/>
              </p:nvPicPr>
              <p:blipFill>
                <a:blip r:embed="rId208"/>
                <a:stretch>
                  <a:fillRect/>
                </a:stretch>
              </p:blipFill>
              <p:spPr>
                <a:xfrm>
                  <a:off x="6406175" y="5803358"/>
                  <a:ext cx="304200" cy="299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9">
              <p14:nvContentPartPr>
                <p14:cNvPr id="139" name="Tinta 138">
                  <a:extLst>
                    <a:ext uri="{FF2B5EF4-FFF2-40B4-BE49-F238E27FC236}">
                      <a16:creationId xmlns:a16="http://schemas.microsoft.com/office/drawing/2014/main" id="{F7FE9CF7-C55A-13D2-A777-98A96B651DE3}"/>
                    </a:ext>
                  </a:extLst>
                </p14:cNvPr>
                <p14:cNvContentPartPr/>
                <p14:nvPr/>
              </p14:nvContentPartPr>
              <p14:xfrm>
                <a:off x="6493295" y="5881118"/>
                <a:ext cx="291240" cy="28080"/>
              </p14:xfrm>
            </p:contentPart>
          </mc:Choice>
          <mc:Fallback>
            <p:pic>
              <p:nvPicPr>
                <p:cNvPr id="139" name="Tinta 138">
                  <a:extLst>
                    <a:ext uri="{FF2B5EF4-FFF2-40B4-BE49-F238E27FC236}">
                      <a16:creationId xmlns:a16="http://schemas.microsoft.com/office/drawing/2014/main" id="{F7FE9CF7-C55A-13D2-A777-98A96B651DE3}"/>
                    </a:ext>
                  </a:extLst>
                </p:cNvPr>
                <p:cNvPicPr/>
                <p:nvPr/>
              </p:nvPicPr>
              <p:blipFill>
                <a:blip r:embed="rId210"/>
                <a:stretch>
                  <a:fillRect/>
                </a:stretch>
              </p:blipFill>
              <p:spPr>
                <a:xfrm>
                  <a:off x="6487175" y="5874998"/>
                  <a:ext cx="303480" cy="40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11">
              <p14:nvContentPartPr>
                <p14:cNvPr id="141" name="Tinta 140">
                  <a:extLst>
                    <a:ext uri="{FF2B5EF4-FFF2-40B4-BE49-F238E27FC236}">
                      <a16:creationId xmlns:a16="http://schemas.microsoft.com/office/drawing/2014/main" id="{713B33EC-6C60-486D-2FB7-8BD888E8965B}"/>
                    </a:ext>
                  </a:extLst>
                </p14:cNvPr>
                <p14:cNvContentPartPr/>
                <p14:nvPr/>
              </p14:nvContentPartPr>
              <p14:xfrm>
                <a:off x="7004495" y="5857718"/>
                <a:ext cx="191160" cy="233280"/>
              </p14:xfrm>
            </p:contentPart>
          </mc:Choice>
          <mc:Fallback>
            <p:pic>
              <p:nvPicPr>
                <p:cNvPr id="141" name="Tinta 140">
                  <a:extLst>
                    <a:ext uri="{FF2B5EF4-FFF2-40B4-BE49-F238E27FC236}">
                      <a16:creationId xmlns:a16="http://schemas.microsoft.com/office/drawing/2014/main" id="{713B33EC-6C60-486D-2FB7-8BD888E8965B}"/>
                    </a:ext>
                  </a:extLst>
                </p:cNvPr>
                <p:cNvPicPr/>
                <p:nvPr/>
              </p:nvPicPr>
              <p:blipFill>
                <a:blip r:embed="rId212"/>
                <a:stretch>
                  <a:fillRect/>
                </a:stretch>
              </p:blipFill>
              <p:spPr>
                <a:xfrm>
                  <a:off x="6998375" y="5851598"/>
                  <a:ext cx="203400" cy="245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13">
              <p14:nvContentPartPr>
                <p14:cNvPr id="142" name="Tinta 141">
                  <a:extLst>
                    <a:ext uri="{FF2B5EF4-FFF2-40B4-BE49-F238E27FC236}">
                      <a16:creationId xmlns:a16="http://schemas.microsoft.com/office/drawing/2014/main" id="{7415DED8-3B83-C29D-6D7F-C6CA6370AC6E}"/>
                    </a:ext>
                  </a:extLst>
                </p14:cNvPr>
                <p14:cNvContentPartPr/>
                <p14:nvPr/>
              </p14:nvContentPartPr>
              <p14:xfrm>
                <a:off x="7020335" y="5861318"/>
                <a:ext cx="314280" cy="263160"/>
              </p14:xfrm>
            </p:contentPart>
          </mc:Choice>
          <mc:Fallback>
            <p:pic>
              <p:nvPicPr>
                <p:cNvPr id="142" name="Tinta 141">
                  <a:extLst>
                    <a:ext uri="{FF2B5EF4-FFF2-40B4-BE49-F238E27FC236}">
                      <a16:creationId xmlns:a16="http://schemas.microsoft.com/office/drawing/2014/main" id="{7415DED8-3B83-C29D-6D7F-C6CA6370AC6E}"/>
                    </a:ext>
                  </a:extLst>
                </p:cNvPr>
                <p:cNvPicPr/>
                <p:nvPr/>
              </p:nvPicPr>
              <p:blipFill>
                <a:blip r:embed="rId214"/>
                <a:stretch>
                  <a:fillRect/>
                </a:stretch>
              </p:blipFill>
              <p:spPr>
                <a:xfrm>
                  <a:off x="7014215" y="5855198"/>
                  <a:ext cx="326520" cy="275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15">
              <p14:nvContentPartPr>
                <p14:cNvPr id="143" name="Tinta 142">
                  <a:extLst>
                    <a:ext uri="{FF2B5EF4-FFF2-40B4-BE49-F238E27FC236}">
                      <a16:creationId xmlns:a16="http://schemas.microsoft.com/office/drawing/2014/main" id="{55105054-2518-C4A3-9D2C-B18C7B906BD1}"/>
                    </a:ext>
                  </a:extLst>
                </p14:cNvPr>
                <p14:cNvContentPartPr/>
                <p14:nvPr/>
              </p14:nvContentPartPr>
              <p14:xfrm>
                <a:off x="7556735" y="5916398"/>
                <a:ext cx="128520" cy="184320"/>
              </p14:xfrm>
            </p:contentPart>
          </mc:Choice>
          <mc:Fallback>
            <p:pic>
              <p:nvPicPr>
                <p:cNvPr id="143" name="Tinta 142">
                  <a:extLst>
                    <a:ext uri="{FF2B5EF4-FFF2-40B4-BE49-F238E27FC236}">
                      <a16:creationId xmlns:a16="http://schemas.microsoft.com/office/drawing/2014/main" id="{55105054-2518-C4A3-9D2C-B18C7B906BD1}"/>
                    </a:ext>
                  </a:extLst>
                </p:cNvPr>
                <p:cNvPicPr/>
                <p:nvPr/>
              </p:nvPicPr>
              <p:blipFill>
                <a:blip r:embed="rId216"/>
                <a:stretch>
                  <a:fillRect/>
                </a:stretch>
              </p:blipFill>
              <p:spPr>
                <a:xfrm>
                  <a:off x="7550615" y="5910278"/>
                  <a:ext cx="140760" cy="196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17">
              <p14:nvContentPartPr>
                <p14:cNvPr id="144" name="Tinta 143">
                  <a:extLst>
                    <a:ext uri="{FF2B5EF4-FFF2-40B4-BE49-F238E27FC236}">
                      <a16:creationId xmlns:a16="http://schemas.microsoft.com/office/drawing/2014/main" id="{662793B6-87C2-8ADB-9A20-794C6D9DC073}"/>
                    </a:ext>
                  </a:extLst>
                </p14:cNvPr>
                <p14:cNvContentPartPr/>
                <p14:nvPr/>
              </p14:nvContentPartPr>
              <p14:xfrm>
                <a:off x="7573295" y="5923958"/>
                <a:ext cx="301680" cy="232200"/>
              </p14:xfrm>
            </p:contentPart>
          </mc:Choice>
          <mc:Fallback>
            <p:pic>
              <p:nvPicPr>
                <p:cNvPr id="144" name="Tinta 143">
                  <a:extLst>
                    <a:ext uri="{FF2B5EF4-FFF2-40B4-BE49-F238E27FC236}">
                      <a16:creationId xmlns:a16="http://schemas.microsoft.com/office/drawing/2014/main" id="{662793B6-87C2-8ADB-9A20-794C6D9DC073}"/>
                    </a:ext>
                  </a:extLst>
                </p:cNvPr>
                <p:cNvPicPr/>
                <p:nvPr/>
              </p:nvPicPr>
              <p:blipFill>
                <a:blip r:embed="rId218"/>
                <a:stretch>
                  <a:fillRect/>
                </a:stretch>
              </p:blipFill>
              <p:spPr>
                <a:xfrm>
                  <a:off x="7567175" y="5917838"/>
                  <a:ext cx="313920" cy="244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19">
              <p14:nvContentPartPr>
                <p14:cNvPr id="145" name="Tinta 144">
                  <a:extLst>
                    <a:ext uri="{FF2B5EF4-FFF2-40B4-BE49-F238E27FC236}">
                      <a16:creationId xmlns:a16="http://schemas.microsoft.com/office/drawing/2014/main" id="{F366ACCE-179C-2409-9CA1-3758DB9EE174}"/>
                    </a:ext>
                  </a:extLst>
                </p14:cNvPr>
                <p14:cNvContentPartPr/>
                <p14:nvPr/>
              </p14:nvContentPartPr>
              <p14:xfrm>
                <a:off x="8096015" y="6036638"/>
                <a:ext cx="60840" cy="34560"/>
              </p14:xfrm>
            </p:contentPart>
          </mc:Choice>
          <mc:Fallback>
            <p:pic>
              <p:nvPicPr>
                <p:cNvPr id="145" name="Tinta 144">
                  <a:extLst>
                    <a:ext uri="{FF2B5EF4-FFF2-40B4-BE49-F238E27FC236}">
                      <a16:creationId xmlns:a16="http://schemas.microsoft.com/office/drawing/2014/main" id="{F366ACCE-179C-2409-9CA1-3758DB9EE174}"/>
                    </a:ext>
                  </a:extLst>
                </p:cNvPr>
                <p:cNvPicPr/>
                <p:nvPr/>
              </p:nvPicPr>
              <p:blipFill>
                <a:blip r:embed="rId220"/>
                <a:stretch>
                  <a:fillRect/>
                </a:stretch>
              </p:blipFill>
              <p:spPr>
                <a:xfrm>
                  <a:off x="8089895" y="6030518"/>
                  <a:ext cx="73080" cy="46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1">
              <p14:nvContentPartPr>
                <p14:cNvPr id="146" name="Tinta 145">
                  <a:extLst>
                    <a:ext uri="{FF2B5EF4-FFF2-40B4-BE49-F238E27FC236}">
                      <a16:creationId xmlns:a16="http://schemas.microsoft.com/office/drawing/2014/main" id="{544A0C27-7923-3D8E-CE6E-B7F6A7945868}"/>
                    </a:ext>
                  </a:extLst>
                </p14:cNvPr>
                <p14:cNvContentPartPr/>
                <p14:nvPr/>
              </p14:nvContentPartPr>
              <p14:xfrm>
                <a:off x="8085935" y="6051398"/>
                <a:ext cx="250920" cy="51840"/>
              </p14:xfrm>
            </p:contentPart>
          </mc:Choice>
          <mc:Fallback>
            <p:pic>
              <p:nvPicPr>
                <p:cNvPr id="146" name="Tinta 145">
                  <a:extLst>
                    <a:ext uri="{FF2B5EF4-FFF2-40B4-BE49-F238E27FC236}">
                      <a16:creationId xmlns:a16="http://schemas.microsoft.com/office/drawing/2014/main" id="{544A0C27-7923-3D8E-CE6E-B7F6A7945868}"/>
                    </a:ext>
                  </a:extLst>
                </p:cNvPr>
                <p:cNvPicPr/>
                <p:nvPr/>
              </p:nvPicPr>
              <p:blipFill>
                <a:blip r:embed="rId222"/>
                <a:stretch>
                  <a:fillRect/>
                </a:stretch>
              </p:blipFill>
              <p:spPr>
                <a:xfrm>
                  <a:off x="8079815" y="6045278"/>
                  <a:ext cx="263160" cy="64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3">
              <p14:nvContentPartPr>
                <p14:cNvPr id="148" name="Tinta 147">
                  <a:extLst>
                    <a:ext uri="{FF2B5EF4-FFF2-40B4-BE49-F238E27FC236}">
                      <a16:creationId xmlns:a16="http://schemas.microsoft.com/office/drawing/2014/main" id="{13D64EA6-AC16-1F27-C9AC-A3DDDFDC4525}"/>
                    </a:ext>
                  </a:extLst>
                </p14:cNvPr>
                <p14:cNvContentPartPr/>
                <p14:nvPr/>
              </p14:nvContentPartPr>
              <p14:xfrm>
                <a:off x="8637455" y="6089558"/>
                <a:ext cx="331920" cy="155880"/>
              </p14:xfrm>
            </p:contentPart>
          </mc:Choice>
          <mc:Fallback>
            <p:pic>
              <p:nvPicPr>
                <p:cNvPr id="148" name="Tinta 147">
                  <a:extLst>
                    <a:ext uri="{FF2B5EF4-FFF2-40B4-BE49-F238E27FC236}">
                      <a16:creationId xmlns:a16="http://schemas.microsoft.com/office/drawing/2014/main" id="{13D64EA6-AC16-1F27-C9AC-A3DDDFDC4525}"/>
                    </a:ext>
                  </a:extLst>
                </p:cNvPr>
                <p:cNvPicPr/>
                <p:nvPr/>
              </p:nvPicPr>
              <p:blipFill>
                <a:blip r:embed="rId224"/>
                <a:stretch>
                  <a:fillRect/>
                </a:stretch>
              </p:blipFill>
              <p:spPr>
                <a:xfrm>
                  <a:off x="8631335" y="6083438"/>
                  <a:ext cx="344160" cy="168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5">
              <p14:nvContentPartPr>
                <p14:cNvPr id="149" name="Tinta 148">
                  <a:extLst>
                    <a:ext uri="{FF2B5EF4-FFF2-40B4-BE49-F238E27FC236}">
                      <a16:creationId xmlns:a16="http://schemas.microsoft.com/office/drawing/2014/main" id="{98FE3E9E-22F4-3186-C60B-77A4E90302BC}"/>
                    </a:ext>
                  </a:extLst>
                </p14:cNvPr>
                <p14:cNvContentPartPr/>
                <p14:nvPr/>
              </p14:nvContentPartPr>
              <p14:xfrm>
                <a:off x="9209495" y="6090278"/>
                <a:ext cx="119520" cy="158040"/>
              </p14:xfrm>
            </p:contentPart>
          </mc:Choice>
          <mc:Fallback>
            <p:pic>
              <p:nvPicPr>
                <p:cNvPr id="149" name="Tinta 148">
                  <a:extLst>
                    <a:ext uri="{FF2B5EF4-FFF2-40B4-BE49-F238E27FC236}">
                      <a16:creationId xmlns:a16="http://schemas.microsoft.com/office/drawing/2014/main" id="{98FE3E9E-22F4-3186-C60B-77A4E90302BC}"/>
                    </a:ext>
                  </a:extLst>
                </p:cNvPr>
                <p:cNvPicPr/>
                <p:nvPr/>
              </p:nvPicPr>
              <p:blipFill>
                <a:blip r:embed="rId226"/>
                <a:stretch>
                  <a:fillRect/>
                </a:stretch>
              </p:blipFill>
              <p:spPr>
                <a:xfrm>
                  <a:off x="9203375" y="6084158"/>
                  <a:ext cx="131760" cy="170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7">
              <p14:nvContentPartPr>
                <p14:cNvPr id="150" name="Tinta 149">
                  <a:extLst>
                    <a:ext uri="{FF2B5EF4-FFF2-40B4-BE49-F238E27FC236}">
                      <a16:creationId xmlns:a16="http://schemas.microsoft.com/office/drawing/2014/main" id="{2E6F0B3A-DD42-F551-998F-E255FF9F8AA5}"/>
                    </a:ext>
                  </a:extLst>
                </p14:cNvPr>
                <p14:cNvContentPartPr/>
                <p14:nvPr/>
              </p14:nvContentPartPr>
              <p14:xfrm>
                <a:off x="9328655" y="5958158"/>
                <a:ext cx="121680" cy="8640"/>
              </p14:xfrm>
            </p:contentPart>
          </mc:Choice>
          <mc:Fallback>
            <p:pic>
              <p:nvPicPr>
                <p:cNvPr id="150" name="Tinta 149">
                  <a:extLst>
                    <a:ext uri="{FF2B5EF4-FFF2-40B4-BE49-F238E27FC236}">
                      <a16:creationId xmlns:a16="http://schemas.microsoft.com/office/drawing/2014/main" id="{2E6F0B3A-DD42-F551-998F-E255FF9F8AA5}"/>
                    </a:ext>
                  </a:extLst>
                </p:cNvPr>
                <p:cNvPicPr/>
                <p:nvPr/>
              </p:nvPicPr>
              <p:blipFill>
                <a:blip r:embed="rId228"/>
                <a:stretch>
                  <a:fillRect/>
                </a:stretch>
              </p:blipFill>
              <p:spPr>
                <a:xfrm>
                  <a:off x="9322535" y="5952038"/>
                  <a:ext cx="133920" cy="20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9">
              <p14:nvContentPartPr>
                <p14:cNvPr id="151" name="Tinta 150">
                  <a:extLst>
                    <a:ext uri="{FF2B5EF4-FFF2-40B4-BE49-F238E27FC236}">
                      <a16:creationId xmlns:a16="http://schemas.microsoft.com/office/drawing/2014/main" id="{A1C7CB7E-3416-C6B8-A19D-07B159EB1440}"/>
                    </a:ext>
                  </a:extLst>
                </p14:cNvPr>
                <p14:cNvContentPartPr/>
                <p14:nvPr/>
              </p14:nvContentPartPr>
              <p14:xfrm>
                <a:off x="9510455" y="6092438"/>
                <a:ext cx="210240" cy="136440"/>
              </p14:xfrm>
            </p:contentPart>
          </mc:Choice>
          <mc:Fallback>
            <p:pic>
              <p:nvPicPr>
                <p:cNvPr id="151" name="Tinta 150">
                  <a:extLst>
                    <a:ext uri="{FF2B5EF4-FFF2-40B4-BE49-F238E27FC236}">
                      <a16:creationId xmlns:a16="http://schemas.microsoft.com/office/drawing/2014/main" id="{A1C7CB7E-3416-C6B8-A19D-07B159EB1440}"/>
                    </a:ext>
                  </a:extLst>
                </p:cNvPr>
                <p:cNvPicPr/>
                <p:nvPr/>
              </p:nvPicPr>
              <p:blipFill>
                <a:blip r:embed="rId230"/>
                <a:stretch>
                  <a:fillRect/>
                </a:stretch>
              </p:blipFill>
              <p:spPr>
                <a:xfrm>
                  <a:off x="9504335" y="6086318"/>
                  <a:ext cx="222480" cy="148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31">
              <p14:nvContentPartPr>
                <p14:cNvPr id="153" name="Tinta 152">
                  <a:extLst>
                    <a:ext uri="{FF2B5EF4-FFF2-40B4-BE49-F238E27FC236}">
                      <a16:creationId xmlns:a16="http://schemas.microsoft.com/office/drawing/2014/main" id="{9220196C-E111-BDB2-6987-36A06A87FAD2}"/>
                    </a:ext>
                  </a:extLst>
                </p14:cNvPr>
                <p14:cNvContentPartPr/>
                <p14:nvPr/>
              </p14:nvContentPartPr>
              <p14:xfrm>
                <a:off x="5310695" y="5710478"/>
                <a:ext cx="237240" cy="430920"/>
              </p14:xfrm>
            </p:contentPart>
          </mc:Choice>
          <mc:Fallback>
            <p:pic>
              <p:nvPicPr>
                <p:cNvPr id="153" name="Tinta 152">
                  <a:extLst>
                    <a:ext uri="{FF2B5EF4-FFF2-40B4-BE49-F238E27FC236}">
                      <a16:creationId xmlns:a16="http://schemas.microsoft.com/office/drawing/2014/main" id="{9220196C-E111-BDB2-6987-36A06A87FAD2}"/>
                    </a:ext>
                  </a:extLst>
                </p:cNvPr>
                <p:cNvPicPr/>
                <p:nvPr/>
              </p:nvPicPr>
              <p:blipFill>
                <a:blip r:embed="rId232"/>
                <a:stretch>
                  <a:fillRect/>
                </a:stretch>
              </p:blipFill>
              <p:spPr>
                <a:xfrm>
                  <a:off x="5304575" y="5704358"/>
                  <a:ext cx="249480" cy="443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33">
              <p14:nvContentPartPr>
                <p14:cNvPr id="154" name="Tinta 153">
                  <a:extLst>
                    <a:ext uri="{FF2B5EF4-FFF2-40B4-BE49-F238E27FC236}">
                      <a16:creationId xmlns:a16="http://schemas.microsoft.com/office/drawing/2014/main" id="{38B280B4-B396-0D45-12FB-A60CD8B7C7D8}"/>
                    </a:ext>
                  </a:extLst>
                </p14:cNvPr>
                <p14:cNvContentPartPr/>
                <p14:nvPr/>
              </p14:nvContentPartPr>
              <p14:xfrm>
                <a:off x="5604455" y="5691758"/>
                <a:ext cx="4222800" cy="168840"/>
              </p14:xfrm>
            </p:contentPart>
          </mc:Choice>
          <mc:Fallback>
            <p:pic>
              <p:nvPicPr>
                <p:cNvPr id="154" name="Tinta 153">
                  <a:extLst>
                    <a:ext uri="{FF2B5EF4-FFF2-40B4-BE49-F238E27FC236}">
                      <a16:creationId xmlns:a16="http://schemas.microsoft.com/office/drawing/2014/main" id="{38B280B4-B396-0D45-12FB-A60CD8B7C7D8}"/>
                    </a:ext>
                  </a:extLst>
                </p:cNvPr>
                <p:cNvPicPr/>
                <p:nvPr/>
              </p:nvPicPr>
              <p:blipFill>
                <a:blip r:embed="rId234"/>
                <a:stretch>
                  <a:fillRect/>
                </a:stretch>
              </p:blipFill>
              <p:spPr>
                <a:xfrm>
                  <a:off x="5598335" y="5685638"/>
                  <a:ext cx="4235040" cy="181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35">
              <p14:nvContentPartPr>
                <p14:cNvPr id="156" name="Tinta 155">
                  <a:extLst>
                    <a:ext uri="{FF2B5EF4-FFF2-40B4-BE49-F238E27FC236}">
                      <a16:creationId xmlns:a16="http://schemas.microsoft.com/office/drawing/2014/main" id="{3075916A-60B9-8A52-95C5-CA62A05EEBB1}"/>
                    </a:ext>
                  </a:extLst>
                </p14:cNvPr>
                <p14:cNvContentPartPr/>
                <p14:nvPr/>
              </p14:nvContentPartPr>
              <p14:xfrm>
                <a:off x="5219975" y="6085598"/>
                <a:ext cx="129600" cy="25200"/>
              </p14:xfrm>
            </p:contentPart>
          </mc:Choice>
          <mc:Fallback>
            <p:pic>
              <p:nvPicPr>
                <p:cNvPr id="156" name="Tinta 155">
                  <a:extLst>
                    <a:ext uri="{FF2B5EF4-FFF2-40B4-BE49-F238E27FC236}">
                      <a16:creationId xmlns:a16="http://schemas.microsoft.com/office/drawing/2014/main" id="{3075916A-60B9-8A52-95C5-CA62A05EEBB1}"/>
                    </a:ext>
                  </a:extLst>
                </p:cNvPr>
                <p:cNvPicPr/>
                <p:nvPr/>
              </p:nvPicPr>
              <p:blipFill>
                <a:blip r:embed="rId236"/>
                <a:stretch>
                  <a:fillRect/>
                </a:stretch>
              </p:blipFill>
              <p:spPr>
                <a:xfrm>
                  <a:off x="5213855" y="6079478"/>
                  <a:ext cx="141840" cy="37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37">
              <p14:nvContentPartPr>
                <p14:cNvPr id="157" name="Tinta 156">
                  <a:extLst>
                    <a:ext uri="{FF2B5EF4-FFF2-40B4-BE49-F238E27FC236}">
                      <a16:creationId xmlns:a16="http://schemas.microsoft.com/office/drawing/2014/main" id="{E9BF316E-06C2-5A26-8DEB-7DAD60D6E031}"/>
                    </a:ext>
                  </a:extLst>
                </p14:cNvPr>
                <p14:cNvContentPartPr/>
                <p14:nvPr/>
              </p14:nvContentPartPr>
              <p14:xfrm>
                <a:off x="5250215" y="6090278"/>
                <a:ext cx="4482000" cy="304920"/>
              </p14:xfrm>
            </p:contentPart>
          </mc:Choice>
          <mc:Fallback>
            <p:pic>
              <p:nvPicPr>
                <p:cNvPr id="157" name="Tinta 156">
                  <a:extLst>
                    <a:ext uri="{FF2B5EF4-FFF2-40B4-BE49-F238E27FC236}">
                      <a16:creationId xmlns:a16="http://schemas.microsoft.com/office/drawing/2014/main" id="{E9BF316E-06C2-5A26-8DEB-7DAD60D6E031}"/>
                    </a:ext>
                  </a:extLst>
                </p:cNvPr>
                <p:cNvPicPr/>
                <p:nvPr/>
              </p:nvPicPr>
              <p:blipFill>
                <a:blip r:embed="rId238"/>
                <a:stretch>
                  <a:fillRect/>
                </a:stretch>
              </p:blipFill>
              <p:spPr>
                <a:xfrm>
                  <a:off x="5244095" y="6084158"/>
                  <a:ext cx="4494240" cy="317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39">
              <p14:nvContentPartPr>
                <p14:cNvPr id="159" name="Tinta 158">
                  <a:extLst>
                    <a:ext uri="{FF2B5EF4-FFF2-40B4-BE49-F238E27FC236}">
                      <a16:creationId xmlns:a16="http://schemas.microsoft.com/office/drawing/2014/main" id="{29C98F42-958A-674A-3543-D9FF0E2FD997}"/>
                    </a:ext>
                  </a:extLst>
                </p14:cNvPr>
                <p14:cNvContentPartPr/>
                <p14:nvPr/>
              </p14:nvContentPartPr>
              <p14:xfrm>
                <a:off x="9660215" y="5840798"/>
                <a:ext cx="122400" cy="509760"/>
              </p14:xfrm>
            </p:contentPart>
          </mc:Choice>
          <mc:Fallback>
            <p:pic>
              <p:nvPicPr>
                <p:cNvPr id="159" name="Tinta 158">
                  <a:extLst>
                    <a:ext uri="{FF2B5EF4-FFF2-40B4-BE49-F238E27FC236}">
                      <a16:creationId xmlns:a16="http://schemas.microsoft.com/office/drawing/2014/main" id="{29C98F42-958A-674A-3543-D9FF0E2FD997}"/>
                    </a:ext>
                  </a:extLst>
                </p:cNvPr>
                <p:cNvPicPr/>
                <p:nvPr/>
              </p:nvPicPr>
              <p:blipFill>
                <a:blip r:embed="rId240"/>
                <a:stretch>
                  <a:fillRect/>
                </a:stretch>
              </p:blipFill>
              <p:spPr>
                <a:xfrm>
                  <a:off x="9654095" y="5834678"/>
                  <a:ext cx="134640" cy="522000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77288123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B5FDA70-52F0-F845-57E8-1EB814A521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pt-BR"/>
          </a:p>
        </p:txBody>
      </p:sp>
      <p:pic>
        <p:nvPicPr>
          <p:cNvPr id="6" name="Espaço Reservado para Conteúdo 5">
            <a:extLst>
              <a:ext uri="{FF2B5EF4-FFF2-40B4-BE49-F238E27FC236}">
                <a16:creationId xmlns:a16="http://schemas.microsoft.com/office/drawing/2014/main" id="{797BB5B8-F597-9748-7AC2-99CC5C5AA97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417744" y="942558"/>
            <a:ext cx="4145639" cy="2309060"/>
          </a:xfrm>
        </p:spPr>
      </p:pic>
      <p:sp>
        <p:nvSpPr>
          <p:cNvPr id="4" name="Retângulo 3">
            <a:extLst>
              <a:ext uri="{FF2B5EF4-FFF2-40B4-BE49-F238E27FC236}">
                <a16:creationId xmlns:a16="http://schemas.microsoft.com/office/drawing/2014/main" id="{02E5A98D-9560-F21A-E7FE-2F0C9AD80CEF}"/>
              </a:ext>
            </a:extLst>
          </p:cNvPr>
          <p:cNvSpPr/>
          <p:nvPr/>
        </p:nvSpPr>
        <p:spPr>
          <a:xfrm>
            <a:off x="559837" y="6600825"/>
            <a:ext cx="11403563" cy="170502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pt-BR" dirty="0"/>
              <a:t>Luiz Fernando de Andrade Gadêlha – luizfernandodag@gmail.com</a:t>
            </a:r>
          </a:p>
        </p:txBody>
      </p:sp>
    </p:spTree>
    <p:extLst>
      <p:ext uri="{BB962C8B-B14F-4D97-AF65-F5344CB8AC3E}">
        <p14:creationId xmlns:p14="http://schemas.microsoft.com/office/powerpoint/2010/main" val="243970147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E9DA2C8-A5D7-316F-6B25-6D3B3442CA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pt-BR"/>
          </a:p>
        </p:txBody>
      </p:sp>
      <p:pic>
        <p:nvPicPr>
          <p:cNvPr id="6" name="Espaço Reservado para Conteúdo 5">
            <a:extLst>
              <a:ext uri="{FF2B5EF4-FFF2-40B4-BE49-F238E27FC236}">
                <a16:creationId xmlns:a16="http://schemas.microsoft.com/office/drawing/2014/main" id="{4ABA1B17-258D-A06A-8F6C-4B509CF834F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205826" y="494674"/>
            <a:ext cx="4736253" cy="3541712"/>
          </a:xfrm>
        </p:spPr>
      </p:pic>
      <p:sp>
        <p:nvSpPr>
          <p:cNvPr id="4" name="Retângulo 3">
            <a:extLst>
              <a:ext uri="{FF2B5EF4-FFF2-40B4-BE49-F238E27FC236}">
                <a16:creationId xmlns:a16="http://schemas.microsoft.com/office/drawing/2014/main" id="{A4715C04-B35D-9D00-D478-4DC291A475AD}"/>
              </a:ext>
            </a:extLst>
          </p:cNvPr>
          <p:cNvSpPr/>
          <p:nvPr/>
        </p:nvSpPr>
        <p:spPr>
          <a:xfrm>
            <a:off x="559837" y="6600825"/>
            <a:ext cx="11403563" cy="170502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pt-BR" dirty="0"/>
              <a:t>Luiz Fernando de Andrade Gadêlha – luizfernandodag@gmail.com</a:t>
            </a:r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10" name="Tinta 9">
                <a:extLst>
                  <a:ext uri="{FF2B5EF4-FFF2-40B4-BE49-F238E27FC236}">
                    <a16:creationId xmlns:a16="http://schemas.microsoft.com/office/drawing/2014/main" id="{D2B0683A-7E03-DE99-9F72-3F1666A90076}"/>
                  </a:ext>
                </a:extLst>
              </p14:cNvPr>
              <p14:cNvContentPartPr/>
              <p14:nvPr/>
            </p14:nvContentPartPr>
            <p14:xfrm>
              <a:off x="6412295" y="3755318"/>
              <a:ext cx="38160" cy="24120"/>
            </p14:xfrm>
          </p:contentPart>
        </mc:Choice>
        <mc:Fallback>
          <p:pic>
            <p:nvPicPr>
              <p:cNvPr id="10" name="Tinta 9">
                <a:extLst>
                  <a:ext uri="{FF2B5EF4-FFF2-40B4-BE49-F238E27FC236}">
                    <a16:creationId xmlns:a16="http://schemas.microsoft.com/office/drawing/2014/main" id="{D2B0683A-7E03-DE99-9F72-3F1666A90076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6406175" y="3749198"/>
                <a:ext cx="50400" cy="36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5">
            <p14:nvContentPartPr>
              <p14:cNvPr id="19" name="Tinta 18">
                <a:extLst>
                  <a:ext uri="{FF2B5EF4-FFF2-40B4-BE49-F238E27FC236}">
                    <a16:creationId xmlns:a16="http://schemas.microsoft.com/office/drawing/2014/main" id="{5C684BF5-F232-82AD-EDA7-BBF4A6D44CCA}"/>
                  </a:ext>
                </a:extLst>
              </p14:cNvPr>
              <p14:cNvContentPartPr/>
              <p14:nvPr/>
            </p14:nvContentPartPr>
            <p14:xfrm>
              <a:off x="4165895" y="2869358"/>
              <a:ext cx="585000" cy="307800"/>
            </p14:xfrm>
          </p:contentPart>
        </mc:Choice>
        <mc:Fallback>
          <p:pic>
            <p:nvPicPr>
              <p:cNvPr id="19" name="Tinta 18">
                <a:extLst>
                  <a:ext uri="{FF2B5EF4-FFF2-40B4-BE49-F238E27FC236}">
                    <a16:creationId xmlns:a16="http://schemas.microsoft.com/office/drawing/2014/main" id="{5C684BF5-F232-82AD-EDA7-BBF4A6D44CCA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4159775" y="2863238"/>
                <a:ext cx="597240" cy="320040"/>
              </a:xfrm>
              <a:prstGeom prst="rect">
                <a:avLst/>
              </a:prstGeom>
            </p:spPr>
          </p:pic>
        </mc:Fallback>
      </mc:AlternateContent>
      <p:grpSp>
        <p:nvGrpSpPr>
          <p:cNvPr id="22" name="Agrupar 21">
            <a:extLst>
              <a:ext uri="{FF2B5EF4-FFF2-40B4-BE49-F238E27FC236}">
                <a16:creationId xmlns:a16="http://schemas.microsoft.com/office/drawing/2014/main" id="{9CF6CE10-9439-426C-7509-1CEC7E74A000}"/>
              </a:ext>
            </a:extLst>
          </p:cNvPr>
          <p:cNvGrpSpPr/>
          <p:nvPr/>
        </p:nvGrpSpPr>
        <p:grpSpPr>
          <a:xfrm>
            <a:off x="4147535" y="2475158"/>
            <a:ext cx="2485440" cy="1603800"/>
            <a:chOff x="4147535" y="2475158"/>
            <a:chExt cx="2485440" cy="16038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7">
              <p14:nvContentPartPr>
                <p14:cNvPr id="3" name="Tinta 2">
                  <a:extLst>
                    <a:ext uri="{FF2B5EF4-FFF2-40B4-BE49-F238E27FC236}">
                      <a16:creationId xmlns:a16="http://schemas.microsoft.com/office/drawing/2014/main" id="{B5479797-94F9-6CF9-0DF3-E69A86C5A04A}"/>
                    </a:ext>
                  </a:extLst>
                </p14:cNvPr>
                <p14:cNvContentPartPr/>
                <p14:nvPr/>
              </p14:nvContentPartPr>
              <p14:xfrm>
                <a:off x="4759175" y="2475158"/>
                <a:ext cx="1754640" cy="1603800"/>
              </p14:xfrm>
            </p:contentPart>
          </mc:Choice>
          <mc:Fallback>
            <p:pic>
              <p:nvPicPr>
                <p:cNvPr id="3" name="Tinta 2">
                  <a:extLst>
                    <a:ext uri="{FF2B5EF4-FFF2-40B4-BE49-F238E27FC236}">
                      <a16:creationId xmlns:a16="http://schemas.microsoft.com/office/drawing/2014/main" id="{B5479797-94F9-6CF9-0DF3-E69A86C5A04A}"/>
                    </a:ext>
                  </a:extLst>
                </p:cNvPr>
                <p:cNvPicPr/>
                <p:nvPr/>
              </p:nvPicPr>
              <p:blipFill>
                <a:blip r:embed="rId8"/>
                <a:stretch>
                  <a:fillRect/>
                </a:stretch>
              </p:blipFill>
              <p:spPr>
                <a:xfrm>
                  <a:off x="4753055" y="2469038"/>
                  <a:ext cx="1766880" cy="1616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">
              <p14:nvContentPartPr>
                <p14:cNvPr id="5" name="Tinta 4">
                  <a:extLst>
                    <a:ext uri="{FF2B5EF4-FFF2-40B4-BE49-F238E27FC236}">
                      <a16:creationId xmlns:a16="http://schemas.microsoft.com/office/drawing/2014/main" id="{15F2BDEC-E8EC-16C1-D34A-E60A3ABDFA8C}"/>
                    </a:ext>
                  </a:extLst>
                </p14:cNvPr>
                <p14:cNvContentPartPr/>
                <p14:nvPr/>
              </p14:nvContentPartPr>
              <p14:xfrm>
                <a:off x="6293135" y="3652718"/>
                <a:ext cx="69480" cy="154440"/>
              </p14:xfrm>
            </p:contentPart>
          </mc:Choice>
          <mc:Fallback>
            <p:pic>
              <p:nvPicPr>
                <p:cNvPr id="5" name="Tinta 4">
                  <a:extLst>
                    <a:ext uri="{FF2B5EF4-FFF2-40B4-BE49-F238E27FC236}">
                      <a16:creationId xmlns:a16="http://schemas.microsoft.com/office/drawing/2014/main" id="{15F2BDEC-E8EC-16C1-D34A-E60A3ABDFA8C}"/>
                    </a:ext>
                  </a:extLst>
                </p:cNvPr>
                <p:cNvPicPr/>
                <p:nvPr/>
              </p:nvPicPr>
              <p:blipFill>
                <a:blip r:embed="rId10"/>
                <a:stretch>
                  <a:fillRect/>
                </a:stretch>
              </p:blipFill>
              <p:spPr>
                <a:xfrm>
                  <a:off x="6287015" y="3646598"/>
                  <a:ext cx="81720" cy="166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">
              <p14:nvContentPartPr>
                <p14:cNvPr id="7" name="Tinta 6">
                  <a:extLst>
                    <a:ext uri="{FF2B5EF4-FFF2-40B4-BE49-F238E27FC236}">
                      <a16:creationId xmlns:a16="http://schemas.microsoft.com/office/drawing/2014/main" id="{350666C2-5539-42A1-E0FA-78239E5CC248}"/>
                    </a:ext>
                  </a:extLst>
                </p14:cNvPr>
                <p14:cNvContentPartPr/>
                <p14:nvPr/>
              </p14:nvContentPartPr>
              <p14:xfrm>
                <a:off x="6382055" y="3702038"/>
                <a:ext cx="250920" cy="66600"/>
              </p14:xfrm>
            </p:contentPart>
          </mc:Choice>
          <mc:Fallback>
            <p:pic>
              <p:nvPicPr>
                <p:cNvPr id="7" name="Tinta 6">
                  <a:extLst>
                    <a:ext uri="{FF2B5EF4-FFF2-40B4-BE49-F238E27FC236}">
                      <a16:creationId xmlns:a16="http://schemas.microsoft.com/office/drawing/2014/main" id="{350666C2-5539-42A1-E0FA-78239E5CC248}"/>
                    </a:ext>
                  </a:extLst>
                </p:cNvPr>
                <p:cNvPicPr/>
                <p:nvPr/>
              </p:nvPicPr>
              <p:blipFill>
                <a:blip r:embed="rId12"/>
                <a:stretch>
                  <a:fillRect/>
                </a:stretch>
              </p:blipFill>
              <p:spPr>
                <a:xfrm>
                  <a:off x="6375935" y="3695918"/>
                  <a:ext cx="263160" cy="78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">
              <p14:nvContentPartPr>
                <p14:cNvPr id="8" name="Tinta 7">
                  <a:extLst>
                    <a:ext uri="{FF2B5EF4-FFF2-40B4-BE49-F238E27FC236}">
                      <a16:creationId xmlns:a16="http://schemas.microsoft.com/office/drawing/2014/main" id="{30908F68-2221-718D-3367-FF67A6003B8C}"/>
                    </a:ext>
                  </a:extLst>
                </p14:cNvPr>
                <p14:cNvContentPartPr/>
                <p14:nvPr/>
              </p14:nvContentPartPr>
              <p14:xfrm>
                <a:off x="6293135" y="3672158"/>
                <a:ext cx="251280" cy="89640"/>
              </p14:xfrm>
            </p:contentPart>
          </mc:Choice>
          <mc:Fallback>
            <p:pic>
              <p:nvPicPr>
                <p:cNvPr id="8" name="Tinta 7">
                  <a:extLst>
                    <a:ext uri="{FF2B5EF4-FFF2-40B4-BE49-F238E27FC236}">
                      <a16:creationId xmlns:a16="http://schemas.microsoft.com/office/drawing/2014/main" id="{30908F68-2221-718D-3367-FF67A6003B8C}"/>
                    </a:ext>
                  </a:extLst>
                </p:cNvPr>
                <p:cNvPicPr/>
                <p:nvPr/>
              </p:nvPicPr>
              <p:blipFill>
                <a:blip r:embed="rId14"/>
                <a:stretch>
                  <a:fillRect/>
                </a:stretch>
              </p:blipFill>
              <p:spPr>
                <a:xfrm>
                  <a:off x="6287015" y="3666038"/>
                  <a:ext cx="263520" cy="101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">
              <p14:nvContentPartPr>
                <p14:cNvPr id="12" name="Tinta 11">
                  <a:extLst>
                    <a:ext uri="{FF2B5EF4-FFF2-40B4-BE49-F238E27FC236}">
                      <a16:creationId xmlns:a16="http://schemas.microsoft.com/office/drawing/2014/main" id="{6DE791D8-26E2-D12C-73E1-E5484BEA4F9A}"/>
                    </a:ext>
                  </a:extLst>
                </p14:cNvPr>
                <p14:cNvContentPartPr/>
                <p14:nvPr/>
              </p14:nvContentPartPr>
              <p14:xfrm>
                <a:off x="4607615" y="2807438"/>
                <a:ext cx="1604880" cy="978480"/>
              </p14:xfrm>
            </p:contentPart>
          </mc:Choice>
          <mc:Fallback>
            <p:pic>
              <p:nvPicPr>
                <p:cNvPr id="12" name="Tinta 11">
                  <a:extLst>
                    <a:ext uri="{FF2B5EF4-FFF2-40B4-BE49-F238E27FC236}">
                      <a16:creationId xmlns:a16="http://schemas.microsoft.com/office/drawing/2014/main" id="{6DE791D8-26E2-D12C-73E1-E5484BEA4F9A}"/>
                    </a:ext>
                  </a:extLst>
                </p:cNvPr>
                <p:cNvPicPr/>
                <p:nvPr/>
              </p:nvPicPr>
              <p:blipFill>
                <a:blip r:embed="rId16"/>
                <a:stretch>
                  <a:fillRect/>
                </a:stretch>
              </p:blipFill>
              <p:spPr>
                <a:xfrm>
                  <a:off x="4601495" y="2801318"/>
                  <a:ext cx="1617120" cy="990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">
              <p14:nvContentPartPr>
                <p14:cNvPr id="13" name="Tinta 12">
                  <a:extLst>
                    <a:ext uri="{FF2B5EF4-FFF2-40B4-BE49-F238E27FC236}">
                      <a16:creationId xmlns:a16="http://schemas.microsoft.com/office/drawing/2014/main" id="{D2B09B10-73E8-92F0-A351-D74E2B7F638D}"/>
                    </a:ext>
                  </a:extLst>
                </p14:cNvPr>
                <p14:cNvContentPartPr/>
                <p14:nvPr/>
              </p14:nvContentPartPr>
              <p14:xfrm>
                <a:off x="4999655" y="2983118"/>
                <a:ext cx="109800" cy="117000"/>
              </p14:xfrm>
            </p:contentPart>
          </mc:Choice>
          <mc:Fallback>
            <p:pic>
              <p:nvPicPr>
                <p:cNvPr id="13" name="Tinta 12">
                  <a:extLst>
                    <a:ext uri="{FF2B5EF4-FFF2-40B4-BE49-F238E27FC236}">
                      <a16:creationId xmlns:a16="http://schemas.microsoft.com/office/drawing/2014/main" id="{D2B09B10-73E8-92F0-A351-D74E2B7F638D}"/>
                    </a:ext>
                  </a:extLst>
                </p:cNvPr>
                <p:cNvPicPr/>
                <p:nvPr/>
              </p:nvPicPr>
              <p:blipFill>
                <a:blip r:embed="rId18"/>
                <a:stretch>
                  <a:fillRect/>
                </a:stretch>
              </p:blipFill>
              <p:spPr>
                <a:xfrm>
                  <a:off x="4993535" y="2976998"/>
                  <a:ext cx="122040" cy="129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">
              <p14:nvContentPartPr>
                <p14:cNvPr id="14" name="Tinta 13">
                  <a:extLst>
                    <a:ext uri="{FF2B5EF4-FFF2-40B4-BE49-F238E27FC236}">
                      <a16:creationId xmlns:a16="http://schemas.microsoft.com/office/drawing/2014/main" id="{5BD4EAF7-8200-9F85-3BB7-39366E3A898E}"/>
                    </a:ext>
                  </a:extLst>
                </p14:cNvPr>
                <p14:cNvContentPartPr/>
                <p14:nvPr/>
              </p14:nvContentPartPr>
              <p14:xfrm>
                <a:off x="5078495" y="3018758"/>
                <a:ext cx="202320" cy="134280"/>
              </p14:xfrm>
            </p:contentPart>
          </mc:Choice>
          <mc:Fallback>
            <p:pic>
              <p:nvPicPr>
                <p:cNvPr id="14" name="Tinta 13">
                  <a:extLst>
                    <a:ext uri="{FF2B5EF4-FFF2-40B4-BE49-F238E27FC236}">
                      <a16:creationId xmlns:a16="http://schemas.microsoft.com/office/drawing/2014/main" id="{5BD4EAF7-8200-9F85-3BB7-39366E3A898E}"/>
                    </a:ext>
                  </a:extLst>
                </p:cNvPr>
                <p:cNvPicPr/>
                <p:nvPr/>
              </p:nvPicPr>
              <p:blipFill>
                <a:blip r:embed="rId20"/>
                <a:stretch>
                  <a:fillRect/>
                </a:stretch>
              </p:blipFill>
              <p:spPr>
                <a:xfrm>
                  <a:off x="5072375" y="3012638"/>
                  <a:ext cx="214560" cy="146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1">
              <p14:nvContentPartPr>
                <p14:cNvPr id="15" name="Tinta 14">
                  <a:extLst>
                    <a:ext uri="{FF2B5EF4-FFF2-40B4-BE49-F238E27FC236}">
                      <a16:creationId xmlns:a16="http://schemas.microsoft.com/office/drawing/2014/main" id="{81F0929B-90A8-17BB-0E94-88CA8555A4A3}"/>
                    </a:ext>
                  </a:extLst>
                </p14:cNvPr>
                <p14:cNvContentPartPr/>
                <p14:nvPr/>
              </p14:nvContentPartPr>
              <p14:xfrm>
                <a:off x="4979135" y="2948198"/>
                <a:ext cx="348840" cy="164160"/>
              </p14:xfrm>
            </p:contentPart>
          </mc:Choice>
          <mc:Fallback>
            <p:pic>
              <p:nvPicPr>
                <p:cNvPr id="15" name="Tinta 14">
                  <a:extLst>
                    <a:ext uri="{FF2B5EF4-FFF2-40B4-BE49-F238E27FC236}">
                      <a16:creationId xmlns:a16="http://schemas.microsoft.com/office/drawing/2014/main" id="{81F0929B-90A8-17BB-0E94-88CA8555A4A3}"/>
                    </a:ext>
                  </a:extLst>
                </p:cNvPr>
                <p:cNvPicPr/>
                <p:nvPr/>
              </p:nvPicPr>
              <p:blipFill>
                <a:blip r:embed="rId22"/>
                <a:stretch>
                  <a:fillRect/>
                </a:stretch>
              </p:blipFill>
              <p:spPr>
                <a:xfrm>
                  <a:off x="4973015" y="2942078"/>
                  <a:ext cx="361080" cy="176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3">
              <p14:nvContentPartPr>
                <p14:cNvPr id="17" name="Tinta 16">
                  <a:extLst>
                    <a:ext uri="{FF2B5EF4-FFF2-40B4-BE49-F238E27FC236}">
                      <a16:creationId xmlns:a16="http://schemas.microsoft.com/office/drawing/2014/main" id="{880CECE1-8E6A-F2F6-485A-E5966B329851}"/>
                    </a:ext>
                  </a:extLst>
                </p14:cNvPr>
                <p14:cNvContentPartPr/>
                <p14:nvPr/>
              </p14:nvContentPartPr>
              <p14:xfrm>
                <a:off x="5060495" y="3080318"/>
                <a:ext cx="8280" cy="4320"/>
              </p14:xfrm>
            </p:contentPart>
          </mc:Choice>
          <mc:Fallback>
            <p:pic>
              <p:nvPicPr>
                <p:cNvPr id="17" name="Tinta 16">
                  <a:extLst>
                    <a:ext uri="{FF2B5EF4-FFF2-40B4-BE49-F238E27FC236}">
                      <a16:creationId xmlns:a16="http://schemas.microsoft.com/office/drawing/2014/main" id="{880CECE1-8E6A-F2F6-485A-E5966B329851}"/>
                    </a:ext>
                  </a:extLst>
                </p:cNvPr>
                <p:cNvPicPr/>
                <p:nvPr/>
              </p:nvPicPr>
              <p:blipFill>
                <a:blip r:embed="rId24"/>
                <a:stretch>
                  <a:fillRect/>
                </a:stretch>
              </p:blipFill>
              <p:spPr>
                <a:xfrm>
                  <a:off x="5054375" y="3074198"/>
                  <a:ext cx="20520" cy="16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5">
              <p14:nvContentPartPr>
                <p14:cNvPr id="21" name="Tinta 20">
                  <a:extLst>
                    <a:ext uri="{FF2B5EF4-FFF2-40B4-BE49-F238E27FC236}">
                      <a16:creationId xmlns:a16="http://schemas.microsoft.com/office/drawing/2014/main" id="{FF111255-45ED-7CC2-1193-FC813E459A6C}"/>
                    </a:ext>
                  </a:extLst>
                </p14:cNvPr>
                <p14:cNvContentPartPr/>
                <p14:nvPr/>
              </p14:nvContentPartPr>
              <p14:xfrm>
                <a:off x="4147535" y="3219998"/>
                <a:ext cx="613080" cy="401040"/>
              </p14:xfrm>
            </p:contentPart>
          </mc:Choice>
          <mc:Fallback>
            <p:pic>
              <p:nvPicPr>
                <p:cNvPr id="21" name="Tinta 20">
                  <a:extLst>
                    <a:ext uri="{FF2B5EF4-FFF2-40B4-BE49-F238E27FC236}">
                      <a16:creationId xmlns:a16="http://schemas.microsoft.com/office/drawing/2014/main" id="{FF111255-45ED-7CC2-1193-FC813E459A6C}"/>
                    </a:ext>
                  </a:extLst>
                </p:cNvPr>
                <p:cNvPicPr/>
                <p:nvPr/>
              </p:nvPicPr>
              <p:blipFill>
                <a:blip r:embed="rId26"/>
                <a:stretch>
                  <a:fillRect/>
                </a:stretch>
              </p:blipFill>
              <p:spPr>
                <a:xfrm>
                  <a:off x="4141415" y="3213878"/>
                  <a:ext cx="625320" cy="413280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194004353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08F26CD-D1A2-3A72-3C48-41C244E6F4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pt-BR"/>
          </a:p>
        </p:txBody>
      </p:sp>
      <p:pic>
        <p:nvPicPr>
          <p:cNvPr id="4" name="Espaço Reservado para Conteúdo 5">
            <a:extLst>
              <a:ext uri="{FF2B5EF4-FFF2-40B4-BE49-F238E27FC236}">
                <a16:creationId xmlns:a16="http://schemas.microsoft.com/office/drawing/2014/main" id="{D9D35C3D-EE9A-4E46-3951-9428150396D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350398" y="524826"/>
            <a:ext cx="4736253" cy="3541712"/>
          </a:xfrm>
        </p:spPr>
      </p:pic>
      <p:grpSp>
        <p:nvGrpSpPr>
          <p:cNvPr id="10" name="Agrupar 9">
            <a:extLst>
              <a:ext uri="{FF2B5EF4-FFF2-40B4-BE49-F238E27FC236}">
                <a16:creationId xmlns:a16="http://schemas.microsoft.com/office/drawing/2014/main" id="{9551E2B9-DBFC-12D4-6230-89C4994BE52E}"/>
              </a:ext>
            </a:extLst>
          </p:cNvPr>
          <p:cNvGrpSpPr/>
          <p:nvPr/>
        </p:nvGrpSpPr>
        <p:grpSpPr>
          <a:xfrm>
            <a:off x="1220015" y="4234478"/>
            <a:ext cx="1053720" cy="424440"/>
            <a:chOff x="1220015" y="4234478"/>
            <a:chExt cx="1053720" cy="4244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3">
              <p14:nvContentPartPr>
                <p14:cNvPr id="5" name="Tinta 4">
                  <a:extLst>
                    <a:ext uri="{FF2B5EF4-FFF2-40B4-BE49-F238E27FC236}">
                      <a16:creationId xmlns:a16="http://schemas.microsoft.com/office/drawing/2014/main" id="{E2D7729F-BAA5-ED45-FFD4-608B81F8168B}"/>
                    </a:ext>
                  </a:extLst>
                </p14:cNvPr>
                <p14:cNvContentPartPr/>
                <p14:nvPr/>
              </p14:nvContentPartPr>
              <p14:xfrm>
                <a:off x="1220015" y="4302518"/>
                <a:ext cx="219240" cy="356400"/>
              </p14:xfrm>
            </p:contentPart>
          </mc:Choice>
          <mc:Fallback>
            <p:pic>
              <p:nvPicPr>
                <p:cNvPr id="5" name="Tinta 4">
                  <a:extLst>
                    <a:ext uri="{FF2B5EF4-FFF2-40B4-BE49-F238E27FC236}">
                      <a16:creationId xmlns:a16="http://schemas.microsoft.com/office/drawing/2014/main" id="{E2D7729F-BAA5-ED45-FFD4-608B81F8168B}"/>
                    </a:ext>
                  </a:extLst>
                </p:cNvPr>
                <p:cNvPicPr/>
                <p:nvPr/>
              </p:nvPicPr>
              <p:blipFill>
                <a:blip r:embed="rId4"/>
                <a:stretch>
                  <a:fillRect/>
                </a:stretch>
              </p:blipFill>
              <p:spPr>
                <a:xfrm>
                  <a:off x="1213895" y="4296398"/>
                  <a:ext cx="231480" cy="368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">
              <p14:nvContentPartPr>
                <p14:cNvPr id="6" name="Tinta 5">
                  <a:extLst>
                    <a:ext uri="{FF2B5EF4-FFF2-40B4-BE49-F238E27FC236}">
                      <a16:creationId xmlns:a16="http://schemas.microsoft.com/office/drawing/2014/main" id="{B695A67F-346B-44EB-FEDF-92BC3E51938B}"/>
                    </a:ext>
                  </a:extLst>
                </p14:cNvPr>
                <p14:cNvContentPartPr/>
                <p14:nvPr/>
              </p14:nvContentPartPr>
              <p14:xfrm>
                <a:off x="1402175" y="4234478"/>
                <a:ext cx="370440" cy="279000"/>
              </p14:xfrm>
            </p:contentPart>
          </mc:Choice>
          <mc:Fallback>
            <p:pic>
              <p:nvPicPr>
                <p:cNvPr id="6" name="Tinta 5">
                  <a:extLst>
                    <a:ext uri="{FF2B5EF4-FFF2-40B4-BE49-F238E27FC236}">
                      <a16:creationId xmlns:a16="http://schemas.microsoft.com/office/drawing/2014/main" id="{B695A67F-346B-44EB-FEDF-92BC3E51938B}"/>
                    </a:ext>
                  </a:extLst>
                </p:cNvPr>
                <p:cNvPicPr/>
                <p:nvPr/>
              </p:nvPicPr>
              <p:blipFill>
                <a:blip r:embed="rId6"/>
                <a:stretch>
                  <a:fillRect/>
                </a:stretch>
              </p:blipFill>
              <p:spPr>
                <a:xfrm>
                  <a:off x="1396055" y="4228358"/>
                  <a:ext cx="382680" cy="291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">
              <p14:nvContentPartPr>
                <p14:cNvPr id="8" name="Tinta 7">
                  <a:extLst>
                    <a:ext uri="{FF2B5EF4-FFF2-40B4-BE49-F238E27FC236}">
                      <a16:creationId xmlns:a16="http://schemas.microsoft.com/office/drawing/2014/main" id="{C0AE49C8-8DFF-4660-36AF-6926A87A4CC6}"/>
                    </a:ext>
                  </a:extLst>
                </p14:cNvPr>
                <p14:cNvContentPartPr/>
                <p14:nvPr/>
              </p14:nvContentPartPr>
              <p14:xfrm>
                <a:off x="2017415" y="4321958"/>
                <a:ext cx="256320" cy="15120"/>
              </p14:xfrm>
            </p:contentPart>
          </mc:Choice>
          <mc:Fallback>
            <p:pic>
              <p:nvPicPr>
                <p:cNvPr id="8" name="Tinta 7">
                  <a:extLst>
                    <a:ext uri="{FF2B5EF4-FFF2-40B4-BE49-F238E27FC236}">
                      <a16:creationId xmlns:a16="http://schemas.microsoft.com/office/drawing/2014/main" id="{C0AE49C8-8DFF-4660-36AF-6926A87A4CC6}"/>
                    </a:ext>
                  </a:extLst>
                </p:cNvPr>
                <p:cNvPicPr/>
                <p:nvPr/>
              </p:nvPicPr>
              <p:blipFill>
                <a:blip r:embed="rId8"/>
                <a:stretch>
                  <a:fillRect/>
                </a:stretch>
              </p:blipFill>
              <p:spPr>
                <a:xfrm>
                  <a:off x="2011295" y="4315838"/>
                  <a:ext cx="268560" cy="27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">
              <p14:nvContentPartPr>
                <p14:cNvPr id="9" name="Tinta 8">
                  <a:extLst>
                    <a:ext uri="{FF2B5EF4-FFF2-40B4-BE49-F238E27FC236}">
                      <a16:creationId xmlns:a16="http://schemas.microsoft.com/office/drawing/2014/main" id="{82C64931-DB3B-56F1-80CF-496C4B5B3729}"/>
                    </a:ext>
                  </a:extLst>
                </p14:cNvPr>
                <p14:cNvContentPartPr/>
                <p14:nvPr/>
              </p14:nvContentPartPr>
              <p14:xfrm>
                <a:off x="1982495" y="4400438"/>
                <a:ext cx="271080" cy="37080"/>
              </p14:xfrm>
            </p:contentPart>
          </mc:Choice>
          <mc:Fallback>
            <p:pic>
              <p:nvPicPr>
                <p:cNvPr id="9" name="Tinta 8">
                  <a:extLst>
                    <a:ext uri="{FF2B5EF4-FFF2-40B4-BE49-F238E27FC236}">
                      <a16:creationId xmlns:a16="http://schemas.microsoft.com/office/drawing/2014/main" id="{82C64931-DB3B-56F1-80CF-496C4B5B3729}"/>
                    </a:ext>
                  </a:extLst>
                </p:cNvPr>
                <p:cNvPicPr/>
                <p:nvPr/>
              </p:nvPicPr>
              <p:blipFill>
                <a:blip r:embed="rId10"/>
                <a:stretch>
                  <a:fillRect/>
                </a:stretch>
              </p:blipFill>
              <p:spPr>
                <a:xfrm>
                  <a:off x="1976375" y="4394318"/>
                  <a:ext cx="283320" cy="493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7" name="Agrupar 16">
            <a:extLst>
              <a:ext uri="{FF2B5EF4-FFF2-40B4-BE49-F238E27FC236}">
                <a16:creationId xmlns:a16="http://schemas.microsoft.com/office/drawing/2014/main" id="{CBB43C5C-2B86-66B0-C2B1-0DA09BB148DC}"/>
              </a:ext>
            </a:extLst>
          </p:cNvPr>
          <p:cNvGrpSpPr/>
          <p:nvPr/>
        </p:nvGrpSpPr>
        <p:grpSpPr>
          <a:xfrm>
            <a:off x="2788175" y="4306838"/>
            <a:ext cx="969120" cy="160560"/>
            <a:chOff x="2788175" y="4306838"/>
            <a:chExt cx="969120" cy="1605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1">
              <p14:nvContentPartPr>
                <p14:cNvPr id="11" name="Tinta 10">
                  <a:extLst>
                    <a:ext uri="{FF2B5EF4-FFF2-40B4-BE49-F238E27FC236}">
                      <a16:creationId xmlns:a16="http://schemas.microsoft.com/office/drawing/2014/main" id="{28522D7B-CBEC-82FC-996E-EA336C7D1664}"/>
                    </a:ext>
                  </a:extLst>
                </p14:cNvPr>
                <p14:cNvContentPartPr/>
                <p14:nvPr/>
              </p14:nvContentPartPr>
              <p14:xfrm>
                <a:off x="2788175" y="4306838"/>
                <a:ext cx="296280" cy="136800"/>
              </p14:xfrm>
            </p:contentPart>
          </mc:Choice>
          <mc:Fallback>
            <p:pic>
              <p:nvPicPr>
                <p:cNvPr id="11" name="Tinta 10">
                  <a:extLst>
                    <a:ext uri="{FF2B5EF4-FFF2-40B4-BE49-F238E27FC236}">
                      <a16:creationId xmlns:a16="http://schemas.microsoft.com/office/drawing/2014/main" id="{28522D7B-CBEC-82FC-996E-EA336C7D1664}"/>
                    </a:ext>
                  </a:extLst>
                </p:cNvPr>
                <p:cNvPicPr/>
                <p:nvPr/>
              </p:nvPicPr>
              <p:blipFill>
                <a:blip r:embed="rId12"/>
                <a:stretch>
                  <a:fillRect/>
                </a:stretch>
              </p:blipFill>
              <p:spPr>
                <a:xfrm>
                  <a:off x="2782055" y="4300718"/>
                  <a:ext cx="308520" cy="149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">
              <p14:nvContentPartPr>
                <p14:cNvPr id="12" name="Tinta 11">
                  <a:extLst>
                    <a:ext uri="{FF2B5EF4-FFF2-40B4-BE49-F238E27FC236}">
                      <a16:creationId xmlns:a16="http://schemas.microsoft.com/office/drawing/2014/main" id="{B2E3EB16-CBB5-9936-5295-DE7BB7AB9996}"/>
                    </a:ext>
                  </a:extLst>
                </p14:cNvPr>
                <p14:cNvContentPartPr/>
                <p14:nvPr/>
              </p14:nvContentPartPr>
              <p14:xfrm>
                <a:off x="3235655" y="4351838"/>
                <a:ext cx="190440" cy="115560"/>
              </p14:xfrm>
            </p:contentPart>
          </mc:Choice>
          <mc:Fallback>
            <p:pic>
              <p:nvPicPr>
                <p:cNvPr id="12" name="Tinta 11">
                  <a:extLst>
                    <a:ext uri="{FF2B5EF4-FFF2-40B4-BE49-F238E27FC236}">
                      <a16:creationId xmlns:a16="http://schemas.microsoft.com/office/drawing/2014/main" id="{B2E3EB16-CBB5-9936-5295-DE7BB7AB9996}"/>
                    </a:ext>
                  </a:extLst>
                </p:cNvPr>
                <p:cNvPicPr/>
                <p:nvPr/>
              </p:nvPicPr>
              <p:blipFill>
                <a:blip r:embed="rId14"/>
                <a:stretch>
                  <a:fillRect/>
                </a:stretch>
              </p:blipFill>
              <p:spPr>
                <a:xfrm>
                  <a:off x="3229535" y="4345718"/>
                  <a:ext cx="202680" cy="127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">
              <p14:nvContentPartPr>
                <p14:cNvPr id="13" name="Tinta 12">
                  <a:extLst>
                    <a:ext uri="{FF2B5EF4-FFF2-40B4-BE49-F238E27FC236}">
                      <a16:creationId xmlns:a16="http://schemas.microsoft.com/office/drawing/2014/main" id="{18FA204D-8F39-C790-AE69-15413FF2E47A}"/>
                    </a:ext>
                  </a:extLst>
                </p14:cNvPr>
                <p14:cNvContentPartPr/>
                <p14:nvPr/>
              </p14:nvContentPartPr>
              <p14:xfrm>
                <a:off x="3245735" y="4403318"/>
                <a:ext cx="119520" cy="62280"/>
              </p14:xfrm>
            </p:contentPart>
          </mc:Choice>
          <mc:Fallback>
            <p:pic>
              <p:nvPicPr>
                <p:cNvPr id="13" name="Tinta 12">
                  <a:extLst>
                    <a:ext uri="{FF2B5EF4-FFF2-40B4-BE49-F238E27FC236}">
                      <a16:creationId xmlns:a16="http://schemas.microsoft.com/office/drawing/2014/main" id="{18FA204D-8F39-C790-AE69-15413FF2E47A}"/>
                    </a:ext>
                  </a:extLst>
                </p:cNvPr>
                <p:cNvPicPr/>
                <p:nvPr/>
              </p:nvPicPr>
              <p:blipFill>
                <a:blip r:embed="rId16"/>
                <a:stretch>
                  <a:fillRect/>
                </a:stretch>
              </p:blipFill>
              <p:spPr>
                <a:xfrm>
                  <a:off x="3239615" y="4397198"/>
                  <a:ext cx="131760" cy="74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">
              <p14:nvContentPartPr>
                <p14:cNvPr id="14" name="Tinta 13">
                  <a:extLst>
                    <a:ext uri="{FF2B5EF4-FFF2-40B4-BE49-F238E27FC236}">
                      <a16:creationId xmlns:a16="http://schemas.microsoft.com/office/drawing/2014/main" id="{899E2111-E209-BC0C-3DC3-4B46021E683A}"/>
                    </a:ext>
                  </a:extLst>
                </p14:cNvPr>
                <p14:cNvContentPartPr/>
                <p14:nvPr/>
              </p14:nvContentPartPr>
              <p14:xfrm>
                <a:off x="3716615" y="4320158"/>
                <a:ext cx="40680" cy="140760"/>
              </p14:xfrm>
            </p:contentPart>
          </mc:Choice>
          <mc:Fallback>
            <p:pic>
              <p:nvPicPr>
                <p:cNvPr id="14" name="Tinta 13">
                  <a:extLst>
                    <a:ext uri="{FF2B5EF4-FFF2-40B4-BE49-F238E27FC236}">
                      <a16:creationId xmlns:a16="http://schemas.microsoft.com/office/drawing/2014/main" id="{899E2111-E209-BC0C-3DC3-4B46021E683A}"/>
                    </a:ext>
                  </a:extLst>
                </p:cNvPr>
                <p:cNvPicPr/>
                <p:nvPr/>
              </p:nvPicPr>
              <p:blipFill>
                <a:blip r:embed="rId18"/>
                <a:stretch>
                  <a:fillRect/>
                </a:stretch>
              </p:blipFill>
              <p:spPr>
                <a:xfrm>
                  <a:off x="3710495" y="4314038"/>
                  <a:ext cx="52920" cy="15300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19">
            <p14:nvContentPartPr>
              <p14:cNvPr id="15" name="Tinta 14">
                <a:extLst>
                  <a:ext uri="{FF2B5EF4-FFF2-40B4-BE49-F238E27FC236}">
                    <a16:creationId xmlns:a16="http://schemas.microsoft.com/office/drawing/2014/main" id="{0B4300FA-8E6D-348C-E8D3-FE09C3C69A16}"/>
                  </a:ext>
                </a:extLst>
              </p14:cNvPr>
              <p14:cNvContentPartPr/>
              <p14:nvPr/>
            </p14:nvContentPartPr>
            <p14:xfrm>
              <a:off x="3615455" y="4190198"/>
              <a:ext cx="60840" cy="28080"/>
            </p14:xfrm>
          </p:contentPart>
        </mc:Choice>
        <mc:Fallback>
          <p:pic>
            <p:nvPicPr>
              <p:cNvPr id="15" name="Tinta 14">
                <a:extLst>
                  <a:ext uri="{FF2B5EF4-FFF2-40B4-BE49-F238E27FC236}">
                    <a16:creationId xmlns:a16="http://schemas.microsoft.com/office/drawing/2014/main" id="{0B4300FA-8E6D-348C-E8D3-FE09C3C69A16}"/>
                  </a:ext>
                </a:extLst>
              </p:cNvPr>
              <p:cNvPicPr/>
              <p:nvPr/>
            </p:nvPicPr>
            <p:blipFill>
              <a:blip r:embed="rId20"/>
              <a:stretch>
                <a:fillRect/>
              </a:stretch>
            </p:blipFill>
            <p:spPr>
              <a:xfrm>
                <a:off x="3609335" y="4184078"/>
                <a:ext cx="73080" cy="40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1">
            <p14:nvContentPartPr>
              <p14:cNvPr id="16" name="Tinta 15">
                <a:extLst>
                  <a:ext uri="{FF2B5EF4-FFF2-40B4-BE49-F238E27FC236}">
                    <a16:creationId xmlns:a16="http://schemas.microsoft.com/office/drawing/2014/main" id="{4D3E78FD-3435-22EA-47C1-C07DF696592E}"/>
                  </a:ext>
                </a:extLst>
              </p14:cNvPr>
              <p14:cNvContentPartPr/>
              <p14:nvPr/>
            </p14:nvContentPartPr>
            <p14:xfrm>
              <a:off x="2433215" y="4803278"/>
              <a:ext cx="1550880" cy="46440"/>
            </p14:xfrm>
          </p:contentPart>
        </mc:Choice>
        <mc:Fallback>
          <p:pic>
            <p:nvPicPr>
              <p:cNvPr id="16" name="Tinta 15">
                <a:extLst>
                  <a:ext uri="{FF2B5EF4-FFF2-40B4-BE49-F238E27FC236}">
                    <a16:creationId xmlns:a16="http://schemas.microsoft.com/office/drawing/2014/main" id="{4D3E78FD-3435-22EA-47C1-C07DF696592E}"/>
                  </a:ext>
                </a:extLst>
              </p:cNvPr>
              <p:cNvPicPr/>
              <p:nvPr/>
            </p:nvPicPr>
            <p:blipFill>
              <a:blip r:embed="rId22"/>
              <a:stretch>
                <a:fillRect/>
              </a:stretch>
            </p:blipFill>
            <p:spPr>
              <a:xfrm>
                <a:off x="2427095" y="4797158"/>
                <a:ext cx="1563120" cy="58680"/>
              </a:xfrm>
              <a:prstGeom prst="rect">
                <a:avLst/>
              </a:prstGeom>
            </p:spPr>
          </p:pic>
        </mc:Fallback>
      </mc:AlternateContent>
      <p:grpSp>
        <p:nvGrpSpPr>
          <p:cNvPr id="20" name="Agrupar 19">
            <a:extLst>
              <a:ext uri="{FF2B5EF4-FFF2-40B4-BE49-F238E27FC236}">
                <a16:creationId xmlns:a16="http://schemas.microsoft.com/office/drawing/2014/main" id="{122A8524-ACD2-A60F-F15B-8387980D3811}"/>
              </a:ext>
            </a:extLst>
          </p:cNvPr>
          <p:cNvGrpSpPr/>
          <p:nvPr/>
        </p:nvGrpSpPr>
        <p:grpSpPr>
          <a:xfrm>
            <a:off x="2832815" y="5002358"/>
            <a:ext cx="772920" cy="326160"/>
            <a:chOff x="2832815" y="5002358"/>
            <a:chExt cx="772920" cy="3261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3">
              <p14:nvContentPartPr>
                <p14:cNvPr id="18" name="Tinta 17">
                  <a:extLst>
                    <a:ext uri="{FF2B5EF4-FFF2-40B4-BE49-F238E27FC236}">
                      <a16:creationId xmlns:a16="http://schemas.microsoft.com/office/drawing/2014/main" id="{EB58341B-35A2-E057-4606-B3DADB3ADB12}"/>
                    </a:ext>
                  </a:extLst>
                </p14:cNvPr>
                <p14:cNvContentPartPr/>
                <p14:nvPr/>
              </p14:nvContentPartPr>
              <p14:xfrm>
                <a:off x="2832815" y="5002358"/>
                <a:ext cx="223200" cy="233280"/>
              </p14:xfrm>
            </p:contentPart>
          </mc:Choice>
          <mc:Fallback>
            <p:pic>
              <p:nvPicPr>
                <p:cNvPr id="18" name="Tinta 17">
                  <a:extLst>
                    <a:ext uri="{FF2B5EF4-FFF2-40B4-BE49-F238E27FC236}">
                      <a16:creationId xmlns:a16="http://schemas.microsoft.com/office/drawing/2014/main" id="{EB58341B-35A2-E057-4606-B3DADB3ADB12}"/>
                    </a:ext>
                  </a:extLst>
                </p:cNvPr>
                <p:cNvPicPr/>
                <p:nvPr/>
              </p:nvPicPr>
              <p:blipFill>
                <a:blip r:embed="rId24"/>
                <a:stretch>
                  <a:fillRect/>
                </a:stretch>
              </p:blipFill>
              <p:spPr>
                <a:xfrm>
                  <a:off x="2826695" y="4996238"/>
                  <a:ext cx="235440" cy="245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5">
              <p14:nvContentPartPr>
                <p14:cNvPr id="19" name="Tinta 18">
                  <a:extLst>
                    <a:ext uri="{FF2B5EF4-FFF2-40B4-BE49-F238E27FC236}">
                      <a16:creationId xmlns:a16="http://schemas.microsoft.com/office/drawing/2014/main" id="{1F5AE93F-46BD-D051-D0A8-F3D7E5FFD2C9}"/>
                    </a:ext>
                  </a:extLst>
                </p14:cNvPr>
                <p14:cNvContentPartPr/>
                <p14:nvPr/>
              </p14:nvContentPartPr>
              <p14:xfrm>
                <a:off x="3225215" y="5010998"/>
                <a:ext cx="380520" cy="317520"/>
              </p14:xfrm>
            </p:contentPart>
          </mc:Choice>
          <mc:Fallback>
            <p:pic>
              <p:nvPicPr>
                <p:cNvPr id="19" name="Tinta 18">
                  <a:extLst>
                    <a:ext uri="{FF2B5EF4-FFF2-40B4-BE49-F238E27FC236}">
                      <a16:creationId xmlns:a16="http://schemas.microsoft.com/office/drawing/2014/main" id="{1F5AE93F-46BD-D051-D0A8-F3D7E5FFD2C9}"/>
                    </a:ext>
                  </a:extLst>
                </p:cNvPr>
                <p:cNvPicPr/>
                <p:nvPr/>
              </p:nvPicPr>
              <p:blipFill>
                <a:blip r:embed="rId26"/>
                <a:stretch>
                  <a:fillRect/>
                </a:stretch>
              </p:blipFill>
              <p:spPr>
                <a:xfrm>
                  <a:off x="3219095" y="5004878"/>
                  <a:ext cx="392760" cy="32976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27">
            <p14:nvContentPartPr>
              <p14:cNvPr id="21" name="Tinta 20">
                <a:extLst>
                  <a:ext uri="{FF2B5EF4-FFF2-40B4-BE49-F238E27FC236}">
                    <a16:creationId xmlns:a16="http://schemas.microsoft.com/office/drawing/2014/main" id="{494E774B-CD11-D97B-0DC5-D9F8AB911F96}"/>
                  </a:ext>
                </a:extLst>
              </p14:cNvPr>
              <p14:cNvContentPartPr/>
              <p14:nvPr/>
            </p14:nvContentPartPr>
            <p14:xfrm>
              <a:off x="4890575" y="4057718"/>
              <a:ext cx="428760" cy="798480"/>
            </p14:xfrm>
          </p:contentPart>
        </mc:Choice>
        <mc:Fallback>
          <p:pic>
            <p:nvPicPr>
              <p:cNvPr id="21" name="Tinta 20">
                <a:extLst>
                  <a:ext uri="{FF2B5EF4-FFF2-40B4-BE49-F238E27FC236}">
                    <a16:creationId xmlns:a16="http://schemas.microsoft.com/office/drawing/2014/main" id="{494E774B-CD11-D97B-0DC5-D9F8AB911F96}"/>
                  </a:ext>
                </a:extLst>
              </p:cNvPr>
              <p:cNvPicPr/>
              <p:nvPr/>
            </p:nvPicPr>
            <p:blipFill>
              <a:blip r:embed="rId28"/>
              <a:stretch>
                <a:fillRect/>
              </a:stretch>
            </p:blipFill>
            <p:spPr>
              <a:xfrm>
                <a:off x="4884455" y="4051598"/>
                <a:ext cx="441000" cy="810720"/>
              </a:xfrm>
              <a:prstGeom prst="rect">
                <a:avLst/>
              </a:prstGeom>
            </p:spPr>
          </p:pic>
        </mc:Fallback>
      </mc:AlternateContent>
      <p:grpSp>
        <p:nvGrpSpPr>
          <p:cNvPr id="25" name="Agrupar 24">
            <a:extLst>
              <a:ext uri="{FF2B5EF4-FFF2-40B4-BE49-F238E27FC236}">
                <a16:creationId xmlns:a16="http://schemas.microsoft.com/office/drawing/2014/main" id="{41BDF927-94FF-2D69-25FF-B4A72523DCD1}"/>
              </a:ext>
            </a:extLst>
          </p:cNvPr>
          <p:cNvGrpSpPr/>
          <p:nvPr/>
        </p:nvGrpSpPr>
        <p:grpSpPr>
          <a:xfrm>
            <a:off x="5881655" y="3938558"/>
            <a:ext cx="731160" cy="172800"/>
            <a:chOff x="5881655" y="3938558"/>
            <a:chExt cx="731160" cy="1728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9">
              <p14:nvContentPartPr>
                <p14:cNvPr id="22" name="Tinta 21">
                  <a:extLst>
                    <a:ext uri="{FF2B5EF4-FFF2-40B4-BE49-F238E27FC236}">
                      <a16:creationId xmlns:a16="http://schemas.microsoft.com/office/drawing/2014/main" id="{7EBFC8DA-316E-C062-DA31-9D0D6DAD9E95}"/>
                    </a:ext>
                  </a:extLst>
                </p14:cNvPr>
                <p14:cNvContentPartPr/>
                <p14:nvPr/>
              </p14:nvContentPartPr>
              <p14:xfrm>
                <a:off x="5881655" y="3970958"/>
                <a:ext cx="189360" cy="119160"/>
              </p14:xfrm>
            </p:contentPart>
          </mc:Choice>
          <mc:Fallback>
            <p:pic>
              <p:nvPicPr>
                <p:cNvPr id="22" name="Tinta 21">
                  <a:extLst>
                    <a:ext uri="{FF2B5EF4-FFF2-40B4-BE49-F238E27FC236}">
                      <a16:creationId xmlns:a16="http://schemas.microsoft.com/office/drawing/2014/main" id="{7EBFC8DA-316E-C062-DA31-9D0D6DAD9E95}"/>
                    </a:ext>
                  </a:extLst>
                </p:cNvPr>
                <p:cNvPicPr/>
                <p:nvPr/>
              </p:nvPicPr>
              <p:blipFill>
                <a:blip r:embed="rId30"/>
                <a:stretch>
                  <a:fillRect/>
                </a:stretch>
              </p:blipFill>
              <p:spPr>
                <a:xfrm>
                  <a:off x="5875535" y="3964838"/>
                  <a:ext cx="201600" cy="131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1">
              <p14:nvContentPartPr>
                <p14:cNvPr id="23" name="Tinta 22">
                  <a:extLst>
                    <a:ext uri="{FF2B5EF4-FFF2-40B4-BE49-F238E27FC236}">
                      <a16:creationId xmlns:a16="http://schemas.microsoft.com/office/drawing/2014/main" id="{AF53B9F4-75C4-68A6-A952-1FD61B691CDF}"/>
                    </a:ext>
                  </a:extLst>
                </p14:cNvPr>
                <p14:cNvContentPartPr/>
                <p14:nvPr/>
              </p14:nvContentPartPr>
              <p14:xfrm>
                <a:off x="6331655" y="3938558"/>
                <a:ext cx="172080" cy="11160"/>
              </p14:xfrm>
            </p:contentPart>
          </mc:Choice>
          <mc:Fallback>
            <p:pic>
              <p:nvPicPr>
                <p:cNvPr id="23" name="Tinta 22">
                  <a:extLst>
                    <a:ext uri="{FF2B5EF4-FFF2-40B4-BE49-F238E27FC236}">
                      <a16:creationId xmlns:a16="http://schemas.microsoft.com/office/drawing/2014/main" id="{AF53B9F4-75C4-68A6-A952-1FD61B691CDF}"/>
                    </a:ext>
                  </a:extLst>
                </p:cNvPr>
                <p:cNvPicPr/>
                <p:nvPr/>
              </p:nvPicPr>
              <p:blipFill>
                <a:blip r:embed="rId32"/>
                <a:stretch>
                  <a:fillRect/>
                </a:stretch>
              </p:blipFill>
              <p:spPr>
                <a:xfrm>
                  <a:off x="6325535" y="3932438"/>
                  <a:ext cx="184320" cy="23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3">
              <p14:nvContentPartPr>
                <p14:cNvPr id="24" name="Tinta 23">
                  <a:extLst>
                    <a:ext uri="{FF2B5EF4-FFF2-40B4-BE49-F238E27FC236}">
                      <a16:creationId xmlns:a16="http://schemas.microsoft.com/office/drawing/2014/main" id="{25BD1694-A1D2-A767-FF0B-A336576E5FC7}"/>
                    </a:ext>
                  </a:extLst>
                </p14:cNvPr>
                <p14:cNvContentPartPr/>
                <p14:nvPr/>
              </p14:nvContentPartPr>
              <p14:xfrm>
                <a:off x="6272975" y="4019558"/>
                <a:ext cx="339840" cy="91800"/>
              </p14:xfrm>
            </p:contentPart>
          </mc:Choice>
          <mc:Fallback>
            <p:pic>
              <p:nvPicPr>
                <p:cNvPr id="24" name="Tinta 23">
                  <a:extLst>
                    <a:ext uri="{FF2B5EF4-FFF2-40B4-BE49-F238E27FC236}">
                      <a16:creationId xmlns:a16="http://schemas.microsoft.com/office/drawing/2014/main" id="{25BD1694-A1D2-A767-FF0B-A336576E5FC7}"/>
                    </a:ext>
                  </a:extLst>
                </p:cNvPr>
                <p:cNvPicPr/>
                <p:nvPr/>
              </p:nvPicPr>
              <p:blipFill>
                <a:blip r:embed="rId34"/>
                <a:stretch>
                  <a:fillRect/>
                </a:stretch>
              </p:blipFill>
              <p:spPr>
                <a:xfrm>
                  <a:off x="6266855" y="4013438"/>
                  <a:ext cx="352080" cy="1040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0" name="Agrupar 29">
            <a:extLst>
              <a:ext uri="{FF2B5EF4-FFF2-40B4-BE49-F238E27FC236}">
                <a16:creationId xmlns:a16="http://schemas.microsoft.com/office/drawing/2014/main" id="{6734898A-5B8C-40FE-B508-659A74426201}"/>
              </a:ext>
            </a:extLst>
          </p:cNvPr>
          <p:cNvGrpSpPr/>
          <p:nvPr/>
        </p:nvGrpSpPr>
        <p:grpSpPr>
          <a:xfrm>
            <a:off x="7265135" y="3748478"/>
            <a:ext cx="792720" cy="342360"/>
            <a:chOff x="7265135" y="3748478"/>
            <a:chExt cx="792720" cy="3423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35">
              <p14:nvContentPartPr>
                <p14:cNvPr id="26" name="Tinta 25">
                  <a:extLst>
                    <a:ext uri="{FF2B5EF4-FFF2-40B4-BE49-F238E27FC236}">
                      <a16:creationId xmlns:a16="http://schemas.microsoft.com/office/drawing/2014/main" id="{10356AC4-FF36-F0CA-2D0F-8436C2B9BC00}"/>
                    </a:ext>
                  </a:extLst>
                </p14:cNvPr>
                <p14:cNvContentPartPr/>
                <p14:nvPr/>
              </p14:nvContentPartPr>
              <p14:xfrm>
                <a:off x="7265135" y="3748478"/>
                <a:ext cx="340560" cy="342360"/>
              </p14:xfrm>
            </p:contentPart>
          </mc:Choice>
          <mc:Fallback>
            <p:pic>
              <p:nvPicPr>
                <p:cNvPr id="26" name="Tinta 25">
                  <a:extLst>
                    <a:ext uri="{FF2B5EF4-FFF2-40B4-BE49-F238E27FC236}">
                      <a16:creationId xmlns:a16="http://schemas.microsoft.com/office/drawing/2014/main" id="{10356AC4-FF36-F0CA-2D0F-8436C2B9BC00}"/>
                    </a:ext>
                  </a:extLst>
                </p:cNvPr>
                <p:cNvPicPr/>
                <p:nvPr/>
              </p:nvPicPr>
              <p:blipFill>
                <a:blip r:embed="rId36"/>
                <a:stretch>
                  <a:fillRect/>
                </a:stretch>
              </p:blipFill>
              <p:spPr>
                <a:xfrm>
                  <a:off x="7259015" y="3742358"/>
                  <a:ext cx="352800" cy="354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7">
              <p14:nvContentPartPr>
                <p14:cNvPr id="27" name="Tinta 26">
                  <a:extLst>
                    <a:ext uri="{FF2B5EF4-FFF2-40B4-BE49-F238E27FC236}">
                      <a16:creationId xmlns:a16="http://schemas.microsoft.com/office/drawing/2014/main" id="{531FFC36-BC15-445D-DBCD-FFE640E378BD}"/>
                    </a:ext>
                  </a:extLst>
                </p14:cNvPr>
                <p14:cNvContentPartPr/>
                <p14:nvPr/>
              </p14:nvContentPartPr>
              <p14:xfrm>
                <a:off x="7796495" y="3831998"/>
                <a:ext cx="231120" cy="33480"/>
              </p14:xfrm>
            </p:contentPart>
          </mc:Choice>
          <mc:Fallback>
            <p:pic>
              <p:nvPicPr>
                <p:cNvPr id="27" name="Tinta 26">
                  <a:extLst>
                    <a:ext uri="{FF2B5EF4-FFF2-40B4-BE49-F238E27FC236}">
                      <a16:creationId xmlns:a16="http://schemas.microsoft.com/office/drawing/2014/main" id="{531FFC36-BC15-445D-DBCD-FFE640E378BD}"/>
                    </a:ext>
                  </a:extLst>
                </p:cNvPr>
                <p:cNvPicPr/>
                <p:nvPr/>
              </p:nvPicPr>
              <p:blipFill>
                <a:blip r:embed="rId38"/>
                <a:stretch>
                  <a:fillRect/>
                </a:stretch>
              </p:blipFill>
              <p:spPr>
                <a:xfrm>
                  <a:off x="7790375" y="3825878"/>
                  <a:ext cx="243360" cy="45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9">
              <p14:nvContentPartPr>
                <p14:cNvPr id="28" name="Tinta 27">
                  <a:extLst>
                    <a:ext uri="{FF2B5EF4-FFF2-40B4-BE49-F238E27FC236}">
                      <a16:creationId xmlns:a16="http://schemas.microsoft.com/office/drawing/2014/main" id="{7AF27A0A-3CAA-FB26-52CD-50AB7906ABD6}"/>
                    </a:ext>
                  </a:extLst>
                </p14:cNvPr>
                <p14:cNvContentPartPr/>
                <p14:nvPr/>
              </p14:nvContentPartPr>
              <p14:xfrm>
                <a:off x="7875695" y="3819758"/>
                <a:ext cx="50760" cy="166320"/>
              </p14:xfrm>
            </p:contentPart>
          </mc:Choice>
          <mc:Fallback>
            <p:pic>
              <p:nvPicPr>
                <p:cNvPr id="28" name="Tinta 27">
                  <a:extLst>
                    <a:ext uri="{FF2B5EF4-FFF2-40B4-BE49-F238E27FC236}">
                      <a16:creationId xmlns:a16="http://schemas.microsoft.com/office/drawing/2014/main" id="{7AF27A0A-3CAA-FB26-52CD-50AB7906ABD6}"/>
                    </a:ext>
                  </a:extLst>
                </p:cNvPr>
                <p:cNvPicPr/>
                <p:nvPr/>
              </p:nvPicPr>
              <p:blipFill>
                <a:blip r:embed="rId40"/>
                <a:stretch>
                  <a:fillRect/>
                </a:stretch>
              </p:blipFill>
              <p:spPr>
                <a:xfrm>
                  <a:off x="7869575" y="3813638"/>
                  <a:ext cx="63000" cy="178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1">
              <p14:nvContentPartPr>
                <p14:cNvPr id="29" name="Tinta 28">
                  <a:extLst>
                    <a:ext uri="{FF2B5EF4-FFF2-40B4-BE49-F238E27FC236}">
                      <a16:creationId xmlns:a16="http://schemas.microsoft.com/office/drawing/2014/main" id="{39151BB9-94A7-DC77-241B-3A4033A308C9}"/>
                    </a:ext>
                  </a:extLst>
                </p14:cNvPr>
                <p14:cNvContentPartPr/>
                <p14:nvPr/>
              </p14:nvContentPartPr>
              <p14:xfrm>
                <a:off x="8027255" y="3802118"/>
                <a:ext cx="30600" cy="198360"/>
              </p14:xfrm>
            </p:contentPart>
          </mc:Choice>
          <mc:Fallback>
            <p:pic>
              <p:nvPicPr>
                <p:cNvPr id="29" name="Tinta 28">
                  <a:extLst>
                    <a:ext uri="{FF2B5EF4-FFF2-40B4-BE49-F238E27FC236}">
                      <a16:creationId xmlns:a16="http://schemas.microsoft.com/office/drawing/2014/main" id="{39151BB9-94A7-DC77-241B-3A4033A308C9}"/>
                    </a:ext>
                  </a:extLst>
                </p:cNvPr>
                <p:cNvPicPr/>
                <p:nvPr/>
              </p:nvPicPr>
              <p:blipFill>
                <a:blip r:embed="rId42"/>
                <a:stretch>
                  <a:fillRect/>
                </a:stretch>
              </p:blipFill>
              <p:spPr>
                <a:xfrm>
                  <a:off x="8021135" y="3795998"/>
                  <a:ext cx="42840" cy="2106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6" name="Agrupar 35">
            <a:extLst>
              <a:ext uri="{FF2B5EF4-FFF2-40B4-BE49-F238E27FC236}">
                <a16:creationId xmlns:a16="http://schemas.microsoft.com/office/drawing/2014/main" id="{171983EC-5BFB-EB94-C52B-6C9DFED0B413}"/>
              </a:ext>
            </a:extLst>
          </p:cNvPr>
          <p:cNvGrpSpPr/>
          <p:nvPr/>
        </p:nvGrpSpPr>
        <p:grpSpPr>
          <a:xfrm>
            <a:off x="8356655" y="3927758"/>
            <a:ext cx="192240" cy="105120"/>
            <a:chOff x="8356655" y="3927758"/>
            <a:chExt cx="192240" cy="1051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43">
              <p14:nvContentPartPr>
                <p14:cNvPr id="31" name="Tinta 30">
                  <a:extLst>
                    <a:ext uri="{FF2B5EF4-FFF2-40B4-BE49-F238E27FC236}">
                      <a16:creationId xmlns:a16="http://schemas.microsoft.com/office/drawing/2014/main" id="{88AABECA-B0B3-3A32-4CB9-0D68088C050E}"/>
                    </a:ext>
                  </a:extLst>
                </p14:cNvPr>
                <p14:cNvContentPartPr/>
                <p14:nvPr/>
              </p14:nvContentPartPr>
              <p14:xfrm>
                <a:off x="8356655" y="3927758"/>
                <a:ext cx="151920" cy="105120"/>
              </p14:xfrm>
            </p:contentPart>
          </mc:Choice>
          <mc:Fallback>
            <p:pic>
              <p:nvPicPr>
                <p:cNvPr id="31" name="Tinta 30">
                  <a:extLst>
                    <a:ext uri="{FF2B5EF4-FFF2-40B4-BE49-F238E27FC236}">
                      <a16:creationId xmlns:a16="http://schemas.microsoft.com/office/drawing/2014/main" id="{88AABECA-B0B3-3A32-4CB9-0D68088C050E}"/>
                    </a:ext>
                  </a:extLst>
                </p:cNvPr>
                <p:cNvPicPr/>
                <p:nvPr/>
              </p:nvPicPr>
              <p:blipFill>
                <a:blip r:embed="rId44"/>
                <a:stretch>
                  <a:fillRect/>
                </a:stretch>
              </p:blipFill>
              <p:spPr>
                <a:xfrm>
                  <a:off x="8350535" y="3921638"/>
                  <a:ext cx="164160" cy="117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5">
              <p14:nvContentPartPr>
                <p14:cNvPr id="32" name="Tinta 31">
                  <a:extLst>
                    <a:ext uri="{FF2B5EF4-FFF2-40B4-BE49-F238E27FC236}">
                      <a16:creationId xmlns:a16="http://schemas.microsoft.com/office/drawing/2014/main" id="{4180E213-FA91-78CC-D40D-2B106CC0096F}"/>
                    </a:ext>
                  </a:extLst>
                </p14:cNvPr>
                <p14:cNvContentPartPr/>
                <p14:nvPr/>
              </p14:nvContentPartPr>
              <p14:xfrm>
                <a:off x="8366735" y="3930278"/>
                <a:ext cx="182160" cy="65880"/>
              </p14:xfrm>
            </p:contentPart>
          </mc:Choice>
          <mc:Fallback>
            <p:pic>
              <p:nvPicPr>
                <p:cNvPr id="32" name="Tinta 31">
                  <a:extLst>
                    <a:ext uri="{FF2B5EF4-FFF2-40B4-BE49-F238E27FC236}">
                      <a16:creationId xmlns:a16="http://schemas.microsoft.com/office/drawing/2014/main" id="{4180E213-FA91-78CC-D40D-2B106CC0096F}"/>
                    </a:ext>
                  </a:extLst>
                </p:cNvPr>
                <p:cNvPicPr/>
                <p:nvPr/>
              </p:nvPicPr>
              <p:blipFill>
                <a:blip r:embed="rId46"/>
                <a:stretch>
                  <a:fillRect/>
                </a:stretch>
              </p:blipFill>
              <p:spPr>
                <a:xfrm>
                  <a:off x="8360615" y="3924158"/>
                  <a:ext cx="194400" cy="781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40" name="Agrupar 39">
            <a:extLst>
              <a:ext uri="{FF2B5EF4-FFF2-40B4-BE49-F238E27FC236}">
                <a16:creationId xmlns:a16="http://schemas.microsoft.com/office/drawing/2014/main" id="{B9E1EC65-1358-0B61-6A37-B9D8D6F02954}"/>
              </a:ext>
            </a:extLst>
          </p:cNvPr>
          <p:cNvGrpSpPr/>
          <p:nvPr/>
        </p:nvGrpSpPr>
        <p:grpSpPr>
          <a:xfrm>
            <a:off x="9097535" y="3263198"/>
            <a:ext cx="1094400" cy="667440"/>
            <a:chOff x="9097535" y="3263198"/>
            <a:chExt cx="1094400" cy="6674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47">
              <p14:nvContentPartPr>
                <p14:cNvPr id="33" name="Tinta 32">
                  <a:extLst>
                    <a:ext uri="{FF2B5EF4-FFF2-40B4-BE49-F238E27FC236}">
                      <a16:creationId xmlns:a16="http://schemas.microsoft.com/office/drawing/2014/main" id="{73DF10C1-CB1D-23AC-32D7-4FF9078295D3}"/>
                    </a:ext>
                  </a:extLst>
                </p14:cNvPr>
                <p14:cNvContentPartPr/>
                <p14:nvPr/>
              </p14:nvContentPartPr>
              <p14:xfrm>
                <a:off x="9097535" y="3675038"/>
                <a:ext cx="78480" cy="255600"/>
              </p14:xfrm>
            </p:contentPart>
          </mc:Choice>
          <mc:Fallback>
            <p:pic>
              <p:nvPicPr>
                <p:cNvPr id="33" name="Tinta 32">
                  <a:extLst>
                    <a:ext uri="{FF2B5EF4-FFF2-40B4-BE49-F238E27FC236}">
                      <a16:creationId xmlns:a16="http://schemas.microsoft.com/office/drawing/2014/main" id="{73DF10C1-CB1D-23AC-32D7-4FF9078295D3}"/>
                    </a:ext>
                  </a:extLst>
                </p:cNvPr>
                <p:cNvPicPr/>
                <p:nvPr/>
              </p:nvPicPr>
              <p:blipFill>
                <a:blip r:embed="rId48"/>
                <a:stretch>
                  <a:fillRect/>
                </a:stretch>
              </p:blipFill>
              <p:spPr>
                <a:xfrm>
                  <a:off x="9091415" y="3668918"/>
                  <a:ext cx="90720" cy="267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9">
              <p14:nvContentPartPr>
                <p14:cNvPr id="34" name="Tinta 33">
                  <a:extLst>
                    <a:ext uri="{FF2B5EF4-FFF2-40B4-BE49-F238E27FC236}">
                      <a16:creationId xmlns:a16="http://schemas.microsoft.com/office/drawing/2014/main" id="{5E839440-56FD-C42D-92B6-A550BD737AC7}"/>
                    </a:ext>
                  </a:extLst>
                </p14:cNvPr>
                <p14:cNvContentPartPr/>
                <p14:nvPr/>
              </p14:nvContentPartPr>
              <p14:xfrm>
                <a:off x="9183575" y="3667838"/>
                <a:ext cx="307440" cy="216000"/>
              </p14:xfrm>
            </p:contentPart>
          </mc:Choice>
          <mc:Fallback>
            <p:pic>
              <p:nvPicPr>
                <p:cNvPr id="34" name="Tinta 33">
                  <a:extLst>
                    <a:ext uri="{FF2B5EF4-FFF2-40B4-BE49-F238E27FC236}">
                      <a16:creationId xmlns:a16="http://schemas.microsoft.com/office/drawing/2014/main" id="{5E839440-56FD-C42D-92B6-A550BD737AC7}"/>
                    </a:ext>
                  </a:extLst>
                </p:cNvPr>
                <p:cNvPicPr/>
                <p:nvPr/>
              </p:nvPicPr>
              <p:blipFill>
                <a:blip r:embed="rId50"/>
                <a:stretch>
                  <a:fillRect/>
                </a:stretch>
              </p:blipFill>
              <p:spPr>
                <a:xfrm>
                  <a:off x="9177455" y="3661718"/>
                  <a:ext cx="319680" cy="228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1">
              <p14:nvContentPartPr>
                <p14:cNvPr id="37" name="Tinta 36">
                  <a:extLst>
                    <a:ext uri="{FF2B5EF4-FFF2-40B4-BE49-F238E27FC236}">
                      <a16:creationId xmlns:a16="http://schemas.microsoft.com/office/drawing/2014/main" id="{DD9DF082-3843-0919-5423-1B8635A80BA2}"/>
                    </a:ext>
                  </a:extLst>
                </p14:cNvPr>
                <p14:cNvContentPartPr/>
                <p14:nvPr/>
              </p14:nvContentPartPr>
              <p14:xfrm>
                <a:off x="9470135" y="3553358"/>
                <a:ext cx="271080" cy="10800"/>
              </p14:xfrm>
            </p:contentPart>
          </mc:Choice>
          <mc:Fallback>
            <p:pic>
              <p:nvPicPr>
                <p:cNvPr id="37" name="Tinta 36">
                  <a:extLst>
                    <a:ext uri="{FF2B5EF4-FFF2-40B4-BE49-F238E27FC236}">
                      <a16:creationId xmlns:a16="http://schemas.microsoft.com/office/drawing/2014/main" id="{DD9DF082-3843-0919-5423-1B8635A80BA2}"/>
                    </a:ext>
                  </a:extLst>
                </p:cNvPr>
                <p:cNvPicPr/>
                <p:nvPr/>
              </p:nvPicPr>
              <p:blipFill>
                <a:blip r:embed="rId52"/>
                <a:stretch>
                  <a:fillRect/>
                </a:stretch>
              </p:blipFill>
              <p:spPr>
                <a:xfrm>
                  <a:off x="9464015" y="3547238"/>
                  <a:ext cx="283320" cy="23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3">
              <p14:nvContentPartPr>
                <p14:cNvPr id="38" name="Tinta 37">
                  <a:extLst>
                    <a:ext uri="{FF2B5EF4-FFF2-40B4-BE49-F238E27FC236}">
                      <a16:creationId xmlns:a16="http://schemas.microsoft.com/office/drawing/2014/main" id="{5D3E93D7-1E64-3253-B72D-EF9A2F0DECE5}"/>
                    </a:ext>
                  </a:extLst>
                </p14:cNvPr>
                <p14:cNvContentPartPr/>
                <p14:nvPr/>
              </p14:nvContentPartPr>
              <p14:xfrm>
                <a:off x="9900695" y="3263198"/>
                <a:ext cx="216720" cy="309960"/>
              </p14:xfrm>
            </p:contentPart>
          </mc:Choice>
          <mc:Fallback>
            <p:pic>
              <p:nvPicPr>
                <p:cNvPr id="38" name="Tinta 37">
                  <a:extLst>
                    <a:ext uri="{FF2B5EF4-FFF2-40B4-BE49-F238E27FC236}">
                      <a16:creationId xmlns:a16="http://schemas.microsoft.com/office/drawing/2014/main" id="{5D3E93D7-1E64-3253-B72D-EF9A2F0DECE5}"/>
                    </a:ext>
                  </a:extLst>
                </p:cNvPr>
                <p:cNvPicPr/>
                <p:nvPr/>
              </p:nvPicPr>
              <p:blipFill>
                <a:blip r:embed="rId54"/>
                <a:stretch>
                  <a:fillRect/>
                </a:stretch>
              </p:blipFill>
              <p:spPr>
                <a:xfrm>
                  <a:off x="9894575" y="3257078"/>
                  <a:ext cx="228960" cy="322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5">
              <p14:nvContentPartPr>
                <p14:cNvPr id="39" name="Tinta 38">
                  <a:extLst>
                    <a:ext uri="{FF2B5EF4-FFF2-40B4-BE49-F238E27FC236}">
                      <a16:creationId xmlns:a16="http://schemas.microsoft.com/office/drawing/2014/main" id="{44DD8841-CD94-8842-EE1B-539C7EBC51D2}"/>
                    </a:ext>
                  </a:extLst>
                </p14:cNvPr>
                <p14:cNvContentPartPr/>
                <p14:nvPr/>
              </p14:nvContentPartPr>
              <p14:xfrm>
                <a:off x="9910775" y="3420878"/>
                <a:ext cx="281160" cy="28080"/>
              </p14:xfrm>
            </p:contentPart>
          </mc:Choice>
          <mc:Fallback>
            <p:pic>
              <p:nvPicPr>
                <p:cNvPr id="39" name="Tinta 38">
                  <a:extLst>
                    <a:ext uri="{FF2B5EF4-FFF2-40B4-BE49-F238E27FC236}">
                      <a16:creationId xmlns:a16="http://schemas.microsoft.com/office/drawing/2014/main" id="{44DD8841-CD94-8842-EE1B-539C7EBC51D2}"/>
                    </a:ext>
                  </a:extLst>
                </p:cNvPr>
                <p:cNvPicPr/>
                <p:nvPr/>
              </p:nvPicPr>
              <p:blipFill>
                <a:blip r:embed="rId56"/>
                <a:stretch>
                  <a:fillRect/>
                </a:stretch>
              </p:blipFill>
              <p:spPr>
                <a:xfrm>
                  <a:off x="9904655" y="3414758"/>
                  <a:ext cx="293400" cy="403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44" name="Agrupar 43">
            <a:extLst>
              <a:ext uri="{FF2B5EF4-FFF2-40B4-BE49-F238E27FC236}">
                <a16:creationId xmlns:a16="http://schemas.microsoft.com/office/drawing/2014/main" id="{56C7EBDC-2355-8760-7821-8ABCBD5F34D1}"/>
              </a:ext>
            </a:extLst>
          </p:cNvPr>
          <p:cNvGrpSpPr/>
          <p:nvPr/>
        </p:nvGrpSpPr>
        <p:grpSpPr>
          <a:xfrm>
            <a:off x="5640455" y="4630838"/>
            <a:ext cx="982440" cy="300960"/>
            <a:chOff x="5640455" y="4630838"/>
            <a:chExt cx="982440" cy="3009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57">
              <p14:nvContentPartPr>
                <p14:cNvPr id="41" name="Tinta 40">
                  <a:extLst>
                    <a:ext uri="{FF2B5EF4-FFF2-40B4-BE49-F238E27FC236}">
                      <a16:creationId xmlns:a16="http://schemas.microsoft.com/office/drawing/2014/main" id="{E582DD8F-7672-C04B-28D3-A68E557BB90D}"/>
                    </a:ext>
                  </a:extLst>
                </p14:cNvPr>
                <p14:cNvContentPartPr/>
                <p14:nvPr/>
              </p14:nvContentPartPr>
              <p14:xfrm>
                <a:off x="5640455" y="4650998"/>
                <a:ext cx="352080" cy="280800"/>
              </p14:xfrm>
            </p:contentPart>
          </mc:Choice>
          <mc:Fallback>
            <p:pic>
              <p:nvPicPr>
                <p:cNvPr id="41" name="Tinta 40">
                  <a:extLst>
                    <a:ext uri="{FF2B5EF4-FFF2-40B4-BE49-F238E27FC236}">
                      <a16:creationId xmlns:a16="http://schemas.microsoft.com/office/drawing/2014/main" id="{E582DD8F-7672-C04B-28D3-A68E557BB90D}"/>
                    </a:ext>
                  </a:extLst>
                </p:cNvPr>
                <p:cNvPicPr/>
                <p:nvPr/>
              </p:nvPicPr>
              <p:blipFill>
                <a:blip r:embed="rId58"/>
                <a:stretch>
                  <a:fillRect/>
                </a:stretch>
              </p:blipFill>
              <p:spPr>
                <a:xfrm>
                  <a:off x="5634335" y="4644878"/>
                  <a:ext cx="364320" cy="293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9">
              <p14:nvContentPartPr>
                <p14:cNvPr id="42" name="Tinta 41">
                  <a:extLst>
                    <a:ext uri="{FF2B5EF4-FFF2-40B4-BE49-F238E27FC236}">
                      <a16:creationId xmlns:a16="http://schemas.microsoft.com/office/drawing/2014/main" id="{D1AD4625-EEF2-1337-9EBA-67BB2477C629}"/>
                    </a:ext>
                  </a:extLst>
                </p14:cNvPr>
                <p14:cNvContentPartPr/>
                <p14:nvPr/>
              </p14:nvContentPartPr>
              <p14:xfrm>
                <a:off x="6341735" y="4630838"/>
                <a:ext cx="281160" cy="42840"/>
              </p14:xfrm>
            </p:contentPart>
          </mc:Choice>
          <mc:Fallback>
            <p:pic>
              <p:nvPicPr>
                <p:cNvPr id="42" name="Tinta 41">
                  <a:extLst>
                    <a:ext uri="{FF2B5EF4-FFF2-40B4-BE49-F238E27FC236}">
                      <a16:creationId xmlns:a16="http://schemas.microsoft.com/office/drawing/2014/main" id="{D1AD4625-EEF2-1337-9EBA-67BB2477C629}"/>
                    </a:ext>
                  </a:extLst>
                </p:cNvPr>
                <p:cNvPicPr/>
                <p:nvPr/>
              </p:nvPicPr>
              <p:blipFill>
                <a:blip r:embed="rId60"/>
                <a:stretch>
                  <a:fillRect/>
                </a:stretch>
              </p:blipFill>
              <p:spPr>
                <a:xfrm>
                  <a:off x="6335615" y="4624718"/>
                  <a:ext cx="293400" cy="55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1">
              <p14:nvContentPartPr>
                <p14:cNvPr id="43" name="Tinta 42">
                  <a:extLst>
                    <a:ext uri="{FF2B5EF4-FFF2-40B4-BE49-F238E27FC236}">
                      <a16:creationId xmlns:a16="http://schemas.microsoft.com/office/drawing/2014/main" id="{D8A17F0A-B196-CA76-2D86-913A314FB561}"/>
                    </a:ext>
                  </a:extLst>
                </p14:cNvPr>
                <p14:cNvContentPartPr/>
                <p14:nvPr/>
              </p14:nvContentPartPr>
              <p14:xfrm>
                <a:off x="6212495" y="4756478"/>
                <a:ext cx="352080" cy="15120"/>
              </p14:xfrm>
            </p:contentPart>
          </mc:Choice>
          <mc:Fallback>
            <p:pic>
              <p:nvPicPr>
                <p:cNvPr id="43" name="Tinta 42">
                  <a:extLst>
                    <a:ext uri="{FF2B5EF4-FFF2-40B4-BE49-F238E27FC236}">
                      <a16:creationId xmlns:a16="http://schemas.microsoft.com/office/drawing/2014/main" id="{D8A17F0A-B196-CA76-2D86-913A314FB561}"/>
                    </a:ext>
                  </a:extLst>
                </p:cNvPr>
                <p:cNvPicPr/>
                <p:nvPr/>
              </p:nvPicPr>
              <p:blipFill>
                <a:blip r:embed="rId62"/>
                <a:stretch>
                  <a:fillRect/>
                </a:stretch>
              </p:blipFill>
              <p:spPr>
                <a:xfrm>
                  <a:off x="6206375" y="4750358"/>
                  <a:ext cx="364320" cy="273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52" name="Agrupar 51">
            <a:extLst>
              <a:ext uri="{FF2B5EF4-FFF2-40B4-BE49-F238E27FC236}">
                <a16:creationId xmlns:a16="http://schemas.microsoft.com/office/drawing/2014/main" id="{01856586-B6CB-23B9-9BC2-1BB49F6395B7}"/>
              </a:ext>
            </a:extLst>
          </p:cNvPr>
          <p:cNvGrpSpPr/>
          <p:nvPr/>
        </p:nvGrpSpPr>
        <p:grpSpPr>
          <a:xfrm>
            <a:off x="6963815" y="4424198"/>
            <a:ext cx="803160" cy="338760"/>
            <a:chOff x="6963815" y="4424198"/>
            <a:chExt cx="803160" cy="3387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63">
              <p14:nvContentPartPr>
                <p14:cNvPr id="45" name="Tinta 44">
                  <a:extLst>
                    <a:ext uri="{FF2B5EF4-FFF2-40B4-BE49-F238E27FC236}">
                      <a16:creationId xmlns:a16="http://schemas.microsoft.com/office/drawing/2014/main" id="{330AF0D4-45AA-C0FE-C75E-922142F9497B}"/>
                    </a:ext>
                  </a:extLst>
                </p14:cNvPr>
                <p14:cNvContentPartPr/>
                <p14:nvPr/>
              </p14:nvContentPartPr>
              <p14:xfrm>
                <a:off x="6963815" y="4424198"/>
                <a:ext cx="312120" cy="281880"/>
              </p14:xfrm>
            </p:contentPart>
          </mc:Choice>
          <mc:Fallback>
            <p:pic>
              <p:nvPicPr>
                <p:cNvPr id="45" name="Tinta 44">
                  <a:extLst>
                    <a:ext uri="{FF2B5EF4-FFF2-40B4-BE49-F238E27FC236}">
                      <a16:creationId xmlns:a16="http://schemas.microsoft.com/office/drawing/2014/main" id="{330AF0D4-45AA-C0FE-C75E-922142F9497B}"/>
                    </a:ext>
                  </a:extLst>
                </p:cNvPr>
                <p:cNvPicPr/>
                <p:nvPr/>
              </p:nvPicPr>
              <p:blipFill>
                <a:blip r:embed="rId64"/>
                <a:stretch>
                  <a:fillRect/>
                </a:stretch>
              </p:blipFill>
              <p:spPr>
                <a:xfrm>
                  <a:off x="6957695" y="4418078"/>
                  <a:ext cx="324360" cy="294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5">
              <p14:nvContentPartPr>
                <p14:cNvPr id="46" name="Tinta 45">
                  <a:extLst>
                    <a:ext uri="{FF2B5EF4-FFF2-40B4-BE49-F238E27FC236}">
                      <a16:creationId xmlns:a16="http://schemas.microsoft.com/office/drawing/2014/main" id="{43EF696A-86CF-D18B-CE83-5448DA44E410}"/>
                    </a:ext>
                  </a:extLst>
                </p14:cNvPr>
                <p14:cNvContentPartPr/>
                <p14:nvPr/>
              </p14:nvContentPartPr>
              <p14:xfrm>
                <a:off x="7414895" y="4533278"/>
                <a:ext cx="240840" cy="51120"/>
              </p14:xfrm>
            </p:contentPart>
          </mc:Choice>
          <mc:Fallback>
            <p:pic>
              <p:nvPicPr>
                <p:cNvPr id="46" name="Tinta 45">
                  <a:extLst>
                    <a:ext uri="{FF2B5EF4-FFF2-40B4-BE49-F238E27FC236}">
                      <a16:creationId xmlns:a16="http://schemas.microsoft.com/office/drawing/2014/main" id="{43EF696A-86CF-D18B-CE83-5448DA44E410}"/>
                    </a:ext>
                  </a:extLst>
                </p:cNvPr>
                <p:cNvPicPr/>
                <p:nvPr/>
              </p:nvPicPr>
              <p:blipFill>
                <a:blip r:embed="rId66"/>
                <a:stretch>
                  <a:fillRect/>
                </a:stretch>
              </p:blipFill>
              <p:spPr>
                <a:xfrm>
                  <a:off x="7408775" y="4527158"/>
                  <a:ext cx="253080" cy="63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7">
              <p14:nvContentPartPr>
                <p14:cNvPr id="47" name="Tinta 46">
                  <a:extLst>
                    <a:ext uri="{FF2B5EF4-FFF2-40B4-BE49-F238E27FC236}">
                      <a16:creationId xmlns:a16="http://schemas.microsoft.com/office/drawing/2014/main" id="{E5C6BC21-86DE-52B1-65DF-4C3EC2279C66}"/>
                    </a:ext>
                  </a:extLst>
                </p14:cNvPr>
                <p14:cNvContentPartPr/>
                <p14:nvPr/>
              </p14:nvContentPartPr>
              <p14:xfrm>
                <a:off x="7566455" y="4545878"/>
                <a:ext cx="38880" cy="166320"/>
              </p14:xfrm>
            </p:contentPart>
          </mc:Choice>
          <mc:Fallback>
            <p:pic>
              <p:nvPicPr>
                <p:cNvPr id="47" name="Tinta 46">
                  <a:extLst>
                    <a:ext uri="{FF2B5EF4-FFF2-40B4-BE49-F238E27FC236}">
                      <a16:creationId xmlns:a16="http://schemas.microsoft.com/office/drawing/2014/main" id="{E5C6BC21-86DE-52B1-65DF-4C3EC2279C66}"/>
                    </a:ext>
                  </a:extLst>
                </p:cNvPr>
                <p:cNvPicPr/>
                <p:nvPr/>
              </p:nvPicPr>
              <p:blipFill>
                <a:blip r:embed="rId68"/>
                <a:stretch>
                  <a:fillRect/>
                </a:stretch>
              </p:blipFill>
              <p:spPr>
                <a:xfrm>
                  <a:off x="7560335" y="4539758"/>
                  <a:ext cx="51120" cy="178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9">
              <p14:nvContentPartPr>
                <p14:cNvPr id="49" name="Tinta 48">
                  <a:extLst>
                    <a:ext uri="{FF2B5EF4-FFF2-40B4-BE49-F238E27FC236}">
                      <a16:creationId xmlns:a16="http://schemas.microsoft.com/office/drawing/2014/main" id="{9BA5E512-227A-4683-D0B4-95819D70867C}"/>
                    </a:ext>
                  </a:extLst>
                </p14:cNvPr>
                <p14:cNvContentPartPr/>
                <p14:nvPr/>
              </p14:nvContentPartPr>
              <p14:xfrm>
                <a:off x="7615055" y="4517798"/>
                <a:ext cx="151920" cy="25920"/>
              </p14:xfrm>
            </p:contentPart>
          </mc:Choice>
          <mc:Fallback>
            <p:pic>
              <p:nvPicPr>
                <p:cNvPr id="49" name="Tinta 48">
                  <a:extLst>
                    <a:ext uri="{FF2B5EF4-FFF2-40B4-BE49-F238E27FC236}">
                      <a16:creationId xmlns:a16="http://schemas.microsoft.com/office/drawing/2014/main" id="{9BA5E512-227A-4683-D0B4-95819D70867C}"/>
                    </a:ext>
                  </a:extLst>
                </p:cNvPr>
                <p:cNvPicPr/>
                <p:nvPr/>
              </p:nvPicPr>
              <p:blipFill>
                <a:blip r:embed="rId70"/>
                <a:stretch>
                  <a:fillRect/>
                </a:stretch>
              </p:blipFill>
              <p:spPr>
                <a:xfrm>
                  <a:off x="7608935" y="4511678"/>
                  <a:ext cx="164160" cy="38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1">
              <p14:nvContentPartPr>
                <p14:cNvPr id="50" name="Tinta 49">
                  <a:extLst>
                    <a:ext uri="{FF2B5EF4-FFF2-40B4-BE49-F238E27FC236}">
                      <a16:creationId xmlns:a16="http://schemas.microsoft.com/office/drawing/2014/main" id="{AF03FDC1-2589-925D-13FA-3B6686735A01}"/>
                    </a:ext>
                  </a:extLst>
                </p14:cNvPr>
                <p14:cNvContentPartPr/>
                <p14:nvPr/>
              </p14:nvContentPartPr>
              <p14:xfrm>
                <a:off x="7695695" y="4530398"/>
                <a:ext cx="40680" cy="232560"/>
              </p14:xfrm>
            </p:contentPart>
          </mc:Choice>
          <mc:Fallback>
            <p:pic>
              <p:nvPicPr>
                <p:cNvPr id="50" name="Tinta 49">
                  <a:extLst>
                    <a:ext uri="{FF2B5EF4-FFF2-40B4-BE49-F238E27FC236}">
                      <a16:creationId xmlns:a16="http://schemas.microsoft.com/office/drawing/2014/main" id="{AF03FDC1-2589-925D-13FA-3B6686735A01}"/>
                    </a:ext>
                  </a:extLst>
                </p:cNvPr>
                <p:cNvPicPr/>
                <p:nvPr/>
              </p:nvPicPr>
              <p:blipFill>
                <a:blip r:embed="rId72"/>
                <a:stretch>
                  <a:fillRect/>
                </a:stretch>
              </p:blipFill>
              <p:spPr>
                <a:xfrm>
                  <a:off x="7689575" y="4524278"/>
                  <a:ext cx="52920" cy="24480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73">
            <p14:nvContentPartPr>
              <p14:cNvPr id="51" name="Tinta 50">
                <a:extLst>
                  <a:ext uri="{FF2B5EF4-FFF2-40B4-BE49-F238E27FC236}">
                    <a16:creationId xmlns:a16="http://schemas.microsoft.com/office/drawing/2014/main" id="{C1D925BC-4CE1-FD5A-79E7-ADA19AEC37FB}"/>
                  </a:ext>
                </a:extLst>
              </p14:cNvPr>
              <p14:cNvContentPartPr/>
              <p14:nvPr/>
            </p14:nvContentPartPr>
            <p14:xfrm>
              <a:off x="8047415" y="4554158"/>
              <a:ext cx="426600" cy="121680"/>
            </p14:xfrm>
          </p:contentPart>
        </mc:Choice>
        <mc:Fallback>
          <p:pic>
            <p:nvPicPr>
              <p:cNvPr id="51" name="Tinta 50">
                <a:extLst>
                  <a:ext uri="{FF2B5EF4-FFF2-40B4-BE49-F238E27FC236}">
                    <a16:creationId xmlns:a16="http://schemas.microsoft.com/office/drawing/2014/main" id="{C1D925BC-4CE1-FD5A-79E7-ADA19AEC37FB}"/>
                  </a:ext>
                </a:extLst>
              </p:cNvPr>
              <p:cNvPicPr/>
              <p:nvPr/>
            </p:nvPicPr>
            <p:blipFill>
              <a:blip r:embed="rId74"/>
              <a:stretch>
                <a:fillRect/>
              </a:stretch>
            </p:blipFill>
            <p:spPr>
              <a:xfrm>
                <a:off x="8041295" y="4548038"/>
                <a:ext cx="438840" cy="133920"/>
              </a:xfrm>
              <a:prstGeom prst="rect">
                <a:avLst/>
              </a:prstGeom>
            </p:spPr>
          </p:pic>
        </mc:Fallback>
      </mc:AlternateContent>
      <p:grpSp>
        <p:nvGrpSpPr>
          <p:cNvPr id="58" name="Agrupar 57">
            <a:extLst>
              <a:ext uri="{FF2B5EF4-FFF2-40B4-BE49-F238E27FC236}">
                <a16:creationId xmlns:a16="http://schemas.microsoft.com/office/drawing/2014/main" id="{AA43B287-8038-F0A9-E117-8A97D574B76C}"/>
              </a:ext>
            </a:extLst>
          </p:cNvPr>
          <p:cNvGrpSpPr/>
          <p:nvPr/>
        </p:nvGrpSpPr>
        <p:grpSpPr>
          <a:xfrm>
            <a:off x="5840615" y="5067878"/>
            <a:ext cx="162000" cy="278640"/>
            <a:chOff x="5840615" y="5067878"/>
            <a:chExt cx="162000" cy="2786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75">
              <p14:nvContentPartPr>
                <p14:cNvPr id="53" name="Tinta 52">
                  <a:extLst>
                    <a:ext uri="{FF2B5EF4-FFF2-40B4-BE49-F238E27FC236}">
                      <a16:creationId xmlns:a16="http://schemas.microsoft.com/office/drawing/2014/main" id="{BE76460F-0D7F-FA6A-DBB1-6CE43F75CC63}"/>
                    </a:ext>
                  </a:extLst>
                </p14:cNvPr>
                <p14:cNvContentPartPr/>
                <p14:nvPr/>
              </p14:nvContentPartPr>
              <p14:xfrm>
                <a:off x="5840615" y="5067878"/>
                <a:ext cx="30600" cy="195840"/>
              </p14:xfrm>
            </p:contentPart>
          </mc:Choice>
          <mc:Fallback>
            <p:pic>
              <p:nvPicPr>
                <p:cNvPr id="53" name="Tinta 52">
                  <a:extLst>
                    <a:ext uri="{FF2B5EF4-FFF2-40B4-BE49-F238E27FC236}">
                      <a16:creationId xmlns:a16="http://schemas.microsoft.com/office/drawing/2014/main" id="{BE76460F-0D7F-FA6A-DBB1-6CE43F75CC63}"/>
                    </a:ext>
                  </a:extLst>
                </p:cNvPr>
                <p:cNvPicPr/>
                <p:nvPr/>
              </p:nvPicPr>
              <p:blipFill>
                <a:blip r:embed="rId76"/>
                <a:stretch>
                  <a:fillRect/>
                </a:stretch>
              </p:blipFill>
              <p:spPr>
                <a:xfrm>
                  <a:off x="5834495" y="5061758"/>
                  <a:ext cx="42840" cy="208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7">
              <p14:nvContentPartPr>
                <p14:cNvPr id="54" name="Tinta 53">
                  <a:extLst>
                    <a:ext uri="{FF2B5EF4-FFF2-40B4-BE49-F238E27FC236}">
                      <a16:creationId xmlns:a16="http://schemas.microsoft.com/office/drawing/2014/main" id="{7A0C18D7-6900-DB13-2EBD-B6D9CE2AAF5D}"/>
                    </a:ext>
                  </a:extLst>
                </p14:cNvPr>
                <p14:cNvContentPartPr/>
                <p14:nvPr/>
              </p14:nvContentPartPr>
              <p14:xfrm>
                <a:off x="5921255" y="5215478"/>
                <a:ext cx="81360" cy="131040"/>
              </p14:xfrm>
            </p:contentPart>
          </mc:Choice>
          <mc:Fallback>
            <p:pic>
              <p:nvPicPr>
                <p:cNvPr id="54" name="Tinta 53">
                  <a:extLst>
                    <a:ext uri="{FF2B5EF4-FFF2-40B4-BE49-F238E27FC236}">
                      <a16:creationId xmlns:a16="http://schemas.microsoft.com/office/drawing/2014/main" id="{7A0C18D7-6900-DB13-2EBD-B6D9CE2AAF5D}"/>
                    </a:ext>
                  </a:extLst>
                </p:cNvPr>
                <p:cNvPicPr/>
                <p:nvPr/>
              </p:nvPicPr>
              <p:blipFill>
                <a:blip r:embed="rId78"/>
                <a:stretch>
                  <a:fillRect/>
                </a:stretch>
              </p:blipFill>
              <p:spPr>
                <a:xfrm>
                  <a:off x="5915135" y="5209358"/>
                  <a:ext cx="93600" cy="1432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57" name="Agrupar 56">
            <a:extLst>
              <a:ext uri="{FF2B5EF4-FFF2-40B4-BE49-F238E27FC236}">
                <a16:creationId xmlns:a16="http://schemas.microsoft.com/office/drawing/2014/main" id="{9F53A632-60BB-1E16-A256-0FCF0D93FA22}"/>
              </a:ext>
            </a:extLst>
          </p:cNvPr>
          <p:cNvGrpSpPr/>
          <p:nvPr/>
        </p:nvGrpSpPr>
        <p:grpSpPr>
          <a:xfrm>
            <a:off x="6303215" y="5074358"/>
            <a:ext cx="170280" cy="85320"/>
            <a:chOff x="6303215" y="5074358"/>
            <a:chExt cx="170280" cy="853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79">
              <p14:nvContentPartPr>
                <p14:cNvPr id="55" name="Tinta 54">
                  <a:extLst>
                    <a:ext uri="{FF2B5EF4-FFF2-40B4-BE49-F238E27FC236}">
                      <a16:creationId xmlns:a16="http://schemas.microsoft.com/office/drawing/2014/main" id="{6DF5B543-AA1B-61F6-824C-D0E17FFF126F}"/>
                    </a:ext>
                  </a:extLst>
                </p14:cNvPr>
                <p14:cNvContentPartPr/>
                <p14:nvPr/>
              </p14:nvContentPartPr>
              <p14:xfrm>
                <a:off x="6331655" y="5074358"/>
                <a:ext cx="121680" cy="8640"/>
              </p14:xfrm>
            </p:contentPart>
          </mc:Choice>
          <mc:Fallback>
            <p:pic>
              <p:nvPicPr>
                <p:cNvPr id="55" name="Tinta 54">
                  <a:extLst>
                    <a:ext uri="{FF2B5EF4-FFF2-40B4-BE49-F238E27FC236}">
                      <a16:creationId xmlns:a16="http://schemas.microsoft.com/office/drawing/2014/main" id="{6DF5B543-AA1B-61F6-824C-D0E17FFF126F}"/>
                    </a:ext>
                  </a:extLst>
                </p:cNvPr>
                <p:cNvPicPr/>
                <p:nvPr/>
              </p:nvPicPr>
              <p:blipFill>
                <a:blip r:embed="rId80"/>
                <a:stretch>
                  <a:fillRect/>
                </a:stretch>
              </p:blipFill>
              <p:spPr>
                <a:xfrm>
                  <a:off x="6325535" y="5068238"/>
                  <a:ext cx="133920" cy="20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1">
              <p14:nvContentPartPr>
                <p14:cNvPr id="56" name="Tinta 55">
                  <a:extLst>
                    <a:ext uri="{FF2B5EF4-FFF2-40B4-BE49-F238E27FC236}">
                      <a16:creationId xmlns:a16="http://schemas.microsoft.com/office/drawing/2014/main" id="{AC49852C-960A-CBD9-B5A2-57045735FBED}"/>
                    </a:ext>
                  </a:extLst>
                </p14:cNvPr>
                <p14:cNvContentPartPr/>
                <p14:nvPr/>
              </p14:nvContentPartPr>
              <p14:xfrm>
                <a:off x="6303215" y="5139878"/>
                <a:ext cx="170280" cy="19800"/>
              </p14:xfrm>
            </p:contentPart>
          </mc:Choice>
          <mc:Fallback>
            <p:pic>
              <p:nvPicPr>
                <p:cNvPr id="56" name="Tinta 55">
                  <a:extLst>
                    <a:ext uri="{FF2B5EF4-FFF2-40B4-BE49-F238E27FC236}">
                      <a16:creationId xmlns:a16="http://schemas.microsoft.com/office/drawing/2014/main" id="{AC49852C-960A-CBD9-B5A2-57045735FBED}"/>
                    </a:ext>
                  </a:extLst>
                </p:cNvPr>
                <p:cNvPicPr/>
                <p:nvPr/>
              </p:nvPicPr>
              <p:blipFill>
                <a:blip r:embed="rId82"/>
                <a:stretch>
                  <a:fillRect/>
                </a:stretch>
              </p:blipFill>
              <p:spPr>
                <a:xfrm>
                  <a:off x="6297095" y="5133758"/>
                  <a:ext cx="182520" cy="3204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83">
            <p14:nvContentPartPr>
              <p14:cNvPr id="59" name="Tinta 58">
                <a:extLst>
                  <a:ext uri="{FF2B5EF4-FFF2-40B4-BE49-F238E27FC236}">
                    <a16:creationId xmlns:a16="http://schemas.microsoft.com/office/drawing/2014/main" id="{66FC8369-413C-163F-C4BE-22021B928CD3}"/>
                  </a:ext>
                </a:extLst>
              </p14:cNvPr>
              <p14:cNvContentPartPr/>
              <p14:nvPr/>
            </p14:nvContentPartPr>
            <p14:xfrm>
              <a:off x="6883535" y="4962758"/>
              <a:ext cx="321480" cy="236160"/>
            </p14:xfrm>
          </p:contentPart>
        </mc:Choice>
        <mc:Fallback>
          <p:pic>
            <p:nvPicPr>
              <p:cNvPr id="59" name="Tinta 58">
                <a:extLst>
                  <a:ext uri="{FF2B5EF4-FFF2-40B4-BE49-F238E27FC236}">
                    <a16:creationId xmlns:a16="http://schemas.microsoft.com/office/drawing/2014/main" id="{66FC8369-413C-163F-C4BE-22021B928CD3}"/>
                  </a:ext>
                </a:extLst>
              </p:cNvPr>
              <p:cNvPicPr/>
              <p:nvPr/>
            </p:nvPicPr>
            <p:blipFill>
              <a:blip r:embed="rId84"/>
              <a:stretch>
                <a:fillRect/>
              </a:stretch>
            </p:blipFill>
            <p:spPr>
              <a:xfrm>
                <a:off x="6877415" y="4956638"/>
                <a:ext cx="333720" cy="248400"/>
              </a:xfrm>
              <a:prstGeom prst="rect">
                <a:avLst/>
              </a:prstGeom>
            </p:spPr>
          </p:pic>
        </mc:Fallback>
      </mc:AlternateContent>
      <p:grpSp>
        <p:nvGrpSpPr>
          <p:cNvPr id="62" name="Agrupar 61">
            <a:extLst>
              <a:ext uri="{FF2B5EF4-FFF2-40B4-BE49-F238E27FC236}">
                <a16:creationId xmlns:a16="http://schemas.microsoft.com/office/drawing/2014/main" id="{E0CCF2D0-33D5-30BB-EE81-3B2EE244558E}"/>
              </a:ext>
            </a:extLst>
          </p:cNvPr>
          <p:cNvGrpSpPr/>
          <p:nvPr/>
        </p:nvGrpSpPr>
        <p:grpSpPr>
          <a:xfrm>
            <a:off x="7505615" y="5035478"/>
            <a:ext cx="149760" cy="191520"/>
            <a:chOff x="7505615" y="5035478"/>
            <a:chExt cx="149760" cy="1915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85">
              <p14:nvContentPartPr>
                <p14:cNvPr id="60" name="Tinta 59">
                  <a:extLst>
                    <a:ext uri="{FF2B5EF4-FFF2-40B4-BE49-F238E27FC236}">
                      <a16:creationId xmlns:a16="http://schemas.microsoft.com/office/drawing/2014/main" id="{66F3F5CD-143B-E6C7-AD39-CC34854D923A}"/>
                    </a:ext>
                  </a:extLst>
                </p14:cNvPr>
                <p14:cNvContentPartPr/>
                <p14:nvPr/>
              </p14:nvContentPartPr>
              <p14:xfrm>
                <a:off x="7535495" y="5035478"/>
                <a:ext cx="89640" cy="191520"/>
              </p14:xfrm>
            </p:contentPart>
          </mc:Choice>
          <mc:Fallback>
            <p:pic>
              <p:nvPicPr>
                <p:cNvPr id="60" name="Tinta 59">
                  <a:extLst>
                    <a:ext uri="{FF2B5EF4-FFF2-40B4-BE49-F238E27FC236}">
                      <a16:creationId xmlns:a16="http://schemas.microsoft.com/office/drawing/2014/main" id="{66F3F5CD-143B-E6C7-AD39-CC34854D923A}"/>
                    </a:ext>
                  </a:extLst>
                </p:cNvPr>
                <p:cNvPicPr/>
                <p:nvPr/>
              </p:nvPicPr>
              <p:blipFill>
                <a:blip r:embed="rId86"/>
                <a:stretch>
                  <a:fillRect/>
                </a:stretch>
              </p:blipFill>
              <p:spPr>
                <a:xfrm>
                  <a:off x="7529375" y="5029358"/>
                  <a:ext cx="101880" cy="203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7">
              <p14:nvContentPartPr>
                <p14:cNvPr id="61" name="Tinta 60">
                  <a:extLst>
                    <a:ext uri="{FF2B5EF4-FFF2-40B4-BE49-F238E27FC236}">
                      <a16:creationId xmlns:a16="http://schemas.microsoft.com/office/drawing/2014/main" id="{3E7FB70D-D9B4-22D6-A3AE-E2F4C04B6FF6}"/>
                    </a:ext>
                  </a:extLst>
                </p14:cNvPr>
                <p14:cNvContentPartPr/>
                <p14:nvPr/>
              </p14:nvContentPartPr>
              <p14:xfrm>
                <a:off x="7505615" y="5077958"/>
                <a:ext cx="149760" cy="38880"/>
              </p14:xfrm>
            </p:contentPart>
          </mc:Choice>
          <mc:Fallback>
            <p:pic>
              <p:nvPicPr>
                <p:cNvPr id="61" name="Tinta 60">
                  <a:extLst>
                    <a:ext uri="{FF2B5EF4-FFF2-40B4-BE49-F238E27FC236}">
                      <a16:creationId xmlns:a16="http://schemas.microsoft.com/office/drawing/2014/main" id="{3E7FB70D-D9B4-22D6-A3AE-E2F4C04B6FF6}"/>
                    </a:ext>
                  </a:extLst>
                </p:cNvPr>
                <p:cNvPicPr/>
                <p:nvPr/>
              </p:nvPicPr>
              <p:blipFill>
                <a:blip r:embed="rId88"/>
                <a:stretch>
                  <a:fillRect/>
                </a:stretch>
              </p:blipFill>
              <p:spPr>
                <a:xfrm>
                  <a:off x="7499495" y="5071838"/>
                  <a:ext cx="162000" cy="5112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89">
            <p14:nvContentPartPr>
              <p14:cNvPr id="64" name="Tinta 63">
                <a:extLst>
                  <a:ext uri="{FF2B5EF4-FFF2-40B4-BE49-F238E27FC236}">
                    <a16:creationId xmlns:a16="http://schemas.microsoft.com/office/drawing/2014/main" id="{27260530-A3D1-7DBF-BD1B-A8A2C749E641}"/>
                  </a:ext>
                </a:extLst>
              </p14:cNvPr>
              <p14:cNvContentPartPr/>
              <p14:nvPr/>
            </p14:nvContentPartPr>
            <p14:xfrm>
              <a:off x="5941415" y="5442278"/>
              <a:ext cx="40680" cy="13320"/>
            </p14:xfrm>
          </p:contentPart>
        </mc:Choice>
        <mc:Fallback>
          <p:pic>
            <p:nvPicPr>
              <p:cNvPr id="64" name="Tinta 63">
                <a:extLst>
                  <a:ext uri="{FF2B5EF4-FFF2-40B4-BE49-F238E27FC236}">
                    <a16:creationId xmlns:a16="http://schemas.microsoft.com/office/drawing/2014/main" id="{27260530-A3D1-7DBF-BD1B-A8A2C749E641}"/>
                  </a:ext>
                </a:extLst>
              </p:cNvPr>
              <p:cNvPicPr/>
              <p:nvPr/>
            </p:nvPicPr>
            <p:blipFill>
              <a:blip r:embed="rId90"/>
              <a:stretch>
                <a:fillRect/>
              </a:stretch>
            </p:blipFill>
            <p:spPr>
              <a:xfrm>
                <a:off x="5935295" y="5436158"/>
                <a:ext cx="52920" cy="25560"/>
              </a:xfrm>
              <a:prstGeom prst="rect">
                <a:avLst/>
              </a:prstGeom>
            </p:spPr>
          </p:pic>
        </mc:Fallback>
      </mc:AlternateContent>
      <p:grpSp>
        <p:nvGrpSpPr>
          <p:cNvPr id="68" name="Agrupar 67">
            <a:extLst>
              <a:ext uri="{FF2B5EF4-FFF2-40B4-BE49-F238E27FC236}">
                <a16:creationId xmlns:a16="http://schemas.microsoft.com/office/drawing/2014/main" id="{F43BDB1B-E0F3-6A9C-F01C-CF241E111FB8}"/>
              </a:ext>
            </a:extLst>
          </p:cNvPr>
          <p:cNvGrpSpPr/>
          <p:nvPr/>
        </p:nvGrpSpPr>
        <p:grpSpPr>
          <a:xfrm>
            <a:off x="5930615" y="5565758"/>
            <a:ext cx="641880" cy="304200"/>
            <a:chOff x="5930615" y="5565758"/>
            <a:chExt cx="641880" cy="3042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91">
              <p14:nvContentPartPr>
                <p14:cNvPr id="63" name="Tinta 62">
                  <a:extLst>
                    <a:ext uri="{FF2B5EF4-FFF2-40B4-BE49-F238E27FC236}">
                      <a16:creationId xmlns:a16="http://schemas.microsoft.com/office/drawing/2014/main" id="{4E786CFD-D963-3335-3546-1845BF9FF5E8}"/>
                    </a:ext>
                  </a:extLst>
                </p14:cNvPr>
                <p14:cNvContentPartPr/>
                <p14:nvPr/>
              </p14:nvContentPartPr>
              <p14:xfrm>
                <a:off x="5930615" y="5565758"/>
                <a:ext cx="21960" cy="203760"/>
              </p14:xfrm>
            </p:contentPart>
          </mc:Choice>
          <mc:Fallback>
            <p:pic>
              <p:nvPicPr>
                <p:cNvPr id="63" name="Tinta 62">
                  <a:extLst>
                    <a:ext uri="{FF2B5EF4-FFF2-40B4-BE49-F238E27FC236}">
                      <a16:creationId xmlns:a16="http://schemas.microsoft.com/office/drawing/2014/main" id="{4E786CFD-D963-3335-3546-1845BF9FF5E8}"/>
                    </a:ext>
                  </a:extLst>
                </p:cNvPr>
                <p:cNvPicPr/>
                <p:nvPr/>
              </p:nvPicPr>
              <p:blipFill>
                <a:blip r:embed="rId92"/>
                <a:stretch>
                  <a:fillRect/>
                </a:stretch>
              </p:blipFill>
              <p:spPr>
                <a:xfrm>
                  <a:off x="5924495" y="5559638"/>
                  <a:ext cx="34200" cy="21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3">
              <p14:nvContentPartPr>
                <p14:cNvPr id="65" name="Tinta 64">
                  <a:extLst>
                    <a:ext uri="{FF2B5EF4-FFF2-40B4-BE49-F238E27FC236}">
                      <a16:creationId xmlns:a16="http://schemas.microsoft.com/office/drawing/2014/main" id="{85389D17-E9CA-069C-DDBF-2448200E3B80}"/>
                    </a:ext>
                  </a:extLst>
                </p14:cNvPr>
                <p14:cNvContentPartPr/>
                <p14:nvPr/>
              </p14:nvContentPartPr>
              <p14:xfrm>
                <a:off x="6081095" y="5768078"/>
                <a:ext cx="172080" cy="101880"/>
              </p14:xfrm>
            </p:contentPart>
          </mc:Choice>
          <mc:Fallback>
            <p:pic>
              <p:nvPicPr>
                <p:cNvPr id="65" name="Tinta 64">
                  <a:extLst>
                    <a:ext uri="{FF2B5EF4-FFF2-40B4-BE49-F238E27FC236}">
                      <a16:creationId xmlns:a16="http://schemas.microsoft.com/office/drawing/2014/main" id="{85389D17-E9CA-069C-DDBF-2448200E3B80}"/>
                    </a:ext>
                  </a:extLst>
                </p:cNvPr>
                <p:cNvPicPr/>
                <p:nvPr/>
              </p:nvPicPr>
              <p:blipFill>
                <a:blip r:embed="rId94"/>
                <a:stretch>
                  <a:fillRect/>
                </a:stretch>
              </p:blipFill>
              <p:spPr>
                <a:xfrm>
                  <a:off x="6074975" y="5761958"/>
                  <a:ext cx="184320" cy="114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5">
              <p14:nvContentPartPr>
                <p14:cNvPr id="66" name="Tinta 65">
                  <a:extLst>
                    <a:ext uri="{FF2B5EF4-FFF2-40B4-BE49-F238E27FC236}">
                      <a16:creationId xmlns:a16="http://schemas.microsoft.com/office/drawing/2014/main" id="{2A6337EE-30C8-FC44-DFFD-DAD8E608A617}"/>
                    </a:ext>
                  </a:extLst>
                </p14:cNvPr>
                <p14:cNvContentPartPr/>
                <p14:nvPr/>
              </p14:nvContentPartPr>
              <p14:xfrm>
                <a:off x="6321575" y="5679158"/>
                <a:ext cx="162000" cy="8640"/>
              </p14:xfrm>
            </p:contentPart>
          </mc:Choice>
          <mc:Fallback>
            <p:pic>
              <p:nvPicPr>
                <p:cNvPr id="66" name="Tinta 65">
                  <a:extLst>
                    <a:ext uri="{FF2B5EF4-FFF2-40B4-BE49-F238E27FC236}">
                      <a16:creationId xmlns:a16="http://schemas.microsoft.com/office/drawing/2014/main" id="{2A6337EE-30C8-FC44-DFFD-DAD8E608A617}"/>
                    </a:ext>
                  </a:extLst>
                </p:cNvPr>
                <p:cNvPicPr/>
                <p:nvPr/>
              </p:nvPicPr>
              <p:blipFill>
                <a:blip r:embed="rId96"/>
                <a:stretch>
                  <a:fillRect/>
                </a:stretch>
              </p:blipFill>
              <p:spPr>
                <a:xfrm>
                  <a:off x="6315455" y="5673038"/>
                  <a:ext cx="174240" cy="20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7">
              <p14:nvContentPartPr>
                <p14:cNvPr id="67" name="Tinta 66">
                  <a:extLst>
                    <a:ext uri="{FF2B5EF4-FFF2-40B4-BE49-F238E27FC236}">
                      <a16:creationId xmlns:a16="http://schemas.microsoft.com/office/drawing/2014/main" id="{6B9AAB6A-2813-A712-C850-2B4AA6125771}"/>
                    </a:ext>
                  </a:extLst>
                </p14:cNvPr>
                <p14:cNvContentPartPr/>
                <p14:nvPr/>
              </p14:nvContentPartPr>
              <p14:xfrm>
                <a:off x="6371975" y="5708678"/>
                <a:ext cx="200520" cy="19800"/>
              </p14:xfrm>
            </p:contentPart>
          </mc:Choice>
          <mc:Fallback>
            <p:pic>
              <p:nvPicPr>
                <p:cNvPr id="67" name="Tinta 66">
                  <a:extLst>
                    <a:ext uri="{FF2B5EF4-FFF2-40B4-BE49-F238E27FC236}">
                      <a16:creationId xmlns:a16="http://schemas.microsoft.com/office/drawing/2014/main" id="{6B9AAB6A-2813-A712-C850-2B4AA6125771}"/>
                    </a:ext>
                  </a:extLst>
                </p:cNvPr>
                <p:cNvPicPr/>
                <p:nvPr/>
              </p:nvPicPr>
              <p:blipFill>
                <a:blip r:embed="rId98"/>
                <a:stretch>
                  <a:fillRect/>
                </a:stretch>
              </p:blipFill>
              <p:spPr>
                <a:xfrm>
                  <a:off x="6365855" y="5702558"/>
                  <a:ext cx="212760" cy="3204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99">
            <p14:nvContentPartPr>
              <p14:cNvPr id="69" name="Tinta 68">
                <a:extLst>
                  <a:ext uri="{FF2B5EF4-FFF2-40B4-BE49-F238E27FC236}">
                    <a16:creationId xmlns:a16="http://schemas.microsoft.com/office/drawing/2014/main" id="{D448410D-C700-5BCE-E131-66B6D4CEEB41}"/>
                  </a:ext>
                </a:extLst>
              </p14:cNvPr>
              <p14:cNvContentPartPr/>
              <p14:nvPr/>
            </p14:nvContentPartPr>
            <p14:xfrm>
              <a:off x="6935015" y="5497358"/>
              <a:ext cx="218880" cy="200880"/>
            </p14:xfrm>
          </p:contentPart>
        </mc:Choice>
        <mc:Fallback>
          <p:pic>
            <p:nvPicPr>
              <p:cNvPr id="69" name="Tinta 68">
                <a:extLst>
                  <a:ext uri="{FF2B5EF4-FFF2-40B4-BE49-F238E27FC236}">
                    <a16:creationId xmlns:a16="http://schemas.microsoft.com/office/drawing/2014/main" id="{D448410D-C700-5BCE-E131-66B6D4CEEB41}"/>
                  </a:ext>
                </a:extLst>
              </p:cNvPr>
              <p:cNvPicPr/>
              <p:nvPr/>
            </p:nvPicPr>
            <p:blipFill>
              <a:blip r:embed="rId100"/>
              <a:stretch>
                <a:fillRect/>
              </a:stretch>
            </p:blipFill>
            <p:spPr>
              <a:xfrm>
                <a:off x="6928895" y="5491238"/>
                <a:ext cx="231120" cy="213120"/>
              </a:xfrm>
              <a:prstGeom prst="rect">
                <a:avLst/>
              </a:prstGeom>
            </p:spPr>
          </p:pic>
        </mc:Fallback>
      </mc:AlternateContent>
      <p:grpSp>
        <p:nvGrpSpPr>
          <p:cNvPr id="72" name="Agrupar 71">
            <a:extLst>
              <a:ext uri="{FF2B5EF4-FFF2-40B4-BE49-F238E27FC236}">
                <a16:creationId xmlns:a16="http://schemas.microsoft.com/office/drawing/2014/main" id="{3E382453-1117-6B5A-8DCF-C27C8AD306AE}"/>
              </a:ext>
            </a:extLst>
          </p:cNvPr>
          <p:cNvGrpSpPr/>
          <p:nvPr/>
        </p:nvGrpSpPr>
        <p:grpSpPr>
          <a:xfrm>
            <a:off x="7446935" y="5614718"/>
            <a:ext cx="279720" cy="183600"/>
            <a:chOff x="7446935" y="5614718"/>
            <a:chExt cx="279720" cy="1836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01">
              <p14:nvContentPartPr>
                <p14:cNvPr id="70" name="Tinta 69">
                  <a:extLst>
                    <a:ext uri="{FF2B5EF4-FFF2-40B4-BE49-F238E27FC236}">
                      <a16:creationId xmlns:a16="http://schemas.microsoft.com/office/drawing/2014/main" id="{2D611BA4-24CA-8851-8136-5D9184442859}"/>
                    </a:ext>
                  </a:extLst>
                </p14:cNvPr>
                <p14:cNvContentPartPr/>
                <p14:nvPr/>
              </p14:nvContentPartPr>
              <p14:xfrm>
                <a:off x="7446935" y="5614718"/>
                <a:ext cx="279720" cy="183600"/>
              </p14:xfrm>
            </p:contentPart>
          </mc:Choice>
          <mc:Fallback>
            <p:pic>
              <p:nvPicPr>
                <p:cNvPr id="70" name="Tinta 69">
                  <a:extLst>
                    <a:ext uri="{FF2B5EF4-FFF2-40B4-BE49-F238E27FC236}">
                      <a16:creationId xmlns:a16="http://schemas.microsoft.com/office/drawing/2014/main" id="{2D611BA4-24CA-8851-8136-5D9184442859}"/>
                    </a:ext>
                  </a:extLst>
                </p:cNvPr>
                <p:cNvPicPr/>
                <p:nvPr/>
              </p:nvPicPr>
              <p:blipFill>
                <a:blip r:embed="rId102"/>
                <a:stretch>
                  <a:fillRect/>
                </a:stretch>
              </p:blipFill>
              <p:spPr>
                <a:xfrm>
                  <a:off x="7440815" y="5608598"/>
                  <a:ext cx="291960" cy="195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3">
              <p14:nvContentPartPr>
                <p14:cNvPr id="71" name="Tinta 70">
                  <a:extLst>
                    <a:ext uri="{FF2B5EF4-FFF2-40B4-BE49-F238E27FC236}">
                      <a16:creationId xmlns:a16="http://schemas.microsoft.com/office/drawing/2014/main" id="{64EFA072-2A63-F8E8-E78E-E9AB01697AFE}"/>
                    </a:ext>
                  </a:extLst>
                </p14:cNvPr>
                <p14:cNvContentPartPr/>
                <p14:nvPr/>
              </p14:nvContentPartPr>
              <p14:xfrm>
                <a:off x="7546295" y="5698238"/>
                <a:ext cx="180360" cy="53280"/>
              </p14:xfrm>
            </p:contentPart>
          </mc:Choice>
          <mc:Fallback>
            <p:pic>
              <p:nvPicPr>
                <p:cNvPr id="71" name="Tinta 70">
                  <a:extLst>
                    <a:ext uri="{FF2B5EF4-FFF2-40B4-BE49-F238E27FC236}">
                      <a16:creationId xmlns:a16="http://schemas.microsoft.com/office/drawing/2014/main" id="{64EFA072-2A63-F8E8-E78E-E9AB01697AFE}"/>
                    </a:ext>
                  </a:extLst>
                </p:cNvPr>
                <p:cNvPicPr/>
                <p:nvPr/>
              </p:nvPicPr>
              <p:blipFill>
                <a:blip r:embed="rId104"/>
                <a:stretch>
                  <a:fillRect/>
                </a:stretch>
              </p:blipFill>
              <p:spPr>
                <a:xfrm>
                  <a:off x="7540175" y="5692118"/>
                  <a:ext cx="192600" cy="65520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415068336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01C4184-3EA6-71DC-B8F0-9D86931580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pt-BR"/>
          </a:p>
        </p:txBody>
      </p:sp>
      <p:pic>
        <p:nvPicPr>
          <p:cNvPr id="4" name="Espaço Reservado para Conteúdo 5">
            <a:extLst>
              <a:ext uri="{FF2B5EF4-FFF2-40B4-BE49-F238E27FC236}">
                <a16:creationId xmlns:a16="http://schemas.microsoft.com/office/drawing/2014/main" id="{714FDD33-E6BF-0AAC-B6BE-C9CB99E88B9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638180" y="693404"/>
            <a:ext cx="4736253" cy="3541712"/>
          </a:xfrm>
        </p:spPr>
      </p:pic>
      <p:grpSp>
        <p:nvGrpSpPr>
          <p:cNvPr id="10" name="Agrupar 9">
            <a:extLst>
              <a:ext uri="{FF2B5EF4-FFF2-40B4-BE49-F238E27FC236}">
                <a16:creationId xmlns:a16="http://schemas.microsoft.com/office/drawing/2014/main" id="{50DDB123-C0A3-6152-D14A-99BC5FED489D}"/>
              </a:ext>
            </a:extLst>
          </p:cNvPr>
          <p:cNvGrpSpPr/>
          <p:nvPr/>
        </p:nvGrpSpPr>
        <p:grpSpPr>
          <a:xfrm>
            <a:off x="5771495" y="2317838"/>
            <a:ext cx="801360" cy="448200"/>
            <a:chOff x="5771495" y="2317838"/>
            <a:chExt cx="801360" cy="4482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3">
              <p14:nvContentPartPr>
                <p14:cNvPr id="5" name="Tinta 4">
                  <a:extLst>
                    <a:ext uri="{FF2B5EF4-FFF2-40B4-BE49-F238E27FC236}">
                      <a16:creationId xmlns:a16="http://schemas.microsoft.com/office/drawing/2014/main" id="{A6C10C55-3DDF-C21D-5073-E5BCBBFD9628}"/>
                    </a:ext>
                  </a:extLst>
                </p14:cNvPr>
                <p14:cNvContentPartPr/>
                <p14:nvPr/>
              </p14:nvContentPartPr>
              <p14:xfrm>
                <a:off x="5771495" y="2317838"/>
                <a:ext cx="581400" cy="437040"/>
              </p14:xfrm>
            </p:contentPart>
          </mc:Choice>
          <mc:Fallback>
            <p:pic>
              <p:nvPicPr>
                <p:cNvPr id="5" name="Tinta 4">
                  <a:extLst>
                    <a:ext uri="{FF2B5EF4-FFF2-40B4-BE49-F238E27FC236}">
                      <a16:creationId xmlns:a16="http://schemas.microsoft.com/office/drawing/2014/main" id="{A6C10C55-3DDF-C21D-5073-E5BCBBFD9628}"/>
                    </a:ext>
                  </a:extLst>
                </p:cNvPr>
                <p:cNvPicPr/>
                <p:nvPr/>
              </p:nvPicPr>
              <p:blipFill>
                <a:blip r:embed="rId4"/>
                <a:stretch>
                  <a:fillRect/>
                </a:stretch>
              </p:blipFill>
              <p:spPr>
                <a:xfrm>
                  <a:off x="5765375" y="2311718"/>
                  <a:ext cx="593640" cy="449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">
              <p14:nvContentPartPr>
                <p14:cNvPr id="6" name="Tinta 5">
                  <a:extLst>
                    <a:ext uri="{FF2B5EF4-FFF2-40B4-BE49-F238E27FC236}">
                      <a16:creationId xmlns:a16="http://schemas.microsoft.com/office/drawing/2014/main" id="{D59C40E6-9B18-540C-669E-952CBF449E6F}"/>
                    </a:ext>
                  </a:extLst>
                </p14:cNvPr>
                <p14:cNvContentPartPr/>
                <p14:nvPr/>
              </p14:nvContentPartPr>
              <p14:xfrm>
                <a:off x="6492935" y="2619878"/>
                <a:ext cx="79920" cy="146160"/>
              </p14:xfrm>
            </p:contentPart>
          </mc:Choice>
          <mc:Fallback>
            <p:pic>
              <p:nvPicPr>
                <p:cNvPr id="6" name="Tinta 5">
                  <a:extLst>
                    <a:ext uri="{FF2B5EF4-FFF2-40B4-BE49-F238E27FC236}">
                      <a16:creationId xmlns:a16="http://schemas.microsoft.com/office/drawing/2014/main" id="{D59C40E6-9B18-540C-669E-952CBF449E6F}"/>
                    </a:ext>
                  </a:extLst>
                </p:cNvPr>
                <p:cNvPicPr/>
                <p:nvPr/>
              </p:nvPicPr>
              <p:blipFill>
                <a:blip r:embed="rId6"/>
                <a:stretch>
                  <a:fillRect/>
                </a:stretch>
              </p:blipFill>
              <p:spPr>
                <a:xfrm>
                  <a:off x="6486815" y="2613758"/>
                  <a:ext cx="92160" cy="1584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9" name="Agrupar 8">
            <a:extLst>
              <a:ext uri="{FF2B5EF4-FFF2-40B4-BE49-F238E27FC236}">
                <a16:creationId xmlns:a16="http://schemas.microsoft.com/office/drawing/2014/main" id="{1A9E5EC0-A614-976C-4234-FC2772B11E25}"/>
              </a:ext>
            </a:extLst>
          </p:cNvPr>
          <p:cNvGrpSpPr/>
          <p:nvPr/>
        </p:nvGrpSpPr>
        <p:grpSpPr>
          <a:xfrm>
            <a:off x="6852935" y="2507198"/>
            <a:ext cx="250920" cy="128520"/>
            <a:chOff x="6852935" y="2507198"/>
            <a:chExt cx="250920" cy="1285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7">
              <p14:nvContentPartPr>
                <p14:cNvPr id="7" name="Tinta 6">
                  <a:extLst>
                    <a:ext uri="{FF2B5EF4-FFF2-40B4-BE49-F238E27FC236}">
                      <a16:creationId xmlns:a16="http://schemas.microsoft.com/office/drawing/2014/main" id="{CE13485E-318C-2296-91D5-E44985A9C733}"/>
                    </a:ext>
                  </a:extLst>
                </p14:cNvPr>
                <p14:cNvContentPartPr/>
                <p14:nvPr/>
              </p14:nvContentPartPr>
              <p14:xfrm>
                <a:off x="6893255" y="2507198"/>
                <a:ext cx="210600" cy="17640"/>
              </p14:xfrm>
            </p:contentPart>
          </mc:Choice>
          <mc:Fallback>
            <p:pic>
              <p:nvPicPr>
                <p:cNvPr id="7" name="Tinta 6">
                  <a:extLst>
                    <a:ext uri="{FF2B5EF4-FFF2-40B4-BE49-F238E27FC236}">
                      <a16:creationId xmlns:a16="http://schemas.microsoft.com/office/drawing/2014/main" id="{CE13485E-318C-2296-91D5-E44985A9C733}"/>
                    </a:ext>
                  </a:extLst>
                </p:cNvPr>
                <p:cNvPicPr/>
                <p:nvPr/>
              </p:nvPicPr>
              <p:blipFill>
                <a:blip r:embed="rId8"/>
                <a:stretch>
                  <a:fillRect/>
                </a:stretch>
              </p:blipFill>
              <p:spPr>
                <a:xfrm>
                  <a:off x="6887135" y="2501078"/>
                  <a:ext cx="222840" cy="29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">
              <p14:nvContentPartPr>
                <p14:cNvPr id="8" name="Tinta 7">
                  <a:extLst>
                    <a:ext uri="{FF2B5EF4-FFF2-40B4-BE49-F238E27FC236}">
                      <a16:creationId xmlns:a16="http://schemas.microsoft.com/office/drawing/2014/main" id="{1545561D-0555-77B2-ACFC-E43F36C7635C}"/>
                    </a:ext>
                  </a:extLst>
                </p14:cNvPr>
                <p14:cNvContentPartPr/>
                <p14:nvPr/>
              </p14:nvContentPartPr>
              <p14:xfrm>
                <a:off x="6852935" y="2579918"/>
                <a:ext cx="121680" cy="55800"/>
              </p14:xfrm>
            </p:contentPart>
          </mc:Choice>
          <mc:Fallback>
            <p:pic>
              <p:nvPicPr>
                <p:cNvPr id="8" name="Tinta 7">
                  <a:extLst>
                    <a:ext uri="{FF2B5EF4-FFF2-40B4-BE49-F238E27FC236}">
                      <a16:creationId xmlns:a16="http://schemas.microsoft.com/office/drawing/2014/main" id="{1545561D-0555-77B2-ACFC-E43F36C7635C}"/>
                    </a:ext>
                  </a:extLst>
                </p:cNvPr>
                <p:cNvPicPr/>
                <p:nvPr/>
              </p:nvPicPr>
              <p:blipFill>
                <a:blip r:embed="rId10"/>
                <a:stretch>
                  <a:fillRect/>
                </a:stretch>
              </p:blipFill>
              <p:spPr>
                <a:xfrm>
                  <a:off x="6846815" y="2573798"/>
                  <a:ext cx="133920" cy="6804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11">
            <p14:nvContentPartPr>
              <p14:cNvPr id="26" name="Tinta 25">
                <a:extLst>
                  <a:ext uri="{FF2B5EF4-FFF2-40B4-BE49-F238E27FC236}">
                    <a16:creationId xmlns:a16="http://schemas.microsoft.com/office/drawing/2014/main" id="{FA936A8C-7C56-FE13-7D75-23C476C73751}"/>
                  </a:ext>
                </a:extLst>
              </p14:cNvPr>
              <p14:cNvContentPartPr/>
              <p14:nvPr/>
            </p14:nvContentPartPr>
            <p14:xfrm>
              <a:off x="2382095" y="1920038"/>
              <a:ext cx="71640" cy="11880"/>
            </p14:xfrm>
          </p:contentPart>
        </mc:Choice>
        <mc:Fallback>
          <p:pic>
            <p:nvPicPr>
              <p:cNvPr id="26" name="Tinta 25">
                <a:extLst>
                  <a:ext uri="{FF2B5EF4-FFF2-40B4-BE49-F238E27FC236}">
                    <a16:creationId xmlns:a16="http://schemas.microsoft.com/office/drawing/2014/main" id="{FA936A8C-7C56-FE13-7D75-23C476C73751}"/>
                  </a:ext>
                </a:extLst>
              </p:cNvPr>
              <p:cNvPicPr/>
              <p:nvPr/>
            </p:nvPicPr>
            <p:blipFill>
              <a:blip r:embed="rId12"/>
              <a:stretch>
                <a:fillRect/>
              </a:stretch>
            </p:blipFill>
            <p:spPr>
              <a:xfrm>
                <a:off x="2375975" y="1913918"/>
                <a:ext cx="83880" cy="24120"/>
              </a:xfrm>
              <a:prstGeom prst="rect">
                <a:avLst/>
              </a:prstGeom>
            </p:spPr>
          </p:pic>
        </mc:Fallback>
      </mc:AlternateContent>
      <p:grpSp>
        <p:nvGrpSpPr>
          <p:cNvPr id="60" name="Agrupar 59">
            <a:extLst>
              <a:ext uri="{FF2B5EF4-FFF2-40B4-BE49-F238E27FC236}">
                <a16:creationId xmlns:a16="http://schemas.microsoft.com/office/drawing/2014/main" id="{265E0A12-EBA2-7857-D19C-BC144730C12B}"/>
              </a:ext>
            </a:extLst>
          </p:cNvPr>
          <p:cNvGrpSpPr/>
          <p:nvPr/>
        </p:nvGrpSpPr>
        <p:grpSpPr>
          <a:xfrm>
            <a:off x="7546655" y="2237558"/>
            <a:ext cx="4531320" cy="1283760"/>
            <a:chOff x="7546655" y="2237558"/>
            <a:chExt cx="4531320" cy="12837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3">
              <p14:nvContentPartPr>
                <p14:cNvPr id="18" name="Tinta 17">
                  <a:extLst>
                    <a:ext uri="{FF2B5EF4-FFF2-40B4-BE49-F238E27FC236}">
                      <a16:creationId xmlns:a16="http://schemas.microsoft.com/office/drawing/2014/main" id="{15840179-D11D-4CD0-1791-EE11F4A09575}"/>
                    </a:ext>
                  </a:extLst>
                </p14:cNvPr>
                <p14:cNvContentPartPr/>
                <p14:nvPr/>
              </p14:nvContentPartPr>
              <p14:xfrm>
                <a:off x="7705775" y="3073118"/>
                <a:ext cx="260640" cy="239760"/>
              </p14:xfrm>
            </p:contentPart>
          </mc:Choice>
          <mc:Fallback>
            <p:pic>
              <p:nvPicPr>
                <p:cNvPr id="18" name="Tinta 17">
                  <a:extLst>
                    <a:ext uri="{FF2B5EF4-FFF2-40B4-BE49-F238E27FC236}">
                      <a16:creationId xmlns:a16="http://schemas.microsoft.com/office/drawing/2014/main" id="{15840179-D11D-4CD0-1791-EE11F4A09575}"/>
                    </a:ext>
                  </a:extLst>
                </p:cNvPr>
                <p:cNvPicPr/>
                <p:nvPr/>
              </p:nvPicPr>
              <p:blipFill>
                <a:blip r:embed="rId14"/>
                <a:stretch>
                  <a:fillRect/>
                </a:stretch>
              </p:blipFill>
              <p:spPr>
                <a:xfrm>
                  <a:off x="7699655" y="3066998"/>
                  <a:ext cx="272880" cy="252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">
              <p14:nvContentPartPr>
                <p14:cNvPr id="19" name="Tinta 18">
                  <a:extLst>
                    <a:ext uri="{FF2B5EF4-FFF2-40B4-BE49-F238E27FC236}">
                      <a16:creationId xmlns:a16="http://schemas.microsoft.com/office/drawing/2014/main" id="{0A3342B7-49AC-B8E8-AEB7-74DC18DA99DF}"/>
                    </a:ext>
                  </a:extLst>
                </p14:cNvPr>
                <p14:cNvContentPartPr/>
                <p14:nvPr/>
              </p14:nvContentPartPr>
              <p14:xfrm>
                <a:off x="8137055" y="3110558"/>
                <a:ext cx="341280" cy="182880"/>
              </p14:xfrm>
            </p:contentPart>
          </mc:Choice>
          <mc:Fallback>
            <p:pic>
              <p:nvPicPr>
                <p:cNvPr id="19" name="Tinta 18">
                  <a:extLst>
                    <a:ext uri="{FF2B5EF4-FFF2-40B4-BE49-F238E27FC236}">
                      <a16:creationId xmlns:a16="http://schemas.microsoft.com/office/drawing/2014/main" id="{0A3342B7-49AC-B8E8-AEB7-74DC18DA99DF}"/>
                    </a:ext>
                  </a:extLst>
                </p:cNvPr>
                <p:cNvPicPr/>
                <p:nvPr/>
              </p:nvPicPr>
              <p:blipFill>
                <a:blip r:embed="rId16"/>
                <a:stretch>
                  <a:fillRect/>
                </a:stretch>
              </p:blipFill>
              <p:spPr>
                <a:xfrm>
                  <a:off x="8130935" y="3104438"/>
                  <a:ext cx="353520" cy="195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">
              <p14:nvContentPartPr>
                <p14:cNvPr id="17" name="Tinta 16">
                  <a:extLst>
                    <a:ext uri="{FF2B5EF4-FFF2-40B4-BE49-F238E27FC236}">
                      <a16:creationId xmlns:a16="http://schemas.microsoft.com/office/drawing/2014/main" id="{665671B1-E7F0-4E16-14ED-DF3C97F5D6B2}"/>
                    </a:ext>
                  </a:extLst>
                </p14:cNvPr>
                <p14:cNvContentPartPr/>
                <p14:nvPr/>
              </p14:nvContentPartPr>
              <p14:xfrm>
                <a:off x="7546655" y="2900318"/>
                <a:ext cx="1173600" cy="66960"/>
              </p14:xfrm>
            </p:contentPart>
          </mc:Choice>
          <mc:Fallback>
            <p:pic>
              <p:nvPicPr>
                <p:cNvPr id="17" name="Tinta 16">
                  <a:extLst>
                    <a:ext uri="{FF2B5EF4-FFF2-40B4-BE49-F238E27FC236}">
                      <a16:creationId xmlns:a16="http://schemas.microsoft.com/office/drawing/2014/main" id="{665671B1-E7F0-4E16-14ED-DF3C97F5D6B2}"/>
                    </a:ext>
                  </a:extLst>
                </p:cNvPr>
                <p:cNvPicPr/>
                <p:nvPr/>
              </p:nvPicPr>
              <p:blipFill>
                <a:blip r:embed="rId18"/>
                <a:stretch>
                  <a:fillRect/>
                </a:stretch>
              </p:blipFill>
              <p:spPr>
                <a:xfrm>
                  <a:off x="7540535" y="2894198"/>
                  <a:ext cx="1185840" cy="79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">
              <p14:nvContentPartPr>
                <p14:cNvPr id="11" name="Tinta 10">
                  <a:extLst>
                    <a:ext uri="{FF2B5EF4-FFF2-40B4-BE49-F238E27FC236}">
                      <a16:creationId xmlns:a16="http://schemas.microsoft.com/office/drawing/2014/main" id="{3EDAA70A-FA4E-DA71-0243-7D954F1852BC}"/>
                    </a:ext>
                  </a:extLst>
                </p14:cNvPr>
                <p14:cNvContentPartPr/>
                <p14:nvPr/>
              </p14:nvContentPartPr>
              <p14:xfrm>
                <a:off x="7675175" y="2507558"/>
                <a:ext cx="338760" cy="183960"/>
              </p14:xfrm>
            </p:contentPart>
          </mc:Choice>
          <mc:Fallback>
            <p:pic>
              <p:nvPicPr>
                <p:cNvPr id="11" name="Tinta 10">
                  <a:extLst>
                    <a:ext uri="{FF2B5EF4-FFF2-40B4-BE49-F238E27FC236}">
                      <a16:creationId xmlns:a16="http://schemas.microsoft.com/office/drawing/2014/main" id="{3EDAA70A-FA4E-DA71-0243-7D954F1852BC}"/>
                    </a:ext>
                  </a:extLst>
                </p:cNvPr>
                <p:cNvPicPr/>
                <p:nvPr/>
              </p:nvPicPr>
              <p:blipFill>
                <a:blip r:embed="rId20"/>
                <a:stretch>
                  <a:fillRect/>
                </a:stretch>
              </p:blipFill>
              <p:spPr>
                <a:xfrm>
                  <a:off x="7669055" y="2501438"/>
                  <a:ext cx="351000" cy="196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1">
              <p14:nvContentPartPr>
                <p14:cNvPr id="12" name="Tinta 11">
                  <a:extLst>
                    <a:ext uri="{FF2B5EF4-FFF2-40B4-BE49-F238E27FC236}">
                      <a16:creationId xmlns:a16="http://schemas.microsoft.com/office/drawing/2014/main" id="{A7DC7DD3-2B16-9314-BB03-5268172ECB9F}"/>
                    </a:ext>
                  </a:extLst>
                </p14:cNvPr>
                <p14:cNvContentPartPr/>
                <p14:nvPr/>
              </p14:nvContentPartPr>
              <p14:xfrm>
                <a:off x="8146415" y="2683598"/>
                <a:ext cx="168840" cy="33120"/>
              </p14:xfrm>
            </p:contentPart>
          </mc:Choice>
          <mc:Fallback>
            <p:pic>
              <p:nvPicPr>
                <p:cNvPr id="12" name="Tinta 11">
                  <a:extLst>
                    <a:ext uri="{FF2B5EF4-FFF2-40B4-BE49-F238E27FC236}">
                      <a16:creationId xmlns:a16="http://schemas.microsoft.com/office/drawing/2014/main" id="{A7DC7DD3-2B16-9314-BB03-5268172ECB9F}"/>
                    </a:ext>
                  </a:extLst>
                </p:cNvPr>
                <p:cNvPicPr/>
                <p:nvPr/>
              </p:nvPicPr>
              <p:blipFill>
                <a:blip r:embed="rId22"/>
                <a:stretch>
                  <a:fillRect/>
                </a:stretch>
              </p:blipFill>
              <p:spPr>
                <a:xfrm>
                  <a:off x="8140295" y="2677478"/>
                  <a:ext cx="181080" cy="45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3">
              <p14:nvContentPartPr>
                <p14:cNvPr id="13" name="Tinta 12">
                  <a:extLst>
                    <a:ext uri="{FF2B5EF4-FFF2-40B4-BE49-F238E27FC236}">
                      <a16:creationId xmlns:a16="http://schemas.microsoft.com/office/drawing/2014/main" id="{BE14B3A2-C82F-3E27-4B9A-E92EDCF2463E}"/>
                    </a:ext>
                  </a:extLst>
                </p14:cNvPr>
                <p14:cNvContentPartPr/>
                <p14:nvPr/>
              </p14:nvContentPartPr>
              <p14:xfrm>
                <a:off x="8136335" y="2651918"/>
                <a:ext cx="210600" cy="64800"/>
              </p14:xfrm>
            </p:contentPart>
          </mc:Choice>
          <mc:Fallback>
            <p:pic>
              <p:nvPicPr>
                <p:cNvPr id="13" name="Tinta 12">
                  <a:extLst>
                    <a:ext uri="{FF2B5EF4-FFF2-40B4-BE49-F238E27FC236}">
                      <a16:creationId xmlns:a16="http://schemas.microsoft.com/office/drawing/2014/main" id="{BE14B3A2-C82F-3E27-4B9A-E92EDCF2463E}"/>
                    </a:ext>
                  </a:extLst>
                </p:cNvPr>
                <p:cNvPicPr/>
                <p:nvPr/>
              </p:nvPicPr>
              <p:blipFill>
                <a:blip r:embed="rId24"/>
                <a:stretch>
                  <a:fillRect/>
                </a:stretch>
              </p:blipFill>
              <p:spPr>
                <a:xfrm>
                  <a:off x="8130215" y="2645798"/>
                  <a:ext cx="222840" cy="77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5">
              <p14:nvContentPartPr>
                <p14:cNvPr id="14" name="Tinta 13">
                  <a:extLst>
                    <a:ext uri="{FF2B5EF4-FFF2-40B4-BE49-F238E27FC236}">
                      <a16:creationId xmlns:a16="http://schemas.microsoft.com/office/drawing/2014/main" id="{C5AD272A-CA51-FCFB-CFF7-8E7F816AFA00}"/>
                    </a:ext>
                  </a:extLst>
                </p14:cNvPr>
                <p14:cNvContentPartPr/>
                <p14:nvPr/>
              </p14:nvContentPartPr>
              <p14:xfrm>
                <a:off x="8637455" y="2577398"/>
                <a:ext cx="10440" cy="119880"/>
              </p14:xfrm>
            </p:contentPart>
          </mc:Choice>
          <mc:Fallback>
            <p:pic>
              <p:nvPicPr>
                <p:cNvPr id="14" name="Tinta 13">
                  <a:extLst>
                    <a:ext uri="{FF2B5EF4-FFF2-40B4-BE49-F238E27FC236}">
                      <a16:creationId xmlns:a16="http://schemas.microsoft.com/office/drawing/2014/main" id="{C5AD272A-CA51-FCFB-CFF7-8E7F816AFA00}"/>
                    </a:ext>
                  </a:extLst>
                </p:cNvPr>
                <p:cNvPicPr/>
                <p:nvPr/>
              </p:nvPicPr>
              <p:blipFill>
                <a:blip r:embed="rId26"/>
                <a:stretch>
                  <a:fillRect/>
                </a:stretch>
              </p:blipFill>
              <p:spPr>
                <a:xfrm>
                  <a:off x="8631335" y="2571278"/>
                  <a:ext cx="22680" cy="132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7">
              <p14:nvContentPartPr>
                <p14:cNvPr id="15" name="Tinta 14">
                  <a:extLst>
                    <a:ext uri="{FF2B5EF4-FFF2-40B4-BE49-F238E27FC236}">
                      <a16:creationId xmlns:a16="http://schemas.microsoft.com/office/drawing/2014/main" id="{32FB1860-D7A6-CB03-9A85-3B538EAF9478}"/>
                    </a:ext>
                  </a:extLst>
                </p14:cNvPr>
                <p14:cNvContentPartPr/>
                <p14:nvPr/>
              </p14:nvContentPartPr>
              <p14:xfrm>
                <a:off x="8587055" y="2445278"/>
                <a:ext cx="30600" cy="8640"/>
              </p14:xfrm>
            </p:contentPart>
          </mc:Choice>
          <mc:Fallback>
            <p:pic>
              <p:nvPicPr>
                <p:cNvPr id="15" name="Tinta 14">
                  <a:extLst>
                    <a:ext uri="{FF2B5EF4-FFF2-40B4-BE49-F238E27FC236}">
                      <a16:creationId xmlns:a16="http://schemas.microsoft.com/office/drawing/2014/main" id="{32FB1860-D7A6-CB03-9A85-3B538EAF9478}"/>
                    </a:ext>
                  </a:extLst>
                </p:cNvPr>
                <p:cNvPicPr/>
                <p:nvPr/>
              </p:nvPicPr>
              <p:blipFill>
                <a:blip r:embed="rId28"/>
                <a:stretch>
                  <a:fillRect/>
                </a:stretch>
              </p:blipFill>
              <p:spPr>
                <a:xfrm>
                  <a:off x="8580935" y="2439158"/>
                  <a:ext cx="42840" cy="20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9">
              <p14:nvContentPartPr>
                <p14:cNvPr id="24" name="Tinta 23">
                  <a:extLst>
                    <a:ext uri="{FF2B5EF4-FFF2-40B4-BE49-F238E27FC236}">
                      <a16:creationId xmlns:a16="http://schemas.microsoft.com/office/drawing/2014/main" id="{747447B1-88FD-D40D-033C-CC15F1B20301}"/>
                    </a:ext>
                  </a:extLst>
                </p14:cNvPr>
                <p14:cNvContentPartPr/>
                <p14:nvPr/>
              </p14:nvContentPartPr>
              <p14:xfrm>
                <a:off x="7655375" y="2332958"/>
                <a:ext cx="732240" cy="519120"/>
              </p14:xfrm>
            </p:contentPart>
          </mc:Choice>
          <mc:Fallback>
            <p:pic>
              <p:nvPicPr>
                <p:cNvPr id="24" name="Tinta 23">
                  <a:extLst>
                    <a:ext uri="{FF2B5EF4-FFF2-40B4-BE49-F238E27FC236}">
                      <a16:creationId xmlns:a16="http://schemas.microsoft.com/office/drawing/2014/main" id="{747447B1-88FD-D40D-033C-CC15F1B20301}"/>
                    </a:ext>
                  </a:extLst>
                </p:cNvPr>
                <p:cNvPicPr/>
                <p:nvPr/>
              </p:nvPicPr>
              <p:blipFill>
                <a:blip r:embed="rId30"/>
                <a:stretch>
                  <a:fillRect/>
                </a:stretch>
              </p:blipFill>
              <p:spPr>
                <a:xfrm>
                  <a:off x="7649255" y="2326838"/>
                  <a:ext cx="744480" cy="531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1">
              <p14:nvContentPartPr>
                <p14:cNvPr id="20" name="Tinta 19">
                  <a:extLst>
                    <a:ext uri="{FF2B5EF4-FFF2-40B4-BE49-F238E27FC236}">
                      <a16:creationId xmlns:a16="http://schemas.microsoft.com/office/drawing/2014/main" id="{4688FF34-BB7C-138F-EAC7-F73CD2F3143D}"/>
                    </a:ext>
                  </a:extLst>
                </p14:cNvPr>
                <p14:cNvContentPartPr/>
                <p14:nvPr/>
              </p14:nvContentPartPr>
              <p14:xfrm>
                <a:off x="9130295" y="2747678"/>
                <a:ext cx="180720" cy="32400"/>
              </p14:xfrm>
            </p:contentPart>
          </mc:Choice>
          <mc:Fallback>
            <p:pic>
              <p:nvPicPr>
                <p:cNvPr id="20" name="Tinta 19">
                  <a:extLst>
                    <a:ext uri="{FF2B5EF4-FFF2-40B4-BE49-F238E27FC236}">
                      <a16:creationId xmlns:a16="http://schemas.microsoft.com/office/drawing/2014/main" id="{4688FF34-BB7C-138F-EAC7-F73CD2F3143D}"/>
                    </a:ext>
                  </a:extLst>
                </p:cNvPr>
                <p:cNvPicPr/>
                <p:nvPr/>
              </p:nvPicPr>
              <p:blipFill>
                <a:blip r:embed="rId32"/>
                <a:stretch>
                  <a:fillRect/>
                </a:stretch>
              </p:blipFill>
              <p:spPr>
                <a:xfrm>
                  <a:off x="9124175" y="2741558"/>
                  <a:ext cx="192960" cy="44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3">
              <p14:nvContentPartPr>
                <p14:cNvPr id="21" name="Tinta 20">
                  <a:extLst>
                    <a:ext uri="{FF2B5EF4-FFF2-40B4-BE49-F238E27FC236}">
                      <a16:creationId xmlns:a16="http://schemas.microsoft.com/office/drawing/2014/main" id="{7177A21F-2570-7801-31A2-9848ED0D7868}"/>
                    </a:ext>
                  </a:extLst>
                </p14:cNvPr>
                <p14:cNvContentPartPr/>
                <p14:nvPr/>
              </p14:nvContentPartPr>
              <p14:xfrm>
                <a:off x="9059735" y="2824358"/>
                <a:ext cx="210600" cy="22320"/>
              </p14:xfrm>
            </p:contentPart>
          </mc:Choice>
          <mc:Fallback>
            <p:pic>
              <p:nvPicPr>
                <p:cNvPr id="21" name="Tinta 20">
                  <a:extLst>
                    <a:ext uri="{FF2B5EF4-FFF2-40B4-BE49-F238E27FC236}">
                      <a16:creationId xmlns:a16="http://schemas.microsoft.com/office/drawing/2014/main" id="{7177A21F-2570-7801-31A2-9848ED0D7868}"/>
                    </a:ext>
                  </a:extLst>
                </p:cNvPr>
                <p:cNvPicPr/>
                <p:nvPr/>
              </p:nvPicPr>
              <p:blipFill>
                <a:blip r:embed="rId34"/>
                <a:stretch>
                  <a:fillRect/>
                </a:stretch>
              </p:blipFill>
              <p:spPr>
                <a:xfrm>
                  <a:off x="9053615" y="2818238"/>
                  <a:ext cx="222840" cy="34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5">
              <p14:nvContentPartPr>
                <p14:cNvPr id="41" name="Tinta 40">
                  <a:extLst>
                    <a:ext uri="{FF2B5EF4-FFF2-40B4-BE49-F238E27FC236}">
                      <a16:creationId xmlns:a16="http://schemas.microsoft.com/office/drawing/2014/main" id="{6F9FB0A5-A892-0BBF-11DB-07AD0798A447}"/>
                    </a:ext>
                  </a:extLst>
                </p14:cNvPr>
                <p14:cNvContentPartPr/>
                <p14:nvPr/>
              </p14:nvContentPartPr>
              <p14:xfrm>
                <a:off x="8558615" y="2339078"/>
                <a:ext cx="430200" cy="394200"/>
              </p14:xfrm>
            </p:contentPart>
          </mc:Choice>
          <mc:Fallback>
            <p:pic>
              <p:nvPicPr>
                <p:cNvPr id="41" name="Tinta 40">
                  <a:extLst>
                    <a:ext uri="{FF2B5EF4-FFF2-40B4-BE49-F238E27FC236}">
                      <a16:creationId xmlns:a16="http://schemas.microsoft.com/office/drawing/2014/main" id="{6F9FB0A5-A892-0BBF-11DB-07AD0798A447}"/>
                    </a:ext>
                  </a:extLst>
                </p:cNvPr>
                <p:cNvPicPr/>
                <p:nvPr/>
              </p:nvPicPr>
              <p:blipFill>
                <a:blip r:embed="rId36"/>
                <a:stretch>
                  <a:fillRect/>
                </a:stretch>
              </p:blipFill>
              <p:spPr>
                <a:xfrm>
                  <a:off x="8552495" y="2332958"/>
                  <a:ext cx="442440" cy="406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7">
              <p14:nvContentPartPr>
                <p14:cNvPr id="27" name="Tinta 26">
                  <a:extLst>
                    <a:ext uri="{FF2B5EF4-FFF2-40B4-BE49-F238E27FC236}">
                      <a16:creationId xmlns:a16="http://schemas.microsoft.com/office/drawing/2014/main" id="{DE719CCA-87E5-0709-9F20-B6D02C639209}"/>
                    </a:ext>
                  </a:extLst>
                </p14:cNvPr>
                <p14:cNvContentPartPr/>
                <p14:nvPr/>
              </p14:nvContentPartPr>
              <p14:xfrm>
                <a:off x="9564815" y="2462558"/>
                <a:ext cx="346320" cy="372960"/>
              </p14:xfrm>
            </p:contentPart>
          </mc:Choice>
          <mc:Fallback>
            <p:pic>
              <p:nvPicPr>
                <p:cNvPr id="27" name="Tinta 26">
                  <a:extLst>
                    <a:ext uri="{FF2B5EF4-FFF2-40B4-BE49-F238E27FC236}">
                      <a16:creationId xmlns:a16="http://schemas.microsoft.com/office/drawing/2014/main" id="{DE719CCA-87E5-0709-9F20-B6D02C639209}"/>
                    </a:ext>
                  </a:extLst>
                </p:cNvPr>
                <p:cNvPicPr/>
                <p:nvPr/>
              </p:nvPicPr>
              <p:blipFill>
                <a:blip r:embed="rId38"/>
                <a:stretch>
                  <a:fillRect/>
                </a:stretch>
              </p:blipFill>
              <p:spPr>
                <a:xfrm>
                  <a:off x="9558695" y="2456438"/>
                  <a:ext cx="358560" cy="385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9">
              <p14:nvContentPartPr>
                <p14:cNvPr id="28" name="Tinta 27">
                  <a:extLst>
                    <a:ext uri="{FF2B5EF4-FFF2-40B4-BE49-F238E27FC236}">
                      <a16:creationId xmlns:a16="http://schemas.microsoft.com/office/drawing/2014/main" id="{23AA9BEF-E5D1-7BBB-B175-D442BD22806C}"/>
                    </a:ext>
                  </a:extLst>
                </p14:cNvPr>
                <p14:cNvContentPartPr/>
                <p14:nvPr/>
              </p14:nvContentPartPr>
              <p14:xfrm>
                <a:off x="9961175" y="2641838"/>
                <a:ext cx="331920" cy="21240"/>
              </p14:xfrm>
            </p:contentPart>
          </mc:Choice>
          <mc:Fallback>
            <p:pic>
              <p:nvPicPr>
                <p:cNvPr id="28" name="Tinta 27">
                  <a:extLst>
                    <a:ext uri="{FF2B5EF4-FFF2-40B4-BE49-F238E27FC236}">
                      <a16:creationId xmlns:a16="http://schemas.microsoft.com/office/drawing/2014/main" id="{23AA9BEF-E5D1-7BBB-B175-D442BD22806C}"/>
                    </a:ext>
                  </a:extLst>
                </p:cNvPr>
                <p:cNvPicPr/>
                <p:nvPr/>
              </p:nvPicPr>
              <p:blipFill>
                <a:blip r:embed="rId40"/>
                <a:stretch>
                  <a:fillRect/>
                </a:stretch>
              </p:blipFill>
              <p:spPr>
                <a:xfrm>
                  <a:off x="9955055" y="2635718"/>
                  <a:ext cx="344160" cy="33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1">
              <p14:nvContentPartPr>
                <p14:cNvPr id="29" name="Tinta 28">
                  <a:extLst>
                    <a:ext uri="{FF2B5EF4-FFF2-40B4-BE49-F238E27FC236}">
                      <a16:creationId xmlns:a16="http://schemas.microsoft.com/office/drawing/2014/main" id="{B80939B2-57DA-0401-2529-8C036A409B04}"/>
                    </a:ext>
                  </a:extLst>
                </p14:cNvPr>
                <p14:cNvContentPartPr/>
                <p14:nvPr/>
              </p14:nvContentPartPr>
              <p14:xfrm>
                <a:off x="10022015" y="2662718"/>
                <a:ext cx="20520" cy="140760"/>
              </p14:xfrm>
            </p:contentPart>
          </mc:Choice>
          <mc:Fallback>
            <p:pic>
              <p:nvPicPr>
                <p:cNvPr id="29" name="Tinta 28">
                  <a:extLst>
                    <a:ext uri="{FF2B5EF4-FFF2-40B4-BE49-F238E27FC236}">
                      <a16:creationId xmlns:a16="http://schemas.microsoft.com/office/drawing/2014/main" id="{B80939B2-57DA-0401-2529-8C036A409B04}"/>
                    </a:ext>
                  </a:extLst>
                </p:cNvPr>
                <p:cNvPicPr/>
                <p:nvPr/>
              </p:nvPicPr>
              <p:blipFill>
                <a:blip r:embed="rId42"/>
                <a:stretch>
                  <a:fillRect/>
                </a:stretch>
              </p:blipFill>
              <p:spPr>
                <a:xfrm>
                  <a:off x="10015895" y="2656598"/>
                  <a:ext cx="32760" cy="153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3">
              <p14:nvContentPartPr>
                <p14:cNvPr id="30" name="Tinta 29">
                  <a:extLst>
                    <a:ext uri="{FF2B5EF4-FFF2-40B4-BE49-F238E27FC236}">
                      <a16:creationId xmlns:a16="http://schemas.microsoft.com/office/drawing/2014/main" id="{4FEC1F98-0906-B1CD-352B-9888CD7F4DDD}"/>
                    </a:ext>
                  </a:extLst>
                </p14:cNvPr>
                <p14:cNvContentPartPr/>
                <p14:nvPr/>
              </p14:nvContentPartPr>
              <p14:xfrm>
                <a:off x="10211735" y="2654438"/>
                <a:ext cx="50760" cy="159840"/>
              </p14:xfrm>
            </p:contentPart>
          </mc:Choice>
          <mc:Fallback>
            <p:pic>
              <p:nvPicPr>
                <p:cNvPr id="30" name="Tinta 29">
                  <a:extLst>
                    <a:ext uri="{FF2B5EF4-FFF2-40B4-BE49-F238E27FC236}">
                      <a16:creationId xmlns:a16="http://schemas.microsoft.com/office/drawing/2014/main" id="{4FEC1F98-0906-B1CD-352B-9888CD7F4DDD}"/>
                    </a:ext>
                  </a:extLst>
                </p:cNvPr>
                <p:cNvPicPr/>
                <p:nvPr/>
              </p:nvPicPr>
              <p:blipFill>
                <a:blip r:embed="rId44"/>
                <a:stretch>
                  <a:fillRect/>
                </a:stretch>
              </p:blipFill>
              <p:spPr>
                <a:xfrm>
                  <a:off x="10205615" y="2648318"/>
                  <a:ext cx="63000" cy="172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5">
              <p14:nvContentPartPr>
                <p14:cNvPr id="32" name="Tinta 31">
                  <a:extLst>
                    <a:ext uri="{FF2B5EF4-FFF2-40B4-BE49-F238E27FC236}">
                      <a16:creationId xmlns:a16="http://schemas.microsoft.com/office/drawing/2014/main" id="{6AEF8A76-2EF4-1970-C293-72CCFC8520B0}"/>
                    </a:ext>
                  </a:extLst>
                </p14:cNvPr>
                <p14:cNvContentPartPr/>
                <p14:nvPr/>
              </p14:nvContentPartPr>
              <p14:xfrm>
                <a:off x="10421975" y="2679638"/>
                <a:ext cx="180360" cy="74880"/>
              </p14:xfrm>
            </p:contentPart>
          </mc:Choice>
          <mc:Fallback>
            <p:pic>
              <p:nvPicPr>
                <p:cNvPr id="32" name="Tinta 31">
                  <a:extLst>
                    <a:ext uri="{FF2B5EF4-FFF2-40B4-BE49-F238E27FC236}">
                      <a16:creationId xmlns:a16="http://schemas.microsoft.com/office/drawing/2014/main" id="{6AEF8A76-2EF4-1970-C293-72CCFC8520B0}"/>
                    </a:ext>
                  </a:extLst>
                </p:cNvPr>
                <p:cNvPicPr/>
                <p:nvPr/>
              </p:nvPicPr>
              <p:blipFill>
                <a:blip r:embed="rId46"/>
                <a:stretch>
                  <a:fillRect/>
                </a:stretch>
              </p:blipFill>
              <p:spPr>
                <a:xfrm>
                  <a:off x="10415855" y="2673518"/>
                  <a:ext cx="192600" cy="87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7">
              <p14:nvContentPartPr>
                <p14:cNvPr id="33" name="Tinta 32">
                  <a:extLst>
                    <a:ext uri="{FF2B5EF4-FFF2-40B4-BE49-F238E27FC236}">
                      <a16:creationId xmlns:a16="http://schemas.microsoft.com/office/drawing/2014/main" id="{9CE5254C-DF91-BA6C-ABB1-F591C2F027F8}"/>
                    </a:ext>
                  </a:extLst>
                </p14:cNvPr>
                <p14:cNvContentPartPr/>
                <p14:nvPr/>
              </p14:nvContentPartPr>
              <p14:xfrm>
                <a:off x="10282655" y="2679638"/>
                <a:ext cx="240840" cy="98640"/>
              </p14:xfrm>
            </p:contentPart>
          </mc:Choice>
          <mc:Fallback>
            <p:pic>
              <p:nvPicPr>
                <p:cNvPr id="33" name="Tinta 32">
                  <a:extLst>
                    <a:ext uri="{FF2B5EF4-FFF2-40B4-BE49-F238E27FC236}">
                      <a16:creationId xmlns:a16="http://schemas.microsoft.com/office/drawing/2014/main" id="{9CE5254C-DF91-BA6C-ABB1-F591C2F027F8}"/>
                    </a:ext>
                  </a:extLst>
                </p:cNvPr>
                <p:cNvPicPr/>
                <p:nvPr/>
              </p:nvPicPr>
              <p:blipFill>
                <a:blip r:embed="rId48"/>
                <a:stretch>
                  <a:fillRect/>
                </a:stretch>
              </p:blipFill>
              <p:spPr>
                <a:xfrm>
                  <a:off x="10276535" y="2673518"/>
                  <a:ext cx="253080" cy="110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9">
              <p14:nvContentPartPr>
                <p14:cNvPr id="34" name="Tinta 33">
                  <a:extLst>
                    <a:ext uri="{FF2B5EF4-FFF2-40B4-BE49-F238E27FC236}">
                      <a16:creationId xmlns:a16="http://schemas.microsoft.com/office/drawing/2014/main" id="{5291E140-6FA8-E29F-28CF-44C0BC9E9E8C}"/>
                    </a:ext>
                  </a:extLst>
                </p14:cNvPr>
                <p14:cNvContentPartPr/>
                <p14:nvPr/>
              </p14:nvContentPartPr>
              <p14:xfrm>
                <a:off x="10662815" y="2565158"/>
                <a:ext cx="111600" cy="204120"/>
              </p14:xfrm>
            </p:contentPart>
          </mc:Choice>
          <mc:Fallback>
            <p:pic>
              <p:nvPicPr>
                <p:cNvPr id="34" name="Tinta 33">
                  <a:extLst>
                    <a:ext uri="{FF2B5EF4-FFF2-40B4-BE49-F238E27FC236}">
                      <a16:creationId xmlns:a16="http://schemas.microsoft.com/office/drawing/2014/main" id="{5291E140-6FA8-E29F-28CF-44C0BC9E9E8C}"/>
                    </a:ext>
                  </a:extLst>
                </p:cNvPr>
                <p:cNvPicPr/>
                <p:nvPr/>
              </p:nvPicPr>
              <p:blipFill>
                <a:blip r:embed="rId50"/>
                <a:stretch>
                  <a:fillRect/>
                </a:stretch>
              </p:blipFill>
              <p:spPr>
                <a:xfrm>
                  <a:off x="10656695" y="2559038"/>
                  <a:ext cx="123840" cy="216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1">
              <p14:nvContentPartPr>
                <p14:cNvPr id="35" name="Tinta 34">
                  <a:extLst>
                    <a:ext uri="{FF2B5EF4-FFF2-40B4-BE49-F238E27FC236}">
                      <a16:creationId xmlns:a16="http://schemas.microsoft.com/office/drawing/2014/main" id="{91EED3AF-0312-4403-D583-A80645E78BD5}"/>
                    </a:ext>
                  </a:extLst>
                </p14:cNvPr>
                <p14:cNvContentPartPr/>
                <p14:nvPr/>
              </p14:nvContentPartPr>
              <p14:xfrm>
                <a:off x="10673615" y="2575238"/>
                <a:ext cx="270720" cy="155160"/>
              </p14:xfrm>
            </p:contentPart>
          </mc:Choice>
          <mc:Fallback>
            <p:pic>
              <p:nvPicPr>
                <p:cNvPr id="35" name="Tinta 34">
                  <a:extLst>
                    <a:ext uri="{FF2B5EF4-FFF2-40B4-BE49-F238E27FC236}">
                      <a16:creationId xmlns:a16="http://schemas.microsoft.com/office/drawing/2014/main" id="{91EED3AF-0312-4403-D583-A80645E78BD5}"/>
                    </a:ext>
                  </a:extLst>
                </p:cNvPr>
                <p:cNvPicPr/>
                <p:nvPr/>
              </p:nvPicPr>
              <p:blipFill>
                <a:blip r:embed="rId52"/>
                <a:stretch>
                  <a:fillRect/>
                </a:stretch>
              </p:blipFill>
              <p:spPr>
                <a:xfrm>
                  <a:off x="10667495" y="2569118"/>
                  <a:ext cx="282960" cy="167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3">
              <p14:nvContentPartPr>
                <p14:cNvPr id="36" name="Tinta 35">
                  <a:extLst>
                    <a:ext uri="{FF2B5EF4-FFF2-40B4-BE49-F238E27FC236}">
                      <a16:creationId xmlns:a16="http://schemas.microsoft.com/office/drawing/2014/main" id="{C2603770-CD5F-0AAA-4BED-D9B996AF5482}"/>
                    </a:ext>
                  </a:extLst>
                </p14:cNvPr>
                <p14:cNvContentPartPr/>
                <p14:nvPr/>
              </p14:nvContentPartPr>
              <p14:xfrm>
                <a:off x="11082935" y="2322878"/>
                <a:ext cx="192240" cy="23760"/>
              </p14:xfrm>
            </p:contentPart>
          </mc:Choice>
          <mc:Fallback>
            <p:pic>
              <p:nvPicPr>
                <p:cNvPr id="36" name="Tinta 35">
                  <a:extLst>
                    <a:ext uri="{FF2B5EF4-FFF2-40B4-BE49-F238E27FC236}">
                      <a16:creationId xmlns:a16="http://schemas.microsoft.com/office/drawing/2014/main" id="{C2603770-CD5F-0AAA-4BED-D9B996AF5482}"/>
                    </a:ext>
                  </a:extLst>
                </p:cNvPr>
                <p:cNvPicPr/>
                <p:nvPr/>
              </p:nvPicPr>
              <p:blipFill>
                <a:blip r:embed="rId54"/>
                <a:stretch>
                  <a:fillRect/>
                </a:stretch>
              </p:blipFill>
              <p:spPr>
                <a:xfrm>
                  <a:off x="11076815" y="2316758"/>
                  <a:ext cx="204480" cy="3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5">
              <p14:nvContentPartPr>
                <p14:cNvPr id="37" name="Tinta 36">
                  <a:extLst>
                    <a:ext uri="{FF2B5EF4-FFF2-40B4-BE49-F238E27FC236}">
                      <a16:creationId xmlns:a16="http://schemas.microsoft.com/office/drawing/2014/main" id="{5B43814D-26D0-C310-12EE-447C4DA7F592}"/>
                    </a:ext>
                  </a:extLst>
                </p14:cNvPr>
                <p14:cNvContentPartPr/>
                <p14:nvPr/>
              </p14:nvContentPartPr>
              <p14:xfrm>
                <a:off x="11305055" y="2237558"/>
                <a:ext cx="118800" cy="152640"/>
              </p14:xfrm>
            </p:contentPart>
          </mc:Choice>
          <mc:Fallback>
            <p:pic>
              <p:nvPicPr>
                <p:cNvPr id="37" name="Tinta 36">
                  <a:extLst>
                    <a:ext uri="{FF2B5EF4-FFF2-40B4-BE49-F238E27FC236}">
                      <a16:creationId xmlns:a16="http://schemas.microsoft.com/office/drawing/2014/main" id="{5B43814D-26D0-C310-12EE-447C4DA7F592}"/>
                    </a:ext>
                  </a:extLst>
                </p:cNvPr>
                <p:cNvPicPr/>
                <p:nvPr/>
              </p:nvPicPr>
              <p:blipFill>
                <a:blip r:embed="rId56"/>
                <a:stretch>
                  <a:fillRect/>
                </a:stretch>
              </p:blipFill>
              <p:spPr>
                <a:xfrm>
                  <a:off x="11298935" y="2231438"/>
                  <a:ext cx="131040" cy="164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7">
              <p14:nvContentPartPr>
                <p14:cNvPr id="38" name="Tinta 37">
                  <a:extLst>
                    <a:ext uri="{FF2B5EF4-FFF2-40B4-BE49-F238E27FC236}">
                      <a16:creationId xmlns:a16="http://schemas.microsoft.com/office/drawing/2014/main" id="{5474776F-0DD2-984C-D53D-94991928D561}"/>
                    </a:ext>
                  </a:extLst>
                </p14:cNvPr>
                <p14:cNvContentPartPr/>
                <p14:nvPr/>
              </p14:nvContentPartPr>
              <p14:xfrm>
                <a:off x="11325215" y="2289758"/>
                <a:ext cx="170280" cy="15840"/>
              </p14:xfrm>
            </p:contentPart>
          </mc:Choice>
          <mc:Fallback>
            <p:pic>
              <p:nvPicPr>
                <p:cNvPr id="38" name="Tinta 37">
                  <a:extLst>
                    <a:ext uri="{FF2B5EF4-FFF2-40B4-BE49-F238E27FC236}">
                      <a16:creationId xmlns:a16="http://schemas.microsoft.com/office/drawing/2014/main" id="{5474776F-0DD2-984C-D53D-94991928D561}"/>
                    </a:ext>
                  </a:extLst>
                </p:cNvPr>
                <p:cNvPicPr/>
                <p:nvPr/>
              </p:nvPicPr>
              <p:blipFill>
                <a:blip r:embed="rId58"/>
                <a:stretch>
                  <a:fillRect/>
                </a:stretch>
              </p:blipFill>
              <p:spPr>
                <a:xfrm>
                  <a:off x="11319095" y="2283638"/>
                  <a:ext cx="182520" cy="28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9">
              <p14:nvContentPartPr>
                <p14:cNvPr id="43" name="Tinta 42">
                  <a:extLst>
                    <a:ext uri="{FF2B5EF4-FFF2-40B4-BE49-F238E27FC236}">
                      <a16:creationId xmlns:a16="http://schemas.microsoft.com/office/drawing/2014/main" id="{F84FBF62-608F-344C-0E25-98336EA4BD63}"/>
                    </a:ext>
                  </a:extLst>
                </p14:cNvPr>
                <p14:cNvContentPartPr/>
                <p14:nvPr/>
              </p14:nvContentPartPr>
              <p14:xfrm>
                <a:off x="10892855" y="2853878"/>
                <a:ext cx="291240" cy="37080"/>
              </p14:xfrm>
            </p:contentPart>
          </mc:Choice>
          <mc:Fallback>
            <p:pic>
              <p:nvPicPr>
                <p:cNvPr id="43" name="Tinta 42">
                  <a:extLst>
                    <a:ext uri="{FF2B5EF4-FFF2-40B4-BE49-F238E27FC236}">
                      <a16:creationId xmlns:a16="http://schemas.microsoft.com/office/drawing/2014/main" id="{F84FBF62-608F-344C-0E25-98336EA4BD63}"/>
                    </a:ext>
                  </a:extLst>
                </p:cNvPr>
                <p:cNvPicPr/>
                <p:nvPr/>
              </p:nvPicPr>
              <p:blipFill>
                <a:blip r:embed="rId60"/>
                <a:stretch>
                  <a:fillRect/>
                </a:stretch>
              </p:blipFill>
              <p:spPr>
                <a:xfrm>
                  <a:off x="10886735" y="2847758"/>
                  <a:ext cx="303480" cy="49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1">
              <p14:nvContentPartPr>
                <p14:cNvPr id="44" name="Tinta 43">
                  <a:extLst>
                    <a:ext uri="{FF2B5EF4-FFF2-40B4-BE49-F238E27FC236}">
                      <a16:creationId xmlns:a16="http://schemas.microsoft.com/office/drawing/2014/main" id="{6C47AF1B-E050-CD49-29F3-FA757B50F0FD}"/>
                    </a:ext>
                  </a:extLst>
                </p14:cNvPr>
                <p14:cNvContentPartPr/>
                <p14:nvPr/>
              </p14:nvContentPartPr>
              <p14:xfrm>
                <a:off x="11325215" y="2671358"/>
                <a:ext cx="139680" cy="143280"/>
              </p14:xfrm>
            </p:contentPart>
          </mc:Choice>
          <mc:Fallback>
            <p:pic>
              <p:nvPicPr>
                <p:cNvPr id="44" name="Tinta 43">
                  <a:extLst>
                    <a:ext uri="{FF2B5EF4-FFF2-40B4-BE49-F238E27FC236}">
                      <a16:creationId xmlns:a16="http://schemas.microsoft.com/office/drawing/2014/main" id="{6C47AF1B-E050-CD49-29F3-FA757B50F0FD}"/>
                    </a:ext>
                  </a:extLst>
                </p:cNvPr>
                <p:cNvPicPr/>
                <p:nvPr/>
              </p:nvPicPr>
              <p:blipFill>
                <a:blip r:embed="rId62"/>
                <a:stretch>
                  <a:fillRect/>
                </a:stretch>
              </p:blipFill>
              <p:spPr>
                <a:xfrm>
                  <a:off x="11319095" y="2665238"/>
                  <a:ext cx="151920" cy="155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3">
              <p14:nvContentPartPr>
                <p14:cNvPr id="45" name="Tinta 44">
                  <a:extLst>
                    <a:ext uri="{FF2B5EF4-FFF2-40B4-BE49-F238E27FC236}">
                      <a16:creationId xmlns:a16="http://schemas.microsoft.com/office/drawing/2014/main" id="{BCBB82A9-ACC7-C67F-2416-CBDCA0C6B422}"/>
                    </a:ext>
                  </a:extLst>
                </p14:cNvPr>
                <p14:cNvContentPartPr/>
                <p14:nvPr/>
              </p14:nvContentPartPr>
              <p14:xfrm>
                <a:off x="11194175" y="2698718"/>
                <a:ext cx="190440" cy="53640"/>
              </p14:xfrm>
            </p:contentPart>
          </mc:Choice>
          <mc:Fallback>
            <p:pic>
              <p:nvPicPr>
                <p:cNvPr id="45" name="Tinta 44">
                  <a:extLst>
                    <a:ext uri="{FF2B5EF4-FFF2-40B4-BE49-F238E27FC236}">
                      <a16:creationId xmlns:a16="http://schemas.microsoft.com/office/drawing/2014/main" id="{BCBB82A9-ACC7-C67F-2416-CBDCA0C6B422}"/>
                    </a:ext>
                  </a:extLst>
                </p:cNvPr>
                <p:cNvPicPr/>
                <p:nvPr/>
              </p:nvPicPr>
              <p:blipFill>
                <a:blip r:embed="rId64"/>
                <a:stretch>
                  <a:fillRect/>
                </a:stretch>
              </p:blipFill>
              <p:spPr>
                <a:xfrm>
                  <a:off x="11188055" y="2692598"/>
                  <a:ext cx="202680" cy="65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5">
              <p14:nvContentPartPr>
                <p14:cNvPr id="46" name="Tinta 45">
                  <a:extLst>
                    <a:ext uri="{FF2B5EF4-FFF2-40B4-BE49-F238E27FC236}">
                      <a16:creationId xmlns:a16="http://schemas.microsoft.com/office/drawing/2014/main" id="{A2FACFDB-AE48-A4A4-CEC3-33AC71B5B5BB}"/>
                    </a:ext>
                  </a:extLst>
                </p14:cNvPr>
                <p14:cNvContentPartPr/>
                <p14:nvPr/>
              </p14:nvContentPartPr>
              <p14:xfrm>
                <a:off x="11383895" y="2589278"/>
                <a:ext cx="491760" cy="207720"/>
              </p14:xfrm>
            </p:contentPart>
          </mc:Choice>
          <mc:Fallback>
            <p:pic>
              <p:nvPicPr>
                <p:cNvPr id="46" name="Tinta 45">
                  <a:extLst>
                    <a:ext uri="{FF2B5EF4-FFF2-40B4-BE49-F238E27FC236}">
                      <a16:creationId xmlns:a16="http://schemas.microsoft.com/office/drawing/2014/main" id="{A2FACFDB-AE48-A4A4-CEC3-33AC71B5B5BB}"/>
                    </a:ext>
                  </a:extLst>
                </p:cNvPr>
                <p:cNvPicPr/>
                <p:nvPr/>
              </p:nvPicPr>
              <p:blipFill>
                <a:blip r:embed="rId66"/>
                <a:stretch>
                  <a:fillRect/>
                </a:stretch>
              </p:blipFill>
              <p:spPr>
                <a:xfrm>
                  <a:off x="11377775" y="2583158"/>
                  <a:ext cx="504000" cy="219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7">
              <p14:nvContentPartPr>
                <p14:cNvPr id="47" name="Tinta 46">
                  <a:extLst>
                    <a:ext uri="{FF2B5EF4-FFF2-40B4-BE49-F238E27FC236}">
                      <a16:creationId xmlns:a16="http://schemas.microsoft.com/office/drawing/2014/main" id="{85468D99-A674-DDC3-A8DC-73DAF7EA9887}"/>
                    </a:ext>
                  </a:extLst>
                </p14:cNvPr>
                <p14:cNvContentPartPr/>
                <p14:nvPr/>
              </p14:nvContentPartPr>
              <p14:xfrm>
                <a:off x="9722495" y="2972318"/>
                <a:ext cx="1963080" cy="84600"/>
              </p14:xfrm>
            </p:contentPart>
          </mc:Choice>
          <mc:Fallback>
            <p:pic>
              <p:nvPicPr>
                <p:cNvPr id="47" name="Tinta 46">
                  <a:extLst>
                    <a:ext uri="{FF2B5EF4-FFF2-40B4-BE49-F238E27FC236}">
                      <a16:creationId xmlns:a16="http://schemas.microsoft.com/office/drawing/2014/main" id="{85468D99-A674-DDC3-A8DC-73DAF7EA9887}"/>
                    </a:ext>
                  </a:extLst>
                </p:cNvPr>
                <p:cNvPicPr/>
                <p:nvPr/>
              </p:nvPicPr>
              <p:blipFill>
                <a:blip r:embed="rId68"/>
                <a:stretch>
                  <a:fillRect/>
                </a:stretch>
              </p:blipFill>
              <p:spPr>
                <a:xfrm>
                  <a:off x="9716375" y="2966198"/>
                  <a:ext cx="1975320" cy="96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9">
              <p14:nvContentPartPr>
                <p14:cNvPr id="49" name="Tinta 48">
                  <a:extLst>
                    <a:ext uri="{FF2B5EF4-FFF2-40B4-BE49-F238E27FC236}">
                      <a16:creationId xmlns:a16="http://schemas.microsoft.com/office/drawing/2014/main" id="{90AC500F-285E-F443-210D-F75A883EE5AB}"/>
                    </a:ext>
                  </a:extLst>
                </p14:cNvPr>
                <p14:cNvContentPartPr/>
                <p14:nvPr/>
              </p14:nvContentPartPr>
              <p14:xfrm>
                <a:off x="9840215" y="3201278"/>
                <a:ext cx="320400" cy="284040"/>
              </p14:xfrm>
            </p:contentPart>
          </mc:Choice>
          <mc:Fallback>
            <p:pic>
              <p:nvPicPr>
                <p:cNvPr id="49" name="Tinta 48">
                  <a:extLst>
                    <a:ext uri="{FF2B5EF4-FFF2-40B4-BE49-F238E27FC236}">
                      <a16:creationId xmlns:a16="http://schemas.microsoft.com/office/drawing/2014/main" id="{90AC500F-285E-F443-210D-F75A883EE5AB}"/>
                    </a:ext>
                  </a:extLst>
                </p:cNvPr>
                <p:cNvPicPr/>
                <p:nvPr/>
              </p:nvPicPr>
              <p:blipFill>
                <a:blip r:embed="rId70"/>
                <a:stretch>
                  <a:fillRect/>
                </a:stretch>
              </p:blipFill>
              <p:spPr>
                <a:xfrm>
                  <a:off x="9834095" y="3195158"/>
                  <a:ext cx="332640" cy="296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1">
              <p14:nvContentPartPr>
                <p14:cNvPr id="50" name="Tinta 49">
                  <a:extLst>
                    <a:ext uri="{FF2B5EF4-FFF2-40B4-BE49-F238E27FC236}">
                      <a16:creationId xmlns:a16="http://schemas.microsoft.com/office/drawing/2014/main" id="{C3E61081-277C-FD17-FA9C-E33351E35788}"/>
                    </a:ext>
                  </a:extLst>
                </p14:cNvPr>
                <p14:cNvContentPartPr/>
                <p14:nvPr/>
              </p14:nvContentPartPr>
              <p14:xfrm>
                <a:off x="10492895" y="3293438"/>
                <a:ext cx="60840" cy="151560"/>
              </p14:xfrm>
            </p:contentPart>
          </mc:Choice>
          <mc:Fallback>
            <p:pic>
              <p:nvPicPr>
                <p:cNvPr id="50" name="Tinta 49">
                  <a:extLst>
                    <a:ext uri="{FF2B5EF4-FFF2-40B4-BE49-F238E27FC236}">
                      <a16:creationId xmlns:a16="http://schemas.microsoft.com/office/drawing/2014/main" id="{C3E61081-277C-FD17-FA9C-E33351E35788}"/>
                    </a:ext>
                  </a:extLst>
                </p:cNvPr>
                <p:cNvPicPr/>
                <p:nvPr/>
              </p:nvPicPr>
              <p:blipFill>
                <a:blip r:embed="rId72"/>
                <a:stretch>
                  <a:fillRect/>
                </a:stretch>
              </p:blipFill>
              <p:spPr>
                <a:xfrm>
                  <a:off x="10486775" y="3287318"/>
                  <a:ext cx="73080" cy="163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3">
              <p14:nvContentPartPr>
                <p14:cNvPr id="51" name="Tinta 50">
                  <a:extLst>
                    <a:ext uri="{FF2B5EF4-FFF2-40B4-BE49-F238E27FC236}">
                      <a16:creationId xmlns:a16="http://schemas.microsoft.com/office/drawing/2014/main" id="{F85F19C8-60C7-9C17-3FB8-84600515E86C}"/>
                    </a:ext>
                  </a:extLst>
                </p14:cNvPr>
                <p14:cNvContentPartPr/>
                <p14:nvPr/>
              </p14:nvContentPartPr>
              <p14:xfrm>
                <a:off x="10421975" y="3357158"/>
                <a:ext cx="170280" cy="53640"/>
              </p14:xfrm>
            </p:contentPart>
          </mc:Choice>
          <mc:Fallback>
            <p:pic>
              <p:nvPicPr>
                <p:cNvPr id="51" name="Tinta 50">
                  <a:extLst>
                    <a:ext uri="{FF2B5EF4-FFF2-40B4-BE49-F238E27FC236}">
                      <a16:creationId xmlns:a16="http://schemas.microsoft.com/office/drawing/2014/main" id="{F85F19C8-60C7-9C17-3FB8-84600515E86C}"/>
                    </a:ext>
                  </a:extLst>
                </p:cNvPr>
                <p:cNvPicPr/>
                <p:nvPr/>
              </p:nvPicPr>
              <p:blipFill>
                <a:blip r:embed="rId74"/>
                <a:stretch>
                  <a:fillRect/>
                </a:stretch>
              </p:blipFill>
              <p:spPr>
                <a:xfrm>
                  <a:off x="10415855" y="3351038"/>
                  <a:ext cx="182520" cy="65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5">
              <p14:nvContentPartPr>
                <p14:cNvPr id="52" name="Tinta 51">
                  <a:extLst>
                    <a:ext uri="{FF2B5EF4-FFF2-40B4-BE49-F238E27FC236}">
                      <a16:creationId xmlns:a16="http://schemas.microsoft.com/office/drawing/2014/main" id="{8D647572-3C44-E1AA-625A-2183766864D7}"/>
                    </a:ext>
                  </a:extLst>
                </p14:cNvPr>
                <p14:cNvContentPartPr/>
                <p14:nvPr/>
              </p14:nvContentPartPr>
              <p14:xfrm>
                <a:off x="10744895" y="3187598"/>
                <a:ext cx="348480" cy="293400"/>
              </p14:xfrm>
            </p:contentPart>
          </mc:Choice>
          <mc:Fallback>
            <p:pic>
              <p:nvPicPr>
                <p:cNvPr id="52" name="Tinta 51">
                  <a:extLst>
                    <a:ext uri="{FF2B5EF4-FFF2-40B4-BE49-F238E27FC236}">
                      <a16:creationId xmlns:a16="http://schemas.microsoft.com/office/drawing/2014/main" id="{8D647572-3C44-E1AA-625A-2183766864D7}"/>
                    </a:ext>
                  </a:extLst>
                </p:cNvPr>
                <p:cNvPicPr/>
                <p:nvPr/>
              </p:nvPicPr>
              <p:blipFill>
                <a:blip r:embed="rId76"/>
                <a:stretch>
                  <a:fillRect/>
                </a:stretch>
              </p:blipFill>
              <p:spPr>
                <a:xfrm>
                  <a:off x="10738775" y="3181478"/>
                  <a:ext cx="360720" cy="305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7">
              <p14:nvContentPartPr>
                <p14:cNvPr id="53" name="Tinta 52">
                  <a:extLst>
                    <a:ext uri="{FF2B5EF4-FFF2-40B4-BE49-F238E27FC236}">
                      <a16:creationId xmlns:a16="http://schemas.microsoft.com/office/drawing/2014/main" id="{F1539A9C-533E-888F-5661-C36BEB901707}"/>
                    </a:ext>
                  </a:extLst>
                </p14:cNvPr>
                <p14:cNvContentPartPr/>
                <p14:nvPr/>
              </p14:nvContentPartPr>
              <p14:xfrm>
                <a:off x="11254655" y="3301718"/>
                <a:ext cx="390240" cy="29880"/>
              </p14:xfrm>
            </p:contentPart>
          </mc:Choice>
          <mc:Fallback>
            <p:pic>
              <p:nvPicPr>
                <p:cNvPr id="53" name="Tinta 52">
                  <a:extLst>
                    <a:ext uri="{FF2B5EF4-FFF2-40B4-BE49-F238E27FC236}">
                      <a16:creationId xmlns:a16="http://schemas.microsoft.com/office/drawing/2014/main" id="{F1539A9C-533E-888F-5661-C36BEB901707}"/>
                    </a:ext>
                  </a:extLst>
                </p:cNvPr>
                <p:cNvPicPr/>
                <p:nvPr/>
              </p:nvPicPr>
              <p:blipFill>
                <a:blip r:embed="rId78"/>
                <a:stretch>
                  <a:fillRect/>
                </a:stretch>
              </p:blipFill>
              <p:spPr>
                <a:xfrm>
                  <a:off x="11248535" y="3295598"/>
                  <a:ext cx="402480" cy="42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9">
              <p14:nvContentPartPr>
                <p14:cNvPr id="54" name="Tinta 53">
                  <a:extLst>
                    <a:ext uri="{FF2B5EF4-FFF2-40B4-BE49-F238E27FC236}">
                      <a16:creationId xmlns:a16="http://schemas.microsoft.com/office/drawing/2014/main" id="{C3F35CE6-88F1-2B7B-AB37-5A14C224D6FA}"/>
                    </a:ext>
                  </a:extLst>
                </p14:cNvPr>
                <p14:cNvContentPartPr/>
                <p14:nvPr/>
              </p14:nvContentPartPr>
              <p14:xfrm>
                <a:off x="11343575" y="3322958"/>
                <a:ext cx="81360" cy="136800"/>
              </p14:xfrm>
            </p:contentPart>
          </mc:Choice>
          <mc:Fallback>
            <p:pic>
              <p:nvPicPr>
                <p:cNvPr id="54" name="Tinta 53">
                  <a:extLst>
                    <a:ext uri="{FF2B5EF4-FFF2-40B4-BE49-F238E27FC236}">
                      <a16:creationId xmlns:a16="http://schemas.microsoft.com/office/drawing/2014/main" id="{C3F35CE6-88F1-2B7B-AB37-5A14C224D6FA}"/>
                    </a:ext>
                  </a:extLst>
                </p:cNvPr>
                <p:cNvPicPr/>
                <p:nvPr/>
              </p:nvPicPr>
              <p:blipFill>
                <a:blip r:embed="rId80"/>
                <a:stretch>
                  <a:fillRect/>
                </a:stretch>
              </p:blipFill>
              <p:spPr>
                <a:xfrm>
                  <a:off x="11337455" y="3316838"/>
                  <a:ext cx="93600" cy="149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1">
              <p14:nvContentPartPr>
                <p14:cNvPr id="55" name="Tinta 54">
                  <a:extLst>
                    <a:ext uri="{FF2B5EF4-FFF2-40B4-BE49-F238E27FC236}">
                      <a16:creationId xmlns:a16="http://schemas.microsoft.com/office/drawing/2014/main" id="{C931C04D-8E14-0464-8ADB-EA074BB14E30}"/>
                    </a:ext>
                  </a:extLst>
                </p14:cNvPr>
                <p14:cNvContentPartPr/>
                <p14:nvPr/>
              </p14:nvContentPartPr>
              <p14:xfrm>
                <a:off x="11485055" y="3376238"/>
                <a:ext cx="60840" cy="145080"/>
              </p14:xfrm>
            </p:contentPart>
          </mc:Choice>
          <mc:Fallback>
            <p:pic>
              <p:nvPicPr>
                <p:cNvPr id="55" name="Tinta 54">
                  <a:extLst>
                    <a:ext uri="{FF2B5EF4-FFF2-40B4-BE49-F238E27FC236}">
                      <a16:creationId xmlns:a16="http://schemas.microsoft.com/office/drawing/2014/main" id="{C931C04D-8E14-0464-8ADB-EA074BB14E30}"/>
                    </a:ext>
                  </a:extLst>
                </p:cNvPr>
                <p:cNvPicPr/>
                <p:nvPr/>
              </p:nvPicPr>
              <p:blipFill>
                <a:blip r:embed="rId82"/>
                <a:stretch>
                  <a:fillRect/>
                </a:stretch>
              </p:blipFill>
              <p:spPr>
                <a:xfrm>
                  <a:off x="11478935" y="3370118"/>
                  <a:ext cx="73080" cy="157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3">
              <p14:nvContentPartPr>
                <p14:cNvPr id="57" name="Tinta 56">
                  <a:extLst>
                    <a:ext uri="{FF2B5EF4-FFF2-40B4-BE49-F238E27FC236}">
                      <a16:creationId xmlns:a16="http://schemas.microsoft.com/office/drawing/2014/main" id="{21357F5E-48BD-1EBB-E3DB-1AE1DB34D18F}"/>
                    </a:ext>
                  </a:extLst>
                </p14:cNvPr>
                <p14:cNvContentPartPr/>
                <p14:nvPr/>
              </p14:nvContentPartPr>
              <p14:xfrm>
                <a:off x="9623135" y="3382718"/>
                <a:ext cx="2454840" cy="100080"/>
              </p14:xfrm>
            </p:contentPart>
          </mc:Choice>
          <mc:Fallback>
            <p:pic>
              <p:nvPicPr>
                <p:cNvPr id="57" name="Tinta 56">
                  <a:extLst>
                    <a:ext uri="{FF2B5EF4-FFF2-40B4-BE49-F238E27FC236}">
                      <a16:creationId xmlns:a16="http://schemas.microsoft.com/office/drawing/2014/main" id="{21357F5E-48BD-1EBB-E3DB-1AE1DB34D18F}"/>
                    </a:ext>
                  </a:extLst>
                </p:cNvPr>
                <p:cNvPicPr/>
                <p:nvPr/>
              </p:nvPicPr>
              <p:blipFill>
                <a:blip r:embed="rId84"/>
                <a:stretch>
                  <a:fillRect/>
                </a:stretch>
              </p:blipFill>
              <p:spPr>
                <a:xfrm>
                  <a:off x="9617015" y="3376598"/>
                  <a:ext cx="2467080" cy="112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5">
              <p14:nvContentPartPr>
                <p14:cNvPr id="59" name="Tinta 58">
                  <a:extLst>
                    <a:ext uri="{FF2B5EF4-FFF2-40B4-BE49-F238E27FC236}">
                      <a16:creationId xmlns:a16="http://schemas.microsoft.com/office/drawing/2014/main" id="{784FA0E8-F2CD-69BE-AECC-8BC3B9B5AB7F}"/>
                    </a:ext>
                  </a:extLst>
                </p14:cNvPr>
                <p14:cNvContentPartPr/>
                <p14:nvPr/>
              </p14:nvContentPartPr>
              <p14:xfrm>
                <a:off x="9490295" y="2660918"/>
                <a:ext cx="822960" cy="106560"/>
              </p14:xfrm>
            </p:contentPart>
          </mc:Choice>
          <mc:Fallback>
            <p:pic>
              <p:nvPicPr>
                <p:cNvPr id="59" name="Tinta 58">
                  <a:extLst>
                    <a:ext uri="{FF2B5EF4-FFF2-40B4-BE49-F238E27FC236}">
                      <a16:creationId xmlns:a16="http://schemas.microsoft.com/office/drawing/2014/main" id="{784FA0E8-F2CD-69BE-AECC-8BC3B9B5AB7F}"/>
                    </a:ext>
                  </a:extLst>
                </p:cNvPr>
                <p:cNvPicPr/>
                <p:nvPr/>
              </p:nvPicPr>
              <p:blipFill>
                <a:blip r:embed="rId86"/>
                <a:stretch>
                  <a:fillRect/>
                </a:stretch>
              </p:blipFill>
              <p:spPr>
                <a:xfrm>
                  <a:off x="9484175" y="2654798"/>
                  <a:ext cx="835200" cy="1188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77" name="Agrupar 176">
            <a:extLst>
              <a:ext uri="{FF2B5EF4-FFF2-40B4-BE49-F238E27FC236}">
                <a16:creationId xmlns:a16="http://schemas.microsoft.com/office/drawing/2014/main" id="{A264D8D0-410E-2CBE-02F8-1C206F6FC93F}"/>
              </a:ext>
            </a:extLst>
          </p:cNvPr>
          <p:cNvGrpSpPr/>
          <p:nvPr/>
        </p:nvGrpSpPr>
        <p:grpSpPr>
          <a:xfrm>
            <a:off x="1572417" y="3619238"/>
            <a:ext cx="10995518" cy="2383920"/>
            <a:chOff x="1572417" y="3619238"/>
            <a:chExt cx="10995518" cy="23839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87">
              <p14:nvContentPartPr>
                <p14:cNvPr id="61" name="Tinta 60">
                  <a:extLst>
                    <a:ext uri="{FF2B5EF4-FFF2-40B4-BE49-F238E27FC236}">
                      <a16:creationId xmlns:a16="http://schemas.microsoft.com/office/drawing/2014/main" id="{3745588F-E93E-89C5-2CF9-32B727A716A5}"/>
                    </a:ext>
                  </a:extLst>
                </p14:cNvPr>
                <p14:cNvContentPartPr/>
                <p14:nvPr/>
              </p14:nvContentPartPr>
              <p14:xfrm>
                <a:off x="6796055" y="3855758"/>
                <a:ext cx="188640" cy="7200"/>
              </p14:xfrm>
            </p:contentPart>
          </mc:Choice>
          <mc:Fallback>
            <p:pic>
              <p:nvPicPr>
                <p:cNvPr id="61" name="Tinta 60">
                  <a:extLst>
                    <a:ext uri="{FF2B5EF4-FFF2-40B4-BE49-F238E27FC236}">
                      <a16:creationId xmlns:a16="http://schemas.microsoft.com/office/drawing/2014/main" id="{3745588F-E93E-89C5-2CF9-32B727A716A5}"/>
                    </a:ext>
                  </a:extLst>
                </p:cNvPr>
                <p:cNvPicPr/>
                <p:nvPr/>
              </p:nvPicPr>
              <p:blipFill>
                <a:blip r:embed="rId88"/>
                <a:stretch>
                  <a:fillRect/>
                </a:stretch>
              </p:blipFill>
              <p:spPr>
                <a:xfrm>
                  <a:off x="6789935" y="3849638"/>
                  <a:ext cx="200880" cy="19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9">
              <p14:nvContentPartPr>
                <p14:cNvPr id="62" name="Tinta 61">
                  <a:extLst>
                    <a:ext uri="{FF2B5EF4-FFF2-40B4-BE49-F238E27FC236}">
                      <a16:creationId xmlns:a16="http://schemas.microsoft.com/office/drawing/2014/main" id="{667D5241-1341-5E84-D06F-E310A20FBA30}"/>
                    </a:ext>
                  </a:extLst>
                </p14:cNvPr>
                <p14:cNvContentPartPr/>
                <p14:nvPr/>
              </p14:nvContentPartPr>
              <p14:xfrm>
                <a:off x="6764015" y="3957998"/>
                <a:ext cx="230760" cy="19800"/>
              </p14:xfrm>
            </p:contentPart>
          </mc:Choice>
          <mc:Fallback>
            <p:pic>
              <p:nvPicPr>
                <p:cNvPr id="62" name="Tinta 61">
                  <a:extLst>
                    <a:ext uri="{FF2B5EF4-FFF2-40B4-BE49-F238E27FC236}">
                      <a16:creationId xmlns:a16="http://schemas.microsoft.com/office/drawing/2014/main" id="{667D5241-1341-5E84-D06F-E310A20FBA30}"/>
                    </a:ext>
                  </a:extLst>
                </p:cNvPr>
                <p:cNvPicPr/>
                <p:nvPr/>
              </p:nvPicPr>
              <p:blipFill>
                <a:blip r:embed="rId90"/>
                <a:stretch>
                  <a:fillRect/>
                </a:stretch>
              </p:blipFill>
              <p:spPr>
                <a:xfrm>
                  <a:off x="6757895" y="3951878"/>
                  <a:ext cx="243000" cy="32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1">
              <p14:nvContentPartPr>
                <p14:cNvPr id="64" name="Tinta 63">
                  <a:extLst>
                    <a:ext uri="{FF2B5EF4-FFF2-40B4-BE49-F238E27FC236}">
                      <a16:creationId xmlns:a16="http://schemas.microsoft.com/office/drawing/2014/main" id="{FD819755-8C80-0A5D-7D29-F4FB0DFE5887}"/>
                    </a:ext>
                  </a:extLst>
                </p14:cNvPr>
                <p14:cNvContentPartPr/>
                <p14:nvPr/>
              </p14:nvContentPartPr>
              <p14:xfrm>
                <a:off x="7801175" y="3813638"/>
                <a:ext cx="342000" cy="232560"/>
              </p14:xfrm>
            </p:contentPart>
          </mc:Choice>
          <mc:Fallback>
            <p:pic>
              <p:nvPicPr>
                <p:cNvPr id="64" name="Tinta 63">
                  <a:extLst>
                    <a:ext uri="{FF2B5EF4-FFF2-40B4-BE49-F238E27FC236}">
                      <a16:creationId xmlns:a16="http://schemas.microsoft.com/office/drawing/2014/main" id="{FD819755-8C80-0A5D-7D29-F4FB0DFE5887}"/>
                    </a:ext>
                  </a:extLst>
                </p:cNvPr>
                <p:cNvPicPr/>
                <p:nvPr/>
              </p:nvPicPr>
              <p:blipFill>
                <a:blip r:embed="rId92"/>
                <a:stretch>
                  <a:fillRect/>
                </a:stretch>
              </p:blipFill>
              <p:spPr>
                <a:xfrm>
                  <a:off x="7795055" y="3807518"/>
                  <a:ext cx="354240" cy="244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3">
              <p14:nvContentPartPr>
                <p14:cNvPr id="65" name="Tinta 64">
                  <a:extLst>
                    <a:ext uri="{FF2B5EF4-FFF2-40B4-BE49-F238E27FC236}">
                      <a16:creationId xmlns:a16="http://schemas.microsoft.com/office/drawing/2014/main" id="{61296F3C-DD37-C3AD-B371-5CFB6C877B08}"/>
                    </a:ext>
                  </a:extLst>
                </p14:cNvPr>
                <p14:cNvContentPartPr/>
                <p14:nvPr/>
              </p14:nvContentPartPr>
              <p14:xfrm>
                <a:off x="8376815" y="3932078"/>
                <a:ext cx="162000" cy="107280"/>
              </p14:xfrm>
            </p:contentPart>
          </mc:Choice>
          <mc:Fallback>
            <p:pic>
              <p:nvPicPr>
                <p:cNvPr id="65" name="Tinta 64">
                  <a:extLst>
                    <a:ext uri="{FF2B5EF4-FFF2-40B4-BE49-F238E27FC236}">
                      <a16:creationId xmlns:a16="http://schemas.microsoft.com/office/drawing/2014/main" id="{61296F3C-DD37-C3AD-B371-5CFB6C877B08}"/>
                    </a:ext>
                  </a:extLst>
                </p:cNvPr>
                <p:cNvPicPr/>
                <p:nvPr/>
              </p:nvPicPr>
              <p:blipFill>
                <a:blip r:embed="rId94"/>
                <a:stretch>
                  <a:fillRect/>
                </a:stretch>
              </p:blipFill>
              <p:spPr>
                <a:xfrm>
                  <a:off x="8370695" y="3925958"/>
                  <a:ext cx="174240" cy="119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5">
              <p14:nvContentPartPr>
                <p14:cNvPr id="66" name="Tinta 65">
                  <a:extLst>
                    <a:ext uri="{FF2B5EF4-FFF2-40B4-BE49-F238E27FC236}">
                      <a16:creationId xmlns:a16="http://schemas.microsoft.com/office/drawing/2014/main" id="{0DA27D69-1197-5E05-373A-B4BD55F7AF57}"/>
                    </a:ext>
                  </a:extLst>
                </p14:cNvPr>
                <p14:cNvContentPartPr/>
                <p14:nvPr/>
              </p14:nvContentPartPr>
              <p14:xfrm>
                <a:off x="8447375" y="3940718"/>
                <a:ext cx="60840" cy="30600"/>
              </p14:xfrm>
            </p:contentPart>
          </mc:Choice>
          <mc:Fallback>
            <p:pic>
              <p:nvPicPr>
                <p:cNvPr id="66" name="Tinta 65">
                  <a:extLst>
                    <a:ext uri="{FF2B5EF4-FFF2-40B4-BE49-F238E27FC236}">
                      <a16:creationId xmlns:a16="http://schemas.microsoft.com/office/drawing/2014/main" id="{0DA27D69-1197-5E05-373A-B4BD55F7AF57}"/>
                    </a:ext>
                  </a:extLst>
                </p:cNvPr>
                <p:cNvPicPr/>
                <p:nvPr/>
              </p:nvPicPr>
              <p:blipFill>
                <a:blip r:embed="rId96"/>
                <a:stretch>
                  <a:fillRect/>
                </a:stretch>
              </p:blipFill>
              <p:spPr>
                <a:xfrm>
                  <a:off x="8441255" y="3934598"/>
                  <a:ext cx="73080" cy="42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7">
              <p14:nvContentPartPr>
                <p14:cNvPr id="68" name="Tinta 67">
                  <a:extLst>
                    <a:ext uri="{FF2B5EF4-FFF2-40B4-BE49-F238E27FC236}">
                      <a16:creationId xmlns:a16="http://schemas.microsoft.com/office/drawing/2014/main" id="{B8278984-94F0-D44B-C634-CB3DA95FDE7C}"/>
                    </a:ext>
                  </a:extLst>
                </p14:cNvPr>
                <p14:cNvContentPartPr/>
                <p14:nvPr/>
              </p14:nvContentPartPr>
              <p14:xfrm>
                <a:off x="8947415" y="3828038"/>
                <a:ext cx="292320" cy="188280"/>
              </p14:xfrm>
            </p:contentPart>
          </mc:Choice>
          <mc:Fallback>
            <p:pic>
              <p:nvPicPr>
                <p:cNvPr id="68" name="Tinta 67">
                  <a:extLst>
                    <a:ext uri="{FF2B5EF4-FFF2-40B4-BE49-F238E27FC236}">
                      <a16:creationId xmlns:a16="http://schemas.microsoft.com/office/drawing/2014/main" id="{B8278984-94F0-D44B-C634-CB3DA95FDE7C}"/>
                    </a:ext>
                  </a:extLst>
                </p:cNvPr>
                <p:cNvPicPr/>
                <p:nvPr/>
              </p:nvPicPr>
              <p:blipFill>
                <a:blip r:embed="rId98"/>
                <a:stretch>
                  <a:fillRect/>
                </a:stretch>
              </p:blipFill>
              <p:spPr>
                <a:xfrm>
                  <a:off x="8941295" y="3821918"/>
                  <a:ext cx="304560" cy="200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9">
              <p14:nvContentPartPr>
                <p14:cNvPr id="69" name="Tinta 68">
                  <a:extLst>
                    <a:ext uri="{FF2B5EF4-FFF2-40B4-BE49-F238E27FC236}">
                      <a16:creationId xmlns:a16="http://schemas.microsoft.com/office/drawing/2014/main" id="{091FD0F4-18C2-5627-7BA7-35F51E28420A}"/>
                    </a:ext>
                  </a:extLst>
                </p14:cNvPr>
                <p14:cNvContentPartPr/>
                <p14:nvPr/>
              </p14:nvContentPartPr>
              <p14:xfrm>
                <a:off x="8848055" y="3708878"/>
                <a:ext cx="132120" cy="379440"/>
              </p14:xfrm>
            </p:contentPart>
          </mc:Choice>
          <mc:Fallback>
            <p:pic>
              <p:nvPicPr>
                <p:cNvPr id="69" name="Tinta 68">
                  <a:extLst>
                    <a:ext uri="{FF2B5EF4-FFF2-40B4-BE49-F238E27FC236}">
                      <a16:creationId xmlns:a16="http://schemas.microsoft.com/office/drawing/2014/main" id="{091FD0F4-18C2-5627-7BA7-35F51E28420A}"/>
                    </a:ext>
                  </a:extLst>
                </p:cNvPr>
                <p:cNvPicPr/>
                <p:nvPr/>
              </p:nvPicPr>
              <p:blipFill>
                <a:blip r:embed="rId100"/>
                <a:stretch>
                  <a:fillRect/>
                </a:stretch>
              </p:blipFill>
              <p:spPr>
                <a:xfrm>
                  <a:off x="8841935" y="3702758"/>
                  <a:ext cx="144360" cy="391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1">
              <p14:nvContentPartPr>
                <p14:cNvPr id="70" name="Tinta 69">
                  <a:extLst>
                    <a:ext uri="{FF2B5EF4-FFF2-40B4-BE49-F238E27FC236}">
                      <a16:creationId xmlns:a16="http://schemas.microsoft.com/office/drawing/2014/main" id="{290438D6-9E2D-8D0E-4AC8-6ED547A995F9}"/>
                    </a:ext>
                  </a:extLst>
                </p14:cNvPr>
                <p14:cNvContentPartPr/>
                <p14:nvPr/>
              </p14:nvContentPartPr>
              <p14:xfrm>
                <a:off x="9439895" y="3740558"/>
                <a:ext cx="180360" cy="11160"/>
              </p14:xfrm>
            </p:contentPart>
          </mc:Choice>
          <mc:Fallback>
            <p:pic>
              <p:nvPicPr>
                <p:cNvPr id="70" name="Tinta 69">
                  <a:extLst>
                    <a:ext uri="{FF2B5EF4-FFF2-40B4-BE49-F238E27FC236}">
                      <a16:creationId xmlns:a16="http://schemas.microsoft.com/office/drawing/2014/main" id="{290438D6-9E2D-8D0E-4AC8-6ED547A995F9}"/>
                    </a:ext>
                  </a:extLst>
                </p:cNvPr>
                <p:cNvPicPr/>
                <p:nvPr/>
              </p:nvPicPr>
              <p:blipFill>
                <a:blip r:embed="rId102"/>
                <a:stretch>
                  <a:fillRect/>
                </a:stretch>
              </p:blipFill>
              <p:spPr>
                <a:xfrm>
                  <a:off x="9433775" y="3734438"/>
                  <a:ext cx="192600" cy="23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3">
              <p14:nvContentPartPr>
                <p14:cNvPr id="71" name="Tinta 70">
                  <a:extLst>
                    <a:ext uri="{FF2B5EF4-FFF2-40B4-BE49-F238E27FC236}">
                      <a16:creationId xmlns:a16="http://schemas.microsoft.com/office/drawing/2014/main" id="{29232DF0-E534-9324-1D55-81DE88115668}"/>
                    </a:ext>
                  </a:extLst>
                </p14:cNvPr>
                <p14:cNvContentPartPr/>
                <p14:nvPr/>
              </p14:nvContentPartPr>
              <p14:xfrm>
                <a:off x="9750935" y="3619238"/>
                <a:ext cx="145800" cy="277920"/>
              </p14:xfrm>
            </p:contentPart>
          </mc:Choice>
          <mc:Fallback>
            <p:pic>
              <p:nvPicPr>
                <p:cNvPr id="71" name="Tinta 70">
                  <a:extLst>
                    <a:ext uri="{FF2B5EF4-FFF2-40B4-BE49-F238E27FC236}">
                      <a16:creationId xmlns:a16="http://schemas.microsoft.com/office/drawing/2014/main" id="{29232DF0-E534-9324-1D55-81DE88115668}"/>
                    </a:ext>
                  </a:extLst>
                </p:cNvPr>
                <p:cNvPicPr/>
                <p:nvPr/>
              </p:nvPicPr>
              <p:blipFill>
                <a:blip r:embed="rId104"/>
                <a:stretch>
                  <a:fillRect/>
                </a:stretch>
              </p:blipFill>
              <p:spPr>
                <a:xfrm>
                  <a:off x="9744815" y="3613118"/>
                  <a:ext cx="158040" cy="290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5">
              <p14:nvContentPartPr>
                <p14:cNvPr id="72" name="Tinta 71">
                  <a:extLst>
                    <a:ext uri="{FF2B5EF4-FFF2-40B4-BE49-F238E27FC236}">
                      <a16:creationId xmlns:a16="http://schemas.microsoft.com/office/drawing/2014/main" id="{FA7C9ECD-F320-4F03-A733-5C086B48A2E0}"/>
                    </a:ext>
                  </a:extLst>
                </p14:cNvPr>
                <p14:cNvContentPartPr/>
                <p14:nvPr/>
              </p14:nvContentPartPr>
              <p14:xfrm>
                <a:off x="9781175" y="3744878"/>
                <a:ext cx="180360" cy="32040"/>
              </p14:xfrm>
            </p:contentPart>
          </mc:Choice>
          <mc:Fallback>
            <p:pic>
              <p:nvPicPr>
                <p:cNvPr id="72" name="Tinta 71">
                  <a:extLst>
                    <a:ext uri="{FF2B5EF4-FFF2-40B4-BE49-F238E27FC236}">
                      <a16:creationId xmlns:a16="http://schemas.microsoft.com/office/drawing/2014/main" id="{FA7C9ECD-F320-4F03-A733-5C086B48A2E0}"/>
                    </a:ext>
                  </a:extLst>
                </p:cNvPr>
                <p:cNvPicPr/>
                <p:nvPr/>
              </p:nvPicPr>
              <p:blipFill>
                <a:blip r:embed="rId106"/>
                <a:stretch>
                  <a:fillRect/>
                </a:stretch>
              </p:blipFill>
              <p:spPr>
                <a:xfrm>
                  <a:off x="9775055" y="3738758"/>
                  <a:ext cx="192600" cy="44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7">
              <p14:nvContentPartPr>
                <p14:cNvPr id="74" name="Tinta 73">
                  <a:extLst>
                    <a:ext uri="{FF2B5EF4-FFF2-40B4-BE49-F238E27FC236}">
                      <a16:creationId xmlns:a16="http://schemas.microsoft.com/office/drawing/2014/main" id="{4936DBFA-ECF2-1C18-CE56-466373FB7172}"/>
                    </a:ext>
                  </a:extLst>
                </p14:cNvPr>
                <p14:cNvContentPartPr/>
                <p14:nvPr/>
              </p14:nvContentPartPr>
              <p14:xfrm>
                <a:off x="10121015" y="3928118"/>
                <a:ext cx="391320" cy="327240"/>
              </p14:xfrm>
            </p:contentPart>
          </mc:Choice>
          <mc:Fallback>
            <p:pic>
              <p:nvPicPr>
                <p:cNvPr id="74" name="Tinta 73">
                  <a:extLst>
                    <a:ext uri="{FF2B5EF4-FFF2-40B4-BE49-F238E27FC236}">
                      <a16:creationId xmlns:a16="http://schemas.microsoft.com/office/drawing/2014/main" id="{4936DBFA-ECF2-1C18-CE56-466373FB7172}"/>
                    </a:ext>
                  </a:extLst>
                </p:cNvPr>
                <p:cNvPicPr/>
                <p:nvPr/>
              </p:nvPicPr>
              <p:blipFill>
                <a:blip r:embed="rId108"/>
                <a:stretch>
                  <a:fillRect/>
                </a:stretch>
              </p:blipFill>
              <p:spPr>
                <a:xfrm>
                  <a:off x="10114895" y="3921998"/>
                  <a:ext cx="403560" cy="339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9">
              <p14:nvContentPartPr>
                <p14:cNvPr id="76" name="Tinta 75">
                  <a:extLst>
                    <a:ext uri="{FF2B5EF4-FFF2-40B4-BE49-F238E27FC236}">
                      <a16:creationId xmlns:a16="http://schemas.microsoft.com/office/drawing/2014/main" id="{0F477CDA-2100-CDD4-664F-CEC6C34175C6}"/>
                    </a:ext>
                  </a:extLst>
                </p14:cNvPr>
                <p14:cNvContentPartPr/>
                <p14:nvPr/>
              </p14:nvContentPartPr>
              <p14:xfrm>
                <a:off x="10001855" y="3788798"/>
                <a:ext cx="190080" cy="469800"/>
              </p14:xfrm>
            </p:contentPart>
          </mc:Choice>
          <mc:Fallback>
            <p:pic>
              <p:nvPicPr>
                <p:cNvPr id="76" name="Tinta 75">
                  <a:extLst>
                    <a:ext uri="{FF2B5EF4-FFF2-40B4-BE49-F238E27FC236}">
                      <a16:creationId xmlns:a16="http://schemas.microsoft.com/office/drawing/2014/main" id="{0F477CDA-2100-CDD4-664F-CEC6C34175C6}"/>
                    </a:ext>
                  </a:extLst>
                </p:cNvPr>
                <p:cNvPicPr/>
                <p:nvPr/>
              </p:nvPicPr>
              <p:blipFill>
                <a:blip r:embed="rId110"/>
                <a:stretch>
                  <a:fillRect/>
                </a:stretch>
              </p:blipFill>
              <p:spPr>
                <a:xfrm>
                  <a:off x="9995735" y="3782678"/>
                  <a:ext cx="202320" cy="482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1">
              <p14:nvContentPartPr>
                <p14:cNvPr id="77" name="Tinta 76">
                  <a:extLst>
                    <a:ext uri="{FF2B5EF4-FFF2-40B4-BE49-F238E27FC236}">
                      <a16:creationId xmlns:a16="http://schemas.microsoft.com/office/drawing/2014/main" id="{C64D77E1-D405-6830-2A0C-0E49536511F0}"/>
                    </a:ext>
                  </a:extLst>
                </p14:cNvPr>
                <p14:cNvContentPartPr/>
                <p14:nvPr/>
              </p14:nvContentPartPr>
              <p14:xfrm>
                <a:off x="9740855" y="3685478"/>
                <a:ext cx="1073520" cy="714600"/>
              </p14:xfrm>
            </p:contentPart>
          </mc:Choice>
          <mc:Fallback>
            <p:pic>
              <p:nvPicPr>
                <p:cNvPr id="77" name="Tinta 76">
                  <a:extLst>
                    <a:ext uri="{FF2B5EF4-FFF2-40B4-BE49-F238E27FC236}">
                      <a16:creationId xmlns:a16="http://schemas.microsoft.com/office/drawing/2014/main" id="{C64D77E1-D405-6830-2A0C-0E49536511F0}"/>
                    </a:ext>
                  </a:extLst>
                </p:cNvPr>
                <p:cNvPicPr/>
                <p:nvPr/>
              </p:nvPicPr>
              <p:blipFill>
                <a:blip r:embed="rId112"/>
                <a:stretch>
                  <a:fillRect/>
                </a:stretch>
              </p:blipFill>
              <p:spPr>
                <a:xfrm>
                  <a:off x="9734735" y="3679358"/>
                  <a:ext cx="1085760" cy="726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3">
              <p14:nvContentPartPr>
                <p14:cNvPr id="110" name="Tinta 109">
                  <a:extLst>
                    <a:ext uri="{FF2B5EF4-FFF2-40B4-BE49-F238E27FC236}">
                      <a16:creationId xmlns:a16="http://schemas.microsoft.com/office/drawing/2014/main" id="{BEA1DF81-F5D0-27A6-2056-270F78C6E747}"/>
                    </a:ext>
                  </a:extLst>
                </p14:cNvPr>
                <p14:cNvContentPartPr/>
                <p14:nvPr/>
              </p14:nvContentPartPr>
              <p14:xfrm>
                <a:off x="10032095" y="4923158"/>
                <a:ext cx="230760" cy="32040"/>
              </p14:xfrm>
            </p:contentPart>
          </mc:Choice>
          <mc:Fallback>
            <p:pic>
              <p:nvPicPr>
                <p:cNvPr id="110" name="Tinta 109">
                  <a:extLst>
                    <a:ext uri="{FF2B5EF4-FFF2-40B4-BE49-F238E27FC236}">
                      <a16:creationId xmlns:a16="http://schemas.microsoft.com/office/drawing/2014/main" id="{BEA1DF81-F5D0-27A6-2056-270F78C6E747}"/>
                    </a:ext>
                  </a:extLst>
                </p:cNvPr>
                <p:cNvPicPr/>
                <p:nvPr/>
              </p:nvPicPr>
              <p:blipFill>
                <a:blip r:embed="rId114"/>
                <a:stretch>
                  <a:fillRect/>
                </a:stretch>
              </p:blipFill>
              <p:spPr>
                <a:xfrm>
                  <a:off x="10025975" y="4917038"/>
                  <a:ext cx="243000" cy="44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5">
              <p14:nvContentPartPr>
                <p14:cNvPr id="111" name="Tinta 110">
                  <a:extLst>
                    <a:ext uri="{FF2B5EF4-FFF2-40B4-BE49-F238E27FC236}">
                      <a16:creationId xmlns:a16="http://schemas.microsoft.com/office/drawing/2014/main" id="{1BE41B24-1FCC-C9E7-B4FC-97C80093D4EE}"/>
                    </a:ext>
                  </a:extLst>
                </p14:cNvPr>
                <p14:cNvContentPartPr/>
                <p14:nvPr/>
              </p14:nvContentPartPr>
              <p14:xfrm>
                <a:off x="9829775" y="5014238"/>
                <a:ext cx="301320" cy="19800"/>
              </p14:xfrm>
            </p:contentPart>
          </mc:Choice>
          <mc:Fallback>
            <p:pic>
              <p:nvPicPr>
                <p:cNvPr id="111" name="Tinta 110">
                  <a:extLst>
                    <a:ext uri="{FF2B5EF4-FFF2-40B4-BE49-F238E27FC236}">
                      <a16:creationId xmlns:a16="http://schemas.microsoft.com/office/drawing/2014/main" id="{1BE41B24-1FCC-C9E7-B4FC-97C80093D4EE}"/>
                    </a:ext>
                  </a:extLst>
                </p:cNvPr>
                <p:cNvPicPr/>
                <p:nvPr/>
              </p:nvPicPr>
              <p:blipFill>
                <a:blip r:embed="rId116"/>
                <a:stretch>
                  <a:fillRect/>
                </a:stretch>
              </p:blipFill>
              <p:spPr>
                <a:xfrm>
                  <a:off x="9823655" y="5008118"/>
                  <a:ext cx="313560" cy="32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7">
              <p14:nvContentPartPr>
                <p14:cNvPr id="114" name="Tinta 113">
                  <a:extLst>
                    <a:ext uri="{FF2B5EF4-FFF2-40B4-BE49-F238E27FC236}">
                      <a16:creationId xmlns:a16="http://schemas.microsoft.com/office/drawing/2014/main" id="{681BAFD1-6ED4-EB10-BE57-D3FD80EA449F}"/>
                    </a:ext>
                  </a:extLst>
                </p14:cNvPr>
                <p14:cNvContentPartPr/>
                <p14:nvPr/>
              </p14:nvContentPartPr>
              <p14:xfrm>
                <a:off x="10536455" y="4816598"/>
                <a:ext cx="376560" cy="228960"/>
              </p14:xfrm>
            </p:contentPart>
          </mc:Choice>
          <mc:Fallback>
            <p:pic>
              <p:nvPicPr>
                <p:cNvPr id="114" name="Tinta 113">
                  <a:extLst>
                    <a:ext uri="{FF2B5EF4-FFF2-40B4-BE49-F238E27FC236}">
                      <a16:creationId xmlns:a16="http://schemas.microsoft.com/office/drawing/2014/main" id="{681BAFD1-6ED4-EB10-BE57-D3FD80EA449F}"/>
                    </a:ext>
                  </a:extLst>
                </p:cNvPr>
                <p:cNvPicPr/>
                <p:nvPr/>
              </p:nvPicPr>
              <p:blipFill>
                <a:blip r:embed="rId118"/>
                <a:stretch>
                  <a:fillRect/>
                </a:stretch>
              </p:blipFill>
              <p:spPr>
                <a:xfrm>
                  <a:off x="10530335" y="4810478"/>
                  <a:ext cx="388800" cy="241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9">
              <p14:nvContentPartPr>
                <p14:cNvPr id="116" name="Tinta 115">
                  <a:extLst>
                    <a:ext uri="{FF2B5EF4-FFF2-40B4-BE49-F238E27FC236}">
                      <a16:creationId xmlns:a16="http://schemas.microsoft.com/office/drawing/2014/main" id="{76694A13-8615-72F5-469C-6F593F5549CF}"/>
                    </a:ext>
                  </a:extLst>
                </p14:cNvPr>
                <p14:cNvContentPartPr/>
                <p14:nvPr/>
              </p14:nvContentPartPr>
              <p14:xfrm>
                <a:off x="11123255" y="4892918"/>
                <a:ext cx="162000" cy="79560"/>
              </p14:xfrm>
            </p:contentPart>
          </mc:Choice>
          <mc:Fallback>
            <p:pic>
              <p:nvPicPr>
                <p:cNvPr id="116" name="Tinta 115">
                  <a:extLst>
                    <a:ext uri="{FF2B5EF4-FFF2-40B4-BE49-F238E27FC236}">
                      <a16:creationId xmlns:a16="http://schemas.microsoft.com/office/drawing/2014/main" id="{76694A13-8615-72F5-469C-6F593F5549CF}"/>
                    </a:ext>
                  </a:extLst>
                </p:cNvPr>
                <p:cNvPicPr/>
                <p:nvPr/>
              </p:nvPicPr>
              <p:blipFill>
                <a:blip r:embed="rId120"/>
                <a:stretch>
                  <a:fillRect/>
                </a:stretch>
              </p:blipFill>
              <p:spPr>
                <a:xfrm>
                  <a:off x="11117135" y="4886798"/>
                  <a:ext cx="174240" cy="91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1">
              <p14:nvContentPartPr>
                <p14:cNvPr id="117" name="Tinta 116">
                  <a:extLst>
                    <a:ext uri="{FF2B5EF4-FFF2-40B4-BE49-F238E27FC236}">
                      <a16:creationId xmlns:a16="http://schemas.microsoft.com/office/drawing/2014/main" id="{2FD488CD-AC24-9DAE-BCBE-3998D4FE01BA}"/>
                    </a:ext>
                  </a:extLst>
                </p14:cNvPr>
                <p14:cNvContentPartPr/>
                <p14:nvPr/>
              </p14:nvContentPartPr>
              <p14:xfrm>
                <a:off x="11103095" y="4916678"/>
                <a:ext cx="261000" cy="59400"/>
              </p14:xfrm>
            </p:contentPart>
          </mc:Choice>
          <mc:Fallback>
            <p:pic>
              <p:nvPicPr>
                <p:cNvPr id="117" name="Tinta 116">
                  <a:extLst>
                    <a:ext uri="{FF2B5EF4-FFF2-40B4-BE49-F238E27FC236}">
                      <a16:creationId xmlns:a16="http://schemas.microsoft.com/office/drawing/2014/main" id="{2FD488CD-AC24-9DAE-BCBE-3998D4FE01BA}"/>
                    </a:ext>
                  </a:extLst>
                </p:cNvPr>
                <p:cNvPicPr/>
                <p:nvPr/>
              </p:nvPicPr>
              <p:blipFill>
                <a:blip r:embed="rId122"/>
                <a:stretch>
                  <a:fillRect/>
                </a:stretch>
              </p:blipFill>
              <p:spPr>
                <a:xfrm>
                  <a:off x="11096975" y="4910558"/>
                  <a:ext cx="273240" cy="71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3">
              <p14:nvContentPartPr>
                <p14:cNvPr id="118" name="Tinta 117">
                  <a:extLst>
                    <a:ext uri="{FF2B5EF4-FFF2-40B4-BE49-F238E27FC236}">
                      <a16:creationId xmlns:a16="http://schemas.microsoft.com/office/drawing/2014/main" id="{4C9B944C-3950-59A9-F0B8-0433E2B13C53}"/>
                    </a:ext>
                  </a:extLst>
                </p14:cNvPr>
                <p14:cNvContentPartPr/>
                <p14:nvPr/>
              </p14:nvContentPartPr>
              <p14:xfrm>
                <a:off x="11525735" y="4779158"/>
                <a:ext cx="119520" cy="265320"/>
              </p14:xfrm>
            </p:contentPart>
          </mc:Choice>
          <mc:Fallback>
            <p:pic>
              <p:nvPicPr>
                <p:cNvPr id="118" name="Tinta 117">
                  <a:extLst>
                    <a:ext uri="{FF2B5EF4-FFF2-40B4-BE49-F238E27FC236}">
                      <a16:creationId xmlns:a16="http://schemas.microsoft.com/office/drawing/2014/main" id="{4C9B944C-3950-59A9-F0B8-0433E2B13C53}"/>
                    </a:ext>
                  </a:extLst>
                </p:cNvPr>
                <p:cNvPicPr/>
                <p:nvPr/>
              </p:nvPicPr>
              <p:blipFill>
                <a:blip r:embed="rId124"/>
                <a:stretch>
                  <a:fillRect/>
                </a:stretch>
              </p:blipFill>
              <p:spPr>
                <a:xfrm>
                  <a:off x="11519615" y="4773038"/>
                  <a:ext cx="131760" cy="277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5">
              <p14:nvContentPartPr>
                <p14:cNvPr id="119" name="Tinta 118">
                  <a:extLst>
                    <a:ext uri="{FF2B5EF4-FFF2-40B4-BE49-F238E27FC236}">
                      <a16:creationId xmlns:a16="http://schemas.microsoft.com/office/drawing/2014/main" id="{0931D641-8493-3F2A-52C1-D9816DC9458C}"/>
                    </a:ext>
                  </a:extLst>
                </p14:cNvPr>
                <p14:cNvContentPartPr/>
                <p14:nvPr/>
              </p14:nvContentPartPr>
              <p14:xfrm>
                <a:off x="11566415" y="4818038"/>
                <a:ext cx="249480" cy="151560"/>
              </p14:xfrm>
            </p:contentPart>
          </mc:Choice>
          <mc:Fallback>
            <p:pic>
              <p:nvPicPr>
                <p:cNvPr id="119" name="Tinta 118">
                  <a:extLst>
                    <a:ext uri="{FF2B5EF4-FFF2-40B4-BE49-F238E27FC236}">
                      <a16:creationId xmlns:a16="http://schemas.microsoft.com/office/drawing/2014/main" id="{0931D641-8493-3F2A-52C1-D9816DC9458C}"/>
                    </a:ext>
                  </a:extLst>
                </p:cNvPr>
                <p:cNvPicPr/>
                <p:nvPr/>
              </p:nvPicPr>
              <p:blipFill>
                <a:blip r:embed="rId126"/>
                <a:stretch>
                  <a:fillRect/>
                </a:stretch>
              </p:blipFill>
              <p:spPr>
                <a:xfrm>
                  <a:off x="11560295" y="4811918"/>
                  <a:ext cx="261720" cy="163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7">
              <p14:nvContentPartPr>
                <p14:cNvPr id="120" name="Tinta 119">
                  <a:extLst>
                    <a:ext uri="{FF2B5EF4-FFF2-40B4-BE49-F238E27FC236}">
                      <a16:creationId xmlns:a16="http://schemas.microsoft.com/office/drawing/2014/main" id="{3EB1E06F-A1D9-6A79-0D62-34A1D5788C72}"/>
                    </a:ext>
                  </a:extLst>
                </p14:cNvPr>
                <p14:cNvContentPartPr/>
                <p14:nvPr/>
              </p14:nvContentPartPr>
              <p14:xfrm>
                <a:off x="11755775" y="4656758"/>
                <a:ext cx="271080" cy="13320"/>
              </p14:xfrm>
            </p:contentPart>
          </mc:Choice>
          <mc:Fallback>
            <p:pic>
              <p:nvPicPr>
                <p:cNvPr id="120" name="Tinta 119">
                  <a:extLst>
                    <a:ext uri="{FF2B5EF4-FFF2-40B4-BE49-F238E27FC236}">
                      <a16:creationId xmlns:a16="http://schemas.microsoft.com/office/drawing/2014/main" id="{3EB1E06F-A1D9-6A79-0D62-34A1D5788C72}"/>
                    </a:ext>
                  </a:extLst>
                </p:cNvPr>
                <p:cNvPicPr/>
                <p:nvPr/>
              </p:nvPicPr>
              <p:blipFill>
                <a:blip r:embed="rId128"/>
                <a:stretch>
                  <a:fillRect/>
                </a:stretch>
              </p:blipFill>
              <p:spPr>
                <a:xfrm>
                  <a:off x="11749655" y="4650638"/>
                  <a:ext cx="283320" cy="25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9">
              <p14:nvContentPartPr>
                <p14:cNvPr id="121" name="Tinta 120">
                  <a:extLst>
                    <a:ext uri="{FF2B5EF4-FFF2-40B4-BE49-F238E27FC236}">
                      <a16:creationId xmlns:a16="http://schemas.microsoft.com/office/drawing/2014/main" id="{F9B26173-44AE-9518-F1A3-DF4DEF2215A2}"/>
                    </a:ext>
                  </a:extLst>
                </p14:cNvPr>
                <p14:cNvContentPartPr/>
                <p14:nvPr/>
              </p14:nvContentPartPr>
              <p14:xfrm>
                <a:off x="12008135" y="4488278"/>
                <a:ext cx="194400" cy="294840"/>
              </p14:xfrm>
            </p:contentPart>
          </mc:Choice>
          <mc:Fallback>
            <p:pic>
              <p:nvPicPr>
                <p:cNvPr id="121" name="Tinta 120">
                  <a:extLst>
                    <a:ext uri="{FF2B5EF4-FFF2-40B4-BE49-F238E27FC236}">
                      <a16:creationId xmlns:a16="http://schemas.microsoft.com/office/drawing/2014/main" id="{F9B26173-44AE-9518-F1A3-DF4DEF2215A2}"/>
                    </a:ext>
                  </a:extLst>
                </p:cNvPr>
                <p:cNvPicPr/>
                <p:nvPr/>
              </p:nvPicPr>
              <p:blipFill>
                <a:blip r:embed="rId130"/>
                <a:stretch>
                  <a:fillRect/>
                </a:stretch>
              </p:blipFill>
              <p:spPr>
                <a:xfrm>
                  <a:off x="12002015" y="4482158"/>
                  <a:ext cx="206640" cy="307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1">
              <p14:nvContentPartPr>
                <p14:cNvPr id="122" name="Tinta 121">
                  <a:extLst>
                    <a:ext uri="{FF2B5EF4-FFF2-40B4-BE49-F238E27FC236}">
                      <a16:creationId xmlns:a16="http://schemas.microsoft.com/office/drawing/2014/main" id="{922F2FC9-FB42-41A3-B6D0-5C335D5D52C2}"/>
                    </a:ext>
                  </a:extLst>
                </p14:cNvPr>
                <p14:cNvContentPartPr/>
                <p14:nvPr/>
              </p14:nvContentPartPr>
              <p14:xfrm>
                <a:off x="12077255" y="4650278"/>
                <a:ext cx="220680" cy="28080"/>
              </p14:xfrm>
            </p:contentPart>
          </mc:Choice>
          <mc:Fallback>
            <p:pic>
              <p:nvPicPr>
                <p:cNvPr id="122" name="Tinta 121">
                  <a:extLst>
                    <a:ext uri="{FF2B5EF4-FFF2-40B4-BE49-F238E27FC236}">
                      <a16:creationId xmlns:a16="http://schemas.microsoft.com/office/drawing/2014/main" id="{922F2FC9-FB42-41A3-B6D0-5C335D5D52C2}"/>
                    </a:ext>
                  </a:extLst>
                </p:cNvPr>
                <p:cNvPicPr/>
                <p:nvPr/>
              </p:nvPicPr>
              <p:blipFill>
                <a:blip r:embed="rId132"/>
                <a:stretch>
                  <a:fillRect/>
                </a:stretch>
              </p:blipFill>
              <p:spPr>
                <a:xfrm>
                  <a:off x="12071135" y="4644158"/>
                  <a:ext cx="232920" cy="40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3">
              <p14:nvContentPartPr>
                <p14:cNvPr id="124" name="Tinta 123">
                  <a:extLst>
                    <a:ext uri="{FF2B5EF4-FFF2-40B4-BE49-F238E27FC236}">
                      <a16:creationId xmlns:a16="http://schemas.microsoft.com/office/drawing/2014/main" id="{CCA6F4E8-BB8F-4556-B65B-71CC5EED9B10}"/>
                    </a:ext>
                  </a:extLst>
                </p14:cNvPr>
                <p14:cNvContentPartPr/>
                <p14:nvPr/>
              </p14:nvContentPartPr>
              <p14:xfrm>
                <a:off x="10554095" y="4486478"/>
                <a:ext cx="288720" cy="502560"/>
              </p14:xfrm>
            </p:contentPart>
          </mc:Choice>
          <mc:Fallback>
            <p:pic>
              <p:nvPicPr>
                <p:cNvPr id="124" name="Tinta 123">
                  <a:extLst>
                    <a:ext uri="{FF2B5EF4-FFF2-40B4-BE49-F238E27FC236}">
                      <a16:creationId xmlns:a16="http://schemas.microsoft.com/office/drawing/2014/main" id="{CCA6F4E8-BB8F-4556-B65B-71CC5EED9B10}"/>
                    </a:ext>
                  </a:extLst>
                </p:cNvPr>
                <p:cNvPicPr/>
                <p:nvPr/>
              </p:nvPicPr>
              <p:blipFill>
                <a:blip r:embed="rId134"/>
                <a:stretch>
                  <a:fillRect/>
                </a:stretch>
              </p:blipFill>
              <p:spPr>
                <a:xfrm>
                  <a:off x="10547975" y="4480358"/>
                  <a:ext cx="300960" cy="514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5">
              <p14:nvContentPartPr>
                <p14:cNvPr id="125" name="Tinta 124">
                  <a:extLst>
                    <a:ext uri="{FF2B5EF4-FFF2-40B4-BE49-F238E27FC236}">
                      <a16:creationId xmlns:a16="http://schemas.microsoft.com/office/drawing/2014/main" id="{17042DB6-AC09-CB4B-32CC-F0E136135B66}"/>
                    </a:ext>
                  </a:extLst>
                </p14:cNvPr>
                <p14:cNvContentPartPr/>
                <p14:nvPr/>
              </p14:nvContentPartPr>
              <p14:xfrm>
                <a:off x="10391735" y="4276958"/>
                <a:ext cx="2176200" cy="810720"/>
              </p14:xfrm>
            </p:contentPart>
          </mc:Choice>
          <mc:Fallback>
            <p:pic>
              <p:nvPicPr>
                <p:cNvPr id="125" name="Tinta 124">
                  <a:extLst>
                    <a:ext uri="{FF2B5EF4-FFF2-40B4-BE49-F238E27FC236}">
                      <a16:creationId xmlns:a16="http://schemas.microsoft.com/office/drawing/2014/main" id="{17042DB6-AC09-CB4B-32CC-F0E136135B66}"/>
                    </a:ext>
                  </a:extLst>
                </p:cNvPr>
                <p:cNvPicPr/>
                <p:nvPr/>
              </p:nvPicPr>
              <p:blipFill>
                <a:blip r:embed="rId136"/>
                <a:stretch>
                  <a:fillRect/>
                </a:stretch>
              </p:blipFill>
              <p:spPr>
                <a:xfrm>
                  <a:off x="10385615" y="4270838"/>
                  <a:ext cx="2188440" cy="822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7">
              <p14:nvContentPartPr>
                <p14:cNvPr id="127" name="Tinta 126">
                  <a:extLst>
                    <a:ext uri="{FF2B5EF4-FFF2-40B4-BE49-F238E27FC236}">
                      <a16:creationId xmlns:a16="http://schemas.microsoft.com/office/drawing/2014/main" id="{40055BF2-D57D-824A-78FA-F3B21AAAD5E2}"/>
                    </a:ext>
                  </a:extLst>
                </p14:cNvPr>
                <p14:cNvContentPartPr/>
                <p14:nvPr/>
              </p14:nvContentPartPr>
              <p14:xfrm>
                <a:off x="1572417" y="5063918"/>
                <a:ext cx="338040" cy="298800"/>
              </p14:xfrm>
            </p:contentPart>
          </mc:Choice>
          <mc:Fallback>
            <p:pic>
              <p:nvPicPr>
                <p:cNvPr id="127" name="Tinta 126">
                  <a:extLst>
                    <a:ext uri="{FF2B5EF4-FFF2-40B4-BE49-F238E27FC236}">
                      <a16:creationId xmlns:a16="http://schemas.microsoft.com/office/drawing/2014/main" id="{40055BF2-D57D-824A-78FA-F3B21AAAD5E2}"/>
                    </a:ext>
                  </a:extLst>
                </p:cNvPr>
                <p:cNvPicPr/>
                <p:nvPr/>
              </p:nvPicPr>
              <p:blipFill>
                <a:blip r:embed="rId138"/>
                <a:stretch>
                  <a:fillRect/>
                </a:stretch>
              </p:blipFill>
              <p:spPr>
                <a:xfrm>
                  <a:off x="1566297" y="5057798"/>
                  <a:ext cx="350280" cy="311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9">
              <p14:nvContentPartPr>
                <p14:cNvPr id="128" name="Tinta 127">
                  <a:extLst>
                    <a:ext uri="{FF2B5EF4-FFF2-40B4-BE49-F238E27FC236}">
                      <a16:creationId xmlns:a16="http://schemas.microsoft.com/office/drawing/2014/main" id="{3E9DF0EC-C2C3-5E74-8CC1-EC8A6B170F5B}"/>
                    </a:ext>
                  </a:extLst>
                </p14:cNvPr>
                <p14:cNvContentPartPr/>
                <p14:nvPr/>
              </p14:nvContentPartPr>
              <p14:xfrm>
                <a:off x="2089737" y="5210438"/>
                <a:ext cx="111960" cy="213840"/>
              </p14:xfrm>
            </p:contentPart>
          </mc:Choice>
          <mc:Fallback>
            <p:pic>
              <p:nvPicPr>
                <p:cNvPr id="128" name="Tinta 127">
                  <a:extLst>
                    <a:ext uri="{FF2B5EF4-FFF2-40B4-BE49-F238E27FC236}">
                      <a16:creationId xmlns:a16="http://schemas.microsoft.com/office/drawing/2014/main" id="{3E9DF0EC-C2C3-5E74-8CC1-EC8A6B170F5B}"/>
                    </a:ext>
                  </a:extLst>
                </p:cNvPr>
                <p:cNvPicPr/>
                <p:nvPr/>
              </p:nvPicPr>
              <p:blipFill>
                <a:blip r:embed="rId140"/>
                <a:stretch>
                  <a:fillRect/>
                </a:stretch>
              </p:blipFill>
              <p:spPr>
                <a:xfrm>
                  <a:off x="2083617" y="5204318"/>
                  <a:ext cx="124200" cy="226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1">
              <p14:nvContentPartPr>
                <p14:cNvPr id="129" name="Tinta 128">
                  <a:extLst>
                    <a:ext uri="{FF2B5EF4-FFF2-40B4-BE49-F238E27FC236}">
                      <a16:creationId xmlns:a16="http://schemas.microsoft.com/office/drawing/2014/main" id="{3258D93A-11C6-2F1D-1413-39A4B44D7540}"/>
                    </a:ext>
                  </a:extLst>
                </p14:cNvPr>
                <p14:cNvContentPartPr/>
                <p14:nvPr/>
              </p14:nvContentPartPr>
              <p14:xfrm>
                <a:off x="2401497" y="5220878"/>
                <a:ext cx="200520" cy="11160"/>
              </p14:xfrm>
            </p:contentPart>
          </mc:Choice>
          <mc:Fallback>
            <p:pic>
              <p:nvPicPr>
                <p:cNvPr id="129" name="Tinta 128">
                  <a:extLst>
                    <a:ext uri="{FF2B5EF4-FFF2-40B4-BE49-F238E27FC236}">
                      <a16:creationId xmlns:a16="http://schemas.microsoft.com/office/drawing/2014/main" id="{3258D93A-11C6-2F1D-1413-39A4B44D7540}"/>
                    </a:ext>
                  </a:extLst>
                </p:cNvPr>
                <p:cNvPicPr/>
                <p:nvPr/>
              </p:nvPicPr>
              <p:blipFill>
                <a:blip r:embed="rId142"/>
                <a:stretch>
                  <a:fillRect/>
                </a:stretch>
              </p:blipFill>
              <p:spPr>
                <a:xfrm>
                  <a:off x="2395377" y="5214758"/>
                  <a:ext cx="212760" cy="23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3">
              <p14:nvContentPartPr>
                <p14:cNvPr id="131" name="Tinta 130">
                  <a:extLst>
                    <a:ext uri="{FF2B5EF4-FFF2-40B4-BE49-F238E27FC236}">
                      <a16:creationId xmlns:a16="http://schemas.microsoft.com/office/drawing/2014/main" id="{DDDE850D-571B-35CD-413A-0C7E05D12A64}"/>
                    </a:ext>
                  </a:extLst>
                </p14:cNvPr>
                <p14:cNvContentPartPr/>
                <p14:nvPr/>
              </p14:nvContentPartPr>
              <p14:xfrm>
                <a:off x="2755737" y="5095598"/>
                <a:ext cx="464040" cy="310320"/>
              </p14:xfrm>
            </p:contentPart>
          </mc:Choice>
          <mc:Fallback>
            <p:pic>
              <p:nvPicPr>
                <p:cNvPr id="131" name="Tinta 130">
                  <a:extLst>
                    <a:ext uri="{FF2B5EF4-FFF2-40B4-BE49-F238E27FC236}">
                      <a16:creationId xmlns:a16="http://schemas.microsoft.com/office/drawing/2014/main" id="{DDDE850D-571B-35CD-413A-0C7E05D12A64}"/>
                    </a:ext>
                  </a:extLst>
                </p:cNvPr>
                <p:cNvPicPr/>
                <p:nvPr/>
              </p:nvPicPr>
              <p:blipFill>
                <a:blip r:embed="rId144"/>
                <a:stretch>
                  <a:fillRect/>
                </a:stretch>
              </p:blipFill>
              <p:spPr>
                <a:xfrm>
                  <a:off x="2749617" y="5089478"/>
                  <a:ext cx="476280" cy="322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5">
              <p14:nvContentPartPr>
                <p14:cNvPr id="132" name="Tinta 131">
                  <a:extLst>
                    <a:ext uri="{FF2B5EF4-FFF2-40B4-BE49-F238E27FC236}">
                      <a16:creationId xmlns:a16="http://schemas.microsoft.com/office/drawing/2014/main" id="{DD05464E-AC6E-9FC5-1E8C-246AB2CAD0EC}"/>
                    </a:ext>
                  </a:extLst>
                </p14:cNvPr>
                <p14:cNvContentPartPr/>
                <p14:nvPr/>
              </p14:nvContentPartPr>
              <p14:xfrm>
                <a:off x="3513177" y="5289278"/>
                <a:ext cx="50760" cy="2160"/>
              </p14:xfrm>
            </p:contentPart>
          </mc:Choice>
          <mc:Fallback>
            <p:pic>
              <p:nvPicPr>
                <p:cNvPr id="132" name="Tinta 131">
                  <a:extLst>
                    <a:ext uri="{FF2B5EF4-FFF2-40B4-BE49-F238E27FC236}">
                      <a16:creationId xmlns:a16="http://schemas.microsoft.com/office/drawing/2014/main" id="{DD05464E-AC6E-9FC5-1E8C-246AB2CAD0EC}"/>
                    </a:ext>
                  </a:extLst>
                </p:cNvPr>
                <p:cNvPicPr/>
                <p:nvPr/>
              </p:nvPicPr>
              <p:blipFill>
                <a:blip r:embed="rId146"/>
                <a:stretch>
                  <a:fillRect/>
                </a:stretch>
              </p:blipFill>
              <p:spPr>
                <a:xfrm>
                  <a:off x="3507057" y="5283158"/>
                  <a:ext cx="63000" cy="14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7">
              <p14:nvContentPartPr>
                <p14:cNvPr id="133" name="Tinta 132">
                  <a:extLst>
                    <a:ext uri="{FF2B5EF4-FFF2-40B4-BE49-F238E27FC236}">
                      <a16:creationId xmlns:a16="http://schemas.microsoft.com/office/drawing/2014/main" id="{6F662A89-5A57-9596-4BA8-2FA17FD02BE1}"/>
                    </a:ext>
                  </a:extLst>
                </p14:cNvPr>
                <p14:cNvContentPartPr/>
                <p14:nvPr/>
              </p14:nvContentPartPr>
              <p14:xfrm>
                <a:off x="3434337" y="5346518"/>
                <a:ext cx="240840" cy="94320"/>
              </p14:xfrm>
            </p:contentPart>
          </mc:Choice>
          <mc:Fallback>
            <p:pic>
              <p:nvPicPr>
                <p:cNvPr id="133" name="Tinta 132">
                  <a:extLst>
                    <a:ext uri="{FF2B5EF4-FFF2-40B4-BE49-F238E27FC236}">
                      <a16:creationId xmlns:a16="http://schemas.microsoft.com/office/drawing/2014/main" id="{6F662A89-5A57-9596-4BA8-2FA17FD02BE1}"/>
                    </a:ext>
                  </a:extLst>
                </p:cNvPr>
                <p:cNvPicPr/>
                <p:nvPr/>
              </p:nvPicPr>
              <p:blipFill>
                <a:blip r:embed="rId148"/>
                <a:stretch>
                  <a:fillRect/>
                </a:stretch>
              </p:blipFill>
              <p:spPr>
                <a:xfrm>
                  <a:off x="3428217" y="5340398"/>
                  <a:ext cx="253080" cy="106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9">
              <p14:nvContentPartPr>
                <p14:cNvPr id="134" name="Tinta 133">
                  <a:extLst>
                    <a:ext uri="{FF2B5EF4-FFF2-40B4-BE49-F238E27FC236}">
                      <a16:creationId xmlns:a16="http://schemas.microsoft.com/office/drawing/2014/main" id="{EFD6498A-4485-CAD4-4DAE-010E05AB87D9}"/>
                    </a:ext>
                  </a:extLst>
                </p14:cNvPr>
                <p14:cNvContentPartPr/>
                <p14:nvPr/>
              </p14:nvContentPartPr>
              <p14:xfrm>
                <a:off x="3925377" y="5184878"/>
                <a:ext cx="99360" cy="10800"/>
              </p14:xfrm>
            </p:contentPart>
          </mc:Choice>
          <mc:Fallback>
            <p:pic>
              <p:nvPicPr>
                <p:cNvPr id="134" name="Tinta 133">
                  <a:extLst>
                    <a:ext uri="{FF2B5EF4-FFF2-40B4-BE49-F238E27FC236}">
                      <a16:creationId xmlns:a16="http://schemas.microsoft.com/office/drawing/2014/main" id="{EFD6498A-4485-CAD4-4DAE-010E05AB87D9}"/>
                    </a:ext>
                  </a:extLst>
                </p:cNvPr>
                <p:cNvPicPr/>
                <p:nvPr/>
              </p:nvPicPr>
              <p:blipFill>
                <a:blip r:embed="rId150"/>
                <a:stretch>
                  <a:fillRect/>
                </a:stretch>
              </p:blipFill>
              <p:spPr>
                <a:xfrm>
                  <a:off x="3919257" y="5178758"/>
                  <a:ext cx="111600" cy="23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1">
              <p14:nvContentPartPr>
                <p14:cNvPr id="135" name="Tinta 134">
                  <a:extLst>
                    <a:ext uri="{FF2B5EF4-FFF2-40B4-BE49-F238E27FC236}">
                      <a16:creationId xmlns:a16="http://schemas.microsoft.com/office/drawing/2014/main" id="{85B0B7DF-DA02-FC44-B6B5-0B470B883D75}"/>
                    </a:ext>
                  </a:extLst>
                </p14:cNvPr>
                <p14:cNvContentPartPr/>
                <p14:nvPr/>
              </p14:nvContentPartPr>
              <p14:xfrm>
                <a:off x="3905217" y="5349038"/>
                <a:ext cx="170280" cy="13320"/>
              </p14:xfrm>
            </p:contentPart>
          </mc:Choice>
          <mc:Fallback>
            <p:pic>
              <p:nvPicPr>
                <p:cNvPr id="135" name="Tinta 134">
                  <a:extLst>
                    <a:ext uri="{FF2B5EF4-FFF2-40B4-BE49-F238E27FC236}">
                      <a16:creationId xmlns:a16="http://schemas.microsoft.com/office/drawing/2014/main" id="{85B0B7DF-DA02-FC44-B6B5-0B470B883D75}"/>
                    </a:ext>
                  </a:extLst>
                </p:cNvPr>
                <p:cNvPicPr/>
                <p:nvPr/>
              </p:nvPicPr>
              <p:blipFill>
                <a:blip r:embed="rId152"/>
                <a:stretch>
                  <a:fillRect/>
                </a:stretch>
              </p:blipFill>
              <p:spPr>
                <a:xfrm>
                  <a:off x="3899097" y="5342918"/>
                  <a:ext cx="182520" cy="25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3">
              <p14:nvContentPartPr>
                <p14:cNvPr id="137" name="Tinta 136">
                  <a:extLst>
                    <a:ext uri="{FF2B5EF4-FFF2-40B4-BE49-F238E27FC236}">
                      <a16:creationId xmlns:a16="http://schemas.microsoft.com/office/drawing/2014/main" id="{02F6E1D0-2C53-59F6-DFFD-23416C53D22B}"/>
                    </a:ext>
                  </a:extLst>
                </p14:cNvPr>
                <p14:cNvContentPartPr/>
                <p14:nvPr/>
              </p14:nvContentPartPr>
              <p14:xfrm>
                <a:off x="3332457" y="5271998"/>
                <a:ext cx="421560" cy="246240"/>
              </p14:xfrm>
            </p:contentPart>
          </mc:Choice>
          <mc:Fallback>
            <p:pic>
              <p:nvPicPr>
                <p:cNvPr id="137" name="Tinta 136">
                  <a:extLst>
                    <a:ext uri="{FF2B5EF4-FFF2-40B4-BE49-F238E27FC236}">
                      <a16:creationId xmlns:a16="http://schemas.microsoft.com/office/drawing/2014/main" id="{02F6E1D0-2C53-59F6-DFFD-23416C53D22B}"/>
                    </a:ext>
                  </a:extLst>
                </p:cNvPr>
                <p:cNvPicPr/>
                <p:nvPr/>
              </p:nvPicPr>
              <p:blipFill>
                <a:blip r:embed="rId154"/>
                <a:stretch>
                  <a:fillRect/>
                </a:stretch>
              </p:blipFill>
              <p:spPr>
                <a:xfrm>
                  <a:off x="3326337" y="5265878"/>
                  <a:ext cx="433800" cy="258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5">
              <p14:nvContentPartPr>
                <p14:cNvPr id="79" name="Tinta 78">
                  <a:extLst>
                    <a:ext uri="{FF2B5EF4-FFF2-40B4-BE49-F238E27FC236}">
                      <a16:creationId xmlns:a16="http://schemas.microsoft.com/office/drawing/2014/main" id="{3EE9E1F5-A9A3-A8FB-D9BA-8F3C66538B7B}"/>
                    </a:ext>
                  </a:extLst>
                </p14:cNvPr>
                <p14:cNvContentPartPr/>
                <p14:nvPr/>
              </p14:nvContentPartPr>
              <p14:xfrm>
                <a:off x="5450015" y="4353998"/>
                <a:ext cx="251640" cy="275040"/>
              </p14:xfrm>
            </p:contentPart>
          </mc:Choice>
          <mc:Fallback>
            <p:pic>
              <p:nvPicPr>
                <p:cNvPr id="79" name="Tinta 78">
                  <a:extLst>
                    <a:ext uri="{FF2B5EF4-FFF2-40B4-BE49-F238E27FC236}">
                      <a16:creationId xmlns:a16="http://schemas.microsoft.com/office/drawing/2014/main" id="{3EE9E1F5-A9A3-A8FB-D9BA-8F3C66538B7B}"/>
                    </a:ext>
                  </a:extLst>
                </p:cNvPr>
                <p:cNvPicPr/>
                <p:nvPr/>
              </p:nvPicPr>
              <p:blipFill>
                <a:blip r:embed="rId156"/>
                <a:stretch>
                  <a:fillRect/>
                </a:stretch>
              </p:blipFill>
              <p:spPr>
                <a:xfrm>
                  <a:off x="5443895" y="4347878"/>
                  <a:ext cx="263880" cy="287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7">
              <p14:nvContentPartPr>
                <p14:cNvPr id="80" name="Tinta 79">
                  <a:extLst>
                    <a:ext uri="{FF2B5EF4-FFF2-40B4-BE49-F238E27FC236}">
                      <a16:creationId xmlns:a16="http://schemas.microsoft.com/office/drawing/2014/main" id="{A571F919-88CB-6FB6-CF57-EAFB1D1567AE}"/>
                    </a:ext>
                  </a:extLst>
                </p14:cNvPr>
                <p14:cNvContentPartPr/>
                <p14:nvPr/>
              </p14:nvContentPartPr>
              <p14:xfrm>
                <a:off x="5460815" y="4374518"/>
                <a:ext cx="416520" cy="236520"/>
              </p14:xfrm>
            </p:contentPart>
          </mc:Choice>
          <mc:Fallback>
            <p:pic>
              <p:nvPicPr>
                <p:cNvPr id="80" name="Tinta 79">
                  <a:extLst>
                    <a:ext uri="{FF2B5EF4-FFF2-40B4-BE49-F238E27FC236}">
                      <a16:creationId xmlns:a16="http://schemas.microsoft.com/office/drawing/2014/main" id="{A571F919-88CB-6FB6-CF57-EAFB1D1567AE}"/>
                    </a:ext>
                  </a:extLst>
                </p:cNvPr>
                <p:cNvPicPr/>
                <p:nvPr/>
              </p:nvPicPr>
              <p:blipFill>
                <a:blip r:embed="rId158"/>
                <a:stretch>
                  <a:fillRect/>
                </a:stretch>
              </p:blipFill>
              <p:spPr>
                <a:xfrm>
                  <a:off x="5454695" y="4368398"/>
                  <a:ext cx="428760" cy="248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9">
              <p14:nvContentPartPr>
                <p14:cNvPr id="82" name="Tinta 81">
                  <a:extLst>
                    <a:ext uri="{FF2B5EF4-FFF2-40B4-BE49-F238E27FC236}">
                      <a16:creationId xmlns:a16="http://schemas.microsoft.com/office/drawing/2014/main" id="{55E4590D-9486-98EC-331C-443F504FCBC7}"/>
                    </a:ext>
                  </a:extLst>
                </p14:cNvPr>
                <p14:cNvContentPartPr/>
                <p14:nvPr/>
              </p14:nvContentPartPr>
              <p14:xfrm>
                <a:off x="5870855" y="4603118"/>
                <a:ext cx="261000" cy="177480"/>
              </p14:xfrm>
            </p:contentPart>
          </mc:Choice>
          <mc:Fallback>
            <p:pic>
              <p:nvPicPr>
                <p:cNvPr id="82" name="Tinta 81">
                  <a:extLst>
                    <a:ext uri="{FF2B5EF4-FFF2-40B4-BE49-F238E27FC236}">
                      <a16:creationId xmlns:a16="http://schemas.microsoft.com/office/drawing/2014/main" id="{55E4590D-9486-98EC-331C-443F504FCBC7}"/>
                    </a:ext>
                  </a:extLst>
                </p:cNvPr>
                <p:cNvPicPr/>
                <p:nvPr/>
              </p:nvPicPr>
              <p:blipFill>
                <a:blip r:embed="rId160"/>
                <a:stretch>
                  <a:fillRect/>
                </a:stretch>
              </p:blipFill>
              <p:spPr>
                <a:xfrm>
                  <a:off x="5864735" y="4596998"/>
                  <a:ext cx="273240" cy="189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1">
              <p14:nvContentPartPr>
                <p14:cNvPr id="83" name="Tinta 82">
                  <a:extLst>
                    <a:ext uri="{FF2B5EF4-FFF2-40B4-BE49-F238E27FC236}">
                      <a16:creationId xmlns:a16="http://schemas.microsoft.com/office/drawing/2014/main" id="{61901FA0-4ED1-2C0A-C5D4-4C9B01E0ABDE}"/>
                    </a:ext>
                  </a:extLst>
                </p14:cNvPr>
                <p14:cNvContentPartPr/>
                <p14:nvPr/>
              </p14:nvContentPartPr>
              <p14:xfrm>
                <a:off x="6392135" y="4592318"/>
                <a:ext cx="301320" cy="19800"/>
              </p14:xfrm>
            </p:contentPart>
          </mc:Choice>
          <mc:Fallback>
            <p:pic>
              <p:nvPicPr>
                <p:cNvPr id="83" name="Tinta 82">
                  <a:extLst>
                    <a:ext uri="{FF2B5EF4-FFF2-40B4-BE49-F238E27FC236}">
                      <a16:creationId xmlns:a16="http://schemas.microsoft.com/office/drawing/2014/main" id="{61901FA0-4ED1-2C0A-C5D4-4C9B01E0ABDE}"/>
                    </a:ext>
                  </a:extLst>
                </p:cNvPr>
                <p:cNvPicPr/>
                <p:nvPr/>
              </p:nvPicPr>
              <p:blipFill>
                <a:blip r:embed="rId162"/>
                <a:stretch>
                  <a:fillRect/>
                </a:stretch>
              </p:blipFill>
              <p:spPr>
                <a:xfrm>
                  <a:off x="6386015" y="4586198"/>
                  <a:ext cx="313560" cy="32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3">
              <p14:nvContentPartPr>
                <p14:cNvPr id="84" name="Tinta 83">
                  <a:extLst>
                    <a:ext uri="{FF2B5EF4-FFF2-40B4-BE49-F238E27FC236}">
                      <a16:creationId xmlns:a16="http://schemas.microsoft.com/office/drawing/2014/main" id="{CD71041A-8B74-BA6C-FB3E-62AF520A174A}"/>
                    </a:ext>
                  </a:extLst>
                </p14:cNvPr>
                <p14:cNvContentPartPr/>
                <p14:nvPr/>
              </p14:nvContentPartPr>
              <p14:xfrm>
                <a:off x="6351815" y="4690598"/>
                <a:ext cx="250920" cy="19080"/>
              </p14:xfrm>
            </p:contentPart>
          </mc:Choice>
          <mc:Fallback>
            <p:pic>
              <p:nvPicPr>
                <p:cNvPr id="84" name="Tinta 83">
                  <a:extLst>
                    <a:ext uri="{FF2B5EF4-FFF2-40B4-BE49-F238E27FC236}">
                      <a16:creationId xmlns:a16="http://schemas.microsoft.com/office/drawing/2014/main" id="{CD71041A-8B74-BA6C-FB3E-62AF520A174A}"/>
                    </a:ext>
                  </a:extLst>
                </p:cNvPr>
                <p:cNvPicPr/>
                <p:nvPr/>
              </p:nvPicPr>
              <p:blipFill>
                <a:blip r:embed="rId164"/>
                <a:stretch>
                  <a:fillRect/>
                </a:stretch>
              </p:blipFill>
              <p:spPr>
                <a:xfrm>
                  <a:off x="6345695" y="4684478"/>
                  <a:ext cx="263160" cy="31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5">
              <p14:nvContentPartPr>
                <p14:cNvPr id="86" name="Tinta 85">
                  <a:extLst>
                    <a:ext uri="{FF2B5EF4-FFF2-40B4-BE49-F238E27FC236}">
                      <a16:creationId xmlns:a16="http://schemas.microsoft.com/office/drawing/2014/main" id="{CE39F695-6C12-8736-CACA-42715E2EBE4A}"/>
                    </a:ext>
                  </a:extLst>
                </p14:cNvPr>
                <p14:cNvContentPartPr/>
                <p14:nvPr/>
              </p14:nvContentPartPr>
              <p14:xfrm>
                <a:off x="7023935" y="4463798"/>
                <a:ext cx="361080" cy="467280"/>
              </p14:xfrm>
            </p:contentPart>
          </mc:Choice>
          <mc:Fallback>
            <p:pic>
              <p:nvPicPr>
                <p:cNvPr id="86" name="Tinta 85">
                  <a:extLst>
                    <a:ext uri="{FF2B5EF4-FFF2-40B4-BE49-F238E27FC236}">
                      <a16:creationId xmlns:a16="http://schemas.microsoft.com/office/drawing/2014/main" id="{CE39F695-6C12-8736-CACA-42715E2EBE4A}"/>
                    </a:ext>
                  </a:extLst>
                </p:cNvPr>
                <p:cNvPicPr/>
                <p:nvPr/>
              </p:nvPicPr>
              <p:blipFill>
                <a:blip r:embed="rId166"/>
                <a:stretch>
                  <a:fillRect/>
                </a:stretch>
              </p:blipFill>
              <p:spPr>
                <a:xfrm>
                  <a:off x="7017815" y="4457678"/>
                  <a:ext cx="373320" cy="479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7">
              <p14:nvContentPartPr>
                <p14:cNvPr id="87" name="Tinta 86">
                  <a:extLst>
                    <a:ext uri="{FF2B5EF4-FFF2-40B4-BE49-F238E27FC236}">
                      <a16:creationId xmlns:a16="http://schemas.microsoft.com/office/drawing/2014/main" id="{0F088FA7-AF66-1049-DA4F-35B2E4C2D83D}"/>
                    </a:ext>
                  </a:extLst>
                </p14:cNvPr>
                <p14:cNvContentPartPr/>
                <p14:nvPr/>
              </p14:nvContentPartPr>
              <p14:xfrm>
                <a:off x="7536215" y="4630838"/>
                <a:ext cx="240840" cy="32400"/>
              </p14:xfrm>
            </p:contentPart>
          </mc:Choice>
          <mc:Fallback>
            <p:pic>
              <p:nvPicPr>
                <p:cNvPr id="87" name="Tinta 86">
                  <a:extLst>
                    <a:ext uri="{FF2B5EF4-FFF2-40B4-BE49-F238E27FC236}">
                      <a16:creationId xmlns:a16="http://schemas.microsoft.com/office/drawing/2014/main" id="{0F088FA7-AF66-1049-DA4F-35B2E4C2D83D}"/>
                    </a:ext>
                  </a:extLst>
                </p:cNvPr>
                <p:cNvPicPr/>
                <p:nvPr/>
              </p:nvPicPr>
              <p:blipFill>
                <a:blip r:embed="rId168"/>
                <a:stretch>
                  <a:fillRect/>
                </a:stretch>
              </p:blipFill>
              <p:spPr>
                <a:xfrm>
                  <a:off x="7530095" y="4624718"/>
                  <a:ext cx="253080" cy="44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9">
              <p14:nvContentPartPr>
                <p14:cNvPr id="88" name="Tinta 87">
                  <a:extLst>
                    <a:ext uri="{FF2B5EF4-FFF2-40B4-BE49-F238E27FC236}">
                      <a16:creationId xmlns:a16="http://schemas.microsoft.com/office/drawing/2014/main" id="{4C416894-A067-0E29-2C05-A6BDBE1EF7E7}"/>
                    </a:ext>
                  </a:extLst>
                </p14:cNvPr>
                <p14:cNvContentPartPr/>
                <p14:nvPr/>
              </p14:nvContentPartPr>
              <p14:xfrm>
                <a:off x="7604615" y="4618238"/>
                <a:ext cx="30600" cy="175320"/>
              </p14:xfrm>
            </p:contentPart>
          </mc:Choice>
          <mc:Fallback>
            <p:pic>
              <p:nvPicPr>
                <p:cNvPr id="88" name="Tinta 87">
                  <a:extLst>
                    <a:ext uri="{FF2B5EF4-FFF2-40B4-BE49-F238E27FC236}">
                      <a16:creationId xmlns:a16="http://schemas.microsoft.com/office/drawing/2014/main" id="{4C416894-A067-0E29-2C05-A6BDBE1EF7E7}"/>
                    </a:ext>
                  </a:extLst>
                </p:cNvPr>
                <p:cNvPicPr/>
                <p:nvPr/>
              </p:nvPicPr>
              <p:blipFill>
                <a:blip r:embed="rId170"/>
                <a:stretch>
                  <a:fillRect/>
                </a:stretch>
              </p:blipFill>
              <p:spPr>
                <a:xfrm>
                  <a:off x="7598495" y="4612118"/>
                  <a:ext cx="42840" cy="187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1">
              <p14:nvContentPartPr>
                <p14:cNvPr id="89" name="Tinta 88">
                  <a:extLst>
                    <a:ext uri="{FF2B5EF4-FFF2-40B4-BE49-F238E27FC236}">
                      <a16:creationId xmlns:a16="http://schemas.microsoft.com/office/drawing/2014/main" id="{BE0563B2-C32D-4E2D-913E-E1BC89A7E249}"/>
                    </a:ext>
                  </a:extLst>
                </p14:cNvPr>
                <p14:cNvContentPartPr/>
                <p14:nvPr/>
              </p14:nvContentPartPr>
              <p14:xfrm>
                <a:off x="7695695" y="4690598"/>
                <a:ext cx="60840" cy="132120"/>
              </p14:xfrm>
            </p:contentPart>
          </mc:Choice>
          <mc:Fallback>
            <p:pic>
              <p:nvPicPr>
                <p:cNvPr id="89" name="Tinta 88">
                  <a:extLst>
                    <a:ext uri="{FF2B5EF4-FFF2-40B4-BE49-F238E27FC236}">
                      <a16:creationId xmlns:a16="http://schemas.microsoft.com/office/drawing/2014/main" id="{BE0563B2-C32D-4E2D-913E-E1BC89A7E249}"/>
                    </a:ext>
                  </a:extLst>
                </p:cNvPr>
                <p:cNvPicPr/>
                <p:nvPr/>
              </p:nvPicPr>
              <p:blipFill>
                <a:blip r:embed="rId172"/>
                <a:stretch>
                  <a:fillRect/>
                </a:stretch>
              </p:blipFill>
              <p:spPr>
                <a:xfrm>
                  <a:off x="7689575" y="4684478"/>
                  <a:ext cx="73080" cy="144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3">
              <p14:nvContentPartPr>
                <p14:cNvPr id="90" name="Tinta 89">
                  <a:extLst>
                    <a:ext uri="{FF2B5EF4-FFF2-40B4-BE49-F238E27FC236}">
                      <a16:creationId xmlns:a16="http://schemas.microsoft.com/office/drawing/2014/main" id="{46AC1E5C-C400-C9D1-2509-6E205681B49B}"/>
                    </a:ext>
                  </a:extLst>
                </p14:cNvPr>
                <p14:cNvContentPartPr/>
                <p14:nvPr/>
              </p14:nvContentPartPr>
              <p14:xfrm>
                <a:off x="8156855" y="4516358"/>
                <a:ext cx="210600" cy="340920"/>
              </p14:xfrm>
            </p:contentPart>
          </mc:Choice>
          <mc:Fallback>
            <p:pic>
              <p:nvPicPr>
                <p:cNvPr id="90" name="Tinta 89">
                  <a:extLst>
                    <a:ext uri="{FF2B5EF4-FFF2-40B4-BE49-F238E27FC236}">
                      <a16:creationId xmlns:a16="http://schemas.microsoft.com/office/drawing/2014/main" id="{46AC1E5C-C400-C9D1-2509-6E205681B49B}"/>
                    </a:ext>
                  </a:extLst>
                </p:cNvPr>
                <p:cNvPicPr/>
                <p:nvPr/>
              </p:nvPicPr>
              <p:blipFill>
                <a:blip r:embed="rId174"/>
                <a:stretch>
                  <a:fillRect/>
                </a:stretch>
              </p:blipFill>
              <p:spPr>
                <a:xfrm>
                  <a:off x="8150735" y="4510238"/>
                  <a:ext cx="222840" cy="353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5">
              <p14:nvContentPartPr>
                <p14:cNvPr id="91" name="Tinta 90">
                  <a:extLst>
                    <a:ext uri="{FF2B5EF4-FFF2-40B4-BE49-F238E27FC236}">
                      <a16:creationId xmlns:a16="http://schemas.microsoft.com/office/drawing/2014/main" id="{1DBF44E2-4610-3C9A-96C1-EFF9DD95CBA5}"/>
                    </a:ext>
                  </a:extLst>
                </p14:cNvPr>
                <p14:cNvContentPartPr/>
                <p14:nvPr/>
              </p14:nvContentPartPr>
              <p14:xfrm>
                <a:off x="8365655" y="4536878"/>
                <a:ext cx="312840" cy="282240"/>
              </p14:xfrm>
            </p:contentPart>
          </mc:Choice>
          <mc:Fallback>
            <p:pic>
              <p:nvPicPr>
                <p:cNvPr id="91" name="Tinta 90">
                  <a:extLst>
                    <a:ext uri="{FF2B5EF4-FFF2-40B4-BE49-F238E27FC236}">
                      <a16:creationId xmlns:a16="http://schemas.microsoft.com/office/drawing/2014/main" id="{1DBF44E2-4610-3C9A-96C1-EFF9DD95CBA5}"/>
                    </a:ext>
                  </a:extLst>
                </p:cNvPr>
                <p:cNvPicPr/>
                <p:nvPr/>
              </p:nvPicPr>
              <p:blipFill>
                <a:blip r:embed="rId176"/>
                <a:stretch>
                  <a:fillRect/>
                </a:stretch>
              </p:blipFill>
              <p:spPr>
                <a:xfrm>
                  <a:off x="8359535" y="4530758"/>
                  <a:ext cx="325080" cy="294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7">
              <p14:nvContentPartPr>
                <p14:cNvPr id="94" name="Tinta 93">
                  <a:extLst>
                    <a:ext uri="{FF2B5EF4-FFF2-40B4-BE49-F238E27FC236}">
                      <a16:creationId xmlns:a16="http://schemas.microsoft.com/office/drawing/2014/main" id="{FB27E321-E3CD-4237-9FEE-E1391E500111}"/>
                    </a:ext>
                  </a:extLst>
                </p14:cNvPr>
                <p14:cNvContentPartPr/>
                <p14:nvPr/>
              </p14:nvContentPartPr>
              <p14:xfrm>
                <a:off x="8738615" y="4370918"/>
                <a:ext cx="190440" cy="36360"/>
              </p14:xfrm>
            </p:contentPart>
          </mc:Choice>
          <mc:Fallback>
            <p:pic>
              <p:nvPicPr>
                <p:cNvPr id="94" name="Tinta 93">
                  <a:extLst>
                    <a:ext uri="{FF2B5EF4-FFF2-40B4-BE49-F238E27FC236}">
                      <a16:creationId xmlns:a16="http://schemas.microsoft.com/office/drawing/2014/main" id="{FB27E321-E3CD-4237-9FEE-E1391E500111}"/>
                    </a:ext>
                  </a:extLst>
                </p:cNvPr>
                <p:cNvPicPr/>
                <p:nvPr/>
              </p:nvPicPr>
              <p:blipFill>
                <a:blip r:embed="rId178"/>
                <a:stretch>
                  <a:fillRect/>
                </a:stretch>
              </p:blipFill>
              <p:spPr>
                <a:xfrm>
                  <a:off x="8732495" y="4364798"/>
                  <a:ext cx="202680" cy="48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9">
              <p14:nvContentPartPr>
                <p14:cNvPr id="95" name="Tinta 94">
                  <a:extLst>
                    <a:ext uri="{FF2B5EF4-FFF2-40B4-BE49-F238E27FC236}">
                      <a16:creationId xmlns:a16="http://schemas.microsoft.com/office/drawing/2014/main" id="{988E2AB9-3DE6-EF70-EB44-44CDCDEC2E06}"/>
                    </a:ext>
                  </a:extLst>
                </p14:cNvPr>
                <p14:cNvContentPartPr/>
                <p14:nvPr/>
              </p14:nvContentPartPr>
              <p14:xfrm>
                <a:off x="9009335" y="4293518"/>
                <a:ext cx="100080" cy="178200"/>
              </p14:xfrm>
            </p:contentPart>
          </mc:Choice>
          <mc:Fallback>
            <p:pic>
              <p:nvPicPr>
                <p:cNvPr id="95" name="Tinta 94">
                  <a:extLst>
                    <a:ext uri="{FF2B5EF4-FFF2-40B4-BE49-F238E27FC236}">
                      <a16:creationId xmlns:a16="http://schemas.microsoft.com/office/drawing/2014/main" id="{988E2AB9-3DE6-EF70-EB44-44CDCDEC2E06}"/>
                    </a:ext>
                  </a:extLst>
                </p:cNvPr>
                <p:cNvPicPr/>
                <p:nvPr/>
              </p:nvPicPr>
              <p:blipFill>
                <a:blip r:embed="rId180"/>
                <a:stretch>
                  <a:fillRect/>
                </a:stretch>
              </p:blipFill>
              <p:spPr>
                <a:xfrm>
                  <a:off x="9003215" y="4287398"/>
                  <a:ext cx="112320" cy="190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1">
              <p14:nvContentPartPr>
                <p14:cNvPr id="96" name="Tinta 95">
                  <a:extLst>
                    <a:ext uri="{FF2B5EF4-FFF2-40B4-BE49-F238E27FC236}">
                      <a16:creationId xmlns:a16="http://schemas.microsoft.com/office/drawing/2014/main" id="{8408CCB9-2EA3-972F-DD3A-7CEBB7386B34}"/>
                    </a:ext>
                  </a:extLst>
                </p14:cNvPr>
                <p14:cNvContentPartPr/>
                <p14:nvPr/>
              </p14:nvContentPartPr>
              <p14:xfrm>
                <a:off x="9029495" y="4349678"/>
                <a:ext cx="180360" cy="21600"/>
              </p14:xfrm>
            </p:contentPart>
          </mc:Choice>
          <mc:Fallback>
            <p:pic>
              <p:nvPicPr>
                <p:cNvPr id="96" name="Tinta 95">
                  <a:extLst>
                    <a:ext uri="{FF2B5EF4-FFF2-40B4-BE49-F238E27FC236}">
                      <a16:creationId xmlns:a16="http://schemas.microsoft.com/office/drawing/2014/main" id="{8408CCB9-2EA3-972F-DD3A-7CEBB7386B34}"/>
                    </a:ext>
                  </a:extLst>
                </p:cNvPr>
                <p:cNvPicPr/>
                <p:nvPr/>
              </p:nvPicPr>
              <p:blipFill>
                <a:blip r:embed="rId182"/>
                <a:stretch>
                  <a:fillRect/>
                </a:stretch>
              </p:blipFill>
              <p:spPr>
                <a:xfrm>
                  <a:off x="9023375" y="4343558"/>
                  <a:ext cx="192600" cy="33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3">
              <p14:nvContentPartPr>
                <p14:cNvPr id="98" name="Tinta 97">
                  <a:extLst>
                    <a:ext uri="{FF2B5EF4-FFF2-40B4-BE49-F238E27FC236}">
                      <a16:creationId xmlns:a16="http://schemas.microsoft.com/office/drawing/2014/main" id="{AC70F153-4141-6AC9-A1B0-330CB4C39C48}"/>
                    </a:ext>
                  </a:extLst>
                </p14:cNvPr>
                <p14:cNvContentPartPr/>
                <p14:nvPr/>
              </p14:nvContentPartPr>
              <p14:xfrm>
                <a:off x="9173135" y="4616078"/>
                <a:ext cx="324720" cy="162360"/>
              </p14:xfrm>
            </p:contentPart>
          </mc:Choice>
          <mc:Fallback>
            <p:pic>
              <p:nvPicPr>
                <p:cNvPr id="98" name="Tinta 97">
                  <a:extLst>
                    <a:ext uri="{FF2B5EF4-FFF2-40B4-BE49-F238E27FC236}">
                      <a16:creationId xmlns:a16="http://schemas.microsoft.com/office/drawing/2014/main" id="{AC70F153-4141-6AC9-A1B0-330CB4C39C48}"/>
                    </a:ext>
                  </a:extLst>
                </p:cNvPr>
                <p:cNvPicPr/>
                <p:nvPr/>
              </p:nvPicPr>
              <p:blipFill>
                <a:blip r:embed="rId184"/>
                <a:stretch>
                  <a:fillRect/>
                </a:stretch>
              </p:blipFill>
              <p:spPr>
                <a:xfrm>
                  <a:off x="9167015" y="4609958"/>
                  <a:ext cx="336960" cy="174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5">
              <p14:nvContentPartPr>
                <p14:cNvPr id="99" name="Tinta 98">
                  <a:extLst>
                    <a:ext uri="{FF2B5EF4-FFF2-40B4-BE49-F238E27FC236}">
                      <a16:creationId xmlns:a16="http://schemas.microsoft.com/office/drawing/2014/main" id="{CDCCD4D7-16D0-8D2C-DFCF-CABA868E960A}"/>
                    </a:ext>
                  </a:extLst>
                </p14:cNvPr>
                <p14:cNvContentPartPr/>
                <p14:nvPr/>
              </p14:nvContentPartPr>
              <p14:xfrm>
                <a:off x="8789015" y="4685918"/>
                <a:ext cx="240840" cy="83520"/>
              </p14:xfrm>
            </p:contentPart>
          </mc:Choice>
          <mc:Fallback>
            <p:pic>
              <p:nvPicPr>
                <p:cNvPr id="99" name="Tinta 98">
                  <a:extLst>
                    <a:ext uri="{FF2B5EF4-FFF2-40B4-BE49-F238E27FC236}">
                      <a16:creationId xmlns:a16="http://schemas.microsoft.com/office/drawing/2014/main" id="{CDCCD4D7-16D0-8D2C-DFCF-CABA868E960A}"/>
                    </a:ext>
                  </a:extLst>
                </p:cNvPr>
                <p:cNvPicPr/>
                <p:nvPr/>
              </p:nvPicPr>
              <p:blipFill>
                <a:blip r:embed="rId186"/>
                <a:stretch>
                  <a:fillRect/>
                </a:stretch>
              </p:blipFill>
              <p:spPr>
                <a:xfrm>
                  <a:off x="8782895" y="4679798"/>
                  <a:ext cx="253080" cy="95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7">
              <p14:nvContentPartPr>
                <p14:cNvPr id="100" name="Tinta 99">
                  <a:extLst>
                    <a:ext uri="{FF2B5EF4-FFF2-40B4-BE49-F238E27FC236}">
                      <a16:creationId xmlns:a16="http://schemas.microsoft.com/office/drawing/2014/main" id="{1F1DB0E5-6243-6D42-D265-4810CDDE7674}"/>
                    </a:ext>
                  </a:extLst>
                </p14:cNvPr>
                <p14:cNvContentPartPr/>
                <p14:nvPr/>
              </p14:nvContentPartPr>
              <p14:xfrm>
                <a:off x="8857775" y="4684478"/>
                <a:ext cx="101520" cy="44640"/>
              </p14:xfrm>
            </p:contentPart>
          </mc:Choice>
          <mc:Fallback>
            <p:pic>
              <p:nvPicPr>
                <p:cNvPr id="100" name="Tinta 99">
                  <a:extLst>
                    <a:ext uri="{FF2B5EF4-FFF2-40B4-BE49-F238E27FC236}">
                      <a16:creationId xmlns:a16="http://schemas.microsoft.com/office/drawing/2014/main" id="{1F1DB0E5-6243-6D42-D265-4810CDDE7674}"/>
                    </a:ext>
                  </a:extLst>
                </p:cNvPr>
                <p:cNvPicPr/>
                <p:nvPr/>
              </p:nvPicPr>
              <p:blipFill>
                <a:blip r:embed="rId188"/>
                <a:stretch>
                  <a:fillRect/>
                </a:stretch>
              </p:blipFill>
              <p:spPr>
                <a:xfrm>
                  <a:off x="8851655" y="4678358"/>
                  <a:ext cx="113760" cy="56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9">
              <p14:nvContentPartPr>
                <p14:cNvPr id="107" name="Tinta 106">
                  <a:extLst>
                    <a:ext uri="{FF2B5EF4-FFF2-40B4-BE49-F238E27FC236}">
                      <a16:creationId xmlns:a16="http://schemas.microsoft.com/office/drawing/2014/main" id="{C7F58FD8-1913-F26F-7778-7B5C125296C7}"/>
                    </a:ext>
                  </a:extLst>
                </p14:cNvPr>
                <p14:cNvContentPartPr/>
                <p14:nvPr/>
              </p14:nvContentPartPr>
              <p14:xfrm>
                <a:off x="7113575" y="4724798"/>
                <a:ext cx="802800" cy="70560"/>
              </p14:xfrm>
            </p:contentPart>
          </mc:Choice>
          <mc:Fallback>
            <p:pic>
              <p:nvPicPr>
                <p:cNvPr id="107" name="Tinta 106">
                  <a:extLst>
                    <a:ext uri="{FF2B5EF4-FFF2-40B4-BE49-F238E27FC236}">
                      <a16:creationId xmlns:a16="http://schemas.microsoft.com/office/drawing/2014/main" id="{C7F58FD8-1913-F26F-7778-7B5C125296C7}"/>
                    </a:ext>
                  </a:extLst>
                </p:cNvPr>
                <p:cNvPicPr/>
                <p:nvPr/>
              </p:nvPicPr>
              <p:blipFill>
                <a:blip r:embed="rId190"/>
                <a:stretch>
                  <a:fillRect/>
                </a:stretch>
              </p:blipFill>
              <p:spPr>
                <a:xfrm>
                  <a:off x="7107455" y="4718678"/>
                  <a:ext cx="815040" cy="82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1">
              <p14:nvContentPartPr>
                <p14:cNvPr id="102" name="Tinta 101">
                  <a:extLst>
                    <a:ext uri="{FF2B5EF4-FFF2-40B4-BE49-F238E27FC236}">
                      <a16:creationId xmlns:a16="http://schemas.microsoft.com/office/drawing/2014/main" id="{5D4955CA-1FA5-2775-3693-FA31D42631F0}"/>
                    </a:ext>
                  </a:extLst>
                </p14:cNvPr>
                <p14:cNvContentPartPr/>
                <p14:nvPr/>
              </p14:nvContentPartPr>
              <p14:xfrm>
                <a:off x="7125455" y="5009918"/>
                <a:ext cx="2274120" cy="100440"/>
              </p14:xfrm>
            </p:contentPart>
          </mc:Choice>
          <mc:Fallback>
            <p:pic>
              <p:nvPicPr>
                <p:cNvPr id="102" name="Tinta 101">
                  <a:extLst>
                    <a:ext uri="{FF2B5EF4-FFF2-40B4-BE49-F238E27FC236}">
                      <a16:creationId xmlns:a16="http://schemas.microsoft.com/office/drawing/2014/main" id="{5D4955CA-1FA5-2775-3693-FA31D42631F0}"/>
                    </a:ext>
                  </a:extLst>
                </p:cNvPr>
                <p:cNvPicPr/>
                <p:nvPr/>
              </p:nvPicPr>
              <p:blipFill>
                <a:blip r:embed="rId192"/>
                <a:stretch>
                  <a:fillRect/>
                </a:stretch>
              </p:blipFill>
              <p:spPr>
                <a:xfrm>
                  <a:off x="7119335" y="5003798"/>
                  <a:ext cx="2286360" cy="112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3">
              <p14:nvContentPartPr>
                <p14:cNvPr id="103" name="Tinta 102">
                  <a:extLst>
                    <a:ext uri="{FF2B5EF4-FFF2-40B4-BE49-F238E27FC236}">
                      <a16:creationId xmlns:a16="http://schemas.microsoft.com/office/drawing/2014/main" id="{DFD4C93B-E2AA-33FC-6620-2E3691EE9925}"/>
                    </a:ext>
                  </a:extLst>
                </p14:cNvPr>
                <p14:cNvContentPartPr/>
                <p14:nvPr/>
              </p14:nvContentPartPr>
              <p14:xfrm>
                <a:off x="8026175" y="5201078"/>
                <a:ext cx="330840" cy="390240"/>
              </p14:xfrm>
            </p:contentPart>
          </mc:Choice>
          <mc:Fallback>
            <p:pic>
              <p:nvPicPr>
                <p:cNvPr id="103" name="Tinta 102">
                  <a:extLst>
                    <a:ext uri="{FF2B5EF4-FFF2-40B4-BE49-F238E27FC236}">
                      <a16:creationId xmlns:a16="http://schemas.microsoft.com/office/drawing/2014/main" id="{DFD4C93B-E2AA-33FC-6620-2E3691EE9925}"/>
                    </a:ext>
                  </a:extLst>
                </p:cNvPr>
                <p:cNvPicPr/>
                <p:nvPr/>
              </p:nvPicPr>
              <p:blipFill>
                <a:blip r:embed="rId194"/>
                <a:stretch>
                  <a:fillRect/>
                </a:stretch>
              </p:blipFill>
              <p:spPr>
                <a:xfrm>
                  <a:off x="8020055" y="5194958"/>
                  <a:ext cx="343080" cy="402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5">
              <p14:nvContentPartPr>
                <p14:cNvPr id="104" name="Tinta 103">
                  <a:extLst>
                    <a:ext uri="{FF2B5EF4-FFF2-40B4-BE49-F238E27FC236}">
                      <a16:creationId xmlns:a16="http://schemas.microsoft.com/office/drawing/2014/main" id="{4CB6B71E-9177-EB7E-6480-5A4A6DBB0D80}"/>
                    </a:ext>
                  </a:extLst>
                </p14:cNvPr>
                <p14:cNvContentPartPr/>
                <p14:nvPr/>
              </p14:nvContentPartPr>
              <p14:xfrm>
                <a:off x="8508935" y="5412038"/>
                <a:ext cx="209520" cy="20520"/>
              </p14:xfrm>
            </p:contentPart>
          </mc:Choice>
          <mc:Fallback>
            <p:pic>
              <p:nvPicPr>
                <p:cNvPr id="104" name="Tinta 103">
                  <a:extLst>
                    <a:ext uri="{FF2B5EF4-FFF2-40B4-BE49-F238E27FC236}">
                      <a16:creationId xmlns:a16="http://schemas.microsoft.com/office/drawing/2014/main" id="{4CB6B71E-9177-EB7E-6480-5A4A6DBB0D80}"/>
                    </a:ext>
                  </a:extLst>
                </p:cNvPr>
                <p:cNvPicPr/>
                <p:nvPr/>
              </p:nvPicPr>
              <p:blipFill>
                <a:blip r:embed="rId196"/>
                <a:stretch>
                  <a:fillRect/>
                </a:stretch>
              </p:blipFill>
              <p:spPr>
                <a:xfrm>
                  <a:off x="8502815" y="5405918"/>
                  <a:ext cx="221760" cy="32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7">
              <p14:nvContentPartPr>
                <p14:cNvPr id="105" name="Tinta 104">
                  <a:extLst>
                    <a:ext uri="{FF2B5EF4-FFF2-40B4-BE49-F238E27FC236}">
                      <a16:creationId xmlns:a16="http://schemas.microsoft.com/office/drawing/2014/main" id="{5919ECB4-568B-8792-7284-FEEE1C3AB29B}"/>
                    </a:ext>
                  </a:extLst>
                </p14:cNvPr>
                <p14:cNvContentPartPr/>
                <p14:nvPr/>
              </p14:nvContentPartPr>
              <p14:xfrm>
                <a:off x="8597135" y="5406278"/>
                <a:ext cx="70920" cy="164520"/>
              </p14:xfrm>
            </p:contentPart>
          </mc:Choice>
          <mc:Fallback>
            <p:pic>
              <p:nvPicPr>
                <p:cNvPr id="105" name="Tinta 104">
                  <a:extLst>
                    <a:ext uri="{FF2B5EF4-FFF2-40B4-BE49-F238E27FC236}">
                      <a16:creationId xmlns:a16="http://schemas.microsoft.com/office/drawing/2014/main" id="{5919ECB4-568B-8792-7284-FEEE1C3AB29B}"/>
                    </a:ext>
                  </a:extLst>
                </p:cNvPr>
                <p:cNvPicPr/>
                <p:nvPr/>
              </p:nvPicPr>
              <p:blipFill>
                <a:blip r:embed="rId198"/>
                <a:stretch>
                  <a:fillRect/>
                </a:stretch>
              </p:blipFill>
              <p:spPr>
                <a:xfrm>
                  <a:off x="8591015" y="5400158"/>
                  <a:ext cx="83160" cy="176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9">
              <p14:nvContentPartPr>
                <p14:cNvPr id="106" name="Tinta 105">
                  <a:extLst>
                    <a:ext uri="{FF2B5EF4-FFF2-40B4-BE49-F238E27FC236}">
                      <a16:creationId xmlns:a16="http://schemas.microsoft.com/office/drawing/2014/main" id="{0E91677D-7138-4038-DD76-66B0F22770AA}"/>
                    </a:ext>
                  </a:extLst>
                </p14:cNvPr>
                <p14:cNvContentPartPr/>
                <p14:nvPr/>
              </p14:nvContentPartPr>
              <p14:xfrm>
                <a:off x="8647535" y="5578718"/>
                <a:ext cx="40680" cy="58320"/>
              </p14:xfrm>
            </p:contentPart>
          </mc:Choice>
          <mc:Fallback>
            <p:pic>
              <p:nvPicPr>
                <p:cNvPr id="106" name="Tinta 105">
                  <a:extLst>
                    <a:ext uri="{FF2B5EF4-FFF2-40B4-BE49-F238E27FC236}">
                      <a16:creationId xmlns:a16="http://schemas.microsoft.com/office/drawing/2014/main" id="{0E91677D-7138-4038-DD76-66B0F22770AA}"/>
                    </a:ext>
                  </a:extLst>
                </p:cNvPr>
                <p:cNvPicPr/>
                <p:nvPr/>
              </p:nvPicPr>
              <p:blipFill>
                <a:blip r:embed="rId200"/>
                <a:stretch>
                  <a:fillRect/>
                </a:stretch>
              </p:blipFill>
              <p:spPr>
                <a:xfrm>
                  <a:off x="8641415" y="5572598"/>
                  <a:ext cx="52920" cy="70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1">
              <p14:nvContentPartPr>
                <p14:cNvPr id="109" name="Tinta 108">
                  <a:extLst>
                    <a:ext uri="{FF2B5EF4-FFF2-40B4-BE49-F238E27FC236}">
                      <a16:creationId xmlns:a16="http://schemas.microsoft.com/office/drawing/2014/main" id="{5308608B-CB5D-1D6E-1A7E-613C911A2D80}"/>
                    </a:ext>
                  </a:extLst>
                </p14:cNvPr>
                <p14:cNvContentPartPr/>
                <p14:nvPr/>
              </p14:nvContentPartPr>
              <p14:xfrm>
                <a:off x="7905935" y="5438318"/>
                <a:ext cx="942120" cy="55080"/>
              </p14:xfrm>
            </p:contentPart>
          </mc:Choice>
          <mc:Fallback>
            <p:pic>
              <p:nvPicPr>
                <p:cNvPr id="109" name="Tinta 108">
                  <a:extLst>
                    <a:ext uri="{FF2B5EF4-FFF2-40B4-BE49-F238E27FC236}">
                      <a16:creationId xmlns:a16="http://schemas.microsoft.com/office/drawing/2014/main" id="{5308608B-CB5D-1D6E-1A7E-613C911A2D80}"/>
                    </a:ext>
                  </a:extLst>
                </p:cNvPr>
                <p:cNvPicPr/>
                <p:nvPr/>
              </p:nvPicPr>
              <p:blipFill>
                <a:blip r:embed="rId202"/>
                <a:stretch>
                  <a:fillRect/>
                </a:stretch>
              </p:blipFill>
              <p:spPr>
                <a:xfrm>
                  <a:off x="7899815" y="5432198"/>
                  <a:ext cx="954360" cy="67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3">
              <p14:nvContentPartPr>
                <p14:cNvPr id="139" name="Tinta 138">
                  <a:extLst>
                    <a:ext uri="{FF2B5EF4-FFF2-40B4-BE49-F238E27FC236}">
                      <a16:creationId xmlns:a16="http://schemas.microsoft.com/office/drawing/2014/main" id="{49419A59-7731-AF8F-F7C9-5D92311183B5}"/>
                    </a:ext>
                  </a:extLst>
                </p14:cNvPr>
                <p14:cNvContentPartPr/>
                <p14:nvPr/>
              </p14:nvContentPartPr>
              <p14:xfrm>
                <a:off x="4477977" y="5116838"/>
                <a:ext cx="275040" cy="267120"/>
              </p14:xfrm>
            </p:contentPart>
          </mc:Choice>
          <mc:Fallback>
            <p:pic>
              <p:nvPicPr>
                <p:cNvPr id="139" name="Tinta 138">
                  <a:extLst>
                    <a:ext uri="{FF2B5EF4-FFF2-40B4-BE49-F238E27FC236}">
                      <a16:creationId xmlns:a16="http://schemas.microsoft.com/office/drawing/2014/main" id="{49419A59-7731-AF8F-F7C9-5D92311183B5}"/>
                    </a:ext>
                  </a:extLst>
                </p:cNvPr>
                <p:cNvPicPr/>
                <p:nvPr/>
              </p:nvPicPr>
              <p:blipFill>
                <a:blip r:embed="rId204"/>
                <a:stretch>
                  <a:fillRect/>
                </a:stretch>
              </p:blipFill>
              <p:spPr>
                <a:xfrm>
                  <a:off x="4471857" y="5110718"/>
                  <a:ext cx="287280" cy="279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5">
              <p14:nvContentPartPr>
                <p14:cNvPr id="140" name="Tinta 139">
                  <a:extLst>
                    <a:ext uri="{FF2B5EF4-FFF2-40B4-BE49-F238E27FC236}">
                      <a16:creationId xmlns:a16="http://schemas.microsoft.com/office/drawing/2014/main" id="{880D77D4-FAB3-1BB7-1FDC-091BA1CA18E4}"/>
                    </a:ext>
                  </a:extLst>
                </p14:cNvPr>
                <p14:cNvContentPartPr/>
                <p14:nvPr/>
              </p14:nvContentPartPr>
              <p14:xfrm>
                <a:off x="4877217" y="5252918"/>
                <a:ext cx="129600" cy="87120"/>
              </p14:xfrm>
            </p:contentPart>
          </mc:Choice>
          <mc:Fallback>
            <p:pic>
              <p:nvPicPr>
                <p:cNvPr id="140" name="Tinta 139">
                  <a:extLst>
                    <a:ext uri="{FF2B5EF4-FFF2-40B4-BE49-F238E27FC236}">
                      <a16:creationId xmlns:a16="http://schemas.microsoft.com/office/drawing/2014/main" id="{880D77D4-FAB3-1BB7-1FDC-091BA1CA18E4}"/>
                    </a:ext>
                  </a:extLst>
                </p:cNvPr>
                <p:cNvPicPr/>
                <p:nvPr/>
              </p:nvPicPr>
              <p:blipFill>
                <a:blip r:embed="rId206"/>
                <a:stretch>
                  <a:fillRect/>
                </a:stretch>
              </p:blipFill>
              <p:spPr>
                <a:xfrm>
                  <a:off x="4871097" y="5246798"/>
                  <a:ext cx="141840" cy="99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7">
              <p14:nvContentPartPr>
                <p14:cNvPr id="141" name="Tinta 140">
                  <a:extLst>
                    <a:ext uri="{FF2B5EF4-FFF2-40B4-BE49-F238E27FC236}">
                      <a16:creationId xmlns:a16="http://schemas.microsoft.com/office/drawing/2014/main" id="{8DCE1986-4D1E-9D70-1CF5-5106D106D63A}"/>
                    </a:ext>
                  </a:extLst>
                </p14:cNvPr>
                <p14:cNvContentPartPr/>
                <p14:nvPr/>
              </p14:nvContentPartPr>
              <p14:xfrm>
                <a:off x="4867137" y="5259398"/>
                <a:ext cx="119520" cy="83520"/>
              </p14:xfrm>
            </p:contentPart>
          </mc:Choice>
          <mc:Fallback>
            <p:pic>
              <p:nvPicPr>
                <p:cNvPr id="141" name="Tinta 140">
                  <a:extLst>
                    <a:ext uri="{FF2B5EF4-FFF2-40B4-BE49-F238E27FC236}">
                      <a16:creationId xmlns:a16="http://schemas.microsoft.com/office/drawing/2014/main" id="{8DCE1986-4D1E-9D70-1CF5-5106D106D63A}"/>
                    </a:ext>
                  </a:extLst>
                </p:cNvPr>
                <p:cNvPicPr/>
                <p:nvPr/>
              </p:nvPicPr>
              <p:blipFill>
                <a:blip r:embed="rId208"/>
                <a:stretch>
                  <a:fillRect/>
                </a:stretch>
              </p:blipFill>
              <p:spPr>
                <a:xfrm>
                  <a:off x="4861017" y="5253278"/>
                  <a:ext cx="131760" cy="95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9">
              <p14:nvContentPartPr>
                <p14:cNvPr id="142" name="Tinta 141">
                  <a:extLst>
                    <a:ext uri="{FF2B5EF4-FFF2-40B4-BE49-F238E27FC236}">
                      <a16:creationId xmlns:a16="http://schemas.microsoft.com/office/drawing/2014/main" id="{95886973-5EC9-7B29-9EE7-C60CCFBA09D3}"/>
                    </a:ext>
                  </a:extLst>
                </p14:cNvPr>
                <p14:cNvContentPartPr/>
                <p14:nvPr/>
              </p14:nvContentPartPr>
              <p14:xfrm>
                <a:off x="5231457" y="5097038"/>
                <a:ext cx="87120" cy="284040"/>
              </p14:xfrm>
            </p:contentPart>
          </mc:Choice>
          <mc:Fallback>
            <p:pic>
              <p:nvPicPr>
                <p:cNvPr id="142" name="Tinta 141">
                  <a:extLst>
                    <a:ext uri="{FF2B5EF4-FFF2-40B4-BE49-F238E27FC236}">
                      <a16:creationId xmlns:a16="http://schemas.microsoft.com/office/drawing/2014/main" id="{95886973-5EC9-7B29-9EE7-C60CCFBA09D3}"/>
                    </a:ext>
                  </a:extLst>
                </p:cNvPr>
                <p:cNvPicPr/>
                <p:nvPr/>
              </p:nvPicPr>
              <p:blipFill>
                <a:blip r:embed="rId210"/>
                <a:stretch>
                  <a:fillRect/>
                </a:stretch>
              </p:blipFill>
              <p:spPr>
                <a:xfrm>
                  <a:off x="5225337" y="5090918"/>
                  <a:ext cx="99360" cy="296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11">
              <p14:nvContentPartPr>
                <p14:cNvPr id="143" name="Tinta 142">
                  <a:extLst>
                    <a:ext uri="{FF2B5EF4-FFF2-40B4-BE49-F238E27FC236}">
                      <a16:creationId xmlns:a16="http://schemas.microsoft.com/office/drawing/2014/main" id="{69A16CF5-DD6A-AF8F-1FAC-F78ED69D6766}"/>
                    </a:ext>
                  </a:extLst>
                </p14:cNvPr>
                <p14:cNvContentPartPr/>
                <p14:nvPr/>
              </p14:nvContentPartPr>
              <p14:xfrm>
                <a:off x="5347737" y="5163638"/>
                <a:ext cx="171000" cy="167400"/>
              </p14:xfrm>
            </p:contentPart>
          </mc:Choice>
          <mc:Fallback>
            <p:pic>
              <p:nvPicPr>
                <p:cNvPr id="143" name="Tinta 142">
                  <a:extLst>
                    <a:ext uri="{FF2B5EF4-FFF2-40B4-BE49-F238E27FC236}">
                      <a16:creationId xmlns:a16="http://schemas.microsoft.com/office/drawing/2014/main" id="{69A16CF5-DD6A-AF8F-1FAC-F78ED69D6766}"/>
                    </a:ext>
                  </a:extLst>
                </p:cNvPr>
                <p:cNvPicPr/>
                <p:nvPr/>
              </p:nvPicPr>
              <p:blipFill>
                <a:blip r:embed="rId212"/>
                <a:stretch>
                  <a:fillRect/>
                </a:stretch>
              </p:blipFill>
              <p:spPr>
                <a:xfrm>
                  <a:off x="5341617" y="5157518"/>
                  <a:ext cx="183240" cy="179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13">
              <p14:nvContentPartPr>
                <p14:cNvPr id="144" name="Tinta 143">
                  <a:extLst>
                    <a:ext uri="{FF2B5EF4-FFF2-40B4-BE49-F238E27FC236}">
                      <a16:creationId xmlns:a16="http://schemas.microsoft.com/office/drawing/2014/main" id="{660755BC-34D2-39E7-8C58-76835EA7A2FA}"/>
                    </a:ext>
                  </a:extLst>
                </p14:cNvPr>
                <p14:cNvContentPartPr/>
                <p14:nvPr/>
              </p14:nvContentPartPr>
              <p14:xfrm>
                <a:off x="5518017" y="5071838"/>
                <a:ext cx="212400" cy="19800"/>
              </p14:xfrm>
            </p:contentPart>
          </mc:Choice>
          <mc:Fallback>
            <p:pic>
              <p:nvPicPr>
                <p:cNvPr id="144" name="Tinta 143">
                  <a:extLst>
                    <a:ext uri="{FF2B5EF4-FFF2-40B4-BE49-F238E27FC236}">
                      <a16:creationId xmlns:a16="http://schemas.microsoft.com/office/drawing/2014/main" id="{660755BC-34D2-39E7-8C58-76835EA7A2FA}"/>
                    </a:ext>
                  </a:extLst>
                </p:cNvPr>
                <p:cNvPicPr/>
                <p:nvPr/>
              </p:nvPicPr>
              <p:blipFill>
                <a:blip r:embed="rId214"/>
                <a:stretch>
                  <a:fillRect/>
                </a:stretch>
              </p:blipFill>
              <p:spPr>
                <a:xfrm>
                  <a:off x="5511897" y="5065718"/>
                  <a:ext cx="224640" cy="32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15">
              <p14:nvContentPartPr>
                <p14:cNvPr id="145" name="Tinta 144">
                  <a:extLst>
                    <a:ext uri="{FF2B5EF4-FFF2-40B4-BE49-F238E27FC236}">
                      <a16:creationId xmlns:a16="http://schemas.microsoft.com/office/drawing/2014/main" id="{2A4DDDA7-00CC-872F-331A-47E2F7E44A16}"/>
                    </a:ext>
                  </a:extLst>
                </p14:cNvPr>
                <p14:cNvContentPartPr/>
                <p14:nvPr/>
              </p14:nvContentPartPr>
              <p14:xfrm>
                <a:off x="5748057" y="4941518"/>
                <a:ext cx="162000" cy="211680"/>
              </p14:xfrm>
            </p:contentPart>
          </mc:Choice>
          <mc:Fallback>
            <p:pic>
              <p:nvPicPr>
                <p:cNvPr id="145" name="Tinta 144">
                  <a:extLst>
                    <a:ext uri="{FF2B5EF4-FFF2-40B4-BE49-F238E27FC236}">
                      <a16:creationId xmlns:a16="http://schemas.microsoft.com/office/drawing/2014/main" id="{2A4DDDA7-00CC-872F-331A-47E2F7E44A16}"/>
                    </a:ext>
                  </a:extLst>
                </p:cNvPr>
                <p:cNvPicPr/>
                <p:nvPr/>
              </p:nvPicPr>
              <p:blipFill>
                <a:blip r:embed="rId216"/>
                <a:stretch>
                  <a:fillRect/>
                </a:stretch>
              </p:blipFill>
              <p:spPr>
                <a:xfrm>
                  <a:off x="5741937" y="4935398"/>
                  <a:ext cx="174240" cy="223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17">
              <p14:nvContentPartPr>
                <p14:cNvPr id="146" name="Tinta 145">
                  <a:extLst>
                    <a:ext uri="{FF2B5EF4-FFF2-40B4-BE49-F238E27FC236}">
                      <a16:creationId xmlns:a16="http://schemas.microsoft.com/office/drawing/2014/main" id="{ECC46210-15DF-7A84-409F-8DCD7A92F7D9}"/>
                    </a:ext>
                  </a:extLst>
                </p14:cNvPr>
                <p14:cNvContentPartPr/>
                <p14:nvPr/>
              </p14:nvContentPartPr>
              <p14:xfrm>
                <a:off x="5818977" y="5018198"/>
                <a:ext cx="81360" cy="24120"/>
              </p14:xfrm>
            </p:contentPart>
          </mc:Choice>
          <mc:Fallback>
            <p:pic>
              <p:nvPicPr>
                <p:cNvPr id="146" name="Tinta 145">
                  <a:extLst>
                    <a:ext uri="{FF2B5EF4-FFF2-40B4-BE49-F238E27FC236}">
                      <a16:creationId xmlns:a16="http://schemas.microsoft.com/office/drawing/2014/main" id="{ECC46210-15DF-7A84-409F-8DCD7A92F7D9}"/>
                    </a:ext>
                  </a:extLst>
                </p:cNvPr>
                <p:cNvPicPr/>
                <p:nvPr/>
              </p:nvPicPr>
              <p:blipFill>
                <a:blip r:embed="rId218"/>
                <a:stretch>
                  <a:fillRect/>
                </a:stretch>
              </p:blipFill>
              <p:spPr>
                <a:xfrm>
                  <a:off x="5812857" y="5012078"/>
                  <a:ext cx="93600" cy="36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19">
              <p14:nvContentPartPr>
                <p14:cNvPr id="147" name="Tinta 146">
                  <a:extLst>
                    <a:ext uri="{FF2B5EF4-FFF2-40B4-BE49-F238E27FC236}">
                      <a16:creationId xmlns:a16="http://schemas.microsoft.com/office/drawing/2014/main" id="{BC8082EF-85A6-B9B4-8AA9-A6B5CF8EEAAE}"/>
                    </a:ext>
                  </a:extLst>
                </p14:cNvPr>
                <p14:cNvContentPartPr/>
                <p14:nvPr/>
              </p14:nvContentPartPr>
              <p14:xfrm>
                <a:off x="5899617" y="5410958"/>
                <a:ext cx="331920" cy="29880"/>
              </p14:xfrm>
            </p:contentPart>
          </mc:Choice>
          <mc:Fallback>
            <p:pic>
              <p:nvPicPr>
                <p:cNvPr id="147" name="Tinta 146">
                  <a:extLst>
                    <a:ext uri="{FF2B5EF4-FFF2-40B4-BE49-F238E27FC236}">
                      <a16:creationId xmlns:a16="http://schemas.microsoft.com/office/drawing/2014/main" id="{BC8082EF-85A6-B9B4-8AA9-A6B5CF8EEAAE}"/>
                    </a:ext>
                  </a:extLst>
                </p:cNvPr>
                <p:cNvPicPr/>
                <p:nvPr/>
              </p:nvPicPr>
              <p:blipFill>
                <a:blip r:embed="rId220"/>
                <a:stretch>
                  <a:fillRect/>
                </a:stretch>
              </p:blipFill>
              <p:spPr>
                <a:xfrm>
                  <a:off x="5893497" y="5404838"/>
                  <a:ext cx="344160" cy="42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1">
              <p14:nvContentPartPr>
                <p14:cNvPr id="149" name="Tinta 148">
                  <a:extLst>
                    <a:ext uri="{FF2B5EF4-FFF2-40B4-BE49-F238E27FC236}">
                      <a16:creationId xmlns:a16="http://schemas.microsoft.com/office/drawing/2014/main" id="{82778CF1-7775-3E77-991F-726EFC212F5B}"/>
                    </a:ext>
                  </a:extLst>
                </p14:cNvPr>
                <p14:cNvContentPartPr/>
                <p14:nvPr/>
              </p14:nvContentPartPr>
              <p14:xfrm>
                <a:off x="6259257" y="5286038"/>
                <a:ext cx="222480" cy="240480"/>
              </p14:xfrm>
            </p:contentPart>
          </mc:Choice>
          <mc:Fallback>
            <p:pic>
              <p:nvPicPr>
                <p:cNvPr id="149" name="Tinta 148">
                  <a:extLst>
                    <a:ext uri="{FF2B5EF4-FFF2-40B4-BE49-F238E27FC236}">
                      <a16:creationId xmlns:a16="http://schemas.microsoft.com/office/drawing/2014/main" id="{82778CF1-7775-3E77-991F-726EFC212F5B}"/>
                    </a:ext>
                  </a:extLst>
                </p:cNvPr>
                <p:cNvPicPr/>
                <p:nvPr/>
              </p:nvPicPr>
              <p:blipFill>
                <a:blip r:embed="rId222"/>
                <a:stretch>
                  <a:fillRect/>
                </a:stretch>
              </p:blipFill>
              <p:spPr>
                <a:xfrm>
                  <a:off x="6253137" y="5279918"/>
                  <a:ext cx="234720" cy="252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3">
              <p14:nvContentPartPr>
                <p14:cNvPr id="150" name="Tinta 149">
                  <a:extLst>
                    <a:ext uri="{FF2B5EF4-FFF2-40B4-BE49-F238E27FC236}">
                      <a16:creationId xmlns:a16="http://schemas.microsoft.com/office/drawing/2014/main" id="{091A6EB5-3AB4-514F-D810-4EDBB08E8C24}"/>
                    </a:ext>
                  </a:extLst>
                </p14:cNvPr>
                <p14:cNvContentPartPr/>
                <p14:nvPr/>
              </p14:nvContentPartPr>
              <p14:xfrm>
                <a:off x="6641577" y="5349038"/>
                <a:ext cx="170280" cy="119520"/>
              </p14:xfrm>
            </p:contentPart>
          </mc:Choice>
          <mc:Fallback>
            <p:pic>
              <p:nvPicPr>
                <p:cNvPr id="150" name="Tinta 149">
                  <a:extLst>
                    <a:ext uri="{FF2B5EF4-FFF2-40B4-BE49-F238E27FC236}">
                      <a16:creationId xmlns:a16="http://schemas.microsoft.com/office/drawing/2014/main" id="{091A6EB5-3AB4-514F-D810-4EDBB08E8C24}"/>
                    </a:ext>
                  </a:extLst>
                </p:cNvPr>
                <p:cNvPicPr/>
                <p:nvPr/>
              </p:nvPicPr>
              <p:blipFill>
                <a:blip r:embed="rId224"/>
                <a:stretch>
                  <a:fillRect/>
                </a:stretch>
              </p:blipFill>
              <p:spPr>
                <a:xfrm>
                  <a:off x="6635457" y="5342918"/>
                  <a:ext cx="182520" cy="131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5">
              <p14:nvContentPartPr>
                <p14:cNvPr id="151" name="Tinta 150">
                  <a:extLst>
                    <a:ext uri="{FF2B5EF4-FFF2-40B4-BE49-F238E27FC236}">
                      <a16:creationId xmlns:a16="http://schemas.microsoft.com/office/drawing/2014/main" id="{69311B73-03F0-90EB-50A5-8C388B94D22C}"/>
                    </a:ext>
                  </a:extLst>
                </p14:cNvPr>
                <p14:cNvContentPartPr/>
                <p14:nvPr/>
              </p14:nvContentPartPr>
              <p14:xfrm>
                <a:off x="6661737" y="5378558"/>
                <a:ext cx="170280" cy="113040"/>
              </p14:xfrm>
            </p:contentPart>
          </mc:Choice>
          <mc:Fallback>
            <p:pic>
              <p:nvPicPr>
                <p:cNvPr id="151" name="Tinta 150">
                  <a:extLst>
                    <a:ext uri="{FF2B5EF4-FFF2-40B4-BE49-F238E27FC236}">
                      <a16:creationId xmlns:a16="http://schemas.microsoft.com/office/drawing/2014/main" id="{69311B73-03F0-90EB-50A5-8C388B94D22C}"/>
                    </a:ext>
                  </a:extLst>
                </p:cNvPr>
                <p:cNvPicPr/>
                <p:nvPr/>
              </p:nvPicPr>
              <p:blipFill>
                <a:blip r:embed="rId226"/>
                <a:stretch>
                  <a:fillRect/>
                </a:stretch>
              </p:blipFill>
              <p:spPr>
                <a:xfrm>
                  <a:off x="6655617" y="5372438"/>
                  <a:ext cx="182520" cy="125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7">
              <p14:nvContentPartPr>
                <p14:cNvPr id="152" name="Tinta 151">
                  <a:extLst>
                    <a:ext uri="{FF2B5EF4-FFF2-40B4-BE49-F238E27FC236}">
                      <a16:creationId xmlns:a16="http://schemas.microsoft.com/office/drawing/2014/main" id="{13CAEB9D-C2AF-97EE-6936-6D5F2FD90ED4}"/>
                    </a:ext>
                  </a:extLst>
                </p14:cNvPr>
                <p14:cNvContentPartPr/>
                <p14:nvPr/>
              </p14:nvContentPartPr>
              <p14:xfrm>
                <a:off x="7031457" y="5269838"/>
                <a:ext cx="30600" cy="221760"/>
              </p14:xfrm>
            </p:contentPart>
          </mc:Choice>
          <mc:Fallback>
            <p:pic>
              <p:nvPicPr>
                <p:cNvPr id="152" name="Tinta 151">
                  <a:extLst>
                    <a:ext uri="{FF2B5EF4-FFF2-40B4-BE49-F238E27FC236}">
                      <a16:creationId xmlns:a16="http://schemas.microsoft.com/office/drawing/2014/main" id="{13CAEB9D-C2AF-97EE-6936-6D5F2FD90ED4}"/>
                    </a:ext>
                  </a:extLst>
                </p:cNvPr>
                <p:cNvPicPr/>
                <p:nvPr/>
              </p:nvPicPr>
              <p:blipFill>
                <a:blip r:embed="rId228"/>
                <a:stretch>
                  <a:fillRect/>
                </a:stretch>
              </p:blipFill>
              <p:spPr>
                <a:xfrm>
                  <a:off x="7025337" y="5263718"/>
                  <a:ext cx="42840" cy="234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9">
              <p14:nvContentPartPr>
                <p14:cNvPr id="153" name="Tinta 152">
                  <a:extLst>
                    <a:ext uri="{FF2B5EF4-FFF2-40B4-BE49-F238E27FC236}">
                      <a16:creationId xmlns:a16="http://schemas.microsoft.com/office/drawing/2014/main" id="{390108AA-92BA-7FD1-CF89-21F6497541B4}"/>
                    </a:ext>
                  </a:extLst>
                </p14:cNvPr>
                <p14:cNvContentPartPr/>
                <p14:nvPr/>
              </p14:nvContentPartPr>
              <p14:xfrm>
                <a:off x="7070697" y="5323478"/>
                <a:ext cx="258840" cy="162360"/>
              </p14:xfrm>
            </p:contentPart>
          </mc:Choice>
          <mc:Fallback>
            <p:pic>
              <p:nvPicPr>
                <p:cNvPr id="153" name="Tinta 152">
                  <a:extLst>
                    <a:ext uri="{FF2B5EF4-FFF2-40B4-BE49-F238E27FC236}">
                      <a16:creationId xmlns:a16="http://schemas.microsoft.com/office/drawing/2014/main" id="{390108AA-92BA-7FD1-CF89-21F6497541B4}"/>
                    </a:ext>
                  </a:extLst>
                </p:cNvPr>
                <p:cNvPicPr/>
                <p:nvPr/>
              </p:nvPicPr>
              <p:blipFill>
                <a:blip r:embed="rId230"/>
                <a:stretch>
                  <a:fillRect/>
                </a:stretch>
              </p:blipFill>
              <p:spPr>
                <a:xfrm>
                  <a:off x="7064577" y="5317358"/>
                  <a:ext cx="271080" cy="174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31">
              <p14:nvContentPartPr>
                <p14:cNvPr id="154" name="Tinta 153">
                  <a:extLst>
                    <a:ext uri="{FF2B5EF4-FFF2-40B4-BE49-F238E27FC236}">
                      <a16:creationId xmlns:a16="http://schemas.microsoft.com/office/drawing/2014/main" id="{AC61699F-E4A9-A446-11CB-42FC6B5ADDA9}"/>
                    </a:ext>
                  </a:extLst>
                </p14:cNvPr>
                <p14:cNvContentPartPr/>
                <p14:nvPr/>
              </p14:nvContentPartPr>
              <p14:xfrm>
                <a:off x="7423497" y="5207918"/>
                <a:ext cx="119520" cy="11160"/>
              </p14:xfrm>
            </p:contentPart>
          </mc:Choice>
          <mc:Fallback>
            <p:pic>
              <p:nvPicPr>
                <p:cNvPr id="154" name="Tinta 153">
                  <a:extLst>
                    <a:ext uri="{FF2B5EF4-FFF2-40B4-BE49-F238E27FC236}">
                      <a16:creationId xmlns:a16="http://schemas.microsoft.com/office/drawing/2014/main" id="{AC61699F-E4A9-A446-11CB-42FC6B5ADDA9}"/>
                    </a:ext>
                  </a:extLst>
                </p:cNvPr>
                <p:cNvPicPr/>
                <p:nvPr/>
              </p:nvPicPr>
              <p:blipFill>
                <a:blip r:embed="rId232"/>
                <a:stretch>
                  <a:fillRect/>
                </a:stretch>
              </p:blipFill>
              <p:spPr>
                <a:xfrm>
                  <a:off x="7417377" y="5201798"/>
                  <a:ext cx="131760" cy="23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33">
              <p14:nvContentPartPr>
                <p14:cNvPr id="155" name="Tinta 154">
                  <a:extLst>
                    <a:ext uri="{FF2B5EF4-FFF2-40B4-BE49-F238E27FC236}">
                      <a16:creationId xmlns:a16="http://schemas.microsoft.com/office/drawing/2014/main" id="{F779730C-5BE2-A4A1-06A6-0AF897E73F85}"/>
                    </a:ext>
                  </a:extLst>
                </p14:cNvPr>
                <p14:cNvContentPartPr/>
                <p14:nvPr/>
              </p14:nvContentPartPr>
              <p14:xfrm>
                <a:off x="7492257" y="5102078"/>
                <a:ext cx="232920" cy="195840"/>
              </p14:xfrm>
            </p:contentPart>
          </mc:Choice>
          <mc:Fallback>
            <p:pic>
              <p:nvPicPr>
                <p:cNvPr id="155" name="Tinta 154">
                  <a:extLst>
                    <a:ext uri="{FF2B5EF4-FFF2-40B4-BE49-F238E27FC236}">
                      <a16:creationId xmlns:a16="http://schemas.microsoft.com/office/drawing/2014/main" id="{F779730C-5BE2-A4A1-06A6-0AF897E73F85}"/>
                    </a:ext>
                  </a:extLst>
                </p:cNvPr>
                <p:cNvPicPr/>
                <p:nvPr/>
              </p:nvPicPr>
              <p:blipFill>
                <a:blip r:embed="rId234"/>
                <a:stretch>
                  <a:fillRect/>
                </a:stretch>
              </p:blipFill>
              <p:spPr>
                <a:xfrm>
                  <a:off x="7486137" y="5095958"/>
                  <a:ext cx="245160" cy="208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35">
              <p14:nvContentPartPr>
                <p14:cNvPr id="156" name="Tinta 155">
                  <a:extLst>
                    <a:ext uri="{FF2B5EF4-FFF2-40B4-BE49-F238E27FC236}">
                      <a16:creationId xmlns:a16="http://schemas.microsoft.com/office/drawing/2014/main" id="{BBE98BD9-03EB-BA3E-32B3-BAEF165CB9D2}"/>
                    </a:ext>
                  </a:extLst>
                </p14:cNvPr>
                <p14:cNvContentPartPr/>
                <p14:nvPr/>
              </p14:nvContentPartPr>
              <p14:xfrm>
                <a:off x="7653897" y="5204318"/>
                <a:ext cx="99360" cy="21600"/>
              </p14:xfrm>
            </p:contentPart>
          </mc:Choice>
          <mc:Fallback>
            <p:pic>
              <p:nvPicPr>
                <p:cNvPr id="156" name="Tinta 155">
                  <a:extLst>
                    <a:ext uri="{FF2B5EF4-FFF2-40B4-BE49-F238E27FC236}">
                      <a16:creationId xmlns:a16="http://schemas.microsoft.com/office/drawing/2014/main" id="{BBE98BD9-03EB-BA3E-32B3-BAEF165CB9D2}"/>
                    </a:ext>
                  </a:extLst>
                </p:cNvPr>
                <p:cNvPicPr/>
                <p:nvPr/>
              </p:nvPicPr>
              <p:blipFill>
                <a:blip r:embed="rId236"/>
                <a:stretch>
                  <a:fillRect/>
                </a:stretch>
              </p:blipFill>
              <p:spPr>
                <a:xfrm>
                  <a:off x="7647777" y="5198198"/>
                  <a:ext cx="111600" cy="33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37">
              <p14:nvContentPartPr>
                <p14:cNvPr id="157" name="Tinta 156">
                  <a:extLst>
                    <a:ext uri="{FF2B5EF4-FFF2-40B4-BE49-F238E27FC236}">
                      <a16:creationId xmlns:a16="http://schemas.microsoft.com/office/drawing/2014/main" id="{68B4E044-6253-2B20-FB16-D65D4AA52652}"/>
                    </a:ext>
                  </a:extLst>
                </p14:cNvPr>
                <p14:cNvContentPartPr/>
                <p14:nvPr/>
              </p14:nvContentPartPr>
              <p14:xfrm>
                <a:off x="3905217" y="5862398"/>
                <a:ext cx="250920" cy="8640"/>
              </p14:xfrm>
            </p:contentPart>
          </mc:Choice>
          <mc:Fallback>
            <p:pic>
              <p:nvPicPr>
                <p:cNvPr id="157" name="Tinta 156">
                  <a:extLst>
                    <a:ext uri="{FF2B5EF4-FFF2-40B4-BE49-F238E27FC236}">
                      <a16:creationId xmlns:a16="http://schemas.microsoft.com/office/drawing/2014/main" id="{68B4E044-6253-2B20-FB16-D65D4AA52652}"/>
                    </a:ext>
                  </a:extLst>
                </p:cNvPr>
                <p:cNvPicPr/>
                <p:nvPr/>
              </p:nvPicPr>
              <p:blipFill>
                <a:blip r:embed="rId238"/>
                <a:stretch>
                  <a:fillRect/>
                </a:stretch>
              </p:blipFill>
              <p:spPr>
                <a:xfrm>
                  <a:off x="3899097" y="5856278"/>
                  <a:ext cx="263160" cy="20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39">
              <p14:nvContentPartPr>
                <p14:cNvPr id="158" name="Tinta 157">
                  <a:extLst>
                    <a:ext uri="{FF2B5EF4-FFF2-40B4-BE49-F238E27FC236}">
                      <a16:creationId xmlns:a16="http://schemas.microsoft.com/office/drawing/2014/main" id="{E5A3CF98-B4AD-85CC-9D57-A2E5833122EC}"/>
                    </a:ext>
                  </a:extLst>
                </p14:cNvPr>
                <p14:cNvContentPartPr/>
                <p14:nvPr/>
              </p14:nvContentPartPr>
              <p14:xfrm>
                <a:off x="3915297" y="5940878"/>
                <a:ext cx="250920" cy="5040"/>
              </p14:xfrm>
            </p:contentPart>
          </mc:Choice>
          <mc:Fallback>
            <p:pic>
              <p:nvPicPr>
                <p:cNvPr id="158" name="Tinta 157">
                  <a:extLst>
                    <a:ext uri="{FF2B5EF4-FFF2-40B4-BE49-F238E27FC236}">
                      <a16:creationId xmlns:a16="http://schemas.microsoft.com/office/drawing/2014/main" id="{E5A3CF98-B4AD-85CC-9D57-A2E5833122EC}"/>
                    </a:ext>
                  </a:extLst>
                </p:cNvPr>
                <p:cNvPicPr/>
                <p:nvPr/>
              </p:nvPicPr>
              <p:blipFill>
                <a:blip r:embed="rId240"/>
                <a:stretch>
                  <a:fillRect/>
                </a:stretch>
              </p:blipFill>
              <p:spPr>
                <a:xfrm>
                  <a:off x="3909177" y="5934758"/>
                  <a:ext cx="263160" cy="17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41">
              <p14:nvContentPartPr>
                <p14:cNvPr id="161" name="Tinta 160">
                  <a:extLst>
                    <a:ext uri="{FF2B5EF4-FFF2-40B4-BE49-F238E27FC236}">
                      <a16:creationId xmlns:a16="http://schemas.microsoft.com/office/drawing/2014/main" id="{A77FC5D9-A22F-DD3B-ECF7-1DABAF93126F}"/>
                    </a:ext>
                  </a:extLst>
                </p14:cNvPr>
                <p14:cNvContentPartPr/>
                <p14:nvPr/>
              </p14:nvContentPartPr>
              <p14:xfrm>
                <a:off x="4647537" y="5648198"/>
                <a:ext cx="359640" cy="305640"/>
              </p14:xfrm>
            </p:contentPart>
          </mc:Choice>
          <mc:Fallback>
            <p:pic>
              <p:nvPicPr>
                <p:cNvPr id="161" name="Tinta 160">
                  <a:extLst>
                    <a:ext uri="{FF2B5EF4-FFF2-40B4-BE49-F238E27FC236}">
                      <a16:creationId xmlns:a16="http://schemas.microsoft.com/office/drawing/2014/main" id="{A77FC5D9-A22F-DD3B-ECF7-1DABAF93126F}"/>
                    </a:ext>
                  </a:extLst>
                </p:cNvPr>
                <p:cNvPicPr/>
                <p:nvPr/>
              </p:nvPicPr>
              <p:blipFill>
                <a:blip r:embed="rId242"/>
                <a:stretch>
                  <a:fillRect/>
                </a:stretch>
              </p:blipFill>
              <p:spPr>
                <a:xfrm>
                  <a:off x="4641417" y="5642078"/>
                  <a:ext cx="371880" cy="317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43">
              <p14:nvContentPartPr>
                <p14:cNvPr id="162" name="Tinta 161">
                  <a:extLst>
                    <a:ext uri="{FF2B5EF4-FFF2-40B4-BE49-F238E27FC236}">
                      <a16:creationId xmlns:a16="http://schemas.microsoft.com/office/drawing/2014/main" id="{13EFF47A-9054-E53D-9546-C821DB134543}"/>
                    </a:ext>
                  </a:extLst>
                </p14:cNvPr>
                <p14:cNvContentPartPr/>
                <p14:nvPr/>
              </p14:nvContentPartPr>
              <p14:xfrm>
                <a:off x="5147937" y="5708678"/>
                <a:ext cx="301320" cy="204840"/>
              </p14:xfrm>
            </p:contentPart>
          </mc:Choice>
          <mc:Fallback>
            <p:pic>
              <p:nvPicPr>
                <p:cNvPr id="162" name="Tinta 161">
                  <a:extLst>
                    <a:ext uri="{FF2B5EF4-FFF2-40B4-BE49-F238E27FC236}">
                      <a16:creationId xmlns:a16="http://schemas.microsoft.com/office/drawing/2014/main" id="{13EFF47A-9054-E53D-9546-C821DB134543}"/>
                    </a:ext>
                  </a:extLst>
                </p:cNvPr>
                <p:cNvPicPr/>
                <p:nvPr/>
              </p:nvPicPr>
              <p:blipFill>
                <a:blip r:embed="rId244"/>
                <a:stretch>
                  <a:fillRect/>
                </a:stretch>
              </p:blipFill>
              <p:spPr>
                <a:xfrm>
                  <a:off x="5141817" y="5702558"/>
                  <a:ext cx="313560" cy="217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45">
              <p14:nvContentPartPr>
                <p14:cNvPr id="163" name="Tinta 162">
                  <a:extLst>
                    <a:ext uri="{FF2B5EF4-FFF2-40B4-BE49-F238E27FC236}">
                      <a16:creationId xmlns:a16="http://schemas.microsoft.com/office/drawing/2014/main" id="{11D7F585-D086-186E-820A-30092F397D1C}"/>
                    </a:ext>
                  </a:extLst>
                </p14:cNvPr>
                <p14:cNvContentPartPr/>
                <p14:nvPr/>
              </p14:nvContentPartPr>
              <p14:xfrm>
                <a:off x="5198697" y="5776718"/>
                <a:ext cx="220680" cy="94320"/>
              </p14:xfrm>
            </p:contentPart>
          </mc:Choice>
          <mc:Fallback>
            <p:pic>
              <p:nvPicPr>
                <p:cNvPr id="163" name="Tinta 162">
                  <a:extLst>
                    <a:ext uri="{FF2B5EF4-FFF2-40B4-BE49-F238E27FC236}">
                      <a16:creationId xmlns:a16="http://schemas.microsoft.com/office/drawing/2014/main" id="{11D7F585-D086-186E-820A-30092F397D1C}"/>
                    </a:ext>
                  </a:extLst>
                </p:cNvPr>
                <p:cNvPicPr/>
                <p:nvPr/>
              </p:nvPicPr>
              <p:blipFill>
                <a:blip r:embed="rId246"/>
                <a:stretch>
                  <a:fillRect/>
                </a:stretch>
              </p:blipFill>
              <p:spPr>
                <a:xfrm>
                  <a:off x="5192577" y="5770598"/>
                  <a:ext cx="232920" cy="106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47">
              <p14:nvContentPartPr>
                <p14:cNvPr id="164" name="Tinta 163">
                  <a:extLst>
                    <a:ext uri="{FF2B5EF4-FFF2-40B4-BE49-F238E27FC236}">
                      <a16:creationId xmlns:a16="http://schemas.microsoft.com/office/drawing/2014/main" id="{06318EF7-F92D-955C-B9CD-C22E2D130809}"/>
                    </a:ext>
                  </a:extLst>
                </p14:cNvPr>
                <p14:cNvContentPartPr/>
                <p14:nvPr/>
              </p14:nvContentPartPr>
              <p14:xfrm>
                <a:off x="5699817" y="5708678"/>
                <a:ext cx="119520" cy="294480"/>
              </p14:xfrm>
            </p:contentPart>
          </mc:Choice>
          <mc:Fallback>
            <p:pic>
              <p:nvPicPr>
                <p:cNvPr id="164" name="Tinta 163">
                  <a:extLst>
                    <a:ext uri="{FF2B5EF4-FFF2-40B4-BE49-F238E27FC236}">
                      <a16:creationId xmlns:a16="http://schemas.microsoft.com/office/drawing/2014/main" id="{06318EF7-F92D-955C-B9CD-C22E2D130809}"/>
                    </a:ext>
                  </a:extLst>
                </p:cNvPr>
                <p:cNvPicPr/>
                <p:nvPr/>
              </p:nvPicPr>
              <p:blipFill>
                <a:blip r:embed="rId248"/>
                <a:stretch>
                  <a:fillRect/>
                </a:stretch>
              </p:blipFill>
              <p:spPr>
                <a:xfrm>
                  <a:off x="5693697" y="5702558"/>
                  <a:ext cx="131760" cy="306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49">
              <p14:nvContentPartPr>
                <p14:cNvPr id="165" name="Tinta 164">
                  <a:extLst>
                    <a:ext uri="{FF2B5EF4-FFF2-40B4-BE49-F238E27FC236}">
                      <a16:creationId xmlns:a16="http://schemas.microsoft.com/office/drawing/2014/main" id="{B449A67F-0D99-1021-C958-43604CB3F82E}"/>
                    </a:ext>
                  </a:extLst>
                </p14:cNvPr>
                <p14:cNvContentPartPr/>
                <p14:nvPr/>
              </p14:nvContentPartPr>
              <p14:xfrm>
                <a:off x="5910417" y="5806238"/>
                <a:ext cx="190800" cy="153360"/>
              </p14:xfrm>
            </p:contentPart>
          </mc:Choice>
          <mc:Fallback>
            <p:pic>
              <p:nvPicPr>
                <p:cNvPr id="165" name="Tinta 164">
                  <a:extLst>
                    <a:ext uri="{FF2B5EF4-FFF2-40B4-BE49-F238E27FC236}">
                      <a16:creationId xmlns:a16="http://schemas.microsoft.com/office/drawing/2014/main" id="{B449A67F-0D99-1021-C958-43604CB3F82E}"/>
                    </a:ext>
                  </a:extLst>
                </p:cNvPr>
                <p:cNvPicPr/>
                <p:nvPr/>
              </p:nvPicPr>
              <p:blipFill>
                <a:blip r:embed="rId250"/>
                <a:stretch>
                  <a:fillRect/>
                </a:stretch>
              </p:blipFill>
              <p:spPr>
                <a:xfrm>
                  <a:off x="5904297" y="5800118"/>
                  <a:ext cx="203040" cy="165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51">
              <p14:nvContentPartPr>
                <p14:cNvPr id="166" name="Tinta 165">
                  <a:extLst>
                    <a:ext uri="{FF2B5EF4-FFF2-40B4-BE49-F238E27FC236}">
                      <a16:creationId xmlns:a16="http://schemas.microsoft.com/office/drawing/2014/main" id="{AC2A34C6-10FE-C041-29FC-E614873F2CAB}"/>
                    </a:ext>
                  </a:extLst>
                </p14:cNvPr>
                <p14:cNvContentPartPr/>
                <p14:nvPr/>
              </p14:nvContentPartPr>
              <p14:xfrm>
                <a:off x="6150537" y="5706518"/>
                <a:ext cx="170280" cy="4320"/>
              </p14:xfrm>
            </p:contentPart>
          </mc:Choice>
          <mc:Fallback>
            <p:pic>
              <p:nvPicPr>
                <p:cNvPr id="166" name="Tinta 165">
                  <a:extLst>
                    <a:ext uri="{FF2B5EF4-FFF2-40B4-BE49-F238E27FC236}">
                      <a16:creationId xmlns:a16="http://schemas.microsoft.com/office/drawing/2014/main" id="{AC2A34C6-10FE-C041-29FC-E614873F2CAB}"/>
                    </a:ext>
                  </a:extLst>
                </p:cNvPr>
                <p:cNvPicPr/>
                <p:nvPr/>
              </p:nvPicPr>
              <p:blipFill>
                <a:blip r:embed="rId252"/>
                <a:stretch>
                  <a:fillRect/>
                </a:stretch>
              </p:blipFill>
              <p:spPr>
                <a:xfrm>
                  <a:off x="6144417" y="5700398"/>
                  <a:ext cx="182520" cy="16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53">
              <p14:nvContentPartPr>
                <p14:cNvPr id="167" name="Tinta 166">
                  <a:extLst>
                    <a:ext uri="{FF2B5EF4-FFF2-40B4-BE49-F238E27FC236}">
                      <a16:creationId xmlns:a16="http://schemas.microsoft.com/office/drawing/2014/main" id="{275B3691-3D28-C1FD-F06A-A813006F4F46}"/>
                    </a:ext>
                  </a:extLst>
                </p14:cNvPr>
                <p14:cNvContentPartPr/>
                <p14:nvPr/>
              </p14:nvContentPartPr>
              <p14:xfrm>
                <a:off x="6400737" y="5602118"/>
                <a:ext cx="188640" cy="251280"/>
              </p14:xfrm>
            </p:contentPart>
          </mc:Choice>
          <mc:Fallback>
            <p:pic>
              <p:nvPicPr>
                <p:cNvPr id="167" name="Tinta 166">
                  <a:extLst>
                    <a:ext uri="{FF2B5EF4-FFF2-40B4-BE49-F238E27FC236}">
                      <a16:creationId xmlns:a16="http://schemas.microsoft.com/office/drawing/2014/main" id="{275B3691-3D28-C1FD-F06A-A813006F4F46}"/>
                    </a:ext>
                  </a:extLst>
                </p:cNvPr>
                <p:cNvPicPr/>
                <p:nvPr/>
              </p:nvPicPr>
              <p:blipFill>
                <a:blip r:embed="rId254"/>
                <a:stretch>
                  <a:fillRect/>
                </a:stretch>
              </p:blipFill>
              <p:spPr>
                <a:xfrm>
                  <a:off x="6394617" y="5595998"/>
                  <a:ext cx="200880" cy="263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55">
              <p14:nvContentPartPr>
                <p14:cNvPr id="168" name="Tinta 167">
                  <a:extLst>
                    <a:ext uri="{FF2B5EF4-FFF2-40B4-BE49-F238E27FC236}">
                      <a16:creationId xmlns:a16="http://schemas.microsoft.com/office/drawing/2014/main" id="{BC18418D-54DB-C2C2-2503-D808CD39A6F9}"/>
                    </a:ext>
                  </a:extLst>
                </p14:cNvPr>
                <p14:cNvContentPartPr/>
                <p14:nvPr/>
              </p14:nvContentPartPr>
              <p14:xfrm>
                <a:off x="6421257" y="5751158"/>
                <a:ext cx="129600" cy="19800"/>
              </p14:xfrm>
            </p:contentPart>
          </mc:Choice>
          <mc:Fallback>
            <p:pic>
              <p:nvPicPr>
                <p:cNvPr id="168" name="Tinta 167">
                  <a:extLst>
                    <a:ext uri="{FF2B5EF4-FFF2-40B4-BE49-F238E27FC236}">
                      <a16:creationId xmlns:a16="http://schemas.microsoft.com/office/drawing/2014/main" id="{BC18418D-54DB-C2C2-2503-D808CD39A6F9}"/>
                    </a:ext>
                  </a:extLst>
                </p:cNvPr>
                <p:cNvPicPr/>
                <p:nvPr/>
              </p:nvPicPr>
              <p:blipFill>
                <a:blip r:embed="rId256"/>
                <a:stretch>
                  <a:fillRect/>
                </a:stretch>
              </p:blipFill>
              <p:spPr>
                <a:xfrm>
                  <a:off x="6415137" y="5745038"/>
                  <a:ext cx="141840" cy="32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57">
              <p14:nvContentPartPr>
                <p14:cNvPr id="170" name="Tinta 169">
                  <a:extLst>
                    <a:ext uri="{FF2B5EF4-FFF2-40B4-BE49-F238E27FC236}">
                      <a16:creationId xmlns:a16="http://schemas.microsoft.com/office/drawing/2014/main" id="{27430579-20DF-C3C7-3B04-C1010D9A23C9}"/>
                    </a:ext>
                  </a:extLst>
                </p14:cNvPr>
                <p14:cNvContentPartPr/>
                <p14:nvPr/>
              </p14:nvContentPartPr>
              <p14:xfrm>
                <a:off x="9578097" y="3810758"/>
                <a:ext cx="230760" cy="288000"/>
              </p14:xfrm>
            </p:contentPart>
          </mc:Choice>
          <mc:Fallback>
            <p:pic>
              <p:nvPicPr>
                <p:cNvPr id="170" name="Tinta 169">
                  <a:extLst>
                    <a:ext uri="{FF2B5EF4-FFF2-40B4-BE49-F238E27FC236}">
                      <a16:creationId xmlns:a16="http://schemas.microsoft.com/office/drawing/2014/main" id="{27430579-20DF-C3C7-3B04-C1010D9A23C9}"/>
                    </a:ext>
                  </a:extLst>
                </p:cNvPr>
                <p:cNvPicPr/>
                <p:nvPr/>
              </p:nvPicPr>
              <p:blipFill>
                <a:blip r:embed="rId258"/>
                <a:stretch>
                  <a:fillRect/>
                </a:stretch>
              </p:blipFill>
              <p:spPr>
                <a:xfrm>
                  <a:off x="9571977" y="3804638"/>
                  <a:ext cx="243000" cy="300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59">
              <p14:nvContentPartPr>
                <p14:cNvPr id="171" name="Tinta 170">
                  <a:extLst>
                    <a:ext uri="{FF2B5EF4-FFF2-40B4-BE49-F238E27FC236}">
                      <a16:creationId xmlns:a16="http://schemas.microsoft.com/office/drawing/2014/main" id="{EFDC75BC-DC3E-CB40-3925-595CCE43EFCC}"/>
                    </a:ext>
                  </a:extLst>
                </p14:cNvPr>
                <p14:cNvContentPartPr/>
                <p14:nvPr/>
              </p14:nvContentPartPr>
              <p14:xfrm>
                <a:off x="10013337" y="3936398"/>
                <a:ext cx="855360" cy="416160"/>
              </p14:xfrm>
            </p:contentPart>
          </mc:Choice>
          <mc:Fallback>
            <p:pic>
              <p:nvPicPr>
                <p:cNvPr id="171" name="Tinta 170">
                  <a:extLst>
                    <a:ext uri="{FF2B5EF4-FFF2-40B4-BE49-F238E27FC236}">
                      <a16:creationId xmlns:a16="http://schemas.microsoft.com/office/drawing/2014/main" id="{EFDC75BC-DC3E-CB40-3925-595CCE43EFCC}"/>
                    </a:ext>
                  </a:extLst>
                </p:cNvPr>
                <p:cNvPicPr/>
                <p:nvPr/>
              </p:nvPicPr>
              <p:blipFill>
                <a:blip r:embed="rId260"/>
                <a:stretch>
                  <a:fillRect/>
                </a:stretch>
              </p:blipFill>
              <p:spPr>
                <a:xfrm>
                  <a:off x="10007217" y="3930278"/>
                  <a:ext cx="867600" cy="428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61">
              <p14:nvContentPartPr>
                <p14:cNvPr id="173" name="Tinta 172">
                  <a:extLst>
                    <a:ext uri="{FF2B5EF4-FFF2-40B4-BE49-F238E27FC236}">
                      <a16:creationId xmlns:a16="http://schemas.microsoft.com/office/drawing/2014/main" id="{64EFA118-E34C-B526-0A51-9E85726B01EF}"/>
                    </a:ext>
                  </a:extLst>
                </p14:cNvPr>
                <p14:cNvContentPartPr/>
                <p14:nvPr/>
              </p14:nvContentPartPr>
              <p14:xfrm>
                <a:off x="11083257" y="3798158"/>
                <a:ext cx="530280" cy="30960"/>
              </p14:xfrm>
            </p:contentPart>
          </mc:Choice>
          <mc:Fallback>
            <p:pic>
              <p:nvPicPr>
                <p:cNvPr id="173" name="Tinta 172">
                  <a:extLst>
                    <a:ext uri="{FF2B5EF4-FFF2-40B4-BE49-F238E27FC236}">
                      <a16:creationId xmlns:a16="http://schemas.microsoft.com/office/drawing/2014/main" id="{64EFA118-E34C-B526-0A51-9E85726B01EF}"/>
                    </a:ext>
                  </a:extLst>
                </p:cNvPr>
                <p:cNvPicPr/>
                <p:nvPr/>
              </p:nvPicPr>
              <p:blipFill>
                <a:blip r:embed="rId262"/>
                <a:stretch>
                  <a:fillRect/>
                </a:stretch>
              </p:blipFill>
              <p:spPr>
                <a:xfrm>
                  <a:off x="11077137" y="3792038"/>
                  <a:ext cx="542520" cy="43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63">
              <p14:nvContentPartPr>
                <p14:cNvPr id="174" name="Tinta 173">
                  <a:extLst>
                    <a:ext uri="{FF2B5EF4-FFF2-40B4-BE49-F238E27FC236}">
                      <a16:creationId xmlns:a16="http://schemas.microsoft.com/office/drawing/2014/main" id="{4325678B-87EB-E4B3-6921-7F813E29A84B}"/>
                    </a:ext>
                  </a:extLst>
                </p14:cNvPr>
                <p14:cNvContentPartPr/>
                <p14:nvPr/>
              </p14:nvContentPartPr>
              <p14:xfrm>
                <a:off x="11010897" y="3779078"/>
                <a:ext cx="182160" cy="340560"/>
              </p14:xfrm>
            </p:contentPart>
          </mc:Choice>
          <mc:Fallback>
            <p:pic>
              <p:nvPicPr>
                <p:cNvPr id="174" name="Tinta 173">
                  <a:extLst>
                    <a:ext uri="{FF2B5EF4-FFF2-40B4-BE49-F238E27FC236}">
                      <a16:creationId xmlns:a16="http://schemas.microsoft.com/office/drawing/2014/main" id="{4325678B-87EB-E4B3-6921-7F813E29A84B}"/>
                    </a:ext>
                  </a:extLst>
                </p:cNvPr>
                <p:cNvPicPr/>
                <p:nvPr/>
              </p:nvPicPr>
              <p:blipFill>
                <a:blip r:embed="rId264"/>
                <a:stretch>
                  <a:fillRect/>
                </a:stretch>
              </p:blipFill>
              <p:spPr>
                <a:xfrm>
                  <a:off x="11004777" y="3772958"/>
                  <a:ext cx="194400" cy="352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65">
              <p14:nvContentPartPr>
                <p14:cNvPr id="176" name="Tinta 175">
                  <a:extLst>
                    <a:ext uri="{FF2B5EF4-FFF2-40B4-BE49-F238E27FC236}">
                      <a16:creationId xmlns:a16="http://schemas.microsoft.com/office/drawing/2014/main" id="{FE53F2AA-EEB3-B0C7-7B9E-DFE794EEF664}"/>
                    </a:ext>
                  </a:extLst>
                </p14:cNvPr>
                <p14:cNvContentPartPr/>
                <p14:nvPr/>
              </p14:nvContentPartPr>
              <p14:xfrm>
                <a:off x="10873377" y="3727598"/>
                <a:ext cx="427680" cy="63000"/>
              </p14:xfrm>
            </p:contentPart>
          </mc:Choice>
          <mc:Fallback>
            <p:pic>
              <p:nvPicPr>
                <p:cNvPr id="176" name="Tinta 175">
                  <a:extLst>
                    <a:ext uri="{FF2B5EF4-FFF2-40B4-BE49-F238E27FC236}">
                      <a16:creationId xmlns:a16="http://schemas.microsoft.com/office/drawing/2014/main" id="{FE53F2AA-EEB3-B0C7-7B9E-DFE794EEF664}"/>
                    </a:ext>
                  </a:extLst>
                </p:cNvPr>
                <p:cNvPicPr/>
                <p:nvPr/>
              </p:nvPicPr>
              <p:blipFill>
                <a:blip r:embed="rId266"/>
                <a:stretch>
                  <a:fillRect/>
                </a:stretch>
              </p:blipFill>
              <p:spPr>
                <a:xfrm>
                  <a:off x="10867257" y="3721478"/>
                  <a:ext cx="439920" cy="752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80" name="Agrupar 179">
            <a:extLst>
              <a:ext uri="{FF2B5EF4-FFF2-40B4-BE49-F238E27FC236}">
                <a16:creationId xmlns:a16="http://schemas.microsoft.com/office/drawing/2014/main" id="{BAA4E5FF-7167-8937-C3A4-9BCAF0383892}"/>
              </a:ext>
            </a:extLst>
          </p:cNvPr>
          <p:cNvGrpSpPr/>
          <p:nvPr/>
        </p:nvGrpSpPr>
        <p:grpSpPr>
          <a:xfrm>
            <a:off x="7083657" y="5740718"/>
            <a:ext cx="419040" cy="349560"/>
            <a:chOff x="7083657" y="5740718"/>
            <a:chExt cx="419040" cy="3495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67">
              <p14:nvContentPartPr>
                <p14:cNvPr id="178" name="Tinta 177">
                  <a:extLst>
                    <a:ext uri="{FF2B5EF4-FFF2-40B4-BE49-F238E27FC236}">
                      <a16:creationId xmlns:a16="http://schemas.microsoft.com/office/drawing/2014/main" id="{9C74FA92-DA55-F147-B830-82D25ED329A2}"/>
                    </a:ext>
                  </a:extLst>
                </p14:cNvPr>
                <p14:cNvContentPartPr/>
                <p14:nvPr/>
              </p14:nvContentPartPr>
              <p14:xfrm>
                <a:off x="7083657" y="5741798"/>
                <a:ext cx="419040" cy="49320"/>
              </p14:xfrm>
            </p:contentPart>
          </mc:Choice>
          <mc:Fallback>
            <p:pic>
              <p:nvPicPr>
                <p:cNvPr id="178" name="Tinta 177">
                  <a:extLst>
                    <a:ext uri="{FF2B5EF4-FFF2-40B4-BE49-F238E27FC236}">
                      <a16:creationId xmlns:a16="http://schemas.microsoft.com/office/drawing/2014/main" id="{9C74FA92-DA55-F147-B830-82D25ED329A2}"/>
                    </a:ext>
                  </a:extLst>
                </p:cNvPr>
                <p:cNvPicPr/>
                <p:nvPr/>
              </p:nvPicPr>
              <p:blipFill>
                <a:blip r:embed="rId268"/>
                <a:stretch>
                  <a:fillRect/>
                </a:stretch>
              </p:blipFill>
              <p:spPr>
                <a:xfrm>
                  <a:off x="7077537" y="5735678"/>
                  <a:ext cx="431280" cy="61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69">
              <p14:nvContentPartPr>
                <p14:cNvPr id="179" name="Tinta 178">
                  <a:extLst>
                    <a:ext uri="{FF2B5EF4-FFF2-40B4-BE49-F238E27FC236}">
                      <a16:creationId xmlns:a16="http://schemas.microsoft.com/office/drawing/2014/main" id="{AD7A94DC-FF17-A945-2E2B-551D6CF74C5D}"/>
                    </a:ext>
                  </a:extLst>
                </p14:cNvPr>
                <p14:cNvContentPartPr/>
                <p14:nvPr/>
              </p14:nvContentPartPr>
              <p14:xfrm>
                <a:off x="7261857" y="5740718"/>
                <a:ext cx="30600" cy="349560"/>
              </p14:xfrm>
            </p:contentPart>
          </mc:Choice>
          <mc:Fallback>
            <p:pic>
              <p:nvPicPr>
                <p:cNvPr id="179" name="Tinta 178">
                  <a:extLst>
                    <a:ext uri="{FF2B5EF4-FFF2-40B4-BE49-F238E27FC236}">
                      <a16:creationId xmlns:a16="http://schemas.microsoft.com/office/drawing/2014/main" id="{AD7A94DC-FF17-A945-2E2B-551D6CF74C5D}"/>
                    </a:ext>
                  </a:extLst>
                </p:cNvPr>
                <p:cNvPicPr/>
                <p:nvPr/>
              </p:nvPicPr>
              <p:blipFill>
                <a:blip r:embed="rId270"/>
                <a:stretch>
                  <a:fillRect/>
                </a:stretch>
              </p:blipFill>
              <p:spPr>
                <a:xfrm>
                  <a:off x="7255737" y="5734598"/>
                  <a:ext cx="42840" cy="361800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69083620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B3C9731-FA21-8C12-ACBD-33858B7D86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pt-BR"/>
          </a:p>
        </p:txBody>
      </p:sp>
      <p:pic>
        <p:nvPicPr>
          <p:cNvPr id="5" name="Espaço Reservado para Conteúdo 4">
            <a:extLst>
              <a:ext uri="{FF2B5EF4-FFF2-40B4-BE49-F238E27FC236}">
                <a16:creationId xmlns:a16="http://schemas.microsoft.com/office/drawing/2014/main" id="{76156B7E-6381-75AC-6EE4-D62343CBAFA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539772" y="696734"/>
            <a:ext cx="2626203" cy="3541712"/>
          </a:xfrm>
        </p:spPr>
      </p:pic>
    </p:spTree>
    <p:extLst>
      <p:ext uri="{BB962C8B-B14F-4D97-AF65-F5344CB8AC3E}">
        <p14:creationId xmlns:p14="http://schemas.microsoft.com/office/powerpoint/2010/main" val="1695354214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Circuito">
  <a:themeElements>
    <a:clrScheme name="Circuit">
      <a:dk1>
        <a:sysClr val="windowText" lastClr="000000"/>
      </a:dk1>
      <a:lt1>
        <a:sysClr val="window" lastClr="FFFFFF"/>
      </a:lt1>
      <a:dk2>
        <a:srgbClr val="134770"/>
      </a:dk2>
      <a:lt2>
        <a:srgbClr val="82FFFF"/>
      </a:lt2>
      <a:accent1>
        <a:srgbClr val="9ACD4C"/>
      </a:accent1>
      <a:accent2>
        <a:srgbClr val="FAA93A"/>
      </a:accent2>
      <a:accent3>
        <a:srgbClr val="D35940"/>
      </a:accent3>
      <a:accent4>
        <a:srgbClr val="B258D3"/>
      </a:accent4>
      <a:accent5>
        <a:srgbClr val="63A0CC"/>
      </a:accent5>
      <a:accent6>
        <a:srgbClr val="8AC4A7"/>
      </a:accent6>
      <a:hlink>
        <a:srgbClr val="B8FA56"/>
      </a:hlink>
      <a:folHlink>
        <a:srgbClr val="7AF8CC"/>
      </a:folHlink>
    </a:clrScheme>
    <a:fontScheme name="Circuit">
      <a:maj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Circuit">
      <a:fillStyleLst>
        <a:solidFill>
          <a:schemeClr val="phClr"/>
        </a:solidFill>
        <a:gradFill rotWithShape="1">
          <a:gsLst>
            <a:gs pos="0">
              <a:schemeClr val="phClr">
                <a:tint val="58000"/>
                <a:satMod val="108000"/>
                <a:lumMod val="110000"/>
              </a:schemeClr>
            </a:gs>
            <a:gs pos="100000">
              <a:schemeClr val="phClr">
                <a:tint val="81000"/>
                <a:satMod val="109000"/>
                <a:lumMod val="105000"/>
              </a:schemeClr>
            </a:gs>
          </a:gsLst>
          <a:lin ang="5040000" scaled="0"/>
        </a:gradFill>
        <a:gradFill rotWithShape="1">
          <a:gsLst>
            <a:gs pos="0">
              <a:schemeClr val="phClr">
                <a:tint val="94000"/>
                <a:satMod val="105000"/>
                <a:lumMod val="102000"/>
              </a:schemeClr>
            </a:gs>
            <a:gs pos="100000">
              <a:schemeClr val="phClr">
                <a:shade val="74000"/>
                <a:satMod val="128000"/>
                <a:lumMod val="100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8000"/>
                <a:hueMod val="94000"/>
                <a:satMod val="148000"/>
                <a:lumMod val="150000"/>
              </a:schemeClr>
            </a:gs>
            <a:gs pos="100000">
              <a:schemeClr val="phClr">
                <a:shade val="92000"/>
                <a:hueMod val="104000"/>
                <a:satMod val="140000"/>
                <a:lumMod val="68000"/>
              </a:schemeClr>
            </a:gs>
          </a:gsLst>
          <a:lin ang="5040000" scaled="0"/>
        </a:gradFill>
        <a:blipFill>
          <a:blip xmlns:r="http://schemas.openxmlformats.org/officeDocument/2006/relationships" r:embed="rId1">
            <a:duotone>
              <a:schemeClr val="phClr">
                <a:shade val="88000"/>
                <a:hueMod val="106000"/>
                <a:satMod val="140000"/>
                <a:lumMod val="54000"/>
              </a:schemeClr>
              <a:schemeClr val="phClr">
                <a:tint val="98000"/>
                <a:hueMod val="90000"/>
                <a:satMod val="150000"/>
                <a:lumMod val="160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Circuit" id="{0AC2F7E7-15F5-431C-B2A2-456FE929F56C}" vid="{0911B802-464C-4241-8DD9-B60FF88E379F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TM04033919[[fn=Circuito]]</Template>
  <TotalTime>71</TotalTime>
  <Words>78</Words>
  <Application>Microsoft Office PowerPoint</Application>
  <PresentationFormat>Widescreen</PresentationFormat>
  <Paragraphs>8</Paragraphs>
  <Slides>19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2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19</vt:i4>
      </vt:variant>
    </vt:vector>
  </HeadingPairs>
  <TitlesOfParts>
    <vt:vector size="22" baseType="lpstr">
      <vt:lpstr>Arial</vt:lpstr>
      <vt:lpstr>Tw Cen MT</vt:lpstr>
      <vt:lpstr>Circuito</vt:lpstr>
      <vt:lpstr>Exercícios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Apresentação do PowerPoint</dc:title>
  <dc:creator>Luiz Gadêlha</dc:creator>
  <cp:lastModifiedBy>Luiz Gadêlha</cp:lastModifiedBy>
  <cp:revision>3</cp:revision>
  <dcterms:created xsi:type="dcterms:W3CDTF">2023-09-04T21:11:52Z</dcterms:created>
  <dcterms:modified xsi:type="dcterms:W3CDTF">2023-09-06T19:07:47Z</dcterms:modified>
</cp:coreProperties>
</file>